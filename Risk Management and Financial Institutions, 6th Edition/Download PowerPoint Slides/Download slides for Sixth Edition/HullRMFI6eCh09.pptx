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rels" ContentType="application/vnd.openxmlformats-package.relationships+xml"/>
  <Default Extension="vml" ContentType="application/vnd.openxmlformats-officedocument.vmlDrawing"/>
  <Default Extension="wmf" ContentType="image/x-wmf"/>
  <Default Extension="xml" ContentType="application/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slideMasters/slideMaster1.xml" ContentType="application/vnd.openxmlformats-officedocument.presentationml.slideMaster+xml"/>
  <Override PartName="/ppt/theme/theme3.xml" ContentType="application/vnd.openxmlformats-officedocument.theme+xml"/>
  <Override PartName="/ppt/theme/theme2.xml" ContentType="application/vnd.openxmlformats-officedocument.theme+xml"/>
  <Override PartName="/ppt/theme/theme1.xml" ContentType="application/vnd.openxmlformats-officedocument.theme+xml"/>
  <Override PartName="/ppt/handoutMasters/handoutMaster1.xml" ContentType="application/vnd.openxmlformats-officedocument.presentationml.handoutMaster+xml"/>
  <Override PartName="/ppt/notesMasters/notesMaster1.xml" ContentType="application/vnd.openxmlformats-officedocument.presentationml.notesMaster+xml"/>
  <Override PartName="/ppt/charts/chart1.xml" ContentType="application/vnd.openxmlformats-officedocument.drawingml.chart+xml"/>
  <Override PartName="/ppt/tableStyles.xml" ContentType="application/vnd.openxmlformats-officedocument.presentationml.tableStyles+xml"/>
  <Override PartName="/ppt/viewProps.xml" ContentType="application/vnd.openxmlformats-officedocument.presentationml.viewProps+xml"/>
  <Override PartName="/ppt/presProps.xml" ContentType="application/vnd.openxmlformats-officedocument.presentationml.presProps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6" r:id="rId1"/>
  </p:sldMasterIdLst>
  <p:notesMasterIdLst>
    <p:notesMasterId r:id="rId33"/>
  </p:notesMasterIdLst>
  <p:handoutMasterIdLst>
    <p:handoutMasterId r:id="rId34"/>
  </p:handoutMasterIdLst>
  <p:sldIdLst>
    <p:sldId id="324" r:id="rId2"/>
    <p:sldId id="325" r:id="rId3"/>
    <p:sldId id="326" r:id="rId4"/>
    <p:sldId id="327" r:id="rId5"/>
    <p:sldId id="338" r:id="rId6"/>
    <p:sldId id="339" r:id="rId7"/>
    <p:sldId id="350" r:id="rId8"/>
    <p:sldId id="340" r:id="rId9"/>
    <p:sldId id="341" r:id="rId10"/>
    <p:sldId id="342" r:id="rId11"/>
    <p:sldId id="332" r:id="rId12"/>
    <p:sldId id="333" r:id="rId13"/>
    <p:sldId id="334" r:id="rId14"/>
    <p:sldId id="351" r:id="rId15"/>
    <p:sldId id="352" r:id="rId16"/>
    <p:sldId id="353" r:id="rId17"/>
    <p:sldId id="354" r:id="rId18"/>
    <p:sldId id="355" r:id="rId19"/>
    <p:sldId id="345" r:id="rId20"/>
    <p:sldId id="346" r:id="rId21"/>
    <p:sldId id="347" r:id="rId22"/>
    <p:sldId id="344" r:id="rId23"/>
    <p:sldId id="335" r:id="rId24"/>
    <p:sldId id="307" r:id="rId25"/>
    <p:sldId id="348" r:id="rId26"/>
    <p:sldId id="357" r:id="rId27"/>
    <p:sldId id="356" r:id="rId28"/>
    <p:sldId id="359" r:id="rId29"/>
    <p:sldId id="360" r:id="rId30"/>
    <p:sldId id="361" r:id="rId31"/>
    <p:sldId id="362" r:id="rId32"/>
  </p:sldIdLst>
  <p:sldSz cx="9144000" cy="6858000" type="screen4x3"/>
  <p:notesSz cx="6858000" cy="9083675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61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012" autoAdjust="0"/>
    <p:restoredTop sz="94660"/>
  </p:normalViewPr>
  <p:slideViewPr>
    <p:cSldViewPr>
      <p:cViewPr varScale="1">
        <p:scale>
          <a:sx n="139" d="100"/>
          <a:sy n="139" d="100"/>
        </p:scale>
        <p:origin x="642" y="126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81" d="100"/>
          <a:sy n="81" d="100"/>
        </p:scale>
        <p:origin x="-1968" y="-102"/>
      </p:cViewPr>
      <p:guideLst>
        <p:guide orient="horz" pos="2861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customXml" Target="../customXml/item1.xml"/><Relationship Id="rId21" Type="http://schemas.openxmlformats.org/officeDocument/2006/relationships/slide" Target="slides/slide20.xml"/><Relationship Id="rId34" Type="http://schemas.openxmlformats.org/officeDocument/2006/relationships/handoutMaster" Target="handoutMasters/handoutMaster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customXml" Target="../customXml/item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theme" Target="theme/theme1.xml"/><Relationship Id="rId40" Type="http://schemas.openxmlformats.org/officeDocument/2006/relationships/customXml" Target="../customXml/item2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presProps" Target="presProps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notesMaster" Target="notesMasters/notesMaster1.xml"/><Relationship Id="rId38" Type="http://schemas.openxmlformats.org/officeDocument/2006/relationships/tableStyles" Target="tableStyle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hull\AppData\Local\Microsoft\Windows\INetCache\Content.Outlook\5LNAA8DW\Ch09_6e_Figure%209_6.xls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5.8099518810148729E-2"/>
          <c:y val="2.8252405949256341E-2"/>
          <c:w val="0.75874081364829393"/>
          <c:h val="0.68921660834062404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Sheet1!$H$4</c:f>
              <c:strCache>
                <c:ptCount val="1"/>
                <c:pt idx="0">
                  <c:v>Probability</c:v>
                </c:pt>
              </c:strCache>
            </c:strRef>
          </c:tx>
          <c:marker>
            <c:symbol val="none"/>
          </c:marker>
          <c:xVal>
            <c:numRef>
              <c:f>Sheet1!$G$5:$G$59</c:f>
              <c:numCache>
                <c:formatCode>General</c:formatCode>
                <c:ptCount val="55"/>
                <c:pt idx="0">
                  <c:v>0</c:v>
                </c:pt>
                <c:pt idx="1">
                  <c:v>1E-3</c:v>
                </c:pt>
                <c:pt idx="2">
                  <c:v>2E-3</c:v>
                </c:pt>
                <c:pt idx="3">
                  <c:v>3.0000000000000001E-3</c:v>
                </c:pt>
                <c:pt idx="4">
                  <c:v>4.0000000000000001E-3</c:v>
                </c:pt>
                <c:pt idx="5">
                  <c:v>5.0000000000000001E-3</c:v>
                </c:pt>
                <c:pt idx="6">
                  <c:v>6.0000000000000001E-3</c:v>
                </c:pt>
                <c:pt idx="7">
                  <c:v>7.0000000000000001E-3</c:v>
                </c:pt>
                <c:pt idx="8">
                  <c:v>8.0000000000000002E-3</c:v>
                </c:pt>
                <c:pt idx="9">
                  <c:v>9.0000000000000011E-3</c:v>
                </c:pt>
                <c:pt idx="10">
                  <c:v>1.0000000000000002E-2</c:v>
                </c:pt>
                <c:pt idx="11">
                  <c:v>1.1000000000000003E-2</c:v>
                </c:pt>
                <c:pt idx="12">
                  <c:v>1.2000000000000004E-2</c:v>
                </c:pt>
                <c:pt idx="13">
                  <c:v>1.3000000000000005E-2</c:v>
                </c:pt>
                <c:pt idx="14">
                  <c:v>1.4000000000000005E-2</c:v>
                </c:pt>
                <c:pt idx="15">
                  <c:v>1.5000000000000006E-2</c:v>
                </c:pt>
                <c:pt idx="16">
                  <c:v>1.6000000000000007E-2</c:v>
                </c:pt>
                <c:pt idx="17">
                  <c:v>1.7000000000000008E-2</c:v>
                </c:pt>
                <c:pt idx="18">
                  <c:v>1.8000000000000009E-2</c:v>
                </c:pt>
                <c:pt idx="19">
                  <c:v>1.900000000000001E-2</c:v>
                </c:pt>
                <c:pt idx="20">
                  <c:v>2.0000000000000011E-2</c:v>
                </c:pt>
                <c:pt idx="21">
                  <c:v>2.1000000000000012E-2</c:v>
                </c:pt>
                <c:pt idx="22">
                  <c:v>2.2000000000000013E-2</c:v>
                </c:pt>
                <c:pt idx="23">
                  <c:v>2.3000000000000013E-2</c:v>
                </c:pt>
                <c:pt idx="24">
                  <c:v>2.4000000000000014E-2</c:v>
                </c:pt>
                <c:pt idx="25">
                  <c:v>2.5000000000000015E-2</c:v>
                </c:pt>
                <c:pt idx="26">
                  <c:v>2.6000000000000016E-2</c:v>
                </c:pt>
                <c:pt idx="27">
                  <c:v>2.7000000000000017E-2</c:v>
                </c:pt>
                <c:pt idx="28">
                  <c:v>2.8000000000000018E-2</c:v>
                </c:pt>
                <c:pt idx="29">
                  <c:v>2.9000000000000019E-2</c:v>
                </c:pt>
                <c:pt idx="30">
                  <c:v>3.000000000000002E-2</c:v>
                </c:pt>
                <c:pt idx="31">
                  <c:v>3.1000000000000021E-2</c:v>
                </c:pt>
                <c:pt idx="32">
                  <c:v>3.2000000000000021E-2</c:v>
                </c:pt>
                <c:pt idx="33">
                  <c:v>3.3000000000000022E-2</c:v>
                </c:pt>
                <c:pt idx="34">
                  <c:v>3.4000000000000023E-2</c:v>
                </c:pt>
                <c:pt idx="35">
                  <c:v>3.5000000000000024E-2</c:v>
                </c:pt>
                <c:pt idx="36">
                  <c:v>3.6000000000000025E-2</c:v>
                </c:pt>
                <c:pt idx="37">
                  <c:v>3.7000000000000026E-2</c:v>
                </c:pt>
                <c:pt idx="38">
                  <c:v>3.8000000000000027E-2</c:v>
                </c:pt>
                <c:pt idx="39">
                  <c:v>3.9000000000000028E-2</c:v>
                </c:pt>
                <c:pt idx="40">
                  <c:v>4.0000000000000029E-2</c:v>
                </c:pt>
                <c:pt idx="41">
                  <c:v>4.1000000000000029E-2</c:v>
                </c:pt>
                <c:pt idx="42">
                  <c:v>4.200000000000003E-2</c:v>
                </c:pt>
                <c:pt idx="43">
                  <c:v>4.3000000000000031E-2</c:v>
                </c:pt>
                <c:pt idx="44">
                  <c:v>4.4000000000000032E-2</c:v>
                </c:pt>
                <c:pt idx="45">
                  <c:v>4.5000000000000033E-2</c:v>
                </c:pt>
                <c:pt idx="46">
                  <c:v>4.6000000000000034E-2</c:v>
                </c:pt>
                <c:pt idx="47">
                  <c:v>4.7000000000000035E-2</c:v>
                </c:pt>
                <c:pt idx="48">
                  <c:v>4.8000000000000036E-2</c:v>
                </c:pt>
                <c:pt idx="49">
                  <c:v>4.9000000000000037E-2</c:v>
                </c:pt>
                <c:pt idx="50">
                  <c:v>5.0000000000000037E-2</c:v>
                </c:pt>
                <c:pt idx="51">
                  <c:v>5.1000000000000038E-2</c:v>
                </c:pt>
                <c:pt idx="52">
                  <c:v>5.2000000000000039E-2</c:v>
                </c:pt>
                <c:pt idx="53">
                  <c:v>5.300000000000004E-2</c:v>
                </c:pt>
                <c:pt idx="54">
                  <c:v>5.4000000000000041E-2</c:v>
                </c:pt>
              </c:numCache>
            </c:numRef>
          </c:xVal>
          <c:yVal>
            <c:numRef>
              <c:f>Sheet1!$H$5:$H$59</c:f>
              <c:numCache>
                <c:formatCode>General</c:formatCode>
                <c:ptCount val="55"/>
                <c:pt idx="0">
                  <c:v>0</c:v>
                </c:pt>
                <c:pt idx="1">
                  <c:v>2.385475996532338</c:v>
                </c:pt>
                <c:pt idx="2">
                  <c:v>12.771361150602862</c:v>
                </c:pt>
                <c:pt idx="3">
                  <c:v>26.33487793370109</c:v>
                </c:pt>
                <c:pt idx="4">
                  <c:v>38.588770414625422</c:v>
                </c:pt>
                <c:pt idx="5">
                  <c:v>47.79498354415022</c:v>
                </c:pt>
                <c:pt idx="6">
                  <c:v>53.74274298315683</c:v>
                </c:pt>
                <c:pt idx="7">
                  <c:v>56.850283138040993</c:v>
                </c:pt>
                <c:pt idx="8">
                  <c:v>57.715951648019249</c:v>
                </c:pt>
                <c:pt idx="9">
                  <c:v>56.923647015507022</c:v>
                </c:pt>
                <c:pt idx="10">
                  <c:v>54.971749731292398</c:v>
                </c:pt>
                <c:pt idx="11">
                  <c:v>52.25758707301371</c:v>
                </c:pt>
                <c:pt idx="12">
                  <c:v>49.084670612112738</c:v>
                </c:pt>
                <c:pt idx="13">
                  <c:v>45.677580568243066</c:v>
                </c:pt>
                <c:pt idx="14">
                  <c:v>42.197871634045192</c:v>
                </c:pt>
                <c:pt idx="15">
                  <c:v>38.758375474884616</c:v>
                </c:pt>
                <c:pt idx="16">
                  <c:v>35.435101570685305</c:v>
                </c:pt>
                <c:pt idx="17">
                  <c:v>32.276726727880238</c:v>
                </c:pt>
                <c:pt idx="18">
                  <c:v>29.311965127217878</c:v>
                </c:pt>
                <c:pt idx="19">
                  <c:v>26.555190869321564</c:v>
                </c:pt>
                <c:pt idx="20">
                  <c:v>24.010670777128659</c:v>
                </c:pt>
                <c:pt idx="21">
                  <c:v>21.675716467531416</c:v>
                </c:pt>
                <c:pt idx="22">
                  <c:v>19.54300846697291</c:v>
                </c:pt>
                <c:pt idx="23">
                  <c:v>17.602292748280959</c:v>
                </c:pt>
                <c:pt idx="24">
                  <c:v>15.84160544202747</c:v>
                </c:pt>
                <c:pt idx="25">
                  <c:v>14.248145228496679</c:v>
                </c:pt>
                <c:pt idx="26">
                  <c:v>12.808884282812279</c:v>
                </c:pt>
                <c:pt idx="27">
                  <c:v>11.510986420149264</c:v>
                </c:pt>
                <c:pt idx="28">
                  <c:v>10.342084034334238</c:v>
                </c:pt>
                <c:pt idx="29">
                  <c:v>9.2904524405599282</c:v>
                </c:pt>
                <c:pt idx="30">
                  <c:v>8.345110404189878</c:v>
                </c:pt>
                <c:pt idx="31">
                  <c:v>7.4958682267063557</c:v>
                </c:pt>
                <c:pt idx="32">
                  <c:v>6.733339189495025</c:v>
                </c:pt>
                <c:pt idx="33">
                  <c:v>6.0489259801700639</c:v>
                </c:pt>
                <c:pt idx="34">
                  <c:v>5.4347906029329218</c:v>
                </c:pt>
                <c:pt idx="35">
                  <c:v>4.8838139442005453</c:v>
                </c:pt>
                <c:pt idx="36">
                  <c:v>4.389549430639005</c:v>
                </c:pt>
                <c:pt idx="37">
                  <c:v>3.9461739301904473</c:v>
                </c:pt>
                <c:pt idx="38">
                  <c:v>3.5484380956683887</c:v>
                </c:pt>
                <c:pt idx="39">
                  <c:v>3.1916176507127667</c:v>
                </c:pt>
                <c:pt idx="40">
                  <c:v>2.871466605929077</c:v>
                </c:pt>
                <c:pt idx="41">
                  <c:v>2.584173021237234</c:v>
                </c:pt>
                <c:pt idx="42">
                  <c:v>2.3263176630312219</c:v>
                </c:pt>
                <c:pt idx="43">
                  <c:v>2.0948357148342418</c:v>
                </c:pt>
                <c:pt idx="44">
                  <c:v>1.8869815675694159</c:v>
                </c:pt>
                <c:pt idx="45">
                  <c:v>1.7002966252510316</c:v>
                </c:pt>
                <c:pt idx="46">
                  <c:v>1.5325800025263083</c:v>
                </c:pt>
                <c:pt idx="47">
                  <c:v>1.3818619536156413</c:v>
                </c:pt>
                <c:pt idx="48">
                  <c:v>1.2463798515056725</c:v>
                </c:pt>
                <c:pt idx="49">
                  <c:v>1.1245565270597311</c:v>
                </c:pt>
                <c:pt idx="50">
                  <c:v>1.014980776549657</c:v>
                </c:pt>
                <c:pt idx="51">
                  <c:v>0.9163898504200273</c:v>
                </c:pt>
                <c:pt idx="52">
                  <c:v>0.8276537439916789</c:v>
                </c:pt>
                <c:pt idx="53">
                  <c:v>0.74776112092864211</c:v>
                </c:pt>
                <c:pt idx="54">
                  <c:v>0.67580671164605388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30C5-433F-871E-98F0F9AD070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43207983"/>
        <c:axId val="1"/>
      </c:scatterChart>
      <c:valAx>
        <c:axId val="843207983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000" b="1" i="0" u="none" strike="noStrike" baseline="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</a:defRPr>
                </a:pPr>
                <a:r>
                  <a:rPr lang="en-CA" sz="1400" dirty="0"/>
                  <a:t>Default</a:t>
                </a:r>
                <a:r>
                  <a:rPr lang="en-CA" sz="1000" baseline="0" dirty="0"/>
                  <a:t> </a:t>
                </a:r>
                <a:r>
                  <a:rPr lang="en-CA" sz="1400" baseline="0" dirty="0"/>
                  <a:t> Rate</a:t>
                </a:r>
                <a:endParaRPr lang="en-CA" dirty="0"/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txPr>
          <a:bodyPr rot="0" vert="horz"/>
          <a:lstStyle/>
          <a:p>
            <a:pPr>
              <a:defRPr sz="1400" b="0" i="0" u="none" strike="noStrike" baseline="0">
                <a:solidFill>
                  <a:srgbClr val="000000"/>
                </a:solidFill>
                <a:latin typeface="Calibri"/>
                <a:ea typeface="Calibri"/>
                <a:cs typeface="Calibri"/>
              </a:defRPr>
            </a:pPr>
            <a:endParaRPr lang="en-US"/>
          </a:p>
        </c:txPr>
        <c:crossAx val="1"/>
        <c:crosses val="autoZero"/>
        <c:crossBetween val="midCat"/>
      </c:valAx>
      <c:valAx>
        <c:axId val="1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 rot="0" vert="horz"/>
          <a:lstStyle/>
          <a:p>
            <a:pPr>
              <a:defRPr sz="1400" b="0" i="0" u="none" strike="noStrike" baseline="0">
                <a:solidFill>
                  <a:srgbClr val="000000"/>
                </a:solidFill>
                <a:latin typeface="Calibri"/>
                <a:ea typeface="Calibri"/>
                <a:cs typeface="Calibri"/>
              </a:defRPr>
            </a:pPr>
            <a:endParaRPr lang="en-US"/>
          </a:p>
        </c:txPr>
        <c:crossAx val="843207983"/>
        <c:crosses val="autoZero"/>
        <c:crossBetween val="midCat"/>
      </c:valAx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000" b="0" i="0" u="none" strike="noStrike" baseline="0">
          <a:solidFill>
            <a:srgbClr val="000000"/>
          </a:solidFill>
          <a:latin typeface="Calibri"/>
          <a:ea typeface="Calibri"/>
          <a:cs typeface="Calibri"/>
        </a:defRPr>
      </a:pPr>
      <a:endParaRPr lang="en-US"/>
    </a:p>
  </c:txPr>
  <c:externalData r:id="rId1">
    <c:autoUpdate val="0"/>
  </c:externalData>
</c:chartSpace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3.wmf"/></Relationships>
</file>

<file path=ppt/drawings/_rels/vmlDrawing4.vml.rels><?xml version="1.0" encoding="UTF-8" standalone="yes"?>
<Relationships xmlns="http://schemas.openxmlformats.org/package/2006/relationships"><Relationship Id="rId2" Type="http://schemas.openxmlformats.org/officeDocument/2006/relationships/image" Target="../media/image5.wmf"/><Relationship Id="rId1" Type="http://schemas.openxmlformats.org/officeDocument/2006/relationships/image" Target="../media/image4.wmf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6.emf"/></Relationships>
</file>

<file path=ppt/drawings/_rels/vmlDrawing6.vml.rels><?xml version="1.0" encoding="UTF-8" standalone="yes"?>
<Relationships xmlns="http://schemas.openxmlformats.org/package/2006/relationships"><Relationship Id="rId1" Type="http://schemas.openxmlformats.org/officeDocument/2006/relationships/image" Target="../media/image7.emf"/></Relationships>
</file>

<file path=ppt/drawings/_rels/vmlDrawing7.vml.rels><?xml version="1.0" encoding="UTF-8" standalone="yes"?>
<Relationships xmlns="http://schemas.openxmlformats.org/package/2006/relationships"><Relationship Id="rId1" Type="http://schemas.openxmlformats.org/officeDocument/2006/relationships/image" Target="../media/image10.wmf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11.wmf"/></Relationships>
</file>

<file path=ppt/drawings/_rels/vmlDrawing9.vml.rels><?xml version="1.0" encoding="UTF-8" standalone="yes"?>
<Relationships xmlns="http://schemas.openxmlformats.org/package/2006/relationships"><Relationship Id="rId2" Type="http://schemas.openxmlformats.org/officeDocument/2006/relationships/image" Target="../media/image13.wmf"/><Relationship Id="rId1" Type="http://schemas.openxmlformats.org/officeDocument/2006/relationships/image" Target="../media/image12.wmf"/></Relationships>
</file>

<file path=ppt/drawings/_rels/vmlDrawing10.vml.rels><?xml version="1.0" encoding="UTF-8" standalone="yes"?>
<Relationships xmlns="http://schemas.openxmlformats.org/package/2006/relationships"><Relationship Id="rId1" Type="http://schemas.openxmlformats.org/officeDocument/2006/relationships/image" Target="../media/image14.wmf"/></Relationships>
</file>

<file path=ppt/drawings/_rels/vmlDrawing1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0.w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4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084" tIns="45542" rIns="91084" bIns="45542" numCol="1" anchor="t" anchorCtr="0" compatLnSpc="1">
            <a:prstTxWarp prst="textNoShape">
              <a:avLst/>
            </a:prstTxWarp>
          </a:bodyPr>
          <a:lstStyle>
            <a:lvl1pPr algn="l" defTabSz="911004"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76131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4613" y="0"/>
            <a:ext cx="2971800" cy="454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084" tIns="45542" rIns="91084" bIns="45542" numCol="1" anchor="t" anchorCtr="0" compatLnSpc="1">
            <a:prstTxWarp prst="textNoShape">
              <a:avLst/>
            </a:prstTxWarp>
          </a:bodyPr>
          <a:lstStyle>
            <a:lvl1pPr algn="r" defTabSz="911004"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76132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28063"/>
            <a:ext cx="2971800" cy="454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084" tIns="45542" rIns="91084" bIns="45542" numCol="1" anchor="b" anchorCtr="0" compatLnSpc="1">
            <a:prstTxWarp prst="textNoShape">
              <a:avLst/>
            </a:prstTxWarp>
          </a:bodyPr>
          <a:lstStyle>
            <a:lvl1pPr algn="l" defTabSz="911004"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76133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4613" y="8628063"/>
            <a:ext cx="2971800" cy="454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084" tIns="45542" rIns="91084" bIns="45542" numCol="1" anchor="b" anchorCtr="0" compatLnSpc="1">
            <a:prstTxWarp prst="textNoShape">
              <a:avLst/>
            </a:prstTxWarp>
          </a:bodyPr>
          <a:lstStyle>
            <a:lvl1pPr algn="r" defTabSz="909638" eaLnBrk="1" hangingPunct="1">
              <a:defRPr sz="1200" smtClean="0"/>
            </a:lvl1pPr>
          </a:lstStyle>
          <a:p>
            <a:pPr>
              <a:defRPr/>
            </a:pPr>
            <a:fld id="{FCB3463F-956F-4123-A63C-B1338319FE1A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365944238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4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084" tIns="45542" rIns="91084" bIns="45542" numCol="1" anchor="t" anchorCtr="0" compatLnSpc="1">
            <a:prstTxWarp prst="textNoShape">
              <a:avLst/>
            </a:prstTxWarp>
          </a:bodyPr>
          <a:lstStyle>
            <a:lvl1pPr algn="l" defTabSz="911004"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099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4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084" tIns="45542" rIns="91084" bIns="45542" numCol="1" anchor="t" anchorCtr="0" compatLnSpc="1">
            <a:prstTxWarp prst="textNoShape">
              <a:avLst/>
            </a:prstTxWarp>
          </a:bodyPr>
          <a:lstStyle>
            <a:lvl1pPr algn="r" defTabSz="911004"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5364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60463" y="682625"/>
            <a:ext cx="4538662" cy="34051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01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14825"/>
            <a:ext cx="5486400" cy="408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084" tIns="45542" rIns="91084" bIns="45542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102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28063"/>
            <a:ext cx="2971800" cy="454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084" tIns="45542" rIns="91084" bIns="45542" numCol="1" anchor="b" anchorCtr="0" compatLnSpc="1">
            <a:prstTxWarp prst="textNoShape">
              <a:avLst/>
            </a:prstTxWarp>
          </a:bodyPr>
          <a:lstStyle>
            <a:lvl1pPr algn="l" defTabSz="911004"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103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28063"/>
            <a:ext cx="2971800" cy="454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084" tIns="45542" rIns="91084" bIns="45542" numCol="1" anchor="b" anchorCtr="0" compatLnSpc="1">
            <a:prstTxWarp prst="textNoShape">
              <a:avLst/>
            </a:prstTxWarp>
          </a:bodyPr>
          <a:lstStyle>
            <a:lvl1pPr algn="r" defTabSz="909638" eaLnBrk="1" hangingPunct="1">
              <a:defRPr sz="1200" smtClean="0"/>
            </a:lvl1pPr>
          </a:lstStyle>
          <a:p>
            <a:pPr>
              <a:defRPr/>
            </a:pPr>
            <a:fld id="{EBCF64C8-BF30-4A2B-A74E-307CBD5476E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78963541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43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8021984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9082997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53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344228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57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3478281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62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009077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74750" y="676275"/>
            <a:ext cx="4508500" cy="3382963"/>
          </a:xfrm>
          <a:ln/>
        </p:spPr>
      </p:sp>
      <p:sp>
        <p:nvSpPr>
          <p:cNvPr id="2867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284663"/>
            <a:ext cx="184150" cy="277812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716" tIns="45859" rIns="91716" bIns="45859">
            <a:spAutoFit/>
          </a:bodyPr>
          <a:lstStyle/>
          <a:p>
            <a:pPr eaLnBrk="1" hangingPunct="1"/>
            <a:endParaRPr lang="en-CA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3847194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72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1457045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74750" y="676275"/>
            <a:ext cx="4508500" cy="3382963"/>
          </a:xfrm>
          <a:ln/>
        </p:spPr>
      </p:sp>
      <p:sp>
        <p:nvSpPr>
          <p:cNvPr id="327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284663"/>
            <a:ext cx="184150" cy="277812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716" tIns="45859" rIns="91716" bIns="45859">
            <a:spAutoFit/>
          </a:bodyPr>
          <a:lstStyle/>
          <a:p>
            <a:pPr eaLnBrk="1" hangingPunct="1"/>
            <a:endParaRPr lang="en-CA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3911310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74750" y="676275"/>
            <a:ext cx="4508500" cy="3382963"/>
          </a:xfrm>
          <a:ln/>
        </p:spPr>
      </p:sp>
      <p:sp>
        <p:nvSpPr>
          <p:cNvPr id="348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284663"/>
            <a:ext cx="184150" cy="277812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716" tIns="45859" rIns="91716" bIns="45859">
            <a:spAutoFit/>
          </a:bodyPr>
          <a:lstStyle/>
          <a:p>
            <a:pPr eaLnBrk="1" hangingPunct="1"/>
            <a:endParaRPr lang="en-CA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218051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74750" y="676275"/>
            <a:ext cx="4508500" cy="3382963"/>
          </a:xfrm>
          <a:ln/>
        </p:spPr>
      </p:sp>
      <p:sp>
        <p:nvSpPr>
          <p:cNvPr id="368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284663"/>
            <a:ext cx="184150" cy="277812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716" tIns="45859" rIns="91716" bIns="45859">
            <a:spAutoFit/>
          </a:bodyPr>
          <a:lstStyle/>
          <a:p>
            <a:pPr eaLnBrk="1" hangingPunct="1"/>
            <a:endParaRPr lang="en-CA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8453437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91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6919346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9163883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01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5966438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5059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Arial" panose="020B0604020202020204" pitchFamily="34" charset="0"/>
            </a:endParaRPr>
          </a:p>
        </p:txBody>
      </p:sp>
      <p:sp>
        <p:nvSpPr>
          <p:cNvPr id="45060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5FFB8E9-9A18-4886-BB40-D4593C4A6F58}" type="slidenum">
              <a:rPr lang="en-US" altLang="en-US"/>
              <a:pPr>
                <a:spcBef>
                  <a:spcPct val="0"/>
                </a:spcBef>
              </a:pPr>
              <a:t>14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7896015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7107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Arial" panose="020B0604020202020204" pitchFamily="34" charset="0"/>
            </a:endParaRPr>
          </a:p>
        </p:txBody>
      </p:sp>
      <p:sp>
        <p:nvSpPr>
          <p:cNvPr id="47108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6F7A184-DF03-42F0-8D85-F88DB3B38ECE}" type="slidenum">
              <a:rPr lang="en-US" altLang="en-US"/>
              <a:pPr>
                <a:spcBef>
                  <a:spcPct val="0"/>
                </a:spcBef>
              </a:pPr>
              <a:t>15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504265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9155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Arial" panose="020B0604020202020204" pitchFamily="34" charset="0"/>
            </a:endParaRPr>
          </a:p>
        </p:txBody>
      </p:sp>
      <p:sp>
        <p:nvSpPr>
          <p:cNvPr id="49156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07B74F3-D365-4F07-BC19-A451650BBAD9}" type="slidenum">
              <a:rPr lang="en-US" altLang="en-US"/>
              <a:pPr>
                <a:spcBef>
                  <a:spcPct val="0"/>
                </a:spcBef>
              </a:pPr>
              <a:t>16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93797981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51203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Arial" panose="020B0604020202020204" pitchFamily="34" charset="0"/>
            </a:endParaRPr>
          </a:p>
        </p:txBody>
      </p:sp>
      <p:sp>
        <p:nvSpPr>
          <p:cNvPr id="51204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AF5573C-70CC-46CD-86A4-1410D673CD06}" type="slidenum">
              <a:rPr lang="en-US" altLang="en-US"/>
              <a:pPr>
                <a:spcBef>
                  <a:spcPct val="0"/>
                </a:spcBef>
              </a:pPr>
              <a:t>17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191749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53251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Arial" panose="020B0604020202020204" pitchFamily="34" charset="0"/>
            </a:endParaRPr>
          </a:p>
        </p:txBody>
      </p:sp>
      <p:sp>
        <p:nvSpPr>
          <p:cNvPr id="53252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8D74C9C-A6A2-46EB-9C7E-B30FA880D1FE}" type="slidenum">
              <a:rPr lang="en-US" altLang="en-US"/>
              <a:pPr>
                <a:spcBef>
                  <a:spcPct val="0"/>
                </a:spcBef>
              </a:pPr>
              <a:t>18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3987659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29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8689801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34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2444899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39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209090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44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6435690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49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1881977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63638" y="682625"/>
            <a:ext cx="4535487" cy="3403600"/>
          </a:xfrm>
          <a:ln/>
        </p:spPr>
      </p:sp>
      <p:sp>
        <p:nvSpPr>
          <p:cNvPr id="6553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314825"/>
            <a:ext cx="5029200" cy="408622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7187475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58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2340691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0659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Arial" panose="020B0604020202020204" pitchFamily="34" charset="0"/>
            </a:endParaRPr>
          </a:p>
        </p:txBody>
      </p:sp>
      <p:sp>
        <p:nvSpPr>
          <p:cNvPr id="70660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09638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096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6B1CD9A3-6B49-4FD7-B91F-3952334D0940}" type="slidenum">
              <a:rPr lang="en-US" altLang="en-US"/>
              <a:pPr>
                <a:spcBef>
                  <a:spcPct val="0"/>
                </a:spcBef>
              </a:pPr>
              <a:t>27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97976389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Line 2"/>
          <p:cNvSpPr>
            <a:spLocks noChangeShapeType="1"/>
          </p:cNvSpPr>
          <p:nvPr/>
        </p:nvSpPr>
        <p:spPr bwMode="auto">
          <a:xfrm>
            <a:off x="7315200" y="1066800"/>
            <a:ext cx="0" cy="4495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8"/>
          <p:cNvGrpSpPr>
            <a:grpSpLocks/>
          </p:cNvGrpSpPr>
          <p:nvPr/>
        </p:nvGrpSpPr>
        <p:grpSpPr bwMode="auto">
          <a:xfrm>
            <a:off x="7493000" y="2992438"/>
            <a:ext cx="1338263" cy="2189162"/>
            <a:chOff x="4704" y="1885"/>
            <a:chExt cx="843" cy="1379"/>
          </a:xfrm>
        </p:grpSpPr>
        <p:sp>
          <p:nvSpPr>
            <p:cNvPr id="6" name="Oval 9"/>
            <p:cNvSpPr>
              <a:spLocks noChangeArrowheads="1"/>
            </p:cNvSpPr>
            <p:nvPr/>
          </p:nvSpPr>
          <p:spPr bwMode="auto">
            <a:xfrm>
              <a:off x="4704" y="1885"/>
              <a:ext cx="127" cy="127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7" name="Oval 10"/>
            <p:cNvSpPr>
              <a:spLocks noChangeArrowheads="1"/>
            </p:cNvSpPr>
            <p:nvPr/>
          </p:nvSpPr>
          <p:spPr bwMode="auto">
            <a:xfrm>
              <a:off x="4883" y="1885"/>
              <a:ext cx="127" cy="127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8" name="Oval 11"/>
            <p:cNvSpPr>
              <a:spLocks noChangeArrowheads="1"/>
            </p:cNvSpPr>
            <p:nvPr/>
          </p:nvSpPr>
          <p:spPr bwMode="auto">
            <a:xfrm>
              <a:off x="5062" y="1885"/>
              <a:ext cx="127" cy="127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9" name="Oval 12"/>
            <p:cNvSpPr>
              <a:spLocks noChangeArrowheads="1"/>
            </p:cNvSpPr>
            <p:nvPr/>
          </p:nvSpPr>
          <p:spPr bwMode="auto">
            <a:xfrm>
              <a:off x="4704" y="2064"/>
              <a:ext cx="127" cy="127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" name="Oval 13"/>
            <p:cNvSpPr>
              <a:spLocks noChangeArrowheads="1"/>
            </p:cNvSpPr>
            <p:nvPr/>
          </p:nvSpPr>
          <p:spPr bwMode="auto">
            <a:xfrm>
              <a:off x="4883" y="2064"/>
              <a:ext cx="127" cy="127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1" name="Oval 14"/>
            <p:cNvSpPr>
              <a:spLocks noChangeArrowheads="1"/>
            </p:cNvSpPr>
            <p:nvPr/>
          </p:nvSpPr>
          <p:spPr bwMode="auto">
            <a:xfrm>
              <a:off x="5062" y="2064"/>
              <a:ext cx="127" cy="127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2" name="Oval 15"/>
            <p:cNvSpPr>
              <a:spLocks noChangeArrowheads="1"/>
            </p:cNvSpPr>
            <p:nvPr/>
          </p:nvSpPr>
          <p:spPr bwMode="auto">
            <a:xfrm>
              <a:off x="5241" y="2064"/>
              <a:ext cx="127" cy="12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3" name="Oval 16"/>
            <p:cNvSpPr>
              <a:spLocks noChangeArrowheads="1"/>
            </p:cNvSpPr>
            <p:nvPr/>
          </p:nvSpPr>
          <p:spPr bwMode="auto">
            <a:xfrm>
              <a:off x="4704" y="2243"/>
              <a:ext cx="127" cy="127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4" name="Oval 17"/>
            <p:cNvSpPr>
              <a:spLocks noChangeArrowheads="1"/>
            </p:cNvSpPr>
            <p:nvPr/>
          </p:nvSpPr>
          <p:spPr bwMode="auto">
            <a:xfrm>
              <a:off x="4883" y="2243"/>
              <a:ext cx="127" cy="127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5" name="Oval 18"/>
            <p:cNvSpPr>
              <a:spLocks noChangeArrowheads="1"/>
            </p:cNvSpPr>
            <p:nvPr/>
          </p:nvSpPr>
          <p:spPr bwMode="auto">
            <a:xfrm>
              <a:off x="5062" y="2243"/>
              <a:ext cx="127" cy="12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6" name="Oval 19"/>
            <p:cNvSpPr>
              <a:spLocks noChangeArrowheads="1"/>
            </p:cNvSpPr>
            <p:nvPr/>
          </p:nvSpPr>
          <p:spPr bwMode="auto">
            <a:xfrm>
              <a:off x="5241" y="2243"/>
              <a:ext cx="127" cy="12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7" name="Oval 20"/>
            <p:cNvSpPr>
              <a:spLocks noChangeArrowheads="1"/>
            </p:cNvSpPr>
            <p:nvPr/>
          </p:nvSpPr>
          <p:spPr bwMode="auto">
            <a:xfrm>
              <a:off x="5420" y="2243"/>
              <a:ext cx="127" cy="12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8" name="Oval 21"/>
            <p:cNvSpPr>
              <a:spLocks noChangeArrowheads="1"/>
            </p:cNvSpPr>
            <p:nvPr/>
          </p:nvSpPr>
          <p:spPr bwMode="auto">
            <a:xfrm>
              <a:off x="4704" y="2421"/>
              <a:ext cx="127" cy="128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9" name="Oval 22"/>
            <p:cNvSpPr>
              <a:spLocks noChangeArrowheads="1"/>
            </p:cNvSpPr>
            <p:nvPr/>
          </p:nvSpPr>
          <p:spPr bwMode="auto">
            <a:xfrm>
              <a:off x="4883" y="2421"/>
              <a:ext cx="127" cy="12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20" name="Oval 23"/>
            <p:cNvSpPr>
              <a:spLocks noChangeArrowheads="1"/>
            </p:cNvSpPr>
            <p:nvPr/>
          </p:nvSpPr>
          <p:spPr bwMode="auto">
            <a:xfrm>
              <a:off x="5062" y="2421"/>
              <a:ext cx="127" cy="12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21" name="Oval 24"/>
            <p:cNvSpPr>
              <a:spLocks noChangeArrowheads="1"/>
            </p:cNvSpPr>
            <p:nvPr/>
          </p:nvSpPr>
          <p:spPr bwMode="auto">
            <a:xfrm>
              <a:off x="5241" y="2421"/>
              <a:ext cx="127" cy="12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22" name="Oval 25"/>
            <p:cNvSpPr>
              <a:spLocks noChangeArrowheads="1"/>
            </p:cNvSpPr>
            <p:nvPr/>
          </p:nvSpPr>
          <p:spPr bwMode="auto">
            <a:xfrm>
              <a:off x="4704" y="2600"/>
              <a:ext cx="127" cy="12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23" name="Oval 26"/>
            <p:cNvSpPr>
              <a:spLocks noChangeArrowheads="1"/>
            </p:cNvSpPr>
            <p:nvPr/>
          </p:nvSpPr>
          <p:spPr bwMode="auto">
            <a:xfrm>
              <a:off x="4883" y="2600"/>
              <a:ext cx="127" cy="12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24" name="Oval 27"/>
            <p:cNvSpPr>
              <a:spLocks noChangeArrowheads="1"/>
            </p:cNvSpPr>
            <p:nvPr/>
          </p:nvSpPr>
          <p:spPr bwMode="auto">
            <a:xfrm>
              <a:off x="5062" y="2600"/>
              <a:ext cx="127" cy="12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25" name="Oval 28"/>
            <p:cNvSpPr>
              <a:spLocks noChangeArrowheads="1"/>
            </p:cNvSpPr>
            <p:nvPr/>
          </p:nvSpPr>
          <p:spPr bwMode="auto">
            <a:xfrm>
              <a:off x="5241" y="2600"/>
              <a:ext cx="127" cy="12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26" name="Oval 29"/>
            <p:cNvSpPr>
              <a:spLocks noChangeArrowheads="1"/>
            </p:cNvSpPr>
            <p:nvPr/>
          </p:nvSpPr>
          <p:spPr bwMode="auto">
            <a:xfrm>
              <a:off x="5420" y="2600"/>
              <a:ext cx="127" cy="128"/>
            </a:xfrm>
            <a:prstGeom prst="ellipse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27" name="Oval 30"/>
            <p:cNvSpPr>
              <a:spLocks noChangeArrowheads="1"/>
            </p:cNvSpPr>
            <p:nvPr/>
          </p:nvSpPr>
          <p:spPr bwMode="auto">
            <a:xfrm>
              <a:off x="4704" y="2779"/>
              <a:ext cx="127" cy="12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28" name="Oval 31"/>
            <p:cNvSpPr>
              <a:spLocks noChangeArrowheads="1"/>
            </p:cNvSpPr>
            <p:nvPr/>
          </p:nvSpPr>
          <p:spPr bwMode="auto">
            <a:xfrm>
              <a:off x="4883" y="2779"/>
              <a:ext cx="127" cy="12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29" name="Oval 32"/>
            <p:cNvSpPr>
              <a:spLocks noChangeArrowheads="1"/>
            </p:cNvSpPr>
            <p:nvPr/>
          </p:nvSpPr>
          <p:spPr bwMode="auto">
            <a:xfrm>
              <a:off x="5062" y="2779"/>
              <a:ext cx="127" cy="12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30" name="Oval 33"/>
            <p:cNvSpPr>
              <a:spLocks noChangeArrowheads="1"/>
            </p:cNvSpPr>
            <p:nvPr/>
          </p:nvSpPr>
          <p:spPr bwMode="auto">
            <a:xfrm>
              <a:off x="5241" y="2779"/>
              <a:ext cx="127" cy="127"/>
            </a:xfrm>
            <a:prstGeom prst="ellipse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31" name="Oval 34"/>
            <p:cNvSpPr>
              <a:spLocks noChangeArrowheads="1"/>
            </p:cNvSpPr>
            <p:nvPr/>
          </p:nvSpPr>
          <p:spPr bwMode="auto">
            <a:xfrm>
              <a:off x="4704" y="2958"/>
              <a:ext cx="127" cy="12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32" name="Oval 35"/>
            <p:cNvSpPr>
              <a:spLocks noChangeArrowheads="1"/>
            </p:cNvSpPr>
            <p:nvPr/>
          </p:nvSpPr>
          <p:spPr bwMode="auto">
            <a:xfrm>
              <a:off x="4883" y="2958"/>
              <a:ext cx="127" cy="12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33" name="Oval 36"/>
            <p:cNvSpPr>
              <a:spLocks noChangeArrowheads="1"/>
            </p:cNvSpPr>
            <p:nvPr/>
          </p:nvSpPr>
          <p:spPr bwMode="auto">
            <a:xfrm>
              <a:off x="5062" y="2958"/>
              <a:ext cx="127" cy="127"/>
            </a:xfrm>
            <a:prstGeom prst="ellipse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34" name="Oval 37"/>
            <p:cNvSpPr>
              <a:spLocks noChangeArrowheads="1"/>
            </p:cNvSpPr>
            <p:nvPr/>
          </p:nvSpPr>
          <p:spPr bwMode="auto">
            <a:xfrm>
              <a:off x="5241" y="2958"/>
              <a:ext cx="127" cy="127"/>
            </a:xfrm>
            <a:prstGeom prst="ellipse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35" name="Oval 38"/>
            <p:cNvSpPr>
              <a:spLocks noChangeArrowheads="1"/>
            </p:cNvSpPr>
            <p:nvPr/>
          </p:nvSpPr>
          <p:spPr bwMode="auto">
            <a:xfrm>
              <a:off x="4883" y="3137"/>
              <a:ext cx="127" cy="127"/>
            </a:xfrm>
            <a:prstGeom prst="ellipse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36" name="Oval 39"/>
            <p:cNvSpPr>
              <a:spLocks noChangeArrowheads="1"/>
            </p:cNvSpPr>
            <p:nvPr/>
          </p:nvSpPr>
          <p:spPr bwMode="auto">
            <a:xfrm>
              <a:off x="5241" y="3137"/>
              <a:ext cx="127" cy="127"/>
            </a:xfrm>
            <a:prstGeom prst="ellipse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</p:grpSp>
      <p:sp>
        <p:nvSpPr>
          <p:cNvPr id="37" name="Line 40"/>
          <p:cNvSpPr>
            <a:spLocks noChangeShapeType="1"/>
          </p:cNvSpPr>
          <p:nvPr/>
        </p:nvSpPr>
        <p:spPr bwMode="auto">
          <a:xfrm>
            <a:off x="304800" y="2819400"/>
            <a:ext cx="8229600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1011" name="Rectangle 3"/>
          <p:cNvSpPr>
            <a:spLocks noGrp="1" noChangeArrowheads="1"/>
          </p:cNvSpPr>
          <p:nvPr>
            <p:ph type="ctrTitle"/>
          </p:nvPr>
        </p:nvSpPr>
        <p:spPr>
          <a:xfrm>
            <a:off x="315913" y="466725"/>
            <a:ext cx="6781800" cy="2133600"/>
          </a:xfrm>
        </p:spPr>
        <p:txBody>
          <a:bodyPr/>
          <a:lstStyle>
            <a:lvl1pPr algn="r"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71012" name="Rectangle 4"/>
          <p:cNvSpPr>
            <a:spLocks noGrp="1" noChangeArrowheads="1"/>
          </p:cNvSpPr>
          <p:nvPr>
            <p:ph type="subTitle" idx="1"/>
          </p:nvPr>
        </p:nvSpPr>
        <p:spPr>
          <a:xfrm>
            <a:off x="849313" y="3049588"/>
            <a:ext cx="6248400" cy="2362200"/>
          </a:xfrm>
        </p:spPr>
        <p:txBody>
          <a:bodyPr/>
          <a:lstStyle>
            <a:lvl1pPr marL="0" indent="0" algn="r">
              <a:buFont typeface="Wingdings" pitchFamily="2" charset="2"/>
              <a:buNone/>
              <a:defRPr sz="3400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8" name="Rectangle 5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9" name="Rectangle 6"/>
          <p:cNvSpPr>
            <a:spLocks noGrp="1" noChangeArrowheads="1"/>
          </p:cNvSpPr>
          <p:nvPr>
            <p:ph type="ftr" sz="quarter" idx="11"/>
          </p:nvPr>
        </p:nvSpPr>
        <p:spPr>
          <a:xfrm>
            <a:off x="323850" y="6248400"/>
            <a:ext cx="767715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Risk Management and Financial Institutions 6e, Chapter 9,  Copyright © John C. Hull 2023</a:t>
            </a:r>
          </a:p>
        </p:txBody>
      </p:sp>
      <p:sp>
        <p:nvSpPr>
          <p:cNvPr id="40" name="Rectangle 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37288"/>
            <a:ext cx="2133600" cy="468312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2D2ABB52-693D-4028-A4BC-EA3D2436D3B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1599868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Risk Management and Financial Institutions 6e, Chapter 9,  Copyright © John C. Hull 2023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7D50AC9F-9652-458A-A994-593550768820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7809892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Risk Management and Financial Institutions 6e, Chapter 9,  Copyright © John C. Hull 2023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DD865AF8-2DDB-4719-8616-BB6018BDED5F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18917773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719263"/>
            <a:ext cx="4038600" cy="441166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719263"/>
            <a:ext cx="4038600" cy="441166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Risk Management and Financial Institutions 6e, Chapter 9,  Copyright © John C. Hull 2023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74C20991-54FF-49C3-8261-55D8974D33FF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3153890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Risk Management and Financial Institutions 6e, Chapter 9,  Copyright © John C. Hull 2023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249F283F-EC6E-488C-B371-C2B34D4F3B3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0212545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Risk Management and Financial Institutions 6e, Chapter 9,  Copyright © John C. Hull 2023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4627A654-8C6F-4135-9BC8-636BE8B4F4CC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5994821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Risk Management and Financial Institutions 6e, Chapter 9,  Copyright © John C. Hull 2023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54F955A7-5647-4BC1-812F-C261F1169302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9001397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Risk Management and Financial Institutions 6e, Chapter 9,  Copyright © John C. Hull 2023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2358B351-5ACD-40FE-AE9A-371F6DE90CA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6971207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n-US" noProof="0" dirty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Risk Management and Financial Institutions 6e, Chapter 9,  Copyright © John C. Hull 2023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9AD5151F-5F8D-447E-9D4D-6719C7DD4A43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8695935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Risk Management and Financial Institutions 6e, Chapter 9,  Copyright © John C. Hull 2023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C01C325E-33C4-4174-BAAB-F59BEB28CB25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9695594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122238"/>
            <a:ext cx="2057400" cy="6008687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22238"/>
            <a:ext cx="6019800" cy="6008687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Risk Management and Financial Institutions 6e, Chapter 9,  Copyright © John C. Hull 2023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D5E6A99D-759B-45F8-A8A0-15A3B864A3B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9210605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122238"/>
            <a:ext cx="7543800" cy="12954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719263"/>
            <a:ext cx="4038600" cy="441166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719263"/>
            <a:ext cx="4038600" cy="441166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Risk Management and Financial Institutions 6e, Chapter 9,  Copyright © John C. Hull 2023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1FCC4F46-B7AE-461E-94F9-10E1AC233E29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74865333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122238"/>
            <a:ext cx="7543800" cy="12954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719263"/>
            <a:ext cx="4038600" cy="441166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719263"/>
            <a:ext cx="4038600" cy="2128837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4000500"/>
            <a:ext cx="4038600" cy="213042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Risk Management and Financial Institutions 6e, Chapter 9,  Copyright © John C. Hull 2023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ABF0995C-43D1-4B55-B0B9-0FE1B25BA23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5043684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Line 2"/>
          <p:cNvSpPr>
            <a:spLocks noChangeShapeType="1"/>
          </p:cNvSpPr>
          <p:nvPr/>
        </p:nvSpPr>
        <p:spPr bwMode="auto">
          <a:xfrm>
            <a:off x="7962900" y="152400"/>
            <a:ext cx="0" cy="1524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122238"/>
            <a:ext cx="75438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719263"/>
            <a:ext cx="8229600" cy="4411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69989" name="Rectangle 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8400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eaLnBrk="1" hangingPunct="1">
              <a:defRPr sz="1000">
                <a:latin typeface="Arial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69990" name="Rectangle 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50825" y="6248400"/>
            <a:ext cx="7561263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eaLnBrk="1" hangingPunct="1">
              <a:defRPr sz="1400" i="1">
                <a:latin typeface="Arial" charset="0"/>
              </a:defRPr>
            </a:lvl1pPr>
          </a:lstStyle>
          <a:p>
            <a:pPr>
              <a:defRPr/>
            </a:pPr>
            <a:r>
              <a:rPr lang="en-US" altLang="en-US"/>
              <a:t>Risk Management and Financial Institutions 6e, Chapter 9,  Copyright © John C. Hull 2023</a:t>
            </a:r>
          </a:p>
        </p:txBody>
      </p:sp>
      <p:sp>
        <p:nvSpPr>
          <p:cNvPr id="169991" name="Rectangle 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b="1" smtClean="0"/>
            </a:lvl1pPr>
          </a:lstStyle>
          <a:p>
            <a:pPr>
              <a:defRPr/>
            </a:pPr>
            <a:r>
              <a:rPr lang="en-US" altLang="en-US"/>
              <a:t>6.</a:t>
            </a:r>
            <a:fld id="{7386B199-A93D-4F64-B2CC-829ACC4B0EA7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  <p:grpSp>
        <p:nvGrpSpPr>
          <p:cNvPr id="1032" name="Group 8"/>
          <p:cNvGrpSpPr>
            <a:grpSpLocks/>
          </p:cNvGrpSpPr>
          <p:nvPr/>
        </p:nvGrpSpPr>
        <p:grpSpPr bwMode="auto">
          <a:xfrm>
            <a:off x="8153400" y="152400"/>
            <a:ext cx="792163" cy="1295400"/>
            <a:chOff x="5136" y="960"/>
            <a:chExt cx="528" cy="864"/>
          </a:xfrm>
        </p:grpSpPr>
        <p:sp>
          <p:nvSpPr>
            <p:cNvPr id="1033" name="Oval 9"/>
            <p:cNvSpPr>
              <a:spLocks noChangeArrowheads="1"/>
            </p:cNvSpPr>
            <p:nvPr/>
          </p:nvSpPr>
          <p:spPr bwMode="auto">
            <a:xfrm>
              <a:off x="5136" y="960"/>
              <a:ext cx="80" cy="8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34" name="Oval 10"/>
            <p:cNvSpPr>
              <a:spLocks noChangeArrowheads="1"/>
            </p:cNvSpPr>
            <p:nvPr/>
          </p:nvSpPr>
          <p:spPr bwMode="auto">
            <a:xfrm>
              <a:off x="5248" y="960"/>
              <a:ext cx="79" cy="8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35" name="Oval 11"/>
            <p:cNvSpPr>
              <a:spLocks noChangeArrowheads="1"/>
            </p:cNvSpPr>
            <p:nvPr/>
          </p:nvSpPr>
          <p:spPr bwMode="auto">
            <a:xfrm>
              <a:off x="5360" y="960"/>
              <a:ext cx="76" cy="8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36" name="Oval 12"/>
            <p:cNvSpPr>
              <a:spLocks noChangeArrowheads="1"/>
            </p:cNvSpPr>
            <p:nvPr/>
          </p:nvSpPr>
          <p:spPr bwMode="auto">
            <a:xfrm>
              <a:off x="5136" y="1072"/>
              <a:ext cx="80" cy="77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37" name="Oval 13"/>
            <p:cNvSpPr>
              <a:spLocks noChangeArrowheads="1"/>
            </p:cNvSpPr>
            <p:nvPr/>
          </p:nvSpPr>
          <p:spPr bwMode="auto">
            <a:xfrm>
              <a:off x="5248" y="1072"/>
              <a:ext cx="79" cy="77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38" name="Oval 14"/>
            <p:cNvSpPr>
              <a:spLocks noChangeArrowheads="1"/>
            </p:cNvSpPr>
            <p:nvPr/>
          </p:nvSpPr>
          <p:spPr bwMode="auto">
            <a:xfrm>
              <a:off x="5360" y="1072"/>
              <a:ext cx="76" cy="77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39" name="Oval 15"/>
            <p:cNvSpPr>
              <a:spLocks noChangeArrowheads="1"/>
            </p:cNvSpPr>
            <p:nvPr/>
          </p:nvSpPr>
          <p:spPr bwMode="auto">
            <a:xfrm>
              <a:off x="5472" y="1072"/>
              <a:ext cx="73" cy="7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40" name="Oval 16"/>
            <p:cNvSpPr>
              <a:spLocks noChangeArrowheads="1"/>
            </p:cNvSpPr>
            <p:nvPr/>
          </p:nvSpPr>
          <p:spPr bwMode="auto">
            <a:xfrm>
              <a:off x="5136" y="1184"/>
              <a:ext cx="80" cy="73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41" name="Oval 17"/>
            <p:cNvSpPr>
              <a:spLocks noChangeArrowheads="1"/>
            </p:cNvSpPr>
            <p:nvPr/>
          </p:nvSpPr>
          <p:spPr bwMode="auto">
            <a:xfrm>
              <a:off x="5248" y="1184"/>
              <a:ext cx="79" cy="73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42" name="Oval 18"/>
            <p:cNvSpPr>
              <a:spLocks noChangeArrowheads="1"/>
            </p:cNvSpPr>
            <p:nvPr/>
          </p:nvSpPr>
          <p:spPr bwMode="auto">
            <a:xfrm>
              <a:off x="5360" y="1184"/>
              <a:ext cx="76" cy="73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43" name="Oval 19"/>
            <p:cNvSpPr>
              <a:spLocks noChangeArrowheads="1"/>
            </p:cNvSpPr>
            <p:nvPr/>
          </p:nvSpPr>
          <p:spPr bwMode="auto">
            <a:xfrm>
              <a:off x="5472" y="1184"/>
              <a:ext cx="73" cy="73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44" name="Oval 20"/>
            <p:cNvSpPr>
              <a:spLocks noChangeArrowheads="1"/>
            </p:cNvSpPr>
            <p:nvPr/>
          </p:nvSpPr>
          <p:spPr bwMode="auto">
            <a:xfrm>
              <a:off x="5584" y="1184"/>
              <a:ext cx="80" cy="7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45" name="Oval 21"/>
            <p:cNvSpPr>
              <a:spLocks noChangeArrowheads="1"/>
            </p:cNvSpPr>
            <p:nvPr/>
          </p:nvSpPr>
          <p:spPr bwMode="auto">
            <a:xfrm>
              <a:off x="5136" y="1296"/>
              <a:ext cx="80" cy="8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46" name="Oval 22"/>
            <p:cNvSpPr>
              <a:spLocks noChangeArrowheads="1"/>
            </p:cNvSpPr>
            <p:nvPr/>
          </p:nvSpPr>
          <p:spPr bwMode="auto">
            <a:xfrm>
              <a:off x="5248" y="1296"/>
              <a:ext cx="79" cy="8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47" name="Oval 23"/>
            <p:cNvSpPr>
              <a:spLocks noChangeArrowheads="1"/>
            </p:cNvSpPr>
            <p:nvPr/>
          </p:nvSpPr>
          <p:spPr bwMode="auto">
            <a:xfrm>
              <a:off x="5360" y="1296"/>
              <a:ext cx="76" cy="8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48" name="Oval 24"/>
            <p:cNvSpPr>
              <a:spLocks noChangeArrowheads="1"/>
            </p:cNvSpPr>
            <p:nvPr/>
          </p:nvSpPr>
          <p:spPr bwMode="auto">
            <a:xfrm>
              <a:off x="5472" y="1296"/>
              <a:ext cx="73" cy="8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49" name="Oval 25"/>
            <p:cNvSpPr>
              <a:spLocks noChangeArrowheads="1"/>
            </p:cNvSpPr>
            <p:nvPr/>
          </p:nvSpPr>
          <p:spPr bwMode="auto">
            <a:xfrm>
              <a:off x="5136" y="1408"/>
              <a:ext cx="80" cy="8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50" name="Oval 26"/>
            <p:cNvSpPr>
              <a:spLocks noChangeArrowheads="1"/>
            </p:cNvSpPr>
            <p:nvPr/>
          </p:nvSpPr>
          <p:spPr bwMode="auto">
            <a:xfrm>
              <a:off x="5248" y="1408"/>
              <a:ext cx="79" cy="8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51" name="Oval 27"/>
            <p:cNvSpPr>
              <a:spLocks noChangeArrowheads="1"/>
            </p:cNvSpPr>
            <p:nvPr/>
          </p:nvSpPr>
          <p:spPr bwMode="auto">
            <a:xfrm>
              <a:off x="5360" y="1408"/>
              <a:ext cx="76" cy="8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52" name="Oval 28"/>
            <p:cNvSpPr>
              <a:spLocks noChangeArrowheads="1"/>
            </p:cNvSpPr>
            <p:nvPr/>
          </p:nvSpPr>
          <p:spPr bwMode="auto">
            <a:xfrm>
              <a:off x="5472" y="1408"/>
              <a:ext cx="73" cy="8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53" name="Oval 29"/>
            <p:cNvSpPr>
              <a:spLocks noChangeArrowheads="1"/>
            </p:cNvSpPr>
            <p:nvPr/>
          </p:nvSpPr>
          <p:spPr bwMode="auto">
            <a:xfrm>
              <a:off x="5584" y="1408"/>
              <a:ext cx="80" cy="80"/>
            </a:xfrm>
            <a:prstGeom prst="ellipse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54" name="Oval 30"/>
            <p:cNvSpPr>
              <a:spLocks noChangeArrowheads="1"/>
            </p:cNvSpPr>
            <p:nvPr/>
          </p:nvSpPr>
          <p:spPr bwMode="auto">
            <a:xfrm>
              <a:off x="5136" y="1520"/>
              <a:ext cx="80" cy="7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55" name="Oval 31"/>
            <p:cNvSpPr>
              <a:spLocks noChangeArrowheads="1"/>
            </p:cNvSpPr>
            <p:nvPr/>
          </p:nvSpPr>
          <p:spPr bwMode="auto">
            <a:xfrm>
              <a:off x="5248" y="1520"/>
              <a:ext cx="79" cy="7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56" name="Oval 32"/>
            <p:cNvSpPr>
              <a:spLocks noChangeArrowheads="1"/>
            </p:cNvSpPr>
            <p:nvPr/>
          </p:nvSpPr>
          <p:spPr bwMode="auto">
            <a:xfrm>
              <a:off x="5360" y="1520"/>
              <a:ext cx="76" cy="7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57" name="Oval 33"/>
            <p:cNvSpPr>
              <a:spLocks noChangeArrowheads="1"/>
            </p:cNvSpPr>
            <p:nvPr/>
          </p:nvSpPr>
          <p:spPr bwMode="auto">
            <a:xfrm>
              <a:off x="5472" y="1520"/>
              <a:ext cx="73" cy="79"/>
            </a:xfrm>
            <a:prstGeom prst="ellipse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58" name="Oval 34"/>
            <p:cNvSpPr>
              <a:spLocks noChangeArrowheads="1"/>
            </p:cNvSpPr>
            <p:nvPr/>
          </p:nvSpPr>
          <p:spPr bwMode="auto">
            <a:xfrm>
              <a:off x="5136" y="1632"/>
              <a:ext cx="80" cy="75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59" name="Oval 35"/>
            <p:cNvSpPr>
              <a:spLocks noChangeArrowheads="1"/>
            </p:cNvSpPr>
            <p:nvPr/>
          </p:nvSpPr>
          <p:spPr bwMode="auto">
            <a:xfrm>
              <a:off x="5248" y="1632"/>
              <a:ext cx="79" cy="75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60" name="Oval 36"/>
            <p:cNvSpPr>
              <a:spLocks noChangeArrowheads="1"/>
            </p:cNvSpPr>
            <p:nvPr/>
          </p:nvSpPr>
          <p:spPr bwMode="auto">
            <a:xfrm>
              <a:off x="5360" y="1632"/>
              <a:ext cx="76" cy="75"/>
            </a:xfrm>
            <a:prstGeom prst="ellipse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61" name="Oval 37"/>
            <p:cNvSpPr>
              <a:spLocks noChangeArrowheads="1"/>
            </p:cNvSpPr>
            <p:nvPr/>
          </p:nvSpPr>
          <p:spPr bwMode="auto">
            <a:xfrm>
              <a:off x="5472" y="1632"/>
              <a:ext cx="73" cy="75"/>
            </a:xfrm>
            <a:prstGeom prst="ellipse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62" name="Oval 38"/>
            <p:cNvSpPr>
              <a:spLocks noChangeArrowheads="1"/>
            </p:cNvSpPr>
            <p:nvPr/>
          </p:nvSpPr>
          <p:spPr bwMode="auto">
            <a:xfrm>
              <a:off x="5248" y="1744"/>
              <a:ext cx="79" cy="80"/>
            </a:xfrm>
            <a:prstGeom prst="ellipse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  <p:sp>
          <p:nvSpPr>
            <p:cNvPr id="1063" name="Oval 39"/>
            <p:cNvSpPr>
              <a:spLocks noChangeArrowheads="1"/>
            </p:cNvSpPr>
            <p:nvPr/>
          </p:nvSpPr>
          <p:spPr bwMode="auto">
            <a:xfrm>
              <a:off x="5472" y="1744"/>
              <a:ext cx="73" cy="80"/>
            </a:xfrm>
            <a:prstGeom prst="ellipse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defRPr/>
              </a:pPr>
              <a:endParaRPr lang="en-US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945" r:id="rId1"/>
    <p:sldLayoutId id="2147483946" r:id="rId2"/>
    <p:sldLayoutId id="2147483947" r:id="rId3"/>
    <p:sldLayoutId id="2147483948" r:id="rId4"/>
    <p:sldLayoutId id="2147483949" r:id="rId5"/>
    <p:sldLayoutId id="2147483950" r:id="rId6"/>
    <p:sldLayoutId id="2147483951" r:id="rId7"/>
    <p:sldLayoutId id="2147483952" r:id="rId8"/>
    <p:sldLayoutId id="2147483953" r:id="rId9"/>
    <p:sldLayoutId id="2147483954" r:id="rId10"/>
    <p:sldLayoutId id="2147483955" r:id="rId11"/>
    <p:sldLayoutId id="2147483956" r:id="rId12"/>
    <p:sldLayoutId id="2147483957" r:id="rId13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3900" b="1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900" b="1">
          <a:solidFill>
            <a:schemeClr val="tx2"/>
          </a:solidFill>
          <a:latin typeface="Times New Roman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900" b="1">
          <a:solidFill>
            <a:schemeClr val="tx2"/>
          </a:solidFill>
          <a:latin typeface="Times New Roman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900" b="1">
          <a:solidFill>
            <a:schemeClr val="tx2"/>
          </a:solidFill>
          <a:latin typeface="Times New Roman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900" b="1">
          <a:solidFill>
            <a:schemeClr val="tx2"/>
          </a:solidFill>
          <a:latin typeface="Times New Roman" pitchFamily="18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900" b="1">
          <a:solidFill>
            <a:schemeClr val="tx2"/>
          </a:solidFill>
          <a:latin typeface="Times New Roman" pitchFamily="18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900" b="1">
          <a:solidFill>
            <a:schemeClr val="tx2"/>
          </a:solidFill>
          <a:latin typeface="Times New Roman" pitchFamily="18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900" b="1">
          <a:solidFill>
            <a:schemeClr val="tx2"/>
          </a:solidFill>
          <a:latin typeface="Times New Roman" pitchFamily="18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900" b="1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70000"/>
        <a:buFont typeface="Wingdings" panose="05000000000000000000" pitchFamily="2" charset="2"/>
        <a:buChar char="l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692150" indent="-34766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anose="05000000000000000000" pitchFamily="2" charset="2"/>
        <a:buChar char="l"/>
        <a:defRPr sz="2800">
          <a:solidFill>
            <a:schemeClr val="tx1"/>
          </a:solidFill>
          <a:latin typeface="+mn-lt"/>
        </a:defRPr>
      </a:lvl2pPr>
      <a:lvl3pPr marL="987425" indent="-29368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0000"/>
        <a:buFont typeface="Wingdings" panose="05000000000000000000" pitchFamily="2" charset="2"/>
        <a:buChar char="l"/>
        <a:defRPr sz="2400">
          <a:solidFill>
            <a:schemeClr val="tx1"/>
          </a:solidFill>
          <a:latin typeface="+mn-lt"/>
        </a:defRPr>
      </a:lvl3pPr>
      <a:lvl4pPr marL="1281113" indent="-2921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75000"/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</a:defRPr>
      </a:lvl4pPr>
      <a:lvl5pPr marL="1598613" indent="-315913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80000"/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</a:defRPr>
      </a:lvl5pPr>
      <a:lvl6pPr marL="2055813" indent="-315913" algn="l" rtl="0" eaLnBrk="1" fontAlgn="base" hangingPunct="1">
        <a:spcBef>
          <a:spcPct val="20000"/>
        </a:spcBef>
        <a:spcAft>
          <a:spcPct val="0"/>
        </a:spcAft>
        <a:buClr>
          <a:schemeClr val="folHlink"/>
        </a:buClr>
        <a:buSzPct val="80000"/>
        <a:buFont typeface="Wingdings" pitchFamily="2" charset="2"/>
        <a:buChar char="§"/>
        <a:defRPr sz="2000">
          <a:solidFill>
            <a:schemeClr val="tx1"/>
          </a:solidFill>
          <a:latin typeface="+mn-lt"/>
        </a:defRPr>
      </a:lvl6pPr>
      <a:lvl7pPr marL="2513013" indent="-315913" algn="l" rtl="0" eaLnBrk="1" fontAlgn="base" hangingPunct="1">
        <a:spcBef>
          <a:spcPct val="20000"/>
        </a:spcBef>
        <a:spcAft>
          <a:spcPct val="0"/>
        </a:spcAft>
        <a:buClr>
          <a:schemeClr val="folHlink"/>
        </a:buClr>
        <a:buSzPct val="80000"/>
        <a:buFont typeface="Wingdings" pitchFamily="2" charset="2"/>
        <a:buChar char="§"/>
        <a:defRPr sz="2000">
          <a:solidFill>
            <a:schemeClr val="tx1"/>
          </a:solidFill>
          <a:latin typeface="+mn-lt"/>
        </a:defRPr>
      </a:lvl7pPr>
      <a:lvl8pPr marL="2970213" indent="-315913" algn="l" rtl="0" eaLnBrk="1" fontAlgn="base" hangingPunct="1">
        <a:spcBef>
          <a:spcPct val="20000"/>
        </a:spcBef>
        <a:spcAft>
          <a:spcPct val="0"/>
        </a:spcAft>
        <a:buClr>
          <a:schemeClr val="folHlink"/>
        </a:buClr>
        <a:buSzPct val="80000"/>
        <a:buFont typeface="Wingdings" pitchFamily="2" charset="2"/>
        <a:buChar char="§"/>
        <a:defRPr sz="2000">
          <a:solidFill>
            <a:schemeClr val="tx1"/>
          </a:solidFill>
          <a:latin typeface="+mn-lt"/>
        </a:defRPr>
      </a:lvl8pPr>
      <a:lvl9pPr marL="3427413" indent="-315913" algn="l" rtl="0" eaLnBrk="1" fontAlgn="base" hangingPunct="1">
        <a:spcBef>
          <a:spcPct val="20000"/>
        </a:spcBef>
        <a:spcAft>
          <a:spcPct val="0"/>
        </a:spcAft>
        <a:buClr>
          <a:schemeClr val="folHlink"/>
        </a:buClr>
        <a:buSzPct val="80000"/>
        <a:buFont typeface="Wingdings" pitchFamily="2" charset="2"/>
        <a:buChar char="§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.vml"/><Relationship Id="rId5" Type="http://schemas.openxmlformats.org/officeDocument/2006/relationships/image" Target="../media/image1.emf"/><Relationship Id="rId4" Type="http://schemas.openxmlformats.org/officeDocument/2006/relationships/oleObject" Target="../embeddings/oleObject1.bin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2.bin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12.xml"/><Relationship Id="rId1" Type="http://schemas.openxmlformats.org/officeDocument/2006/relationships/vmlDrawing" Target="../drawings/vmlDrawing3.vml"/><Relationship Id="rId5" Type="http://schemas.openxmlformats.org/officeDocument/2006/relationships/image" Target="../media/image3.wmf"/><Relationship Id="rId4" Type="http://schemas.openxmlformats.org/officeDocument/2006/relationships/oleObject" Target="../embeddings/oleObject3.bin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7" Type="http://schemas.openxmlformats.org/officeDocument/2006/relationships/image" Target="../media/image5.wmf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4.vml"/><Relationship Id="rId6" Type="http://schemas.openxmlformats.org/officeDocument/2006/relationships/oleObject" Target="../embeddings/oleObject5.bin"/><Relationship Id="rId5" Type="http://schemas.openxmlformats.org/officeDocument/2006/relationships/image" Target="../media/image4.wmf"/><Relationship Id="rId4" Type="http://schemas.openxmlformats.org/officeDocument/2006/relationships/oleObject" Target="../embeddings/oleObject4.bin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5.vml"/><Relationship Id="rId5" Type="http://schemas.openxmlformats.org/officeDocument/2006/relationships/image" Target="../media/image6.emf"/><Relationship Id="rId4" Type="http://schemas.openxmlformats.org/officeDocument/2006/relationships/oleObject" Target="../embeddings/oleObject6.bin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6.vml"/><Relationship Id="rId5" Type="http://schemas.openxmlformats.org/officeDocument/2006/relationships/image" Target="../media/image7.emf"/><Relationship Id="rId4" Type="http://schemas.openxmlformats.org/officeDocument/2006/relationships/oleObject" Target="../embeddings/oleObject7.bin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9.jpe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5.xml"/><Relationship Id="rId2" Type="http://schemas.openxmlformats.org/officeDocument/2006/relationships/slideLayout" Target="../slideLayouts/slideLayout12.xml"/><Relationship Id="rId1" Type="http://schemas.openxmlformats.org/officeDocument/2006/relationships/vmlDrawing" Target="../drawings/vmlDrawing7.vml"/><Relationship Id="rId5" Type="http://schemas.openxmlformats.org/officeDocument/2006/relationships/image" Target="../media/image10.wmf"/><Relationship Id="rId4" Type="http://schemas.openxmlformats.org/officeDocument/2006/relationships/oleObject" Target="../embeddings/oleObject8.bin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8.vml"/><Relationship Id="rId4" Type="http://schemas.openxmlformats.org/officeDocument/2006/relationships/image" Target="../media/image11.wmf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6.xml"/><Relationship Id="rId7" Type="http://schemas.openxmlformats.org/officeDocument/2006/relationships/image" Target="../media/image13.w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9.vml"/><Relationship Id="rId6" Type="http://schemas.openxmlformats.org/officeDocument/2006/relationships/oleObject" Target="../embeddings/oleObject11.bin"/><Relationship Id="rId5" Type="http://schemas.openxmlformats.org/officeDocument/2006/relationships/image" Target="../media/image12.wmf"/><Relationship Id="rId4" Type="http://schemas.openxmlformats.org/officeDocument/2006/relationships/oleObject" Target="../embeddings/oleObject10.bin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0.vml"/><Relationship Id="rId4" Type="http://schemas.openxmlformats.org/officeDocument/2006/relationships/image" Target="../media/image14.wmf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1.vml"/><Relationship Id="rId4" Type="http://schemas.openxmlformats.org/officeDocument/2006/relationships/image" Target="../media/image10.wm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4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pPr eaLnBrk="1" hangingPunct="1"/>
            <a:r>
              <a:rPr lang="en-US" altLang="en-US" dirty="0"/>
              <a:t>Correlations and Copulas</a:t>
            </a:r>
          </a:p>
        </p:txBody>
      </p:sp>
      <p:sp>
        <p:nvSpPr>
          <p:cNvPr id="17411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pPr eaLnBrk="1" hangingPunct="1"/>
            <a:r>
              <a:rPr lang="en-US" altLang="en-US" dirty="0"/>
              <a:t>Chapter 9</a:t>
            </a:r>
            <a:br>
              <a:rPr lang="en-US" altLang="en-US" dirty="0"/>
            </a:br>
            <a:endParaRPr lang="en-US" altLang="en-US" dirty="0"/>
          </a:p>
        </p:txBody>
      </p:sp>
      <p:sp>
        <p:nvSpPr>
          <p:cNvPr id="17412" name="Rectangle 6"/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  <a:endParaRPr lang="en-US" altLang="en-US" sz="1400" dirty="0"/>
          </a:p>
        </p:txBody>
      </p:sp>
      <p:sp>
        <p:nvSpPr>
          <p:cNvPr id="17413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2DAAEA7-BBDE-40A8-89AD-680B10C96A10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1</a:t>
            </a:fld>
            <a:endParaRPr lang="en-US" altLang="en-US" sz="1800"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CA" altLang="en-US"/>
              <a:t>Correlation and Covariance</a:t>
            </a:r>
            <a:endParaRPr lang="en-US" altLang="en-US"/>
          </a:p>
        </p:txBody>
      </p:sp>
      <p:sp>
        <p:nvSpPr>
          <p:cNvPr id="1030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CA" dirty="0"/>
              <a:t>The coefficient of correlation between two variables </a:t>
            </a:r>
            <a:r>
              <a:rPr lang="en-CA" i="1" dirty="0">
                <a:latin typeface="Times New Roman" pitchFamily="18" charset="0"/>
              </a:rPr>
              <a:t>V</a:t>
            </a:r>
            <a:r>
              <a:rPr lang="en-CA" baseline="-25000" dirty="0">
                <a:latin typeface="Times New Roman" pitchFamily="18" charset="0"/>
              </a:rPr>
              <a:t>1</a:t>
            </a:r>
            <a:r>
              <a:rPr lang="en-CA" dirty="0"/>
              <a:t> and </a:t>
            </a:r>
            <a:r>
              <a:rPr lang="en-CA" i="1" dirty="0">
                <a:latin typeface="Times New Roman" pitchFamily="18" charset="0"/>
              </a:rPr>
              <a:t>V</a:t>
            </a:r>
            <a:r>
              <a:rPr lang="en-CA" baseline="-25000" dirty="0">
                <a:latin typeface="Times New Roman" pitchFamily="18" charset="0"/>
              </a:rPr>
              <a:t>2</a:t>
            </a:r>
            <a:r>
              <a:rPr lang="en-CA" dirty="0"/>
              <a:t> is defined as</a:t>
            </a:r>
          </a:p>
          <a:p>
            <a:pPr eaLnBrk="1" hangingPunct="1">
              <a:defRPr/>
            </a:pPr>
            <a:endParaRPr lang="en-CA" dirty="0"/>
          </a:p>
          <a:p>
            <a:pPr eaLnBrk="1" hangingPunct="1">
              <a:defRPr/>
            </a:pPr>
            <a:endParaRPr lang="en-CA" dirty="0"/>
          </a:p>
          <a:p>
            <a:pPr eaLnBrk="1" hangingPunct="1">
              <a:defRPr/>
            </a:pPr>
            <a:endParaRPr lang="en-CA" dirty="0"/>
          </a:p>
          <a:p>
            <a:pPr eaLnBrk="1" hangingPunct="1">
              <a:defRPr/>
            </a:pPr>
            <a:r>
              <a:rPr lang="en-CA" dirty="0"/>
              <a:t>The covariance is </a:t>
            </a:r>
          </a:p>
          <a:p>
            <a:pPr eaLnBrk="1" hangingPunct="1">
              <a:buFontTx/>
              <a:buNone/>
              <a:defRPr/>
            </a:pPr>
            <a:r>
              <a:rPr lang="en-CA" dirty="0"/>
              <a:t>		</a:t>
            </a:r>
            <a:r>
              <a:rPr lang="en-CA" i="1" dirty="0">
                <a:latin typeface="+mj-lt"/>
              </a:rPr>
              <a:t>E</a:t>
            </a:r>
            <a:r>
              <a:rPr lang="en-CA" dirty="0"/>
              <a:t>(</a:t>
            </a:r>
            <a:r>
              <a:rPr lang="en-CA" i="1" dirty="0">
                <a:latin typeface="+mj-lt"/>
              </a:rPr>
              <a:t>V</a:t>
            </a:r>
            <a:r>
              <a:rPr lang="en-CA" baseline="-25000" dirty="0"/>
              <a:t>1</a:t>
            </a:r>
            <a:r>
              <a:rPr lang="en-CA" i="1" dirty="0">
                <a:latin typeface="+mj-lt"/>
              </a:rPr>
              <a:t>V</a:t>
            </a:r>
            <a:r>
              <a:rPr lang="en-CA" baseline="-25000" dirty="0"/>
              <a:t>2</a:t>
            </a:r>
            <a:r>
              <a:rPr lang="en-CA" dirty="0"/>
              <a:t>)−</a:t>
            </a:r>
            <a:r>
              <a:rPr lang="en-CA" i="1" dirty="0">
                <a:latin typeface="+mj-lt"/>
              </a:rPr>
              <a:t>E</a:t>
            </a:r>
            <a:r>
              <a:rPr lang="en-CA" dirty="0"/>
              <a:t>(</a:t>
            </a:r>
            <a:r>
              <a:rPr lang="en-CA" i="1" dirty="0">
                <a:latin typeface="+mj-lt"/>
              </a:rPr>
              <a:t>V</a:t>
            </a:r>
            <a:r>
              <a:rPr lang="en-CA" baseline="-25000" dirty="0"/>
              <a:t>1</a:t>
            </a:r>
            <a:r>
              <a:rPr lang="en-CA" dirty="0"/>
              <a:t> )</a:t>
            </a:r>
            <a:r>
              <a:rPr lang="en-CA" i="1" dirty="0">
                <a:latin typeface="+mj-lt"/>
              </a:rPr>
              <a:t>E</a:t>
            </a:r>
            <a:r>
              <a:rPr lang="en-CA" dirty="0"/>
              <a:t>(</a:t>
            </a:r>
            <a:r>
              <a:rPr lang="en-CA" i="1" dirty="0">
                <a:latin typeface="+mj-lt"/>
              </a:rPr>
              <a:t>V</a:t>
            </a:r>
            <a:r>
              <a:rPr lang="en-CA" baseline="-25000" dirty="0"/>
              <a:t>2</a:t>
            </a:r>
            <a:r>
              <a:rPr lang="en-CA" dirty="0"/>
              <a:t>)</a:t>
            </a:r>
          </a:p>
          <a:p>
            <a:pPr eaLnBrk="1" hangingPunct="1">
              <a:defRPr/>
            </a:pPr>
            <a:endParaRPr lang="en-US" dirty="0"/>
          </a:p>
        </p:txBody>
      </p:sp>
      <p:sp>
        <p:nvSpPr>
          <p:cNvPr id="19460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19461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BF18E33-C4F6-471F-8478-22F069E7EA58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2</a:t>
            </a:fld>
            <a:endParaRPr lang="en-US" altLang="en-US" sz="1800"/>
          </a:p>
        </p:txBody>
      </p:sp>
      <p:graphicFrame>
        <p:nvGraphicFramePr>
          <p:cNvPr id="19462" name="Object 4"/>
          <p:cNvGraphicFramePr>
            <a:graphicFrameLocks noChangeAspect="1"/>
          </p:cNvGraphicFramePr>
          <p:nvPr/>
        </p:nvGraphicFramePr>
        <p:xfrm>
          <a:off x="3000375" y="3071813"/>
          <a:ext cx="3538538" cy="11239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6" name="Equation" r:id="rId4" imgW="1305012" imgH="371543" progId="Equation.3">
                  <p:embed/>
                </p:oleObj>
              </mc:Choice>
              <mc:Fallback>
                <p:oleObj name="Equation" r:id="rId4" imgW="1305012" imgH="371543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000375" y="3071813"/>
                        <a:ext cx="3538538" cy="11239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CA" altLang="en-US"/>
              <a:t>Independence</a:t>
            </a:r>
            <a:endParaRPr lang="en-US" altLang="en-US"/>
          </a:p>
        </p:txBody>
      </p:sp>
      <p:sp>
        <p:nvSpPr>
          <p:cNvPr id="21507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r>
              <a:rPr lang="en-CA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V</a:t>
            </a:r>
            <a:r>
              <a:rPr lang="en-CA" altLang="en-US" baseline="-25000">
                <a:latin typeface="Times New Roman" panose="02020603050405020304" pitchFamily="18" charset="0"/>
                <a:cs typeface="Arial" panose="020B0604020202020204" pitchFamily="34" charset="0"/>
              </a:rPr>
              <a:t>1</a:t>
            </a:r>
            <a:r>
              <a:rPr lang="en-CA" altLang="en-US">
                <a:cs typeface="Arial" panose="020B0604020202020204" pitchFamily="34" charset="0"/>
              </a:rPr>
              <a:t> and </a:t>
            </a:r>
            <a:r>
              <a:rPr lang="en-CA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V</a:t>
            </a:r>
            <a:r>
              <a:rPr lang="en-CA" altLang="en-US" baseline="-25000">
                <a:latin typeface="Times New Roman" panose="02020603050405020304" pitchFamily="18" charset="0"/>
                <a:cs typeface="Arial" panose="020B0604020202020204" pitchFamily="34" charset="0"/>
              </a:rPr>
              <a:t>2</a:t>
            </a:r>
            <a:r>
              <a:rPr lang="en-CA" altLang="en-US">
                <a:cs typeface="Arial" panose="020B0604020202020204" pitchFamily="34" charset="0"/>
              </a:rPr>
              <a:t> are independent if the knowledge of one does not affect the probability distribution for the other</a:t>
            </a:r>
          </a:p>
          <a:p>
            <a:pPr eaLnBrk="1" hangingPunct="1"/>
            <a:endParaRPr lang="en-CA" altLang="en-US">
              <a:cs typeface="Arial" panose="020B0604020202020204" pitchFamily="34" charset="0"/>
            </a:endParaRPr>
          </a:p>
          <a:p>
            <a:pPr eaLnBrk="1" hangingPunct="1"/>
            <a:endParaRPr lang="en-CA" altLang="en-US">
              <a:cs typeface="Arial" panose="020B0604020202020204" pitchFamily="34" charset="0"/>
            </a:endParaRP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CA" altLang="en-US">
                <a:cs typeface="Arial" panose="020B0604020202020204" pitchFamily="34" charset="0"/>
              </a:rPr>
              <a:t>	where </a:t>
            </a:r>
            <a:r>
              <a:rPr lang="en-CA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f</a:t>
            </a:r>
            <a:r>
              <a:rPr lang="en-CA" altLang="en-US">
                <a:cs typeface="Arial" panose="020B0604020202020204" pitchFamily="34" charset="0"/>
              </a:rPr>
              <a:t>(.) denotes the probability density function</a:t>
            </a:r>
          </a:p>
          <a:p>
            <a:pPr eaLnBrk="1" hangingPunct="1"/>
            <a:endParaRPr lang="en-CA" altLang="en-US">
              <a:cs typeface="Arial" panose="020B0604020202020204" pitchFamily="34" charset="0"/>
            </a:endParaRPr>
          </a:p>
          <a:p>
            <a:pPr eaLnBrk="1" hangingPunct="1"/>
            <a:endParaRPr lang="en-US" altLang="en-US">
              <a:cs typeface="Arial" panose="020B0604020202020204" pitchFamily="34" charset="0"/>
            </a:endParaRPr>
          </a:p>
        </p:txBody>
      </p:sp>
      <p:sp>
        <p:nvSpPr>
          <p:cNvPr id="21508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21509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A2708D7-AF99-46A2-B238-3A95D8AA3E11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3</a:t>
            </a:fld>
            <a:endParaRPr lang="en-US" altLang="en-US" sz="1800"/>
          </a:p>
        </p:txBody>
      </p:sp>
      <p:graphicFrame>
        <p:nvGraphicFramePr>
          <p:cNvPr id="21510" name="Object 4"/>
          <p:cNvGraphicFramePr>
            <a:graphicFrameLocks noChangeAspect="1"/>
          </p:cNvGraphicFramePr>
          <p:nvPr/>
        </p:nvGraphicFramePr>
        <p:xfrm>
          <a:off x="2338388" y="3657600"/>
          <a:ext cx="3402012" cy="6746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0" name="Equation" r:id="rId4" imgW="1228835" imgH="199957" progId="Equation.3">
                  <p:embed/>
                </p:oleObj>
              </mc:Choice>
              <mc:Fallback>
                <p:oleObj name="Equation" r:id="rId4" imgW="1228835" imgH="199957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38388" y="3657600"/>
                        <a:ext cx="3402012" cy="6746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CA" altLang="en-US"/>
              <a:t>Independence is Not the Same as Zero Correlation</a:t>
            </a:r>
            <a:endParaRPr lang="en-US" altLang="en-US"/>
          </a:p>
        </p:txBody>
      </p:sp>
      <p:sp>
        <p:nvSpPr>
          <p:cNvPr id="23555" name="Rectangle 3"/>
          <p:cNvSpPr>
            <a:spLocks noGrp="1" noChangeArrowheads="1"/>
          </p:cNvSpPr>
          <p:nvPr>
            <p:ph idx="1"/>
          </p:nvPr>
        </p:nvSpPr>
        <p:spPr>
          <a:xfrm>
            <a:off x="685800" y="1785938"/>
            <a:ext cx="7772400" cy="4476750"/>
          </a:xfrm>
        </p:spPr>
        <p:txBody>
          <a:bodyPr/>
          <a:lstStyle/>
          <a:p>
            <a:pPr eaLnBrk="1" hangingPunct="1"/>
            <a:r>
              <a:rPr lang="en-CA" altLang="en-US">
                <a:cs typeface="Arial" panose="020B0604020202020204" pitchFamily="34" charset="0"/>
              </a:rPr>
              <a:t>Suppose </a:t>
            </a:r>
            <a:r>
              <a:rPr lang="en-CA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V</a:t>
            </a:r>
            <a:r>
              <a:rPr lang="en-CA" altLang="en-US" baseline="-25000">
                <a:latin typeface="Times New Roman" panose="02020603050405020304" pitchFamily="18" charset="0"/>
                <a:cs typeface="Arial" panose="020B0604020202020204" pitchFamily="34" charset="0"/>
              </a:rPr>
              <a:t>1</a:t>
            </a:r>
            <a:r>
              <a:rPr lang="en-CA" altLang="en-US">
                <a:cs typeface="Arial" panose="020B0604020202020204" pitchFamily="34" charset="0"/>
              </a:rPr>
              <a:t> = –1, 0, or +1 (equally likely)</a:t>
            </a:r>
          </a:p>
          <a:p>
            <a:pPr eaLnBrk="1" hangingPunct="1"/>
            <a:r>
              <a:rPr lang="en-CA" altLang="en-US">
                <a:cs typeface="Arial" panose="020B0604020202020204" pitchFamily="34" charset="0"/>
              </a:rPr>
              <a:t>If </a:t>
            </a:r>
            <a:r>
              <a:rPr lang="en-CA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V</a:t>
            </a:r>
            <a:r>
              <a:rPr lang="en-CA" altLang="en-US" baseline="-25000">
                <a:latin typeface="Times New Roman" panose="02020603050405020304" pitchFamily="18" charset="0"/>
                <a:cs typeface="Arial" panose="020B0604020202020204" pitchFamily="34" charset="0"/>
              </a:rPr>
              <a:t>1</a:t>
            </a:r>
            <a:r>
              <a:rPr lang="en-CA" altLang="en-US">
                <a:cs typeface="Arial" panose="020B0604020202020204" pitchFamily="34" charset="0"/>
              </a:rPr>
              <a:t> = -1 or </a:t>
            </a:r>
            <a:r>
              <a:rPr lang="en-CA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V</a:t>
            </a:r>
            <a:r>
              <a:rPr lang="en-CA" altLang="en-US" baseline="-25000">
                <a:latin typeface="Times New Roman" panose="02020603050405020304" pitchFamily="18" charset="0"/>
                <a:cs typeface="Arial" panose="020B0604020202020204" pitchFamily="34" charset="0"/>
              </a:rPr>
              <a:t>1</a:t>
            </a:r>
            <a:r>
              <a:rPr lang="en-CA" altLang="en-US">
                <a:cs typeface="Arial" panose="020B0604020202020204" pitchFamily="34" charset="0"/>
              </a:rPr>
              <a:t> = +1 then </a:t>
            </a:r>
            <a:r>
              <a:rPr lang="en-CA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V</a:t>
            </a:r>
            <a:r>
              <a:rPr lang="en-CA" altLang="en-US" baseline="-25000">
                <a:latin typeface="Times New Roman" panose="02020603050405020304" pitchFamily="18" charset="0"/>
                <a:cs typeface="Arial" panose="020B0604020202020204" pitchFamily="34" charset="0"/>
              </a:rPr>
              <a:t>2</a:t>
            </a:r>
            <a:r>
              <a:rPr lang="en-CA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CA" altLang="en-US">
                <a:cs typeface="Arial" panose="020B0604020202020204" pitchFamily="34" charset="0"/>
              </a:rPr>
              <a:t>= 1</a:t>
            </a:r>
          </a:p>
          <a:p>
            <a:pPr eaLnBrk="1" hangingPunct="1"/>
            <a:r>
              <a:rPr lang="en-CA" altLang="en-US">
                <a:cs typeface="Arial" panose="020B0604020202020204" pitchFamily="34" charset="0"/>
              </a:rPr>
              <a:t>If </a:t>
            </a:r>
            <a:r>
              <a:rPr lang="en-CA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V</a:t>
            </a:r>
            <a:r>
              <a:rPr lang="en-CA" altLang="en-US" baseline="-25000">
                <a:latin typeface="Times New Roman" panose="02020603050405020304" pitchFamily="18" charset="0"/>
                <a:cs typeface="Arial" panose="020B0604020202020204" pitchFamily="34" charset="0"/>
              </a:rPr>
              <a:t>1</a:t>
            </a:r>
            <a:r>
              <a:rPr lang="en-CA" altLang="en-US" i="1">
                <a:cs typeface="Arial" panose="020B0604020202020204" pitchFamily="34" charset="0"/>
              </a:rPr>
              <a:t> </a:t>
            </a:r>
            <a:r>
              <a:rPr lang="en-CA" altLang="en-US">
                <a:cs typeface="Arial" panose="020B0604020202020204" pitchFamily="34" charset="0"/>
              </a:rPr>
              <a:t>= 0 then </a:t>
            </a:r>
            <a:r>
              <a:rPr lang="en-CA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V</a:t>
            </a:r>
            <a:r>
              <a:rPr lang="en-CA" altLang="en-US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2</a:t>
            </a:r>
            <a:r>
              <a:rPr lang="en-CA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 = 0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CA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	V</a:t>
            </a:r>
            <a:r>
              <a:rPr lang="en-CA" altLang="en-US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2</a:t>
            </a:r>
            <a:r>
              <a:rPr lang="en-CA" altLang="en-US">
                <a:cs typeface="Arial" panose="020B0604020202020204" pitchFamily="34" charset="0"/>
              </a:rPr>
              <a:t> is clearly dependent on </a:t>
            </a:r>
            <a:r>
              <a:rPr lang="en-CA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V</a:t>
            </a:r>
            <a:r>
              <a:rPr lang="en-CA" altLang="en-US" baseline="-25000">
                <a:latin typeface="Times New Roman" panose="02020603050405020304" pitchFamily="18" charset="0"/>
                <a:cs typeface="Arial" panose="020B0604020202020204" pitchFamily="34" charset="0"/>
              </a:rPr>
              <a:t>1</a:t>
            </a:r>
            <a:r>
              <a:rPr lang="en-CA" altLang="en-US">
                <a:cs typeface="Arial" panose="020B0604020202020204" pitchFamily="34" charset="0"/>
              </a:rPr>
              <a:t> (and vice versa) but the coefficient of correlation is zero</a:t>
            </a:r>
            <a:endParaRPr lang="en-US" altLang="en-US">
              <a:cs typeface="Arial" panose="020B0604020202020204" pitchFamily="34" charset="0"/>
            </a:endParaRPr>
          </a:p>
        </p:txBody>
      </p:sp>
      <p:sp>
        <p:nvSpPr>
          <p:cNvPr id="23556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23557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9165DBF-846A-4C64-BDFA-972CF3756D98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4</a:t>
            </a:fld>
            <a:endParaRPr lang="en-US" altLang="en-US" sz="180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/>
          <p:cNvSpPr>
            <a:spLocks noGrp="1" noChangeArrowheads="1"/>
          </p:cNvSpPr>
          <p:nvPr>
            <p:ph type="title"/>
          </p:nvPr>
        </p:nvSpPr>
        <p:spPr>
          <a:xfrm>
            <a:off x="246063" y="500063"/>
            <a:ext cx="8255000" cy="857250"/>
          </a:xfrm>
        </p:spPr>
        <p:txBody>
          <a:bodyPr/>
          <a:lstStyle/>
          <a:p>
            <a:pPr eaLnBrk="1" hangingPunct="1"/>
            <a:r>
              <a:rPr lang="en-US" altLang="en-US" dirty="0"/>
              <a:t>Types of Dependence </a:t>
            </a:r>
            <a:r>
              <a:rPr lang="en-US" altLang="en-US" sz="2400" dirty="0"/>
              <a:t>(Figure 9.1)</a:t>
            </a:r>
          </a:p>
        </p:txBody>
      </p:sp>
      <p:sp>
        <p:nvSpPr>
          <p:cNvPr id="25603" name="Rectangle 3"/>
          <p:cNvSpPr>
            <a:spLocks noGrp="1" noChangeArrowheads="1"/>
          </p:cNvSpPr>
          <p:nvPr>
            <p:ph idx="1"/>
          </p:nvPr>
        </p:nvSpPr>
        <p:spPr>
          <a:xfrm>
            <a:off x="357188" y="1643063"/>
            <a:ext cx="7488237" cy="4059237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dirty="0">
                <a:cs typeface="Arial" panose="020B0604020202020204" pitchFamily="34" charset="0"/>
              </a:rPr>
              <a:t> </a:t>
            </a:r>
          </a:p>
        </p:txBody>
      </p:sp>
      <p:sp>
        <p:nvSpPr>
          <p:cNvPr id="25604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25605" name="Slide Number Placeholder 26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1B7AAFD-09BC-4CFA-858C-253F374A6CB7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5</a:t>
            </a:fld>
            <a:endParaRPr lang="en-US" altLang="en-US" sz="1800"/>
          </a:p>
        </p:txBody>
      </p:sp>
      <p:sp>
        <p:nvSpPr>
          <p:cNvPr id="25606" name="Line 4"/>
          <p:cNvSpPr>
            <a:spLocks noChangeShapeType="1"/>
          </p:cNvSpPr>
          <p:nvPr/>
        </p:nvSpPr>
        <p:spPr bwMode="auto">
          <a:xfrm>
            <a:off x="2925763" y="2471738"/>
            <a:ext cx="0" cy="127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07" name="Line 5"/>
          <p:cNvSpPr>
            <a:spLocks noChangeShapeType="1"/>
          </p:cNvSpPr>
          <p:nvPr/>
        </p:nvSpPr>
        <p:spPr bwMode="auto">
          <a:xfrm>
            <a:off x="2124075" y="3184525"/>
            <a:ext cx="2338388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08" name="Line 6"/>
          <p:cNvSpPr>
            <a:spLocks noChangeShapeType="1"/>
          </p:cNvSpPr>
          <p:nvPr/>
        </p:nvSpPr>
        <p:spPr bwMode="auto">
          <a:xfrm flipV="1">
            <a:off x="2238375" y="2725738"/>
            <a:ext cx="1701800" cy="1171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09" name="Text Box 7"/>
          <p:cNvSpPr txBox="1">
            <a:spLocks noChangeArrowheads="1"/>
          </p:cNvSpPr>
          <p:nvPr/>
        </p:nvSpPr>
        <p:spPr bwMode="auto">
          <a:xfrm>
            <a:off x="2925763" y="2420938"/>
            <a:ext cx="7096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800" i="1" dirty="0">
                <a:latin typeface="Times New Roman" panose="02020603050405020304" pitchFamily="18" charset="0"/>
              </a:rPr>
              <a:t>E</a:t>
            </a:r>
            <a:r>
              <a:rPr lang="en-US" altLang="en-US" sz="1800" dirty="0"/>
              <a:t>(</a:t>
            </a:r>
            <a:r>
              <a:rPr lang="en-US" altLang="en-US" sz="1800" i="1" dirty="0">
                <a:latin typeface="Times New Roman" panose="02020603050405020304" pitchFamily="18" charset="0"/>
              </a:rPr>
              <a:t>V</a:t>
            </a:r>
            <a:r>
              <a:rPr lang="en-US" altLang="en-US" sz="1800" baseline="-25000" dirty="0">
                <a:latin typeface="Times New Roman" panose="02020603050405020304" pitchFamily="18" charset="0"/>
              </a:rPr>
              <a:t>2</a:t>
            </a:r>
            <a:r>
              <a:rPr lang="en-US" altLang="en-US" sz="1800" dirty="0"/>
              <a:t>)</a:t>
            </a:r>
          </a:p>
        </p:txBody>
      </p:sp>
      <p:sp>
        <p:nvSpPr>
          <p:cNvPr id="25610" name="Text Box 8"/>
          <p:cNvSpPr txBox="1">
            <a:spLocks noChangeArrowheads="1"/>
          </p:cNvSpPr>
          <p:nvPr/>
        </p:nvSpPr>
        <p:spPr bwMode="auto">
          <a:xfrm>
            <a:off x="3783013" y="2852738"/>
            <a:ext cx="496887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800" i="1" dirty="0">
                <a:latin typeface="Times New Roman" panose="02020603050405020304" pitchFamily="18" charset="0"/>
              </a:rPr>
              <a:t>V</a:t>
            </a:r>
            <a:r>
              <a:rPr lang="en-US" altLang="en-US" sz="1800" baseline="-25000" dirty="0">
                <a:latin typeface="Times New Roman" panose="02020603050405020304" pitchFamily="18" charset="0"/>
              </a:rPr>
              <a:t>1</a:t>
            </a:r>
            <a:endParaRPr lang="en-US" altLang="en-US" sz="1800" dirty="0">
              <a:latin typeface="Times New Roman" panose="02020603050405020304" pitchFamily="18" charset="0"/>
            </a:endParaRPr>
          </a:p>
        </p:txBody>
      </p:sp>
      <p:sp>
        <p:nvSpPr>
          <p:cNvPr id="25611" name="Line 9"/>
          <p:cNvSpPr>
            <a:spLocks noChangeShapeType="1"/>
          </p:cNvSpPr>
          <p:nvPr/>
        </p:nvSpPr>
        <p:spPr bwMode="auto">
          <a:xfrm>
            <a:off x="5672138" y="2420938"/>
            <a:ext cx="0" cy="15779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12" name="Line 10"/>
          <p:cNvSpPr>
            <a:spLocks noChangeShapeType="1"/>
          </p:cNvSpPr>
          <p:nvPr/>
        </p:nvSpPr>
        <p:spPr bwMode="auto">
          <a:xfrm>
            <a:off x="4870450" y="3184525"/>
            <a:ext cx="212725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13" name="Line 11"/>
          <p:cNvSpPr>
            <a:spLocks noChangeShapeType="1"/>
          </p:cNvSpPr>
          <p:nvPr/>
        </p:nvSpPr>
        <p:spPr bwMode="auto">
          <a:xfrm>
            <a:off x="4932363" y="2997200"/>
            <a:ext cx="708025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14" name="Line 12"/>
          <p:cNvSpPr>
            <a:spLocks noChangeShapeType="1"/>
          </p:cNvSpPr>
          <p:nvPr/>
        </p:nvSpPr>
        <p:spPr bwMode="auto">
          <a:xfrm flipV="1">
            <a:off x="5651500" y="2997200"/>
            <a:ext cx="709613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15" name="Text Box 13"/>
          <p:cNvSpPr txBox="1">
            <a:spLocks noChangeArrowheads="1"/>
          </p:cNvSpPr>
          <p:nvPr/>
        </p:nvSpPr>
        <p:spPr bwMode="auto">
          <a:xfrm flipH="1">
            <a:off x="5730875" y="2420938"/>
            <a:ext cx="9191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800" i="1" dirty="0">
                <a:latin typeface="Times New Roman" panose="02020603050405020304" pitchFamily="18" charset="0"/>
              </a:rPr>
              <a:t>E</a:t>
            </a:r>
            <a:r>
              <a:rPr lang="en-US" altLang="en-US" sz="1800" dirty="0"/>
              <a:t>(</a:t>
            </a:r>
            <a:r>
              <a:rPr lang="en-US" altLang="en-US" sz="1800" i="1" dirty="0">
                <a:latin typeface="Times New Roman" panose="02020603050405020304" pitchFamily="18" charset="0"/>
              </a:rPr>
              <a:t>V</a:t>
            </a:r>
            <a:r>
              <a:rPr lang="en-US" altLang="en-US" sz="1800" baseline="-25000" dirty="0">
                <a:latin typeface="Times New Roman" panose="02020603050405020304" pitchFamily="18" charset="0"/>
              </a:rPr>
              <a:t>2</a:t>
            </a:r>
            <a:r>
              <a:rPr lang="en-US" altLang="en-US" sz="1800" dirty="0"/>
              <a:t>)</a:t>
            </a:r>
          </a:p>
        </p:txBody>
      </p:sp>
      <p:sp>
        <p:nvSpPr>
          <p:cNvPr id="25616" name="Line 14"/>
          <p:cNvSpPr>
            <a:spLocks noChangeShapeType="1"/>
          </p:cNvSpPr>
          <p:nvPr/>
        </p:nvSpPr>
        <p:spPr bwMode="auto">
          <a:xfrm>
            <a:off x="3897313" y="4508500"/>
            <a:ext cx="0" cy="1425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17" name="Line 15"/>
          <p:cNvSpPr>
            <a:spLocks noChangeShapeType="1"/>
          </p:cNvSpPr>
          <p:nvPr/>
        </p:nvSpPr>
        <p:spPr bwMode="auto">
          <a:xfrm>
            <a:off x="3897313" y="5678488"/>
            <a:ext cx="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18" name="Line 16"/>
          <p:cNvSpPr>
            <a:spLocks noChangeShapeType="1"/>
          </p:cNvSpPr>
          <p:nvPr/>
        </p:nvSpPr>
        <p:spPr bwMode="auto">
          <a:xfrm>
            <a:off x="2754313" y="5272088"/>
            <a:ext cx="333057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19" name="Arc 17"/>
          <p:cNvSpPr>
            <a:spLocks/>
          </p:cNvSpPr>
          <p:nvPr/>
        </p:nvSpPr>
        <p:spPr bwMode="auto">
          <a:xfrm rot="10800000" flipV="1">
            <a:off x="2686050" y="5273675"/>
            <a:ext cx="1500188" cy="558800"/>
          </a:xfrm>
          <a:custGeom>
            <a:avLst/>
            <a:gdLst>
              <a:gd name="T0" fmla="*/ 0 w 20775"/>
              <a:gd name="T1" fmla="*/ 0 h 21600"/>
              <a:gd name="T2" fmla="*/ 2147483646 w 20775"/>
              <a:gd name="T3" fmla="*/ 2147483646 h 21600"/>
              <a:gd name="T4" fmla="*/ 0 w 20775"/>
              <a:gd name="T5" fmla="*/ 2147483646 h 21600"/>
              <a:gd name="T6" fmla="*/ 0 60000 65536"/>
              <a:gd name="T7" fmla="*/ 0 60000 65536"/>
              <a:gd name="T8" fmla="*/ 0 60000 65536"/>
              <a:gd name="T9" fmla="*/ 0 w 20775"/>
              <a:gd name="T10" fmla="*/ 0 h 21600"/>
              <a:gd name="T11" fmla="*/ 20775 w 20775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775" h="21600" fill="none" extrusionOk="0">
                <a:moveTo>
                  <a:pt x="-1" y="0"/>
                </a:moveTo>
                <a:cubicBezTo>
                  <a:pt x="9652" y="0"/>
                  <a:pt x="18133" y="6404"/>
                  <a:pt x="20775" y="15687"/>
                </a:cubicBezTo>
              </a:path>
              <a:path w="20775" h="21600" stroke="0" extrusionOk="0">
                <a:moveTo>
                  <a:pt x="-1" y="0"/>
                </a:moveTo>
                <a:cubicBezTo>
                  <a:pt x="9652" y="0"/>
                  <a:pt x="18133" y="6404"/>
                  <a:pt x="20775" y="15687"/>
                </a:cubicBezTo>
                <a:lnTo>
                  <a:pt x="0" y="21600"/>
                </a:lnTo>
                <a:lnTo>
                  <a:pt x="-1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20" name="Arc 18"/>
          <p:cNvSpPr>
            <a:spLocks/>
          </p:cNvSpPr>
          <p:nvPr/>
        </p:nvSpPr>
        <p:spPr bwMode="auto">
          <a:xfrm flipV="1">
            <a:off x="3841750" y="4660900"/>
            <a:ext cx="1711325" cy="615950"/>
          </a:xfrm>
          <a:custGeom>
            <a:avLst/>
            <a:gdLst>
              <a:gd name="T0" fmla="*/ 2147483646 w 20775"/>
              <a:gd name="T1" fmla="*/ 0 h 21573"/>
              <a:gd name="T2" fmla="*/ 2147483646 w 20775"/>
              <a:gd name="T3" fmla="*/ 2147483646 h 21573"/>
              <a:gd name="T4" fmla="*/ 0 w 20775"/>
              <a:gd name="T5" fmla="*/ 2147483646 h 21573"/>
              <a:gd name="T6" fmla="*/ 0 60000 65536"/>
              <a:gd name="T7" fmla="*/ 0 60000 65536"/>
              <a:gd name="T8" fmla="*/ 0 60000 65536"/>
              <a:gd name="T9" fmla="*/ 0 w 20775"/>
              <a:gd name="T10" fmla="*/ 0 h 21573"/>
              <a:gd name="T11" fmla="*/ 20775 w 20775"/>
              <a:gd name="T12" fmla="*/ 21573 h 2157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775" h="21573" fill="none" extrusionOk="0">
                <a:moveTo>
                  <a:pt x="1071" y="-1"/>
                </a:moveTo>
                <a:cubicBezTo>
                  <a:pt x="10316" y="458"/>
                  <a:pt x="18241" y="6757"/>
                  <a:pt x="20775" y="15660"/>
                </a:cubicBezTo>
              </a:path>
              <a:path w="20775" h="21573" stroke="0" extrusionOk="0">
                <a:moveTo>
                  <a:pt x="1071" y="-1"/>
                </a:moveTo>
                <a:cubicBezTo>
                  <a:pt x="10316" y="458"/>
                  <a:pt x="18241" y="6757"/>
                  <a:pt x="20775" y="15660"/>
                </a:cubicBezTo>
                <a:lnTo>
                  <a:pt x="0" y="21573"/>
                </a:lnTo>
                <a:lnTo>
                  <a:pt x="1071" y="-1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21" name="Text Box 19"/>
          <p:cNvSpPr txBox="1">
            <a:spLocks noChangeArrowheads="1"/>
          </p:cNvSpPr>
          <p:nvPr/>
        </p:nvSpPr>
        <p:spPr bwMode="auto">
          <a:xfrm>
            <a:off x="3956050" y="4357688"/>
            <a:ext cx="9191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800" i="1" dirty="0">
                <a:latin typeface="Times New Roman" panose="02020603050405020304" pitchFamily="18" charset="0"/>
              </a:rPr>
              <a:t>E</a:t>
            </a:r>
            <a:r>
              <a:rPr lang="en-US" altLang="en-US" sz="1800" dirty="0"/>
              <a:t>(</a:t>
            </a:r>
            <a:r>
              <a:rPr lang="en-US" altLang="en-US" sz="1800" i="1" dirty="0">
                <a:latin typeface="Times New Roman" panose="02020603050405020304" pitchFamily="18" charset="0"/>
              </a:rPr>
              <a:t>V</a:t>
            </a:r>
            <a:r>
              <a:rPr lang="en-US" altLang="en-US" sz="1800" baseline="-25000" dirty="0">
                <a:latin typeface="Times New Roman" panose="02020603050405020304" pitchFamily="18" charset="0"/>
              </a:rPr>
              <a:t>2</a:t>
            </a:r>
            <a:r>
              <a:rPr lang="en-US" altLang="en-US" sz="1800" dirty="0"/>
              <a:t>)</a:t>
            </a:r>
          </a:p>
        </p:txBody>
      </p:sp>
      <p:sp>
        <p:nvSpPr>
          <p:cNvPr id="25622" name="Text Box 20"/>
          <p:cNvSpPr txBox="1">
            <a:spLocks noChangeArrowheads="1"/>
          </p:cNvSpPr>
          <p:nvPr/>
        </p:nvSpPr>
        <p:spPr bwMode="auto">
          <a:xfrm>
            <a:off x="5508625" y="4941888"/>
            <a:ext cx="4318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800" i="1" dirty="0">
                <a:latin typeface="Times New Roman" panose="02020603050405020304" pitchFamily="18" charset="0"/>
              </a:rPr>
              <a:t>V</a:t>
            </a:r>
            <a:r>
              <a:rPr lang="en-US" altLang="en-US" sz="1800" baseline="-25000" dirty="0">
                <a:latin typeface="Times New Roman" panose="02020603050405020304" pitchFamily="18" charset="0"/>
              </a:rPr>
              <a:t>1</a:t>
            </a:r>
            <a:endParaRPr lang="en-US" altLang="en-US" sz="1800" dirty="0">
              <a:latin typeface="Times New Roman" panose="02020603050405020304" pitchFamily="18" charset="0"/>
            </a:endParaRPr>
          </a:p>
        </p:txBody>
      </p:sp>
      <p:sp>
        <p:nvSpPr>
          <p:cNvPr id="25623" name="Text Box 21"/>
          <p:cNvSpPr txBox="1">
            <a:spLocks noChangeArrowheads="1"/>
          </p:cNvSpPr>
          <p:nvPr/>
        </p:nvSpPr>
        <p:spPr bwMode="auto">
          <a:xfrm>
            <a:off x="2638425" y="3897313"/>
            <a:ext cx="70961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800"/>
              <a:t>(a)</a:t>
            </a:r>
          </a:p>
        </p:txBody>
      </p:sp>
      <p:sp>
        <p:nvSpPr>
          <p:cNvPr id="25624" name="Text Box 22"/>
          <p:cNvSpPr txBox="1">
            <a:spLocks noChangeArrowheads="1"/>
          </p:cNvSpPr>
          <p:nvPr/>
        </p:nvSpPr>
        <p:spPr bwMode="auto">
          <a:xfrm>
            <a:off x="5213350" y="3948113"/>
            <a:ext cx="6413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800"/>
              <a:t>(b)</a:t>
            </a:r>
          </a:p>
        </p:txBody>
      </p:sp>
      <p:sp>
        <p:nvSpPr>
          <p:cNvPr id="25625" name="Text Box 23"/>
          <p:cNvSpPr txBox="1">
            <a:spLocks noChangeArrowheads="1"/>
          </p:cNvSpPr>
          <p:nvPr/>
        </p:nvSpPr>
        <p:spPr bwMode="auto">
          <a:xfrm>
            <a:off x="3325813" y="5876925"/>
            <a:ext cx="6381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800"/>
              <a:t>(c)</a:t>
            </a:r>
          </a:p>
        </p:txBody>
      </p:sp>
      <p:sp>
        <p:nvSpPr>
          <p:cNvPr id="25626" name="Text Box 25"/>
          <p:cNvSpPr txBox="1">
            <a:spLocks noChangeArrowheads="1"/>
          </p:cNvSpPr>
          <p:nvPr/>
        </p:nvSpPr>
        <p:spPr bwMode="auto">
          <a:xfrm>
            <a:off x="6732588" y="2781300"/>
            <a:ext cx="431700" cy="3699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 lIns="92075" tIns="46038" rIns="92075" bIns="46038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800" i="1" dirty="0">
                <a:latin typeface="Times New Roman" panose="02020603050405020304" pitchFamily="18" charset="0"/>
              </a:rPr>
              <a:t>V</a:t>
            </a:r>
            <a:r>
              <a:rPr lang="en-US" altLang="en-US" sz="1800" baseline="-25000" dirty="0">
                <a:latin typeface="Times New Roman" panose="02020603050405020304" pitchFamily="18" charset="0"/>
              </a:rPr>
              <a:t>1</a:t>
            </a:r>
            <a:endParaRPr lang="en-US" altLang="en-US" sz="18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357188"/>
            <a:ext cx="7543800" cy="1143000"/>
          </a:xfrm>
        </p:spPr>
        <p:txBody>
          <a:bodyPr lIns="92075" tIns="46038" rIns="92075" bIns="46038"/>
          <a:lstStyle/>
          <a:p>
            <a:pPr eaLnBrk="1" hangingPunct="1"/>
            <a:r>
              <a:rPr lang="en-US" altLang="en-US" sz="3600"/>
              <a:t>Monitoring Correlation Between Two Variables </a:t>
            </a:r>
            <a:r>
              <a:rPr lang="en-US" altLang="en-US" sz="3600" i="1"/>
              <a:t>X</a:t>
            </a:r>
            <a:r>
              <a:rPr lang="en-US" altLang="en-US" sz="3600"/>
              <a:t> and </a:t>
            </a:r>
            <a:r>
              <a:rPr lang="en-US" altLang="en-US" sz="3600" i="1"/>
              <a:t>Y</a:t>
            </a:r>
          </a:p>
        </p:txBody>
      </p:sp>
      <p:sp>
        <p:nvSpPr>
          <p:cNvPr id="2765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785938"/>
            <a:ext cx="7715250" cy="4344987"/>
          </a:xfrm>
        </p:spPr>
        <p:txBody>
          <a:bodyPr lIns="92075" tIns="46038" rIns="92075" bIns="46038"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cs typeface="Arial" panose="020B0604020202020204" pitchFamily="34" charset="0"/>
              </a:rPr>
              <a:t>Define </a:t>
            </a:r>
            <a:r>
              <a:rPr lang="en-US" altLang="en-US" sz="2800" i="1">
                <a:latin typeface="Times New Roman" panose="02020603050405020304" pitchFamily="18" charset="0"/>
                <a:cs typeface="Arial" panose="020B0604020202020204" pitchFamily="34" charset="0"/>
              </a:rPr>
              <a:t>x</a:t>
            </a:r>
            <a:r>
              <a:rPr lang="en-US" altLang="en-US" sz="2800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i</a:t>
            </a:r>
            <a:r>
              <a:rPr lang="en-US" altLang="en-US" sz="2800" i="1">
                <a:latin typeface="Times New Roman" panose="02020603050405020304" pitchFamily="18" charset="0"/>
                <a:cs typeface="Arial" panose="020B0604020202020204" pitchFamily="34" charset="0"/>
              </a:rPr>
              <a:t>=</a:t>
            </a:r>
            <a:r>
              <a:rPr lang="en-US" altLang="en-US" sz="2800">
                <a:latin typeface="Times New Roman" panose="02020603050405020304" pitchFamily="18" charset="0"/>
                <a:cs typeface="Arial" panose="020B0604020202020204" pitchFamily="34" charset="0"/>
              </a:rPr>
              <a:t>(</a:t>
            </a:r>
            <a:r>
              <a:rPr lang="en-US" altLang="en-US" sz="2800" i="1">
                <a:latin typeface="Times New Roman" panose="02020603050405020304" pitchFamily="18" charset="0"/>
                <a:cs typeface="Arial" panose="020B0604020202020204" pitchFamily="34" charset="0"/>
              </a:rPr>
              <a:t>X</a:t>
            </a:r>
            <a:r>
              <a:rPr lang="en-US" altLang="en-US" sz="2800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i</a:t>
            </a:r>
            <a:r>
              <a:rPr lang="en-US" altLang="en-US" sz="2800" i="1">
                <a:latin typeface="Times New Roman" panose="02020603050405020304" pitchFamily="18" charset="0"/>
                <a:cs typeface="Times New Roman" panose="02020603050405020304" pitchFamily="18" charset="0"/>
              </a:rPr>
              <a:t>−</a:t>
            </a:r>
            <a:r>
              <a:rPr lang="en-US" altLang="en-US" sz="2800" i="1">
                <a:latin typeface="Times New Roman" panose="02020603050405020304" pitchFamily="18" charset="0"/>
                <a:cs typeface="Arial" panose="020B0604020202020204" pitchFamily="34" charset="0"/>
              </a:rPr>
              <a:t>X</a:t>
            </a:r>
            <a:r>
              <a:rPr lang="en-US" altLang="en-US" sz="2800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i-</a:t>
            </a:r>
            <a:r>
              <a:rPr lang="en-US" altLang="en-US" sz="2800" baseline="-25000">
                <a:latin typeface="Times New Roman" panose="02020603050405020304" pitchFamily="18" charset="0"/>
                <a:cs typeface="Arial" panose="020B0604020202020204" pitchFamily="34" charset="0"/>
              </a:rPr>
              <a:t>1</a:t>
            </a:r>
            <a:r>
              <a:rPr lang="en-US" altLang="en-US" sz="2800">
                <a:latin typeface="Times New Roman" panose="02020603050405020304" pitchFamily="18" charset="0"/>
                <a:cs typeface="Arial" panose="020B0604020202020204" pitchFamily="34" charset="0"/>
              </a:rPr>
              <a:t>)</a:t>
            </a:r>
            <a:r>
              <a:rPr lang="en-US" altLang="en-US" sz="2800" i="1">
                <a:latin typeface="Times New Roman" panose="02020603050405020304" pitchFamily="18" charset="0"/>
                <a:cs typeface="Arial" panose="020B0604020202020204" pitchFamily="34" charset="0"/>
              </a:rPr>
              <a:t>/X</a:t>
            </a:r>
            <a:r>
              <a:rPr lang="en-US" altLang="en-US" sz="2800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i-</a:t>
            </a:r>
            <a:r>
              <a:rPr lang="en-US" altLang="en-US" sz="2800" baseline="-25000">
                <a:latin typeface="Times New Roman" panose="02020603050405020304" pitchFamily="18" charset="0"/>
                <a:cs typeface="Arial" panose="020B0604020202020204" pitchFamily="34" charset="0"/>
              </a:rPr>
              <a:t>1</a:t>
            </a:r>
            <a:r>
              <a:rPr lang="en-US" altLang="en-US" sz="2800">
                <a:cs typeface="Arial" panose="020B0604020202020204" pitchFamily="34" charset="0"/>
              </a:rPr>
              <a:t> and </a:t>
            </a:r>
            <a:r>
              <a:rPr lang="en-US" altLang="en-US" sz="2800" i="1">
                <a:latin typeface="Times New Roman" panose="02020603050405020304" pitchFamily="18" charset="0"/>
                <a:cs typeface="Arial" panose="020B0604020202020204" pitchFamily="34" charset="0"/>
              </a:rPr>
              <a:t>y</a:t>
            </a:r>
            <a:r>
              <a:rPr lang="en-US" altLang="en-US" sz="2800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i</a:t>
            </a:r>
            <a:r>
              <a:rPr lang="en-US" altLang="en-US" sz="2800" i="1">
                <a:latin typeface="Times New Roman" panose="02020603050405020304" pitchFamily="18" charset="0"/>
                <a:cs typeface="Arial" panose="020B0604020202020204" pitchFamily="34" charset="0"/>
              </a:rPr>
              <a:t>=</a:t>
            </a:r>
            <a:r>
              <a:rPr lang="en-US" altLang="en-US" sz="2800">
                <a:latin typeface="Times New Roman" panose="02020603050405020304" pitchFamily="18" charset="0"/>
                <a:cs typeface="Arial" panose="020B0604020202020204" pitchFamily="34" charset="0"/>
              </a:rPr>
              <a:t>(</a:t>
            </a:r>
            <a:r>
              <a:rPr lang="en-US" altLang="en-US" sz="2800" i="1">
                <a:latin typeface="Times New Roman" panose="02020603050405020304" pitchFamily="18" charset="0"/>
                <a:cs typeface="Arial" panose="020B0604020202020204" pitchFamily="34" charset="0"/>
              </a:rPr>
              <a:t>Y</a:t>
            </a:r>
            <a:r>
              <a:rPr lang="en-US" altLang="en-US" sz="2800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i</a:t>
            </a:r>
            <a:r>
              <a:rPr lang="en-US" altLang="en-US" sz="2800" i="1">
                <a:latin typeface="Times New Roman" panose="02020603050405020304" pitchFamily="18" charset="0"/>
                <a:cs typeface="Times New Roman" panose="02020603050405020304" pitchFamily="18" charset="0"/>
              </a:rPr>
              <a:t>−</a:t>
            </a:r>
            <a:r>
              <a:rPr lang="en-US" altLang="en-US" sz="2800" i="1">
                <a:latin typeface="Times New Roman" panose="02020603050405020304" pitchFamily="18" charset="0"/>
                <a:cs typeface="Arial" panose="020B0604020202020204" pitchFamily="34" charset="0"/>
              </a:rPr>
              <a:t>Y</a:t>
            </a:r>
            <a:r>
              <a:rPr lang="en-US" altLang="en-US" sz="2800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i-</a:t>
            </a:r>
            <a:r>
              <a:rPr lang="en-US" altLang="en-US" sz="2800" baseline="-25000">
                <a:latin typeface="Times New Roman" panose="02020603050405020304" pitchFamily="18" charset="0"/>
                <a:cs typeface="Arial" panose="020B0604020202020204" pitchFamily="34" charset="0"/>
              </a:rPr>
              <a:t>1</a:t>
            </a:r>
            <a:r>
              <a:rPr lang="en-US" altLang="en-US" sz="2800">
                <a:latin typeface="Times New Roman" panose="02020603050405020304" pitchFamily="18" charset="0"/>
                <a:cs typeface="Arial" panose="020B0604020202020204" pitchFamily="34" charset="0"/>
              </a:rPr>
              <a:t>)</a:t>
            </a:r>
            <a:r>
              <a:rPr lang="en-US" altLang="en-US" sz="2800" i="1">
                <a:latin typeface="Times New Roman" panose="02020603050405020304" pitchFamily="18" charset="0"/>
                <a:cs typeface="Arial" panose="020B0604020202020204" pitchFamily="34" charset="0"/>
              </a:rPr>
              <a:t>/Y</a:t>
            </a:r>
            <a:r>
              <a:rPr lang="en-US" altLang="en-US" sz="2800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i-</a:t>
            </a:r>
            <a:r>
              <a:rPr lang="en-US" altLang="en-US" sz="2800" baseline="-25000">
                <a:latin typeface="Times New Roman" panose="02020603050405020304" pitchFamily="18" charset="0"/>
                <a:cs typeface="Arial" panose="020B0604020202020204" pitchFamily="34" charset="0"/>
              </a:rPr>
              <a:t>1</a:t>
            </a:r>
            <a:endParaRPr lang="en-US" altLang="en-US" sz="2800" i="1" baseline="-25000">
              <a:latin typeface="Times New Roman" panose="02020603050405020304" pitchFamily="18" charset="0"/>
              <a:cs typeface="Arial" panose="020B0604020202020204" pitchFamily="34" charset="0"/>
            </a:endParaRP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cs typeface="Arial" panose="020B0604020202020204" pitchFamily="34" charset="0"/>
              </a:rPr>
              <a:t>Also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latin typeface="Times New Roman" panose="02020603050405020304" pitchFamily="18" charset="0"/>
                <a:cs typeface="Arial" panose="020B0604020202020204" pitchFamily="34" charset="0"/>
              </a:rPr>
              <a:t>var</a:t>
            </a:r>
            <a:r>
              <a:rPr lang="en-US" altLang="en-US" sz="2800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x,n</a:t>
            </a:r>
            <a:r>
              <a:rPr lang="en-US" altLang="en-US" sz="2800" i="1">
                <a:latin typeface="Times New Roman" panose="02020603050405020304" pitchFamily="18" charset="0"/>
                <a:cs typeface="Arial" panose="020B0604020202020204" pitchFamily="34" charset="0"/>
              </a:rPr>
              <a:t>:</a:t>
            </a:r>
            <a:r>
              <a:rPr lang="en-US" altLang="en-US" sz="2800">
                <a:cs typeface="Arial" panose="020B0604020202020204" pitchFamily="34" charset="0"/>
              </a:rPr>
              <a:t> daily variance of </a:t>
            </a:r>
            <a:r>
              <a:rPr lang="en-US" altLang="en-US" sz="2800" i="1">
                <a:latin typeface="Times New Roman" panose="02020603050405020304" pitchFamily="18" charset="0"/>
                <a:cs typeface="Arial" panose="020B0604020202020204" pitchFamily="34" charset="0"/>
              </a:rPr>
              <a:t>X</a:t>
            </a:r>
            <a:r>
              <a:rPr lang="en-US" altLang="en-US" sz="2800">
                <a:cs typeface="Arial" panose="020B0604020202020204" pitchFamily="34" charset="0"/>
              </a:rPr>
              <a:t> calculated on day </a:t>
            </a:r>
            <a:r>
              <a:rPr lang="en-US" altLang="en-US" sz="2800" i="1">
                <a:latin typeface="Times New Roman" panose="02020603050405020304" pitchFamily="18" charset="0"/>
                <a:cs typeface="Arial" panose="020B0604020202020204" pitchFamily="34" charset="0"/>
              </a:rPr>
              <a:t>n</a:t>
            </a:r>
            <a:r>
              <a:rPr lang="en-US" altLang="en-US" sz="2800">
                <a:cs typeface="Arial" panose="020B0604020202020204" pitchFamily="34" charset="0"/>
              </a:rPr>
              <a:t>-1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latin typeface="Times New Roman" panose="02020603050405020304" pitchFamily="18" charset="0"/>
                <a:cs typeface="Arial" panose="020B0604020202020204" pitchFamily="34" charset="0"/>
              </a:rPr>
              <a:t>var</a:t>
            </a:r>
            <a:r>
              <a:rPr lang="en-US" altLang="en-US" sz="2800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y,n</a:t>
            </a:r>
            <a:r>
              <a:rPr lang="en-US" altLang="en-US" sz="2800">
                <a:cs typeface="Arial" panose="020B0604020202020204" pitchFamily="34" charset="0"/>
              </a:rPr>
              <a:t>: daily variance of </a:t>
            </a:r>
            <a:r>
              <a:rPr lang="en-US" altLang="en-US" sz="2800" i="1">
                <a:latin typeface="Times New Roman" panose="02020603050405020304" pitchFamily="18" charset="0"/>
                <a:cs typeface="Arial" panose="020B0604020202020204" pitchFamily="34" charset="0"/>
              </a:rPr>
              <a:t>Y</a:t>
            </a:r>
            <a:r>
              <a:rPr lang="en-US" altLang="en-US" sz="2800">
                <a:cs typeface="Arial" panose="020B0604020202020204" pitchFamily="34" charset="0"/>
              </a:rPr>
              <a:t> calculated on day </a:t>
            </a:r>
            <a:r>
              <a:rPr lang="en-US" altLang="en-US" sz="2800" i="1">
                <a:latin typeface="Times New Roman" panose="02020603050405020304" pitchFamily="18" charset="0"/>
                <a:cs typeface="Arial" panose="020B0604020202020204" pitchFamily="34" charset="0"/>
              </a:rPr>
              <a:t>n</a:t>
            </a:r>
            <a:r>
              <a:rPr lang="en-US" altLang="en-US" sz="2800">
                <a:cs typeface="Arial" panose="020B0604020202020204" pitchFamily="34" charset="0"/>
              </a:rPr>
              <a:t>-1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cs typeface="Arial" panose="020B0604020202020204" pitchFamily="34" charset="0"/>
              </a:rPr>
              <a:t>cov</a:t>
            </a:r>
            <a:r>
              <a:rPr lang="en-US" altLang="en-US" sz="2800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n</a:t>
            </a:r>
            <a:r>
              <a:rPr lang="en-US" altLang="en-US" sz="2800">
                <a:cs typeface="Arial" panose="020B0604020202020204" pitchFamily="34" charset="0"/>
              </a:rPr>
              <a:t>: covariance calculated on day </a:t>
            </a:r>
            <a:r>
              <a:rPr lang="en-US" altLang="en-US" sz="2800" i="1">
                <a:latin typeface="Times New Roman" panose="02020603050405020304" pitchFamily="18" charset="0"/>
                <a:cs typeface="Arial" panose="020B0604020202020204" pitchFamily="34" charset="0"/>
              </a:rPr>
              <a:t>n</a:t>
            </a:r>
            <a:r>
              <a:rPr lang="en-US" altLang="en-US" sz="2800">
                <a:cs typeface="Arial" panose="020B0604020202020204" pitchFamily="34" charset="0"/>
              </a:rPr>
              <a:t>-1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cs typeface="Arial" panose="020B0604020202020204" pitchFamily="34" charset="0"/>
              </a:rPr>
              <a:t>The correlation is</a:t>
            </a:r>
            <a:endParaRPr lang="en-US" altLang="en-US" sz="2800" i="1" baseline="-25000">
              <a:latin typeface="Times New Roman" panose="02020603050405020304" pitchFamily="18" charset="0"/>
              <a:cs typeface="Arial" panose="020B0604020202020204" pitchFamily="34" charset="0"/>
            </a:endParaRPr>
          </a:p>
        </p:txBody>
      </p:sp>
      <p:graphicFrame>
        <p:nvGraphicFramePr>
          <p:cNvPr id="27652" name="Object 4"/>
          <p:cNvGraphicFramePr>
            <a:graphicFrameLocks noGrp="1" noChangeAspect="1"/>
          </p:cNvGraphicFramePr>
          <p:nvPr>
            <p:ph sz="half" idx="2"/>
          </p:nvPr>
        </p:nvGraphicFramePr>
        <p:xfrm>
          <a:off x="3332163" y="4784725"/>
          <a:ext cx="1744662" cy="949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74" name="Equation" r:id="rId4" imgW="863225" imgH="469696" progId="Equation.3">
                  <p:embed/>
                </p:oleObj>
              </mc:Choice>
              <mc:Fallback>
                <p:oleObj name="Equation" r:id="rId4" imgW="863225" imgH="469696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332163" y="4784725"/>
                        <a:ext cx="1744662" cy="9493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7653" name="Footer Placeholder 5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2765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0E4FC40-7A0E-41A5-BBB6-B27EAE9C659D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6</a:t>
            </a:fld>
            <a:endParaRPr lang="en-US" altLang="en-US" sz="180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Covariance</a:t>
            </a:r>
          </a:p>
        </p:txBody>
      </p:sp>
      <p:sp>
        <p:nvSpPr>
          <p:cNvPr id="29699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r>
              <a:rPr lang="en-US" altLang="en-US">
                <a:cs typeface="Arial" panose="020B0604020202020204" pitchFamily="34" charset="0"/>
              </a:rPr>
              <a:t>The covariance on day 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n</a:t>
            </a:r>
            <a:r>
              <a:rPr lang="en-US" altLang="en-US">
                <a:cs typeface="Arial" panose="020B0604020202020204" pitchFamily="34" charset="0"/>
              </a:rPr>
              <a:t> is 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             E</a:t>
            </a:r>
            <a:r>
              <a:rPr lang="en-US" altLang="en-US">
                <a:cs typeface="Arial" panose="020B0604020202020204" pitchFamily="34" charset="0"/>
              </a:rPr>
              <a:t>(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x</a:t>
            </a:r>
            <a:r>
              <a:rPr lang="en-US" altLang="en-US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n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y</a:t>
            </a:r>
            <a:r>
              <a:rPr lang="en-US" altLang="en-US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n</a:t>
            </a:r>
            <a:r>
              <a:rPr lang="en-US" altLang="en-US">
                <a:cs typeface="Arial" panose="020B0604020202020204" pitchFamily="34" charset="0"/>
              </a:rPr>
              <a:t>)−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E</a:t>
            </a:r>
            <a:r>
              <a:rPr lang="en-US" altLang="en-US">
                <a:cs typeface="Arial" panose="020B0604020202020204" pitchFamily="34" charset="0"/>
              </a:rPr>
              <a:t>(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x</a:t>
            </a:r>
            <a:r>
              <a:rPr lang="en-US" altLang="en-US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n</a:t>
            </a:r>
            <a:r>
              <a:rPr lang="en-US" altLang="en-US">
                <a:cs typeface="Arial" panose="020B0604020202020204" pitchFamily="34" charset="0"/>
              </a:rPr>
              <a:t>)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E</a:t>
            </a:r>
            <a:r>
              <a:rPr lang="en-US" altLang="en-US">
                <a:cs typeface="Arial" panose="020B0604020202020204" pitchFamily="34" charset="0"/>
              </a:rPr>
              <a:t>(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y</a:t>
            </a:r>
            <a:r>
              <a:rPr lang="en-US" altLang="en-US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n</a:t>
            </a:r>
            <a:r>
              <a:rPr lang="en-US" altLang="en-US">
                <a:cs typeface="Arial" panose="020B0604020202020204" pitchFamily="34" charset="0"/>
              </a:rPr>
              <a:t>)</a:t>
            </a:r>
          </a:p>
          <a:p>
            <a:pPr eaLnBrk="1" hangingPunct="1"/>
            <a:r>
              <a:rPr lang="en-US" altLang="en-US">
                <a:cs typeface="Arial" panose="020B0604020202020204" pitchFamily="34" charset="0"/>
              </a:rPr>
              <a:t>It is usually approximated as 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E</a:t>
            </a:r>
            <a:r>
              <a:rPr lang="en-US" altLang="en-US">
                <a:cs typeface="Arial" panose="020B0604020202020204" pitchFamily="34" charset="0"/>
              </a:rPr>
              <a:t>(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x</a:t>
            </a:r>
            <a:r>
              <a:rPr lang="en-US" altLang="en-US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n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y</a:t>
            </a:r>
            <a:r>
              <a:rPr lang="en-US" altLang="en-US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n</a:t>
            </a:r>
            <a:r>
              <a:rPr lang="en-US" altLang="en-US">
                <a:cs typeface="Arial" panose="020B0604020202020204" pitchFamily="34" charset="0"/>
              </a:rPr>
              <a:t>)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>
              <a:cs typeface="Arial" panose="020B0604020202020204" pitchFamily="34" charset="0"/>
            </a:endParaRPr>
          </a:p>
        </p:txBody>
      </p:sp>
      <p:sp>
        <p:nvSpPr>
          <p:cNvPr id="29700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29701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A880AB6-AE6E-4C8D-98F0-B2B782C812C9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7</a:t>
            </a:fld>
            <a:endParaRPr lang="en-US" altLang="en-US" sz="180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500063"/>
            <a:ext cx="7543800" cy="714375"/>
          </a:xfrm>
        </p:spPr>
        <p:txBody>
          <a:bodyPr lIns="92075" tIns="46038" rIns="92075" bIns="46038"/>
          <a:lstStyle/>
          <a:p>
            <a:pPr eaLnBrk="1" hangingPunct="1"/>
            <a:r>
              <a:rPr lang="en-US" altLang="en-US"/>
              <a:t>Monitoring Correlation </a:t>
            </a:r>
            <a:r>
              <a:rPr lang="en-US" altLang="en-US" sz="2800"/>
              <a:t>continued</a:t>
            </a:r>
          </a:p>
        </p:txBody>
      </p:sp>
      <p:sp>
        <p:nvSpPr>
          <p:cNvPr id="3174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857375"/>
            <a:ext cx="4038600" cy="3286125"/>
          </a:xfrm>
        </p:spPr>
        <p:txBody>
          <a:bodyPr lIns="92075" tIns="46038" rIns="92075" bIns="46038"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>
                <a:cs typeface="Arial" panose="020B0604020202020204" pitchFamily="34" charset="0"/>
              </a:rPr>
              <a:t>	EWMA: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>
              <a:cs typeface="Arial" panose="020B0604020202020204" pitchFamily="34" charset="0"/>
            </a:endParaRP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>
              <a:cs typeface="Arial" panose="020B0604020202020204" pitchFamily="34" charset="0"/>
            </a:endParaRP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>
                <a:cs typeface="Arial" panose="020B0604020202020204" pitchFamily="34" charset="0"/>
              </a:rPr>
              <a:t>	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>
                <a:cs typeface="Arial" panose="020B0604020202020204" pitchFamily="34" charset="0"/>
              </a:rPr>
              <a:t>	GARCH(1,1)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>
              <a:cs typeface="Arial" panose="020B0604020202020204" pitchFamily="34" charset="0"/>
            </a:endParaRP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baseline="-25000">
              <a:cs typeface="Arial" panose="020B0604020202020204" pitchFamily="34" charset="0"/>
            </a:endParaRPr>
          </a:p>
        </p:txBody>
      </p:sp>
      <p:graphicFrame>
        <p:nvGraphicFramePr>
          <p:cNvPr id="31748" name="Object 4"/>
          <p:cNvGraphicFramePr>
            <a:graphicFrameLocks noGrp="1" noChangeAspect="1"/>
          </p:cNvGraphicFramePr>
          <p:nvPr>
            <p:ph sz="quarter" idx="2"/>
          </p:nvPr>
        </p:nvGraphicFramePr>
        <p:xfrm>
          <a:off x="1500188" y="2571750"/>
          <a:ext cx="3455987" cy="4175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098" name="Equation" r:id="rId4" imgW="1892300" imgH="228600" progId="Equation.3">
                  <p:embed/>
                </p:oleObj>
              </mc:Choice>
              <mc:Fallback>
                <p:oleObj name="Equation" r:id="rId4" imgW="1892300" imgH="228600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00188" y="2571750"/>
                        <a:ext cx="3455987" cy="4175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1749" name="Object 6"/>
          <p:cNvGraphicFramePr>
            <a:graphicFrameLocks noGrp="1" noChangeAspect="1"/>
          </p:cNvGraphicFramePr>
          <p:nvPr>
            <p:ph sz="quarter" idx="3"/>
          </p:nvPr>
        </p:nvGraphicFramePr>
        <p:xfrm>
          <a:off x="1643063" y="4857750"/>
          <a:ext cx="3457575" cy="4270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099" name="Equation" r:id="rId6" imgW="1854200" imgH="228600" progId="Equation.3">
                  <p:embed/>
                </p:oleObj>
              </mc:Choice>
              <mc:Fallback>
                <p:oleObj name="Equation" r:id="rId6" imgW="1854200" imgH="228600" progId="Equation.3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43063" y="4857750"/>
                        <a:ext cx="3457575" cy="4270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1750" name="Footer Placeholder 6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31751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4D71FC9-9A67-4B68-8904-17760BD0B5C6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8</a:t>
            </a:fld>
            <a:endParaRPr lang="en-US" altLang="en-US" sz="180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/>
          <p:cNvSpPr>
            <a:spLocks noGrp="1" noChangeArrowheads="1"/>
          </p:cNvSpPr>
          <p:nvPr>
            <p:ph type="title"/>
          </p:nvPr>
        </p:nvSpPr>
        <p:spPr/>
        <p:txBody>
          <a:bodyPr lIns="92075" tIns="46038" rIns="92075" bIns="46038"/>
          <a:lstStyle/>
          <a:p>
            <a:pPr eaLnBrk="1" hangingPunct="1"/>
            <a:r>
              <a:rPr lang="en-US" altLang="en-US"/>
              <a:t>Positive Finite Definite Condition </a:t>
            </a:r>
          </a:p>
        </p:txBody>
      </p:sp>
      <p:sp>
        <p:nvSpPr>
          <p:cNvPr id="5124" name="Rectangle 3"/>
          <p:cNvSpPr>
            <a:spLocks noGrp="1" noChangeArrowheads="1"/>
          </p:cNvSpPr>
          <p:nvPr>
            <p:ph idx="1"/>
          </p:nvPr>
        </p:nvSpPr>
        <p:spPr/>
        <p:txBody>
          <a:bodyPr lIns="92075" tIns="46038" rIns="92075" bIns="46038"/>
          <a:lstStyle/>
          <a:p>
            <a:pPr eaLnBrk="1" hangingPunct="1">
              <a:buFont typeface="Wingdings" panose="05000000000000000000" pitchFamily="2" charset="2"/>
              <a:buNone/>
              <a:defRPr/>
            </a:pPr>
            <a:r>
              <a:rPr lang="en-US" dirty="0">
                <a:cs typeface="Arial" charset="0"/>
              </a:rPr>
              <a:t>	</a:t>
            </a:r>
          </a:p>
          <a:p>
            <a:pPr eaLnBrk="1" hangingPunct="1">
              <a:buFont typeface="Wingdings" panose="05000000000000000000" pitchFamily="2" charset="2"/>
              <a:buNone/>
              <a:defRPr/>
            </a:pPr>
            <a:r>
              <a:rPr lang="en-US" dirty="0">
                <a:cs typeface="Arial" charset="0"/>
              </a:rPr>
              <a:t>	A variance-covariance matrix, </a:t>
            </a:r>
            <a:r>
              <a:rPr lang="en-US" b="1" dirty="0">
                <a:latin typeface="Symbol" pitchFamily="18" charset="2"/>
                <a:cs typeface="Arial" charset="0"/>
              </a:rPr>
              <a:t>W</a:t>
            </a:r>
            <a:r>
              <a:rPr lang="en-US" dirty="0">
                <a:latin typeface="Symbol" pitchFamily="18" charset="2"/>
                <a:cs typeface="Arial" charset="0"/>
              </a:rPr>
              <a:t>, </a:t>
            </a:r>
            <a:r>
              <a:rPr lang="en-US" dirty="0">
                <a:cs typeface="Arial" charset="0"/>
              </a:rPr>
              <a:t>is internally consistent if the positive semi-definite condition</a:t>
            </a:r>
          </a:p>
          <a:p>
            <a:pPr algn="ctr" eaLnBrk="1" hangingPunct="1">
              <a:buFont typeface="Wingdings" panose="05000000000000000000" pitchFamily="2" charset="2"/>
              <a:buNone/>
              <a:defRPr/>
            </a:pPr>
            <a:r>
              <a:rPr lang="en-US" b="1" dirty="0" err="1">
                <a:latin typeface="+mj-lt"/>
                <a:cs typeface="Arial" charset="0"/>
              </a:rPr>
              <a:t>w</a:t>
            </a:r>
            <a:r>
              <a:rPr lang="en-US" b="1" baseline="30000" dirty="0" err="1">
                <a:cs typeface="Arial" charset="0"/>
              </a:rPr>
              <a:t>T</a:t>
            </a:r>
            <a:r>
              <a:rPr lang="en-US" dirty="0" err="1">
                <a:latin typeface="Symbol" pitchFamily="18" charset="2"/>
                <a:cs typeface="Arial" charset="0"/>
              </a:rPr>
              <a:t>W</a:t>
            </a:r>
            <a:r>
              <a:rPr lang="en-US" b="1" dirty="0" err="1">
                <a:latin typeface="+mj-lt"/>
                <a:cs typeface="Arial" charset="0"/>
              </a:rPr>
              <a:t>w</a:t>
            </a:r>
            <a:r>
              <a:rPr lang="en-US" dirty="0">
                <a:cs typeface="Arial" charset="0"/>
              </a:rPr>
              <a:t> ≥ 0</a:t>
            </a:r>
          </a:p>
          <a:p>
            <a:pPr eaLnBrk="1" hangingPunct="1">
              <a:buFont typeface="Wingdings" panose="05000000000000000000" pitchFamily="2" charset="2"/>
              <a:buNone/>
              <a:defRPr/>
            </a:pPr>
            <a:r>
              <a:rPr lang="en-US" dirty="0">
                <a:cs typeface="Arial" charset="0"/>
              </a:rPr>
              <a:t>	holds for all vectors </a:t>
            </a:r>
            <a:r>
              <a:rPr lang="en-US" b="1" dirty="0">
                <a:latin typeface="+mj-lt"/>
                <a:cs typeface="Arial" charset="0"/>
              </a:rPr>
              <a:t>w</a:t>
            </a:r>
          </a:p>
        </p:txBody>
      </p:sp>
      <p:sp>
        <p:nvSpPr>
          <p:cNvPr id="33796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33797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9CD14D0-FCC6-45DD-A1AD-13A393877ED8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9</a:t>
            </a:fld>
            <a:endParaRPr lang="en-US" altLang="en-US" sz="180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2"/>
          <p:cNvSpPr>
            <a:spLocks noGrp="1" noChangeArrowheads="1"/>
          </p:cNvSpPr>
          <p:nvPr>
            <p:ph type="title"/>
          </p:nvPr>
        </p:nvSpPr>
        <p:spPr/>
        <p:txBody>
          <a:bodyPr lIns="92075" tIns="46038" rIns="92075" bIns="46038"/>
          <a:lstStyle/>
          <a:p>
            <a:pPr eaLnBrk="1" hangingPunct="1"/>
            <a:r>
              <a:rPr lang="en-US" altLang="en-US"/>
              <a:t>Example</a:t>
            </a:r>
          </a:p>
        </p:txBody>
      </p:sp>
      <p:sp>
        <p:nvSpPr>
          <p:cNvPr id="35843" name="Rectangle 3"/>
          <p:cNvSpPr>
            <a:spLocks noGrp="1" noChangeArrowheads="1"/>
          </p:cNvSpPr>
          <p:nvPr>
            <p:ph idx="1"/>
          </p:nvPr>
        </p:nvSpPr>
        <p:spPr/>
        <p:txBody>
          <a:bodyPr lIns="92075" tIns="46038" rIns="92075" bIns="46038"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>
                <a:cs typeface="Arial" panose="020B0604020202020204" pitchFamily="34" charset="0"/>
              </a:rPr>
              <a:t>	The variance covariance matrix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endParaRPr lang="en-US" altLang="en-US">
              <a:cs typeface="Arial" panose="020B0604020202020204" pitchFamily="34" charset="0"/>
            </a:endParaRP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>
              <a:cs typeface="Arial" panose="020B0604020202020204" pitchFamily="34" charset="0"/>
            </a:endParaRP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>
              <a:cs typeface="Arial" panose="020B0604020202020204" pitchFamily="34" charset="0"/>
            </a:endParaRP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>
                <a:cs typeface="Arial" panose="020B0604020202020204" pitchFamily="34" charset="0"/>
              </a:rPr>
              <a:t>	is not internally consistent</a:t>
            </a:r>
          </a:p>
        </p:txBody>
      </p:sp>
      <p:sp>
        <p:nvSpPr>
          <p:cNvPr id="35844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35845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AF39B9B-779A-4829-B0FA-65033D1D54F3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10</a:t>
            </a:fld>
            <a:endParaRPr lang="en-US" altLang="en-US" sz="1800"/>
          </a:p>
        </p:txBody>
      </p:sp>
      <p:graphicFrame>
        <p:nvGraphicFramePr>
          <p:cNvPr id="35846" name="Object 4"/>
          <p:cNvGraphicFramePr>
            <a:graphicFrameLocks/>
          </p:cNvGraphicFramePr>
          <p:nvPr/>
        </p:nvGraphicFramePr>
        <p:xfrm>
          <a:off x="3429000" y="2357438"/>
          <a:ext cx="2438400" cy="1524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22" name="Equation" r:id="rId4" imgW="943034" imgH="666885" progId="Equation.2">
                  <p:embed/>
                </p:oleObj>
              </mc:Choice>
              <mc:Fallback>
                <p:oleObj name="Equation" r:id="rId4" imgW="943034" imgH="666885" progId="Equation.2">
                  <p:embed/>
                  <p:pic>
                    <p:nvPicPr>
                      <p:cNvPr id="0" name="Object 4"/>
                      <p:cNvPicPr>
                        <a:picLocks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429000" y="2357438"/>
                        <a:ext cx="2438400" cy="1524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CA" altLang="en-US" dirty="0"/>
              <a:t>Factor Models </a:t>
            </a:r>
            <a:r>
              <a:rPr lang="en-CA" altLang="en-US" sz="2800" dirty="0"/>
              <a:t>(page 201)</a:t>
            </a:r>
            <a:endParaRPr lang="en-US" altLang="en-US" sz="2800" dirty="0"/>
          </a:p>
        </p:txBody>
      </p:sp>
      <p:sp>
        <p:nvSpPr>
          <p:cNvPr id="37891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CA" altLang="en-US">
                <a:cs typeface="Arial" panose="020B0604020202020204" pitchFamily="34" charset="0"/>
              </a:rPr>
              <a:t>When there are </a:t>
            </a:r>
            <a:r>
              <a:rPr lang="en-CA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N </a:t>
            </a:r>
            <a:r>
              <a:rPr lang="en-CA" altLang="en-US">
                <a:cs typeface="Arial" panose="020B0604020202020204" pitchFamily="34" charset="0"/>
              </a:rPr>
              <a:t>variables, </a:t>
            </a:r>
            <a:r>
              <a:rPr lang="en-CA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V</a:t>
            </a:r>
            <a:r>
              <a:rPr lang="en-CA" altLang="en-US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i</a:t>
            </a:r>
            <a:r>
              <a:rPr lang="en-CA" altLang="en-US">
                <a:cs typeface="Arial" panose="020B0604020202020204" pitchFamily="34" charset="0"/>
              </a:rPr>
              <a:t> (</a:t>
            </a:r>
            <a:r>
              <a:rPr lang="en-CA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i </a:t>
            </a:r>
            <a:r>
              <a:rPr lang="en-CA" altLang="en-US">
                <a:cs typeface="Arial" panose="020B0604020202020204" pitchFamily="34" charset="0"/>
              </a:rPr>
              <a:t>= 1, 2,..</a:t>
            </a:r>
            <a:r>
              <a:rPr lang="en-CA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N</a:t>
            </a:r>
            <a:r>
              <a:rPr lang="en-CA" altLang="en-US">
                <a:cs typeface="Arial" panose="020B0604020202020204" pitchFamily="34" charset="0"/>
              </a:rPr>
              <a:t>), in a multivariate normal distribution there are </a:t>
            </a:r>
            <a:r>
              <a:rPr lang="en-CA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N</a:t>
            </a:r>
            <a:r>
              <a:rPr lang="en-CA" altLang="en-US">
                <a:cs typeface="Arial" panose="020B0604020202020204" pitchFamily="34" charset="0"/>
              </a:rPr>
              <a:t>(</a:t>
            </a:r>
            <a:r>
              <a:rPr lang="en-CA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N</a:t>
            </a:r>
            <a:r>
              <a:rPr lang="en-CA" altLang="en-US">
                <a:cs typeface="Arial" panose="020B0604020202020204" pitchFamily="34" charset="0"/>
              </a:rPr>
              <a:t>−1)/2 correlations</a:t>
            </a:r>
          </a:p>
          <a:p>
            <a:pPr eaLnBrk="1" hangingPunct="1">
              <a:lnSpc>
                <a:spcPct val="90000"/>
              </a:lnSpc>
            </a:pPr>
            <a:r>
              <a:rPr lang="en-CA" altLang="en-US">
                <a:cs typeface="Arial" panose="020B0604020202020204" pitchFamily="34" charset="0"/>
              </a:rPr>
              <a:t>We can reduce the number of correlation parameters that have to be estimated with a factor model</a:t>
            </a:r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endParaRPr lang="en-US" altLang="en-US" i="1">
              <a:latin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37892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37893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15DE017-FC02-4C7C-A4EF-DEF14A4C69C0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11</a:t>
            </a:fld>
            <a:endParaRPr lang="en-US" altLang="en-US" sz="180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CA" altLang="en-US"/>
              <a:t>One-Factor Model continued</a:t>
            </a:r>
            <a:endParaRPr lang="en-US" altLang="en-US"/>
          </a:p>
        </p:txBody>
      </p:sp>
      <p:sp>
        <p:nvSpPr>
          <p:cNvPr id="39939" name="Content Placeholder 8"/>
          <p:cNvSpPr>
            <a:spLocks noGrp="1"/>
          </p:cNvSpPr>
          <p:nvPr>
            <p:ph idx="1"/>
          </p:nvPr>
        </p:nvSpPr>
        <p:spPr>
          <a:xfrm>
            <a:off x="685800" y="1785938"/>
            <a:ext cx="7772400" cy="4476750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en-US" altLang="en-US">
                <a:cs typeface="Arial" panose="020B0604020202020204" pitchFamily="34" charset="0"/>
              </a:rPr>
              <a:t> </a:t>
            </a:r>
          </a:p>
        </p:txBody>
      </p:sp>
      <p:sp>
        <p:nvSpPr>
          <p:cNvPr id="39940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39941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BC01C70-B974-43D0-A791-385A47F9CF3E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12</a:t>
            </a:fld>
            <a:endParaRPr lang="en-US" altLang="en-US" sz="1800"/>
          </a:p>
        </p:txBody>
      </p:sp>
      <p:sp>
        <p:nvSpPr>
          <p:cNvPr id="9223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714375" y="1785938"/>
            <a:ext cx="6872288" cy="4411662"/>
          </a:xfrm>
        </p:spPr>
        <p:txBody>
          <a:bodyPr/>
          <a:lstStyle/>
          <a:p>
            <a:pPr eaLnBrk="1" hangingPunct="1">
              <a:defRPr/>
            </a:pPr>
            <a:r>
              <a:rPr lang="en-CA" sz="2800" dirty="0"/>
              <a:t>I</a:t>
            </a:r>
            <a:r>
              <a:rPr lang="en-US" sz="2800" dirty="0"/>
              <a:t>f </a:t>
            </a:r>
            <a:r>
              <a:rPr lang="en-US" sz="2800" i="1" dirty="0">
                <a:latin typeface="Times New Roman" pitchFamily="18" charset="0"/>
              </a:rPr>
              <a:t>U</a:t>
            </a:r>
            <a:r>
              <a:rPr lang="en-US" sz="2800" i="1" baseline="-25000" dirty="0">
                <a:latin typeface="Times New Roman" pitchFamily="18" charset="0"/>
              </a:rPr>
              <a:t>i</a:t>
            </a:r>
            <a:r>
              <a:rPr lang="en-US" sz="2800" dirty="0"/>
              <a:t> have standard normal distributions we can set</a:t>
            </a:r>
            <a:r>
              <a:rPr lang="en-CA" sz="2800" dirty="0"/>
              <a:t> </a:t>
            </a:r>
          </a:p>
          <a:p>
            <a:pPr eaLnBrk="1" hangingPunct="1">
              <a:defRPr/>
            </a:pPr>
            <a:endParaRPr lang="en-CA" sz="2800" dirty="0"/>
          </a:p>
          <a:p>
            <a:pPr eaLnBrk="1" hangingPunct="1">
              <a:buFont typeface="Wingdings" panose="05000000000000000000" pitchFamily="2" charset="2"/>
              <a:buNone/>
              <a:defRPr/>
            </a:pPr>
            <a:r>
              <a:rPr lang="en-CA" sz="2800" dirty="0"/>
              <a:t>	where the common factor </a:t>
            </a:r>
            <a:r>
              <a:rPr lang="en-CA" sz="2800" i="1" dirty="0">
                <a:latin typeface="Times New Roman" pitchFamily="18" charset="0"/>
              </a:rPr>
              <a:t>F</a:t>
            </a:r>
            <a:r>
              <a:rPr lang="en-CA" sz="2800" dirty="0"/>
              <a:t> and the idiosyncratic component </a:t>
            </a:r>
            <a:r>
              <a:rPr lang="en-CA" sz="2800" i="1" dirty="0">
                <a:latin typeface="Times New Roman" pitchFamily="18" charset="0"/>
              </a:rPr>
              <a:t>Z</a:t>
            </a:r>
            <a:r>
              <a:rPr lang="en-CA" sz="2800" i="1" baseline="-25000" dirty="0">
                <a:latin typeface="Times New Roman" pitchFamily="18" charset="0"/>
              </a:rPr>
              <a:t>i</a:t>
            </a:r>
            <a:r>
              <a:rPr lang="en-CA" sz="2800" dirty="0">
                <a:latin typeface="Times New Roman" pitchFamily="18" charset="0"/>
              </a:rPr>
              <a:t> </a:t>
            </a:r>
            <a:r>
              <a:rPr lang="en-CA" sz="2800" dirty="0"/>
              <a:t>have independent standard normal distributions</a:t>
            </a:r>
          </a:p>
          <a:p>
            <a:pPr eaLnBrk="1" hangingPunct="1">
              <a:defRPr/>
            </a:pPr>
            <a:r>
              <a:rPr lang="en-CA" sz="2800" dirty="0"/>
              <a:t>Correlation between </a:t>
            </a:r>
            <a:r>
              <a:rPr lang="en-CA" sz="2800" i="1" dirty="0">
                <a:latin typeface="+mj-lt"/>
              </a:rPr>
              <a:t>U</a:t>
            </a:r>
            <a:r>
              <a:rPr lang="en-CA" sz="2800" i="1" baseline="-25000" dirty="0">
                <a:latin typeface="+mj-lt"/>
              </a:rPr>
              <a:t>i</a:t>
            </a:r>
            <a:r>
              <a:rPr lang="en-CA" sz="2800" i="1" dirty="0">
                <a:latin typeface="+mj-lt"/>
              </a:rPr>
              <a:t> </a:t>
            </a:r>
            <a:r>
              <a:rPr lang="en-CA" sz="2800" dirty="0"/>
              <a:t>and </a:t>
            </a:r>
            <a:r>
              <a:rPr lang="en-CA" sz="2800" i="1" dirty="0">
                <a:latin typeface="+mj-lt"/>
              </a:rPr>
              <a:t>U</a:t>
            </a:r>
            <a:r>
              <a:rPr lang="en-CA" sz="2800" i="1" baseline="-25000" dirty="0">
                <a:latin typeface="+mj-lt"/>
              </a:rPr>
              <a:t>j</a:t>
            </a:r>
            <a:r>
              <a:rPr lang="en-CA" sz="2800" i="1" dirty="0">
                <a:latin typeface="+mj-lt"/>
              </a:rPr>
              <a:t> </a:t>
            </a:r>
            <a:r>
              <a:rPr lang="en-CA" sz="2800" dirty="0"/>
              <a:t>is </a:t>
            </a:r>
            <a:r>
              <a:rPr lang="en-CA" sz="2800" i="1" dirty="0">
                <a:latin typeface="+mj-lt"/>
              </a:rPr>
              <a:t>a</a:t>
            </a:r>
            <a:r>
              <a:rPr lang="en-CA" sz="2800" i="1" baseline="-25000" dirty="0">
                <a:latin typeface="+mj-lt"/>
              </a:rPr>
              <a:t>i</a:t>
            </a:r>
            <a:r>
              <a:rPr lang="en-CA" sz="2800" i="1" dirty="0">
                <a:latin typeface="+mj-lt"/>
              </a:rPr>
              <a:t> a</a:t>
            </a:r>
            <a:r>
              <a:rPr lang="en-CA" sz="2800" i="1" baseline="-25000" dirty="0">
                <a:latin typeface="+mj-lt"/>
              </a:rPr>
              <a:t>j</a:t>
            </a:r>
            <a:endParaRPr lang="en-US" sz="2800" i="1" dirty="0">
              <a:latin typeface="+mj-lt"/>
            </a:endParaRPr>
          </a:p>
        </p:txBody>
      </p:sp>
      <p:graphicFrame>
        <p:nvGraphicFramePr>
          <p:cNvPr id="39943" name="Object 4"/>
          <p:cNvGraphicFramePr>
            <a:graphicFrameLocks noChangeAspect="1"/>
          </p:cNvGraphicFramePr>
          <p:nvPr/>
        </p:nvGraphicFramePr>
        <p:xfrm>
          <a:off x="2428875" y="2686050"/>
          <a:ext cx="2571750" cy="5921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146" name="Equation" r:id="rId4" imgW="1209655" imgH="238057" progId="Equation.3">
                  <p:embed/>
                </p:oleObj>
              </mc:Choice>
              <mc:Fallback>
                <p:oleObj name="Equation" r:id="rId4" imgW="1209655" imgH="238057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28875" y="2686050"/>
                        <a:ext cx="2571750" cy="5921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14313"/>
            <a:ext cx="7772400" cy="1571625"/>
          </a:xfrm>
        </p:spPr>
        <p:txBody>
          <a:bodyPr/>
          <a:lstStyle/>
          <a:p>
            <a:pPr eaLnBrk="1" hangingPunct="1"/>
            <a:r>
              <a:rPr lang="en-US" altLang="en-US" sz="3500"/>
              <a:t>Gaussian Copula Models: </a:t>
            </a:r>
            <a:br>
              <a:rPr lang="en-US" altLang="en-US" sz="3500"/>
            </a:br>
            <a:r>
              <a:rPr lang="en-US" altLang="en-US" sz="2200"/>
              <a:t>Creating a correlation structure for variables that are not normally distributed</a:t>
            </a:r>
          </a:p>
        </p:txBody>
      </p:sp>
      <p:sp>
        <p:nvSpPr>
          <p:cNvPr id="41987" name="Rectangle 3"/>
          <p:cNvSpPr>
            <a:spLocks noGrp="1" noChangeArrowheads="1"/>
          </p:cNvSpPr>
          <p:nvPr>
            <p:ph idx="1"/>
          </p:nvPr>
        </p:nvSpPr>
        <p:spPr>
          <a:xfrm>
            <a:off x="685800" y="2357438"/>
            <a:ext cx="8172450" cy="3905250"/>
          </a:xfrm>
        </p:spPr>
        <p:txBody>
          <a:bodyPr/>
          <a:lstStyle/>
          <a:p>
            <a:pPr eaLnBrk="1" hangingPunct="1"/>
            <a:r>
              <a:rPr lang="en-US" altLang="en-US" sz="2200">
                <a:cs typeface="Arial" panose="020B0604020202020204" pitchFamily="34" charset="0"/>
              </a:rPr>
              <a:t>Suppose we wish to define a correlation structure between two variable </a:t>
            </a:r>
            <a:r>
              <a:rPr lang="en-US" altLang="en-US" sz="2200" i="1">
                <a:latin typeface="Times New Roman" panose="02020603050405020304" pitchFamily="18" charset="0"/>
                <a:cs typeface="Arial" panose="020B0604020202020204" pitchFamily="34" charset="0"/>
              </a:rPr>
              <a:t>V</a:t>
            </a:r>
            <a:r>
              <a:rPr lang="en-US" altLang="en-US" sz="2200" baseline="-25000">
                <a:cs typeface="Arial" panose="020B0604020202020204" pitchFamily="34" charset="0"/>
              </a:rPr>
              <a:t>1</a:t>
            </a:r>
            <a:r>
              <a:rPr lang="en-US" altLang="en-US" sz="2200">
                <a:cs typeface="Arial" panose="020B0604020202020204" pitchFamily="34" charset="0"/>
              </a:rPr>
              <a:t> and </a:t>
            </a:r>
            <a:r>
              <a:rPr lang="en-US" altLang="en-US" sz="2200" i="1">
                <a:latin typeface="Times New Roman" panose="02020603050405020304" pitchFamily="18" charset="0"/>
                <a:cs typeface="Arial" panose="020B0604020202020204" pitchFamily="34" charset="0"/>
              </a:rPr>
              <a:t>V</a:t>
            </a:r>
            <a:r>
              <a:rPr lang="en-US" altLang="en-US" sz="2200" baseline="-25000">
                <a:cs typeface="Arial" panose="020B0604020202020204" pitchFamily="34" charset="0"/>
              </a:rPr>
              <a:t>2 </a:t>
            </a:r>
            <a:r>
              <a:rPr lang="en-US" altLang="en-US" sz="2200">
                <a:cs typeface="Arial" panose="020B0604020202020204" pitchFamily="34" charset="0"/>
              </a:rPr>
              <a:t>that do not have normal distributions</a:t>
            </a:r>
            <a:endParaRPr lang="en-US" altLang="en-US" sz="2200" baseline="-25000">
              <a:cs typeface="Arial" panose="020B0604020202020204" pitchFamily="34" charset="0"/>
            </a:endParaRPr>
          </a:p>
          <a:p>
            <a:pPr eaLnBrk="1" hangingPunct="1"/>
            <a:r>
              <a:rPr lang="en-US" altLang="en-US" sz="2200">
                <a:cs typeface="Arial" panose="020B0604020202020204" pitchFamily="34" charset="0"/>
              </a:rPr>
              <a:t>We transform the variable </a:t>
            </a:r>
            <a:r>
              <a:rPr lang="en-US" altLang="en-US" sz="2200" i="1">
                <a:latin typeface="Times New Roman" panose="02020603050405020304" pitchFamily="18" charset="0"/>
                <a:cs typeface="Arial" panose="020B0604020202020204" pitchFamily="34" charset="0"/>
              </a:rPr>
              <a:t>V</a:t>
            </a:r>
            <a:r>
              <a:rPr lang="en-US" altLang="en-US" sz="2200" baseline="-25000">
                <a:latin typeface="Times New Roman" panose="02020603050405020304" pitchFamily="18" charset="0"/>
                <a:cs typeface="Arial" panose="020B0604020202020204" pitchFamily="34" charset="0"/>
              </a:rPr>
              <a:t>1</a:t>
            </a:r>
            <a:r>
              <a:rPr lang="en-US" altLang="en-US" sz="2200">
                <a:cs typeface="Arial" panose="020B0604020202020204" pitchFamily="34" charset="0"/>
              </a:rPr>
              <a:t> to a new variable </a:t>
            </a:r>
            <a:r>
              <a:rPr lang="en-US" altLang="en-US" sz="2200" i="1">
                <a:latin typeface="Times New Roman" panose="02020603050405020304" pitchFamily="18" charset="0"/>
                <a:cs typeface="Arial" panose="020B0604020202020204" pitchFamily="34" charset="0"/>
              </a:rPr>
              <a:t>U</a:t>
            </a:r>
            <a:r>
              <a:rPr lang="en-US" altLang="en-US" sz="2200" baseline="-25000">
                <a:latin typeface="Times New Roman" panose="02020603050405020304" pitchFamily="18" charset="0"/>
                <a:cs typeface="Arial" panose="020B0604020202020204" pitchFamily="34" charset="0"/>
              </a:rPr>
              <a:t>1</a:t>
            </a:r>
            <a:r>
              <a:rPr lang="en-US" altLang="en-US" sz="2200">
                <a:cs typeface="Arial" panose="020B0604020202020204" pitchFamily="34" charset="0"/>
              </a:rPr>
              <a:t> that has a standard normal distribution on a “percentile-to-percentile” basis.</a:t>
            </a:r>
          </a:p>
          <a:p>
            <a:pPr eaLnBrk="1" hangingPunct="1"/>
            <a:r>
              <a:rPr lang="en-US" altLang="en-US" sz="2200">
                <a:cs typeface="Arial" panose="020B0604020202020204" pitchFamily="34" charset="0"/>
              </a:rPr>
              <a:t>We transform the variable </a:t>
            </a:r>
            <a:r>
              <a:rPr lang="en-US" altLang="en-US" sz="2200" i="1">
                <a:latin typeface="Times New Roman" panose="02020603050405020304" pitchFamily="18" charset="0"/>
                <a:cs typeface="Arial" panose="020B0604020202020204" pitchFamily="34" charset="0"/>
              </a:rPr>
              <a:t>V</a:t>
            </a:r>
            <a:r>
              <a:rPr lang="en-US" altLang="en-US" sz="2200" baseline="-25000">
                <a:latin typeface="Times New Roman" panose="02020603050405020304" pitchFamily="18" charset="0"/>
                <a:cs typeface="Arial" panose="020B0604020202020204" pitchFamily="34" charset="0"/>
              </a:rPr>
              <a:t>2</a:t>
            </a:r>
            <a:r>
              <a:rPr lang="en-US" altLang="en-US" sz="2200">
                <a:cs typeface="Arial" panose="020B0604020202020204" pitchFamily="34" charset="0"/>
              </a:rPr>
              <a:t> to a new variable </a:t>
            </a:r>
            <a:r>
              <a:rPr lang="en-US" altLang="en-US" sz="2200" i="1">
                <a:latin typeface="Times New Roman" panose="02020603050405020304" pitchFamily="18" charset="0"/>
                <a:cs typeface="Arial" panose="020B0604020202020204" pitchFamily="34" charset="0"/>
              </a:rPr>
              <a:t>U</a:t>
            </a:r>
            <a:r>
              <a:rPr lang="en-US" altLang="en-US" sz="2200" baseline="-25000">
                <a:latin typeface="Times New Roman" panose="02020603050405020304" pitchFamily="18" charset="0"/>
                <a:cs typeface="Arial" panose="020B0604020202020204" pitchFamily="34" charset="0"/>
              </a:rPr>
              <a:t>2</a:t>
            </a:r>
            <a:r>
              <a:rPr lang="en-US" altLang="en-US" sz="2200">
                <a:cs typeface="Arial" panose="020B0604020202020204" pitchFamily="34" charset="0"/>
              </a:rPr>
              <a:t> that has a standard normal distribution on a “percentile-to-percentile” basis.</a:t>
            </a:r>
          </a:p>
          <a:p>
            <a:pPr eaLnBrk="1" hangingPunct="1"/>
            <a:r>
              <a:rPr lang="en-US" altLang="en-US" sz="2200" i="1">
                <a:latin typeface="Times New Roman" panose="02020603050405020304" pitchFamily="18" charset="0"/>
                <a:cs typeface="Arial" panose="020B0604020202020204" pitchFamily="34" charset="0"/>
              </a:rPr>
              <a:t>U</a:t>
            </a:r>
            <a:r>
              <a:rPr lang="en-US" altLang="en-US" sz="2200" baseline="-25000">
                <a:cs typeface="Arial" panose="020B0604020202020204" pitchFamily="34" charset="0"/>
              </a:rPr>
              <a:t>1</a:t>
            </a:r>
            <a:r>
              <a:rPr lang="en-US" altLang="en-US" sz="2200">
                <a:cs typeface="Arial" panose="020B0604020202020204" pitchFamily="34" charset="0"/>
              </a:rPr>
              <a:t> and </a:t>
            </a:r>
            <a:r>
              <a:rPr lang="en-US" altLang="en-US" sz="2200" i="1">
                <a:latin typeface="Times New Roman" panose="02020603050405020304" pitchFamily="18" charset="0"/>
                <a:cs typeface="Arial" panose="020B0604020202020204" pitchFamily="34" charset="0"/>
              </a:rPr>
              <a:t>U</a:t>
            </a:r>
            <a:r>
              <a:rPr lang="en-US" altLang="en-US" sz="2200" baseline="-25000">
                <a:cs typeface="Arial" panose="020B0604020202020204" pitchFamily="34" charset="0"/>
              </a:rPr>
              <a:t>2</a:t>
            </a:r>
            <a:r>
              <a:rPr lang="en-US" altLang="en-US" sz="2200">
                <a:cs typeface="Arial" panose="020B0604020202020204" pitchFamily="34" charset="0"/>
              </a:rPr>
              <a:t> are assumed to have a bivariate normal distribution</a:t>
            </a:r>
          </a:p>
          <a:p>
            <a:pPr eaLnBrk="1" hangingPunct="1"/>
            <a:endParaRPr lang="en-US" altLang="en-US" sz="2400">
              <a:cs typeface="Arial" panose="020B0604020202020204" pitchFamily="34" charset="0"/>
            </a:endParaRPr>
          </a:p>
          <a:p>
            <a:pPr eaLnBrk="1" hangingPunct="1"/>
            <a:endParaRPr lang="en-US" altLang="en-US" sz="2400">
              <a:cs typeface="Arial" panose="020B0604020202020204" pitchFamily="34" charset="0"/>
            </a:endParaRPr>
          </a:p>
          <a:p>
            <a:pPr eaLnBrk="1" hangingPunct="1"/>
            <a:endParaRPr lang="en-US" altLang="en-US" sz="2400">
              <a:cs typeface="Arial" panose="020B0604020202020204" pitchFamily="34" charset="0"/>
            </a:endParaRP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>
              <a:cs typeface="Arial" panose="020B0604020202020204" pitchFamily="34" charset="0"/>
            </a:endParaRPr>
          </a:p>
        </p:txBody>
      </p:sp>
      <p:sp>
        <p:nvSpPr>
          <p:cNvPr id="41988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600200" y="6357938"/>
            <a:ext cx="5029200" cy="347662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41989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6887D50-43D8-4D07-8467-E58AB3CD27B1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13</a:t>
            </a:fld>
            <a:endParaRPr lang="en-US" altLang="en-US" sz="1800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2"/>
          <p:cNvSpPr>
            <a:spLocks noGrp="1" noChangeArrowheads="1"/>
          </p:cNvSpPr>
          <p:nvPr>
            <p:ph type="title"/>
          </p:nvPr>
        </p:nvSpPr>
        <p:spPr>
          <a:xfrm>
            <a:off x="468313" y="428625"/>
            <a:ext cx="7532687" cy="785813"/>
          </a:xfrm>
        </p:spPr>
        <p:txBody>
          <a:bodyPr/>
          <a:lstStyle/>
          <a:p>
            <a:pPr eaLnBrk="1" hangingPunct="1"/>
            <a:r>
              <a:rPr lang="en-US" altLang="en-US" sz="2800"/>
              <a:t>The Correlation Structure Between the V’s is Defined by that Between the U’s</a:t>
            </a:r>
          </a:p>
        </p:txBody>
      </p:sp>
      <p:sp>
        <p:nvSpPr>
          <p:cNvPr id="44035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>
                <a:cs typeface="Arial" panose="020B0604020202020204" pitchFamily="34" charset="0"/>
              </a:rPr>
              <a:t> </a:t>
            </a:r>
          </a:p>
        </p:txBody>
      </p:sp>
      <p:sp>
        <p:nvSpPr>
          <p:cNvPr id="44036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44037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8AD47E3-8006-43F8-BAAF-9247582BDF66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14</a:t>
            </a:fld>
            <a:endParaRPr lang="en-US" altLang="en-US" sz="1800"/>
          </a:p>
        </p:txBody>
      </p:sp>
      <p:sp>
        <p:nvSpPr>
          <p:cNvPr id="44038" name="AutoShape 9"/>
          <p:cNvSpPr>
            <a:spLocks noChangeAspect="1" noChangeArrowheads="1" noTextEdit="1"/>
          </p:cNvSpPr>
          <p:nvPr/>
        </p:nvSpPr>
        <p:spPr bwMode="auto">
          <a:xfrm>
            <a:off x="2268538" y="1628775"/>
            <a:ext cx="4897437" cy="4418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39" name="Rectangle 11"/>
          <p:cNvSpPr>
            <a:spLocks noChangeArrowheads="1"/>
          </p:cNvSpPr>
          <p:nvPr/>
        </p:nvSpPr>
        <p:spPr bwMode="auto">
          <a:xfrm>
            <a:off x="2286000" y="1646238"/>
            <a:ext cx="1624013" cy="136048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/>
          </a:p>
        </p:txBody>
      </p:sp>
      <p:sp>
        <p:nvSpPr>
          <p:cNvPr id="44040" name="Line 12"/>
          <p:cNvSpPr>
            <a:spLocks noChangeShapeType="1"/>
          </p:cNvSpPr>
          <p:nvPr/>
        </p:nvSpPr>
        <p:spPr bwMode="auto">
          <a:xfrm>
            <a:off x="2362200" y="2622550"/>
            <a:ext cx="1468438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1" name="Line 13"/>
          <p:cNvSpPr>
            <a:spLocks noChangeShapeType="1"/>
          </p:cNvSpPr>
          <p:nvPr/>
        </p:nvSpPr>
        <p:spPr bwMode="auto">
          <a:xfrm>
            <a:off x="2362200" y="2387600"/>
            <a:ext cx="1468438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2" name="Line 14"/>
          <p:cNvSpPr>
            <a:spLocks noChangeShapeType="1"/>
          </p:cNvSpPr>
          <p:nvPr/>
        </p:nvSpPr>
        <p:spPr bwMode="auto">
          <a:xfrm>
            <a:off x="2362200" y="2149475"/>
            <a:ext cx="1468438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3" name="Line 15"/>
          <p:cNvSpPr>
            <a:spLocks noChangeShapeType="1"/>
          </p:cNvSpPr>
          <p:nvPr/>
        </p:nvSpPr>
        <p:spPr bwMode="auto">
          <a:xfrm>
            <a:off x="2362200" y="1916113"/>
            <a:ext cx="1468438" cy="1587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4" name="Line 16"/>
          <p:cNvSpPr>
            <a:spLocks noChangeShapeType="1"/>
          </p:cNvSpPr>
          <p:nvPr/>
        </p:nvSpPr>
        <p:spPr bwMode="auto">
          <a:xfrm>
            <a:off x="2362200" y="1682750"/>
            <a:ext cx="1468438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5" name="Line 17"/>
          <p:cNvSpPr>
            <a:spLocks noChangeShapeType="1"/>
          </p:cNvSpPr>
          <p:nvPr/>
        </p:nvSpPr>
        <p:spPr bwMode="auto">
          <a:xfrm>
            <a:off x="2362200" y="2855913"/>
            <a:ext cx="1470025" cy="1587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6" name="Rectangle 19"/>
          <p:cNvSpPr>
            <a:spLocks noChangeArrowheads="1"/>
          </p:cNvSpPr>
          <p:nvPr/>
        </p:nvSpPr>
        <p:spPr bwMode="auto">
          <a:xfrm>
            <a:off x="2325688" y="2894013"/>
            <a:ext cx="88900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">
                <a:solidFill>
                  <a:srgbClr val="FFFFFF"/>
                </a:solidFill>
              </a:rPr>
              <a:t>-0.2</a:t>
            </a:r>
            <a:endParaRPr lang="en-US" altLang="en-US" sz="1800"/>
          </a:p>
        </p:txBody>
      </p:sp>
      <p:sp>
        <p:nvSpPr>
          <p:cNvPr id="44047" name="Rectangle 20"/>
          <p:cNvSpPr>
            <a:spLocks noChangeArrowheads="1"/>
          </p:cNvSpPr>
          <p:nvPr/>
        </p:nvSpPr>
        <p:spPr bwMode="auto">
          <a:xfrm>
            <a:off x="2563813" y="2894013"/>
            <a:ext cx="28575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">
                <a:solidFill>
                  <a:srgbClr val="FFFFFF"/>
                </a:solidFill>
              </a:rPr>
              <a:t>0</a:t>
            </a:r>
            <a:endParaRPr lang="en-US" altLang="en-US" sz="1800"/>
          </a:p>
        </p:txBody>
      </p:sp>
      <p:sp>
        <p:nvSpPr>
          <p:cNvPr id="44048" name="Rectangle 21"/>
          <p:cNvSpPr>
            <a:spLocks noChangeArrowheads="1"/>
          </p:cNvSpPr>
          <p:nvPr/>
        </p:nvSpPr>
        <p:spPr bwMode="auto">
          <a:xfrm>
            <a:off x="2751138" y="2894013"/>
            <a:ext cx="71437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">
                <a:solidFill>
                  <a:srgbClr val="FFFFFF"/>
                </a:solidFill>
              </a:rPr>
              <a:t>0.2</a:t>
            </a:r>
            <a:endParaRPr lang="en-US" altLang="en-US" sz="1800"/>
          </a:p>
        </p:txBody>
      </p:sp>
      <p:sp>
        <p:nvSpPr>
          <p:cNvPr id="44049" name="Rectangle 22"/>
          <p:cNvSpPr>
            <a:spLocks noChangeArrowheads="1"/>
          </p:cNvSpPr>
          <p:nvPr/>
        </p:nvSpPr>
        <p:spPr bwMode="auto">
          <a:xfrm>
            <a:off x="2963863" y="2894013"/>
            <a:ext cx="71437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">
                <a:solidFill>
                  <a:srgbClr val="FFFFFF"/>
                </a:solidFill>
              </a:rPr>
              <a:t>0.4</a:t>
            </a:r>
            <a:endParaRPr lang="en-US" altLang="en-US" sz="1800"/>
          </a:p>
        </p:txBody>
      </p:sp>
      <p:sp>
        <p:nvSpPr>
          <p:cNvPr id="44050" name="Rectangle 23"/>
          <p:cNvSpPr>
            <a:spLocks noChangeArrowheads="1"/>
          </p:cNvSpPr>
          <p:nvPr/>
        </p:nvSpPr>
        <p:spPr bwMode="auto">
          <a:xfrm>
            <a:off x="3171825" y="2894013"/>
            <a:ext cx="71438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">
                <a:solidFill>
                  <a:srgbClr val="FFFFFF"/>
                </a:solidFill>
              </a:rPr>
              <a:t>0.6</a:t>
            </a:r>
            <a:endParaRPr lang="en-US" altLang="en-US" sz="1800"/>
          </a:p>
        </p:txBody>
      </p:sp>
      <p:sp>
        <p:nvSpPr>
          <p:cNvPr id="44051" name="Rectangle 24"/>
          <p:cNvSpPr>
            <a:spLocks noChangeArrowheads="1"/>
          </p:cNvSpPr>
          <p:nvPr/>
        </p:nvSpPr>
        <p:spPr bwMode="auto">
          <a:xfrm>
            <a:off x="3382963" y="2894013"/>
            <a:ext cx="71437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">
                <a:solidFill>
                  <a:srgbClr val="FFFFFF"/>
                </a:solidFill>
              </a:rPr>
              <a:t>0.8</a:t>
            </a:r>
            <a:endParaRPr lang="en-US" altLang="en-US" sz="1800"/>
          </a:p>
        </p:txBody>
      </p:sp>
      <p:sp>
        <p:nvSpPr>
          <p:cNvPr id="44052" name="Rectangle 25"/>
          <p:cNvSpPr>
            <a:spLocks noChangeArrowheads="1"/>
          </p:cNvSpPr>
          <p:nvPr/>
        </p:nvSpPr>
        <p:spPr bwMode="auto">
          <a:xfrm>
            <a:off x="3611563" y="2894013"/>
            <a:ext cx="28575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">
                <a:solidFill>
                  <a:srgbClr val="FFFFFF"/>
                </a:solidFill>
              </a:rPr>
              <a:t>1</a:t>
            </a:r>
            <a:endParaRPr lang="en-US" altLang="en-US" sz="1800"/>
          </a:p>
        </p:txBody>
      </p:sp>
      <p:sp>
        <p:nvSpPr>
          <p:cNvPr id="44053" name="Rectangle 26"/>
          <p:cNvSpPr>
            <a:spLocks noChangeArrowheads="1"/>
          </p:cNvSpPr>
          <p:nvPr/>
        </p:nvSpPr>
        <p:spPr bwMode="auto">
          <a:xfrm>
            <a:off x="3803650" y="2894013"/>
            <a:ext cx="71438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">
                <a:solidFill>
                  <a:srgbClr val="FFFFFF"/>
                </a:solidFill>
              </a:rPr>
              <a:t>1.2</a:t>
            </a:r>
            <a:endParaRPr lang="en-US" altLang="en-US" sz="1800"/>
          </a:p>
        </p:txBody>
      </p:sp>
      <p:sp>
        <p:nvSpPr>
          <p:cNvPr id="44054" name="Rectangle 27"/>
          <p:cNvSpPr>
            <a:spLocks noChangeArrowheads="1"/>
          </p:cNvSpPr>
          <p:nvPr/>
        </p:nvSpPr>
        <p:spPr bwMode="auto">
          <a:xfrm>
            <a:off x="4841875" y="1739900"/>
            <a:ext cx="1503363" cy="12604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/>
          </a:p>
        </p:txBody>
      </p:sp>
      <p:sp>
        <p:nvSpPr>
          <p:cNvPr id="44055" name="Line 28"/>
          <p:cNvSpPr>
            <a:spLocks noChangeShapeType="1"/>
          </p:cNvSpPr>
          <p:nvPr/>
        </p:nvSpPr>
        <p:spPr bwMode="auto">
          <a:xfrm>
            <a:off x="4911725" y="2643188"/>
            <a:ext cx="1358900" cy="1587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6" name="Line 29"/>
          <p:cNvSpPr>
            <a:spLocks noChangeShapeType="1"/>
          </p:cNvSpPr>
          <p:nvPr/>
        </p:nvSpPr>
        <p:spPr bwMode="auto">
          <a:xfrm>
            <a:off x="4911725" y="2427288"/>
            <a:ext cx="1358900" cy="1587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7" name="Line 30"/>
          <p:cNvSpPr>
            <a:spLocks noChangeShapeType="1"/>
          </p:cNvSpPr>
          <p:nvPr/>
        </p:nvSpPr>
        <p:spPr bwMode="auto">
          <a:xfrm>
            <a:off x="4911725" y="2206625"/>
            <a:ext cx="1358900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8" name="Line 31"/>
          <p:cNvSpPr>
            <a:spLocks noChangeShapeType="1"/>
          </p:cNvSpPr>
          <p:nvPr/>
        </p:nvSpPr>
        <p:spPr bwMode="auto">
          <a:xfrm>
            <a:off x="4911725" y="1989138"/>
            <a:ext cx="1358900" cy="1587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9" name="Line 32"/>
          <p:cNvSpPr>
            <a:spLocks noChangeShapeType="1"/>
          </p:cNvSpPr>
          <p:nvPr/>
        </p:nvSpPr>
        <p:spPr bwMode="auto">
          <a:xfrm>
            <a:off x="4911725" y="1771650"/>
            <a:ext cx="1358900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0" name="Line 33"/>
          <p:cNvSpPr>
            <a:spLocks noChangeShapeType="1"/>
          </p:cNvSpPr>
          <p:nvPr/>
        </p:nvSpPr>
        <p:spPr bwMode="auto">
          <a:xfrm>
            <a:off x="4859338" y="2852738"/>
            <a:ext cx="1362075" cy="1587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1" name="Rectangle 35"/>
          <p:cNvSpPr>
            <a:spLocks noChangeArrowheads="1"/>
          </p:cNvSpPr>
          <p:nvPr/>
        </p:nvSpPr>
        <p:spPr bwMode="auto">
          <a:xfrm>
            <a:off x="4878388" y="2895600"/>
            <a:ext cx="65087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00">
                <a:solidFill>
                  <a:srgbClr val="FFFFFF"/>
                </a:solidFill>
              </a:rPr>
              <a:t>-0.2</a:t>
            </a:r>
            <a:endParaRPr lang="en-US" altLang="en-US" sz="1800"/>
          </a:p>
        </p:txBody>
      </p:sp>
      <p:sp>
        <p:nvSpPr>
          <p:cNvPr id="44062" name="Rectangle 36"/>
          <p:cNvSpPr>
            <a:spLocks noChangeArrowheads="1"/>
          </p:cNvSpPr>
          <p:nvPr/>
        </p:nvSpPr>
        <p:spPr bwMode="auto">
          <a:xfrm>
            <a:off x="5099050" y="2895600"/>
            <a:ext cx="20638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00">
                <a:solidFill>
                  <a:srgbClr val="FFFFFF"/>
                </a:solidFill>
              </a:rPr>
              <a:t>0</a:t>
            </a:r>
            <a:endParaRPr lang="en-US" altLang="en-US" sz="1800"/>
          </a:p>
        </p:txBody>
      </p:sp>
      <p:sp>
        <p:nvSpPr>
          <p:cNvPr id="44063" name="Rectangle 37"/>
          <p:cNvSpPr>
            <a:spLocks noChangeArrowheads="1"/>
          </p:cNvSpPr>
          <p:nvPr/>
        </p:nvSpPr>
        <p:spPr bwMode="auto">
          <a:xfrm>
            <a:off x="5273675" y="2895600"/>
            <a:ext cx="52388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00">
                <a:solidFill>
                  <a:srgbClr val="FFFFFF"/>
                </a:solidFill>
              </a:rPr>
              <a:t>0.2</a:t>
            </a:r>
            <a:endParaRPr lang="en-US" altLang="en-US" sz="1800"/>
          </a:p>
        </p:txBody>
      </p:sp>
      <p:sp>
        <p:nvSpPr>
          <p:cNvPr id="44064" name="Rectangle 38"/>
          <p:cNvSpPr>
            <a:spLocks noChangeArrowheads="1"/>
          </p:cNvSpPr>
          <p:nvPr/>
        </p:nvSpPr>
        <p:spPr bwMode="auto">
          <a:xfrm>
            <a:off x="5468938" y="2895600"/>
            <a:ext cx="52387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00">
                <a:solidFill>
                  <a:srgbClr val="FFFFFF"/>
                </a:solidFill>
              </a:rPr>
              <a:t>0.4</a:t>
            </a:r>
            <a:endParaRPr lang="en-US" altLang="en-US" sz="1800"/>
          </a:p>
        </p:txBody>
      </p:sp>
      <p:sp>
        <p:nvSpPr>
          <p:cNvPr id="44065" name="Rectangle 39"/>
          <p:cNvSpPr>
            <a:spLocks noChangeArrowheads="1"/>
          </p:cNvSpPr>
          <p:nvPr/>
        </p:nvSpPr>
        <p:spPr bwMode="auto">
          <a:xfrm>
            <a:off x="5661025" y="2895600"/>
            <a:ext cx="52388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00">
                <a:solidFill>
                  <a:srgbClr val="FFFFFF"/>
                </a:solidFill>
              </a:rPr>
              <a:t>0.6</a:t>
            </a:r>
            <a:endParaRPr lang="en-US" altLang="en-US" sz="1800"/>
          </a:p>
        </p:txBody>
      </p:sp>
      <p:sp>
        <p:nvSpPr>
          <p:cNvPr id="44066" name="Rectangle 40"/>
          <p:cNvSpPr>
            <a:spLocks noChangeArrowheads="1"/>
          </p:cNvSpPr>
          <p:nvPr/>
        </p:nvSpPr>
        <p:spPr bwMode="auto">
          <a:xfrm>
            <a:off x="5857875" y="2895600"/>
            <a:ext cx="52388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00">
                <a:solidFill>
                  <a:srgbClr val="FFFFFF"/>
                </a:solidFill>
              </a:rPr>
              <a:t>0.8</a:t>
            </a:r>
            <a:endParaRPr lang="en-US" altLang="en-US" sz="1800"/>
          </a:p>
        </p:txBody>
      </p:sp>
      <p:sp>
        <p:nvSpPr>
          <p:cNvPr id="44067" name="Rectangle 41"/>
          <p:cNvSpPr>
            <a:spLocks noChangeArrowheads="1"/>
          </p:cNvSpPr>
          <p:nvPr/>
        </p:nvSpPr>
        <p:spPr bwMode="auto">
          <a:xfrm>
            <a:off x="6069013" y="2895600"/>
            <a:ext cx="20637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00">
                <a:solidFill>
                  <a:srgbClr val="FFFFFF"/>
                </a:solidFill>
              </a:rPr>
              <a:t>1</a:t>
            </a:r>
            <a:endParaRPr lang="en-US" altLang="en-US" sz="1800"/>
          </a:p>
        </p:txBody>
      </p:sp>
      <p:sp>
        <p:nvSpPr>
          <p:cNvPr id="44068" name="Rectangle 42"/>
          <p:cNvSpPr>
            <a:spLocks noChangeArrowheads="1"/>
          </p:cNvSpPr>
          <p:nvPr/>
        </p:nvSpPr>
        <p:spPr bwMode="auto">
          <a:xfrm>
            <a:off x="6246813" y="2895600"/>
            <a:ext cx="52387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00">
                <a:solidFill>
                  <a:srgbClr val="FFFFFF"/>
                </a:solidFill>
              </a:rPr>
              <a:t>1.2</a:t>
            </a:r>
            <a:endParaRPr lang="en-US" altLang="en-US" sz="1800"/>
          </a:p>
        </p:txBody>
      </p:sp>
      <p:sp>
        <p:nvSpPr>
          <p:cNvPr id="44069" name="Rectangle 43"/>
          <p:cNvSpPr>
            <a:spLocks noChangeArrowheads="1"/>
          </p:cNvSpPr>
          <p:nvPr/>
        </p:nvSpPr>
        <p:spPr bwMode="auto">
          <a:xfrm>
            <a:off x="2954338" y="2952750"/>
            <a:ext cx="936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 i="1">
                <a:solidFill>
                  <a:srgbClr val="000000"/>
                </a:solidFill>
                <a:latin typeface="Times New Roman" panose="02020603050405020304" pitchFamily="18" charset="0"/>
              </a:rPr>
              <a:t>V</a:t>
            </a:r>
            <a:endParaRPr lang="en-US" altLang="en-US" sz="1800"/>
          </a:p>
        </p:txBody>
      </p:sp>
      <p:sp>
        <p:nvSpPr>
          <p:cNvPr id="44070" name="Rectangle 44"/>
          <p:cNvSpPr>
            <a:spLocks noChangeArrowheads="1"/>
          </p:cNvSpPr>
          <p:nvPr/>
        </p:nvSpPr>
        <p:spPr bwMode="auto">
          <a:xfrm>
            <a:off x="3041650" y="3040063"/>
            <a:ext cx="57150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solidFill>
                  <a:srgbClr val="000000"/>
                </a:solidFill>
              </a:rPr>
              <a:t>1</a:t>
            </a:r>
            <a:endParaRPr lang="en-US" altLang="en-US" sz="1800"/>
          </a:p>
        </p:txBody>
      </p:sp>
      <p:sp>
        <p:nvSpPr>
          <p:cNvPr id="44071" name="Rectangle 45"/>
          <p:cNvSpPr>
            <a:spLocks noChangeArrowheads="1"/>
          </p:cNvSpPr>
          <p:nvPr/>
        </p:nvSpPr>
        <p:spPr bwMode="auto">
          <a:xfrm>
            <a:off x="5510213" y="2905125"/>
            <a:ext cx="9366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 i="1">
                <a:solidFill>
                  <a:srgbClr val="000000"/>
                </a:solidFill>
                <a:latin typeface="Times New Roman" panose="02020603050405020304" pitchFamily="18" charset="0"/>
              </a:rPr>
              <a:t>V</a:t>
            </a:r>
            <a:endParaRPr lang="en-US" altLang="en-US" sz="1800"/>
          </a:p>
        </p:txBody>
      </p:sp>
      <p:sp>
        <p:nvSpPr>
          <p:cNvPr id="44072" name="Rectangle 46"/>
          <p:cNvSpPr>
            <a:spLocks noChangeArrowheads="1"/>
          </p:cNvSpPr>
          <p:nvPr/>
        </p:nvSpPr>
        <p:spPr bwMode="auto">
          <a:xfrm>
            <a:off x="5597525" y="2992438"/>
            <a:ext cx="57150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solidFill>
                  <a:srgbClr val="000000"/>
                </a:solidFill>
              </a:rPr>
              <a:t>2</a:t>
            </a:r>
            <a:endParaRPr lang="en-US" altLang="en-US" sz="1800"/>
          </a:p>
        </p:txBody>
      </p:sp>
      <p:sp>
        <p:nvSpPr>
          <p:cNvPr id="44073" name="Rectangle 47"/>
          <p:cNvSpPr>
            <a:spLocks noChangeArrowheads="1"/>
          </p:cNvSpPr>
          <p:nvPr/>
        </p:nvSpPr>
        <p:spPr bwMode="auto">
          <a:xfrm>
            <a:off x="2374900" y="3827463"/>
            <a:ext cx="1403350" cy="1244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/>
          </a:p>
        </p:txBody>
      </p:sp>
      <p:sp>
        <p:nvSpPr>
          <p:cNvPr id="44074" name="Rectangle 48"/>
          <p:cNvSpPr>
            <a:spLocks noChangeArrowheads="1"/>
          </p:cNvSpPr>
          <p:nvPr/>
        </p:nvSpPr>
        <p:spPr bwMode="auto">
          <a:xfrm>
            <a:off x="2427288" y="3859213"/>
            <a:ext cx="1293812" cy="1074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/>
          </a:p>
        </p:txBody>
      </p:sp>
      <p:sp>
        <p:nvSpPr>
          <p:cNvPr id="44075" name="Line 49"/>
          <p:cNvSpPr>
            <a:spLocks noChangeShapeType="1"/>
          </p:cNvSpPr>
          <p:nvPr/>
        </p:nvSpPr>
        <p:spPr bwMode="auto">
          <a:xfrm>
            <a:off x="2427288" y="4813300"/>
            <a:ext cx="1292225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76" name="Line 50"/>
          <p:cNvSpPr>
            <a:spLocks noChangeShapeType="1"/>
          </p:cNvSpPr>
          <p:nvPr/>
        </p:nvSpPr>
        <p:spPr bwMode="auto">
          <a:xfrm>
            <a:off x="2427288" y="4694238"/>
            <a:ext cx="1292225" cy="1587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77" name="Line 51"/>
          <p:cNvSpPr>
            <a:spLocks noChangeShapeType="1"/>
          </p:cNvSpPr>
          <p:nvPr/>
        </p:nvSpPr>
        <p:spPr bwMode="auto">
          <a:xfrm>
            <a:off x="2427288" y="4575175"/>
            <a:ext cx="1292225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78" name="Line 52"/>
          <p:cNvSpPr>
            <a:spLocks noChangeShapeType="1"/>
          </p:cNvSpPr>
          <p:nvPr/>
        </p:nvSpPr>
        <p:spPr bwMode="auto">
          <a:xfrm>
            <a:off x="2427288" y="4454525"/>
            <a:ext cx="1292225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79" name="Line 53"/>
          <p:cNvSpPr>
            <a:spLocks noChangeShapeType="1"/>
          </p:cNvSpPr>
          <p:nvPr/>
        </p:nvSpPr>
        <p:spPr bwMode="auto">
          <a:xfrm>
            <a:off x="2427288" y="4338638"/>
            <a:ext cx="1292225" cy="1587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80" name="Line 54"/>
          <p:cNvSpPr>
            <a:spLocks noChangeShapeType="1"/>
          </p:cNvSpPr>
          <p:nvPr/>
        </p:nvSpPr>
        <p:spPr bwMode="auto">
          <a:xfrm>
            <a:off x="2427288" y="4219575"/>
            <a:ext cx="1292225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81" name="Line 55"/>
          <p:cNvSpPr>
            <a:spLocks noChangeShapeType="1"/>
          </p:cNvSpPr>
          <p:nvPr/>
        </p:nvSpPr>
        <p:spPr bwMode="auto">
          <a:xfrm>
            <a:off x="2427288" y="4098925"/>
            <a:ext cx="1292225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82" name="Line 56"/>
          <p:cNvSpPr>
            <a:spLocks noChangeShapeType="1"/>
          </p:cNvSpPr>
          <p:nvPr/>
        </p:nvSpPr>
        <p:spPr bwMode="auto">
          <a:xfrm>
            <a:off x="2427288" y="3979863"/>
            <a:ext cx="1292225" cy="1587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83" name="Line 57"/>
          <p:cNvSpPr>
            <a:spLocks noChangeShapeType="1"/>
          </p:cNvSpPr>
          <p:nvPr/>
        </p:nvSpPr>
        <p:spPr bwMode="auto">
          <a:xfrm>
            <a:off x="2427288" y="3859213"/>
            <a:ext cx="1292225" cy="1587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84" name="Rectangle 58"/>
          <p:cNvSpPr>
            <a:spLocks noChangeArrowheads="1"/>
          </p:cNvSpPr>
          <p:nvPr/>
        </p:nvSpPr>
        <p:spPr bwMode="auto">
          <a:xfrm>
            <a:off x="2427288" y="3859213"/>
            <a:ext cx="1293812" cy="1074737"/>
          </a:xfrm>
          <a:prstGeom prst="rect">
            <a:avLst/>
          </a:prstGeom>
          <a:noFill/>
          <a:ln w="3175">
            <a:solidFill>
              <a:srgbClr val="FFFF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/>
          </a:p>
        </p:txBody>
      </p:sp>
      <p:sp>
        <p:nvSpPr>
          <p:cNvPr id="44085" name="Line 59"/>
          <p:cNvSpPr>
            <a:spLocks noChangeShapeType="1"/>
          </p:cNvSpPr>
          <p:nvPr/>
        </p:nvSpPr>
        <p:spPr bwMode="auto">
          <a:xfrm>
            <a:off x="2427288" y="4933950"/>
            <a:ext cx="12938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86" name="Line 60"/>
          <p:cNvSpPr>
            <a:spLocks noChangeShapeType="1"/>
          </p:cNvSpPr>
          <p:nvPr/>
        </p:nvSpPr>
        <p:spPr bwMode="auto">
          <a:xfrm>
            <a:off x="2643188" y="4933950"/>
            <a:ext cx="9525" cy="1588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87" name="Freeform 61"/>
          <p:cNvSpPr>
            <a:spLocks/>
          </p:cNvSpPr>
          <p:nvPr/>
        </p:nvSpPr>
        <p:spPr bwMode="auto">
          <a:xfrm>
            <a:off x="2652713" y="4933950"/>
            <a:ext cx="12700" cy="1588"/>
          </a:xfrm>
          <a:custGeom>
            <a:avLst/>
            <a:gdLst>
              <a:gd name="T0" fmla="*/ 0 w 16"/>
              <a:gd name="T1" fmla="*/ 0 h 1588"/>
              <a:gd name="T2" fmla="*/ 2147483646 w 16"/>
              <a:gd name="T3" fmla="*/ 0 h 1588"/>
              <a:gd name="T4" fmla="*/ 2147483646 w 16"/>
              <a:gd name="T5" fmla="*/ 0 h 1588"/>
              <a:gd name="T6" fmla="*/ 0 60000 65536"/>
              <a:gd name="T7" fmla="*/ 0 60000 65536"/>
              <a:gd name="T8" fmla="*/ 0 60000 65536"/>
              <a:gd name="T9" fmla="*/ 0 w 16"/>
              <a:gd name="T10" fmla="*/ 0 h 1588"/>
              <a:gd name="T11" fmla="*/ 16 w 16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1588">
                <a:moveTo>
                  <a:pt x="0" y="0"/>
                </a:moveTo>
                <a:lnTo>
                  <a:pt x="7" y="0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88" name="Line 62"/>
          <p:cNvSpPr>
            <a:spLocks noChangeShapeType="1"/>
          </p:cNvSpPr>
          <p:nvPr/>
        </p:nvSpPr>
        <p:spPr bwMode="auto">
          <a:xfrm>
            <a:off x="2665413" y="4933950"/>
            <a:ext cx="7937" cy="1588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89" name="Freeform 63"/>
          <p:cNvSpPr>
            <a:spLocks/>
          </p:cNvSpPr>
          <p:nvPr/>
        </p:nvSpPr>
        <p:spPr bwMode="auto">
          <a:xfrm>
            <a:off x="2673350" y="4933950"/>
            <a:ext cx="12700" cy="1588"/>
          </a:xfrm>
          <a:custGeom>
            <a:avLst/>
            <a:gdLst>
              <a:gd name="T0" fmla="*/ 0 w 15"/>
              <a:gd name="T1" fmla="*/ 0 h 1588"/>
              <a:gd name="T2" fmla="*/ 2147483646 w 15"/>
              <a:gd name="T3" fmla="*/ 0 h 1588"/>
              <a:gd name="T4" fmla="*/ 2147483646 w 15"/>
              <a:gd name="T5" fmla="*/ 0 h 1588"/>
              <a:gd name="T6" fmla="*/ 0 60000 65536"/>
              <a:gd name="T7" fmla="*/ 0 60000 65536"/>
              <a:gd name="T8" fmla="*/ 0 60000 65536"/>
              <a:gd name="T9" fmla="*/ 0 w 15"/>
              <a:gd name="T10" fmla="*/ 0 h 1588"/>
              <a:gd name="T11" fmla="*/ 15 w 15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1588">
                <a:moveTo>
                  <a:pt x="0" y="0"/>
                </a:moveTo>
                <a:lnTo>
                  <a:pt x="8" y="0"/>
                </a:lnTo>
                <a:lnTo>
                  <a:pt x="15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90" name="Freeform 64"/>
          <p:cNvSpPr>
            <a:spLocks/>
          </p:cNvSpPr>
          <p:nvPr/>
        </p:nvSpPr>
        <p:spPr bwMode="auto">
          <a:xfrm>
            <a:off x="2686050" y="4930775"/>
            <a:ext cx="9525" cy="3175"/>
          </a:xfrm>
          <a:custGeom>
            <a:avLst/>
            <a:gdLst>
              <a:gd name="T0" fmla="*/ 0 w 12"/>
              <a:gd name="T1" fmla="*/ 2147483646 h 4"/>
              <a:gd name="T2" fmla="*/ 2147483646 w 12"/>
              <a:gd name="T3" fmla="*/ 0 h 4"/>
              <a:gd name="T4" fmla="*/ 2147483646 w 12"/>
              <a:gd name="T5" fmla="*/ 0 h 4"/>
              <a:gd name="T6" fmla="*/ 0 60000 65536"/>
              <a:gd name="T7" fmla="*/ 0 60000 65536"/>
              <a:gd name="T8" fmla="*/ 0 60000 65536"/>
              <a:gd name="T9" fmla="*/ 0 w 12"/>
              <a:gd name="T10" fmla="*/ 0 h 4"/>
              <a:gd name="T11" fmla="*/ 12 w 12"/>
              <a:gd name="T12" fmla="*/ 4 h 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" h="4">
                <a:moveTo>
                  <a:pt x="0" y="4"/>
                </a:moveTo>
                <a:lnTo>
                  <a:pt x="4" y="0"/>
                </a:lnTo>
                <a:lnTo>
                  <a:pt x="12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91" name="Freeform 65"/>
          <p:cNvSpPr>
            <a:spLocks/>
          </p:cNvSpPr>
          <p:nvPr/>
        </p:nvSpPr>
        <p:spPr bwMode="auto">
          <a:xfrm>
            <a:off x="2695575" y="4930775"/>
            <a:ext cx="12700" cy="1588"/>
          </a:xfrm>
          <a:custGeom>
            <a:avLst/>
            <a:gdLst>
              <a:gd name="T0" fmla="*/ 0 w 16"/>
              <a:gd name="T1" fmla="*/ 0 h 1588"/>
              <a:gd name="T2" fmla="*/ 2147483646 w 16"/>
              <a:gd name="T3" fmla="*/ 0 h 1588"/>
              <a:gd name="T4" fmla="*/ 2147483646 w 16"/>
              <a:gd name="T5" fmla="*/ 0 h 1588"/>
              <a:gd name="T6" fmla="*/ 0 60000 65536"/>
              <a:gd name="T7" fmla="*/ 0 60000 65536"/>
              <a:gd name="T8" fmla="*/ 0 60000 65536"/>
              <a:gd name="T9" fmla="*/ 0 w 16"/>
              <a:gd name="T10" fmla="*/ 0 h 1588"/>
              <a:gd name="T11" fmla="*/ 16 w 16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1588">
                <a:moveTo>
                  <a:pt x="0" y="0"/>
                </a:moveTo>
                <a:lnTo>
                  <a:pt x="7" y="0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92" name="Line 66"/>
          <p:cNvSpPr>
            <a:spLocks noChangeShapeType="1"/>
          </p:cNvSpPr>
          <p:nvPr/>
        </p:nvSpPr>
        <p:spPr bwMode="auto">
          <a:xfrm>
            <a:off x="2708275" y="4930775"/>
            <a:ext cx="7938" cy="1588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93" name="Freeform 67"/>
          <p:cNvSpPr>
            <a:spLocks/>
          </p:cNvSpPr>
          <p:nvPr/>
        </p:nvSpPr>
        <p:spPr bwMode="auto">
          <a:xfrm>
            <a:off x="2716213" y="4926013"/>
            <a:ext cx="12700" cy="4762"/>
          </a:xfrm>
          <a:custGeom>
            <a:avLst/>
            <a:gdLst>
              <a:gd name="T0" fmla="*/ 0 w 16"/>
              <a:gd name="T1" fmla="*/ 2147483646 h 5"/>
              <a:gd name="T2" fmla="*/ 2147483646 w 16"/>
              <a:gd name="T3" fmla="*/ 0 h 5"/>
              <a:gd name="T4" fmla="*/ 2147483646 w 16"/>
              <a:gd name="T5" fmla="*/ 0 h 5"/>
              <a:gd name="T6" fmla="*/ 0 60000 65536"/>
              <a:gd name="T7" fmla="*/ 0 60000 65536"/>
              <a:gd name="T8" fmla="*/ 0 60000 65536"/>
              <a:gd name="T9" fmla="*/ 0 w 16"/>
              <a:gd name="T10" fmla="*/ 0 h 5"/>
              <a:gd name="T11" fmla="*/ 16 w 16"/>
              <a:gd name="T12" fmla="*/ 5 h 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5">
                <a:moveTo>
                  <a:pt x="0" y="5"/>
                </a:moveTo>
                <a:lnTo>
                  <a:pt x="9" y="0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94" name="Line 68"/>
          <p:cNvSpPr>
            <a:spLocks noChangeShapeType="1"/>
          </p:cNvSpPr>
          <p:nvPr/>
        </p:nvSpPr>
        <p:spPr bwMode="auto">
          <a:xfrm>
            <a:off x="2728913" y="4926013"/>
            <a:ext cx="9525" cy="158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95" name="Line 69"/>
          <p:cNvSpPr>
            <a:spLocks noChangeShapeType="1"/>
          </p:cNvSpPr>
          <p:nvPr/>
        </p:nvSpPr>
        <p:spPr bwMode="auto">
          <a:xfrm flipV="1">
            <a:off x="2738438" y="4922838"/>
            <a:ext cx="12700" cy="317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96" name="Line 70"/>
          <p:cNvSpPr>
            <a:spLocks noChangeShapeType="1"/>
          </p:cNvSpPr>
          <p:nvPr/>
        </p:nvSpPr>
        <p:spPr bwMode="auto">
          <a:xfrm flipV="1">
            <a:off x="2751138" y="4919663"/>
            <a:ext cx="11112" cy="317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97" name="Line 71"/>
          <p:cNvSpPr>
            <a:spLocks noChangeShapeType="1"/>
          </p:cNvSpPr>
          <p:nvPr/>
        </p:nvSpPr>
        <p:spPr bwMode="auto">
          <a:xfrm flipV="1">
            <a:off x="2762250" y="4913313"/>
            <a:ext cx="9525" cy="6350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98" name="Freeform 72"/>
          <p:cNvSpPr>
            <a:spLocks/>
          </p:cNvSpPr>
          <p:nvPr/>
        </p:nvSpPr>
        <p:spPr bwMode="auto">
          <a:xfrm>
            <a:off x="2771775" y="4906963"/>
            <a:ext cx="12700" cy="6350"/>
          </a:xfrm>
          <a:custGeom>
            <a:avLst/>
            <a:gdLst>
              <a:gd name="T0" fmla="*/ 0 w 15"/>
              <a:gd name="T1" fmla="*/ 2147483646 h 8"/>
              <a:gd name="T2" fmla="*/ 2147483646 w 15"/>
              <a:gd name="T3" fmla="*/ 2147483646 h 8"/>
              <a:gd name="T4" fmla="*/ 2147483646 w 15"/>
              <a:gd name="T5" fmla="*/ 0 h 8"/>
              <a:gd name="T6" fmla="*/ 0 60000 65536"/>
              <a:gd name="T7" fmla="*/ 0 60000 65536"/>
              <a:gd name="T8" fmla="*/ 0 60000 65536"/>
              <a:gd name="T9" fmla="*/ 0 w 15"/>
              <a:gd name="T10" fmla="*/ 0 h 8"/>
              <a:gd name="T11" fmla="*/ 15 w 15"/>
              <a:gd name="T12" fmla="*/ 8 h 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8">
                <a:moveTo>
                  <a:pt x="0" y="8"/>
                </a:moveTo>
                <a:lnTo>
                  <a:pt x="8" y="4"/>
                </a:lnTo>
                <a:lnTo>
                  <a:pt x="15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99" name="Line 73"/>
          <p:cNvSpPr>
            <a:spLocks noChangeShapeType="1"/>
          </p:cNvSpPr>
          <p:nvPr/>
        </p:nvSpPr>
        <p:spPr bwMode="auto">
          <a:xfrm flipV="1">
            <a:off x="2784475" y="4900613"/>
            <a:ext cx="9525" cy="6350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00" name="Freeform 74"/>
          <p:cNvSpPr>
            <a:spLocks/>
          </p:cNvSpPr>
          <p:nvPr/>
        </p:nvSpPr>
        <p:spPr bwMode="auto">
          <a:xfrm>
            <a:off x="2794000" y="4891088"/>
            <a:ext cx="11113" cy="9525"/>
          </a:xfrm>
          <a:custGeom>
            <a:avLst/>
            <a:gdLst>
              <a:gd name="T0" fmla="*/ 0 w 16"/>
              <a:gd name="T1" fmla="*/ 2147483646 h 13"/>
              <a:gd name="T2" fmla="*/ 2147483646 w 16"/>
              <a:gd name="T3" fmla="*/ 2147483646 h 13"/>
              <a:gd name="T4" fmla="*/ 2147483646 w 16"/>
              <a:gd name="T5" fmla="*/ 0 h 13"/>
              <a:gd name="T6" fmla="*/ 0 60000 65536"/>
              <a:gd name="T7" fmla="*/ 0 60000 65536"/>
              <a:gd name="T8" fmla="*/ 0 60000 65536"/>
              <a:gd name="T9" fmla="*/ 0 w 16"/>
              <a:gd name="T10" fmla="*/ 0 h 13"/>
              <a:gd name="T11" fmla="*/ 16 w 16"/>
              <a:gd name="T12" fmla="*/ 13 h 1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13">
                <a:moveTo>
                  <a:pt x="0" y="13"/>
                </a:moveTo>
                <a:lnTo>
                  <a:pt x="7" y="8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01" name="Line 75"/>
          <p:cNvSpPr>
            <a:spLocks noChangeShapeType="1"/>
          </p:cNvSpPr>
          <p:nvPr/>
        </p:nvSpPr>
        <p:spPr bwMode="auto">
          <a:xfrm flipV="1">
            <a:off x="2805113" y="4878388"/>
            <a:ext cx="9525" cy="12700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02" name="Freeform 76"/>
          <p:cNvSpPr>
            <a:spLocks/>
          </p:cNvSpPr>
          <p:nvPr/>
        </p:nvSpPr>
        <p:spPr bwMode="auto">
          <a:xfrm>
            <a:off x="2814638" y="4865688"/>
            <a:ext cx="12700" cy="12700"/>
          </a:xfrm>
          <a:custGeom>
            <a:avLst/>
            <a:gdLst>
              <a:gd name="T0" fmla="*/ 0 w 15"/>
              <a:gd name="T1" fmla="*/ 2147483646 h 17"/>
              <a:gd name="T2" fmla="*/ 2147483646 w 15"/>
              <a:gd name="T3" fmla="*/ 2147483646 h 17"/>
              <a:gd name="T4" fmla="*/ 2147483646 w 15"/>
              <a:gd name="T5" fmla="*/ 0 h 17"/>
              <a:gd name="T6" fmla="*/ 0 60000 65536"/>
              <a:gd name="T7" fmla="*/ 0 60000 65536"/>
              <a:gd name="T8" fmla="*/ 0 60000 65536"/>
              <a:gd name="T9" fmla="*/ 0 w 15"/>
              <a:gd name="T10" fmla="*/ 0 h 17"/>
              <a:gd name="T11" fmla="*/ 15 w 15"/>
              <a:gd name="T12" fmla="*/ 17 h 1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17">
                <a:moveTo>
                  <a:pt x="0" y="17"/>
                </a:moveTo>
                <a:lnTo>
                  <a:pt x="8" y="9"/>
                </a:lnTo>
                <a:lnTo>
                  <a:pt x="15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03" name="Line 77"/>
          <p:cNvSpPr>
            <a:spLocks noChangeShapeType="1"/>
          </p:cNvSpPr>
          <p:nvPr/>
        </p:nvSpPr>
        <p:spPr bwMode="auto">
          <a:xfrm flipV="1">
            <a:off x="2827338" y="4848225"/>
            <a:ext cx="9525" cy="17463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04" name="Freeform 78"/>
          <p:cNvSpPr>
            <a:spLocks/>
          </p:cNvSpPr>
          <p:nvPr/>
        </p:nvSpPr>
        <p:spPr bwMode="auto">
          <a:xfrm>
            <a:off x="2836863" y="4829175"/>
            <a:ext cx="11112" cy="19050"/>
          </a:xfrm>
          <a:custGeom>
            <a:avLst/>
            <a:gdLst>
              <a:gd name="T0" fmla="*/ 0 w 16"/>
              <a:gd name="T1" fmla="*/ 2147483646 h 24"/>
              <a:gd name="T2" fmla="*/ 2147483646 w 16"/>
              <a:gd name="T3" fmla="*/ 2147483646 h 24"/>
              <a:gd name="T4" fmla="*/ 2147483646 w 16"/>
              <a:gd name="T5" fmla="*/ 0 h 24"/>
              <a:gd name="T6" fmla="*/ 0 60000 65536"/>
              <a:gd name="T7" fmla="*/ 0 60000 65536"/>
              <a:gd name="T8" fmla="*/ 0 60000 65536"/>
              <a:gd name="T9" fmla="*/ 0 w 16"/>
              <a:gd name="T10" fmla="*/ 0 h 24"/>
              <a:gd name="T11" fmla="*/ 16 w 16"/>
              <a:gd name="T12" fmla="*/ 24 h 2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24">
                <a:moveTo>
                  <a:pt x="0" y="24"/>
                </a:moveTo>
                <a:lnTo>
                  <a:pt x="7" y="11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05" name="Freeform 79"/>
          <p:cNvSpPr>
            <a:spLocks/>
          </p:cNvSpPr>
          <p:nvPr/>
        </p:nvSpPr>
        <p:spPr bwMode="auto">
          <a:xfrm>
            <a:off x="2847975" y="4803775"/>
            <a:ext cx="9525" cy="25400"/>
          </a:xfrm>
          <a:custGeom>
            <a:avLst/>
            <a:gdLst>
              <a:gd name="T0" fmla="*/ 0 w 10"/>
              <a:gd name="T1" fmla="*/ 2147483646 h 33"/>
              <a:gd name="T2" fmla="*/ 2147483646 w 10"/>
              <a:gd name="T3" fmla="*/ 2147483646 h 33"/>
              <a:gd name="T4" fmla="*/ 2147483646 w 10"/>
              <a:gd name="T5" fmla="*/ 0 h 33"/>
              <a:gd name="T6" fmla="*/ 0 60000 65536"/>
              <a:gd name="T7" fmla="*/ 0 60000 65536"/>
              <a:gd name="T8" fmla="*/ 0 60000 65536"/>
              <a:gd name="T9" fmla="*/ 0 w 10"/>
              <a:gd name="T10" fmla="*/ 0 h 33"/>
              <a:gd name="T11" fmla="*/ 10 w 10"/>
              <a:gd name="T12" fmla="*/ 33 h 3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" h="33">
                <a:moveTo>
                  <a:pt x="0" y="33"/>
                </a:moveTo>
                <a:lnTo>
                  <a:pt x="3" y="16"/>
                </a:lnTo>
                <a:lnTo>
                  <a:pt x="10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06" name="Freeform 80"/>
          <p:cNvSpPr>
            <a:spLocks/>
          </p:cNvSpPr>
          <p:nvPr/>
        </p:nvSpPr>
        <p:spPr bwMode="auto">
          <a:xfrm>
            <a:off x="2857500" y="4778375"/>
            <a:ext cx="11113" cy="25400"/>
          </a:xfrm>
          <a:custGeom>
            <a:avLst/>
            <a:gdLst>
              <a:gd name="T0" fmla="*/ 0 w 16"/>
              <a:gd name="T1" fmla="*/ 2147483646 h 33"/>
              <a:gd name="T2" fmla="*/ 2147483646 w 16"/>
              <a:gd name="T3" fmla="*/ 2147483646 h 33"/>
              <a:gd name="T4" fmla="*/ 2147483646 w 16"/>
              <a:gd name="T5" fmla="*/ 0 h 33"/>
              <a:gd name="T6" fmla="*/ 0 60000 65536"/>
              <a:gd name="T7" fmla="*/ 0 60000 65536"/>
              <a:gd name="T8" fmla="*/ 0 60000 65536"/>
              <a:gd name="T9" fmla="*/ 0 w 16"/>
              <a:gd name="T10" fmla="*/ 0 h 33"/>
              <a:gd name="T11" fmla="*/ 16 w 16"/>
              <a:gd name="T12" fmla="*/ 33 h 3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33">
                <a:moveTo>
                  <a:pt x="0" y="33"/>
                </a:moveTo>
                <a:lnTo>
                  <a:pt x="9" y="16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07" name="Line 81"/>
          <p:cNvSpPr>
            <a:spLocks noChangeShapeType="1"/>
          </p:cNvSpPr>
          <p:nvPr/>
        </p:nvSpPr>
        <p:spPr bwMode="auto">
          <a:xfrm flipV="1">
            <a:off x="2868613" y="4745038"/>
            <a:ext cx="9525" cy="3333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08" name="Freeform 82"/>
          <p:cNvSpPr>
            <a:spLocks/>
          </p:cNvSpPr>
          <p:nvPr/>
        </p:nvSpPr>
        <p:spPr bwMode="auto">
          <a:xfrm>
            <a:off x="2878138" y="4710113"/>
            <a:ext cx="12700" cy="34925"/>
          </a:xfrm>
          <a:custGeom>
            <a:avLst/>
            <a:gdLst>
              <a:gd name="T0" fmla="*/ 0 w 15"/>
              <a:gd name="T1" fmla="*/ 2147483646 h 45"/>
              <a:gd name="T2" fmla="*/ 2147483646 w 15"/>
              <a:gd name="T3" fmla="*/ 2147483646 h 45"/>
              <a:gd name="T4" fmla="*/ 2147483646 w 15"/>
              <a:gd name="T5" fmla="*/ 0 h 45"/>
              <a:gd name="T6" fmla="*/ 0 60000 65536"/>
              <a:gd name="T7" fmla="*/ 0 60000 65536"/>
              <a:gd name="T8" fmla="*/ 0 60000 65536"/>
              <a:gd name="T9" fmla="*/ 0 w 15"/>
              <a:gd name="T10" fmla="*/ 0 h 45"/>
              <a:gd name="T11" fmla="*/ 15 w 15"/>
              <a:gd name="T12" fmla="*/ 45 h 4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45">
                <a:moveTo>
                  <a:pt x="0" y="45"/>
                </a:moveTo>
                <a:lnTo>
                  <a:pt x="7" y="24"/>
                </a:lnTo>
                <a:lnTo>
                  <a:pt x="15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09" name="Line 83"/>
          <p:cNvSpPr>
            <a:spLocks noChangeShapeType="1"/>
          </p:cNvSpPr>
          <p:nvPr/>
        </p:nvSpPr>
        <p:spPr bwMode="auto">
          <a:xfrm flipV="1">
            <a:off x="2890838" y="4668838"/>
            <a:ext cx="9525" cy="4127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10" name="Line 84"/>
          <p:cNvSpPr>
            <a:spLocks noChangeShapeType="1"/>
          </p:cNvSpPr>
          <p:nvPr/>
        </p:nvSpPr>
        <p:spPr bwMode="auto">
          <a:xfrm flipV="1">
            <a:off x="2900363" y="4622800"/>
            <a:ext cx="11112" cy="46038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11" name="Freeform 85"/>
          <p:cNvSpPr>
            <a:spLocks/>
          </p:cNvSpPr>
          <p:nvPr/>
        </p:nvSpPr>
        <p:spPr bwMode="auto">
          <a:xfrm>
            <a:off x="2911475" y="4578350"/>
            <a:ext cx="12700" cy="44450"/>
          </a:xfrm>
          <a:custGeom>
            <a:avLst/>
            <a:gdLst>
              <a:gd name="T0" fmla="*/ 0 w 15"/>
              <a:gd name="T1" fmla="*/ 2147483646 h 57"/>
              <a:gd name="T2" fmla="*/ 2147483646 w 15"/>
              <a:gd name="T3" fmla="*/ 2147483646 h 57"/>
              <a:gd name="T4" fmla="*/ 2147483646 w 15"/>
              <a:gd name="T5" fmla="*/ 0 h 57"/>
              <a:gd name="T6" fmla="*/ 0 60000 65536"/>
              <a:gd name="T7" fmla="*/ 0 60000 65536"/>
              <a:gd name="T8" fmla="*/ 0 60000 65536"/>
              <a:gd name="T9" fmla="*/ 0 w 15"/>
              <a:gd name="T10" fmla="*/ 0 h 57"/>
              <a:gd name="T11" fmla="*/ 15 w 15"/>
              <a:gd name="T12" fmla="*/ 57 h 5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57">
                <a:moveTo>
                  <a:pt x="0" y="57"/>
                </a:moveTo>
                <a:lnTo>
                  <a:pt x="8" y="28"/>
                </a:lnTo>
                <a:lnTo>
                  <a:pt x="15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12" name="Line 86"/>
          <p:cNvSpPr>
            <a:spLocks noChangeShapeType="1"/>
          </p:cNvSpPr>
          <p:nvPr/>
        </p:nvSpPr>
        <p:spPr bwMode="auto">
          <a:xfrm flipV="1">
            <a:off x="2924175" y="4525963"/>
            <a:ext cx="9525" cy="5238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13" name="Freeform 87"/>
          <p:cNvSpPr>
            <a:spLocks/>
          </p:cNvSpPr>
          <p:nvPr/>
        </p:nvSpPr>
        <p:spPr bwMode="auto">
          <a:xfrm>
            <a:off x="2933700" y="4471988"/>
            <a:ext cx="12700" cy="53975"/>
          </a:xfrm>
          <a:custGeom>
            <a:avLst/>
            <a:gdLst>
              <a:gd name="T0" fmla="*/ 0 w 16"/>
              <a:gd name="T1" fmla="*/ 2147483646 h 69"/>
              <a:gd name="T2" fmla="*/ 2147483646 w 16"/>
              <a:gd name="T3" fmla="*/ 2147483646 h 69"/>
              <a:gd name="T4" fmla="*/ 2147483646 w 16"/>
              <a:gd name="T5" fmla="*/ 0 h 69"/>
              <a:gd name="T6" fmla="*/ 0 60000 65536"/>
              <a:gd name="T7" fmla="*/ 0 60000 65536"/>
              <a:gd name="T8" fmla="*/ 0 60000 65536"/>
              <a:gd name="T9" fmla="*/ 0 w 16"/>
              <a:gd name="T10" fmla="*/ 0 h 69"/>
              <a:gd name="T11" fmla="*/ 16 w 16"/>
              <a:gd name="T12" fmla="*/ 69 h 6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69">
                <a:moveTo>
                  <a:pt x="0" y="69"/>
                </a:moveTo>
                <a:lnTo>
                  <a:pt x="7" y="36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14" name="Line 88"/>
          <p:cNvSpPr>
            <a:spLocks noChangeShapeType="1"/>
          </p:cNvSpPr>
          <p:nvPr/>
        </p:nvSpPr>
        <p:spPr bwMode="auto">
          <a:xfrm flipV="1">
            <a:off x="2946400" y="4413250"/>
            <a:ext cx="7938" cy="58738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15" name="Freeform 89"/>
          <p:cNvSpPr>
            <a:spLocks/>
          </p:cNvSpPr>
          <p:nvPr/>
        </p:nvSpPr>
        <p:spPr bwMode="auto">
          <a:xfrm>
            <a:off x="2954338" y="4354513"/>
            <a:ext cx="12700" cy="58737"/>
          </a:xfrm>
          <a:custGeom>
            <a:avLst/>
            <a:gdLst>
              <a:gd name="T0" fmla="*/ 0 w 15"/>
              <a:gd name="T1" fmla="*/ 2147483646 h 74"/>
              <a:gd name="T2" fmla="*/ 2147483646 w 15"/>
              <a:gd name="T3" fmla="*/ 2147483646 h 74"/>
              <a:gd name="T4" fmla="*/ 2147483646 w 15"/>
              <a:gd name="T5" fmla="*/ 0 h 74"/>
              <a:gd name="T6" fmla="*/ 0 60000 65536"/>
              <a:gd name="T7" fmla="*/ 0 60000 65536"/>
              <a:gd name="T8" fmla="*/ 0 60000 65536"/>
              <a:gd name="T9" fmla="*/ 0 w 15"/>
              <a:gd name="T10" fmla="*/ 0 h 74"/>
              <a:gd name="T11" fmla="*/ 15 w 15"/>
              <a:gd name="T12" fmla="*/ 74 h 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74">
                <a:moveTo>
                  <a:pt x="0" y="74"/>
                </a:moveTo>
                <a:lnTo>
                  <a:pt x="8" y="37"/>
                </a:lnTo>
                <a:lnTo>
                  <a:pt x="15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16" name="Line 90"/>
          <p:cNvSpPr>
            <a:spLocks noChangeShapeType="1"/>
          </p:cNvSpPr>
          <p:nvPr/>
        </p:nvSpPr>
        <p:spPr bwMode="auto">
          <a:xfrm flipV="1">
            <a:off x="2967038" y="4298950"/>
            <a:ext cx="9525" cy="55563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17" name="Freeform 91"/>
          <p:cNvSpPr>
            <a:spLocks/>
          </p:cNvSpPr>
          <p:nvPr/>
        </p:nvSpPr>
        <p:spPr bwMode="auto">
          <a:xfrm>
            <a:off x="2976563" y="4241800"/>
            <a:ext cx="12700" cy="57150"/>
          </a:xfrm>
          <a:custGeom>
            <a:avLst/>
            <a:gdLst>
              <a:gd name="T0" fmla="*/ 0 w 16"/>
              <a:gd name="T1" fmla="*/ 2147483646 h 73"/>
              <a:gd name="T2" fmla="*/ 2147483646 w 16"/>
              <a:gd name="T3" fmla="*/ 2147483646 h 73"/>
              <a:gd name="T4" fmla="*/ 2147483646 w 16"/>
              <a:gd name="T5" fmla="*/ 0 h 73"/>
              <a:gd name="T6" fmla="*/ 0 60000 65536"/>
              <a:gd name="T7" fmla="*/ 0 60000 65536"/>
              <a:gd name="T8" fmla="*/ 0 60000 65536"/>
              <a:gd name="T9" fmla="*/ 0 w 16"/>
              <a:gd name="T10" fmla="*/ 0 h 73"/>
              <a:gd name="T11" fmla="*/ 16 w 16"/>
              <a:gd name="T12" fmla="*/ 73 h 7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73">
                <a:moveTo>
                  <a:pt x="0" y="73"/>
                </a:moveTo>
                <a:lnTo>
                  <a:pt x="7" y="36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18" name="Freeform 92"/>
          <p:cNvSpPr>
            <a:spLocks/>
          </p:cNvSpPr>
          <p:nvPr/>
        </p:nvSpPr>
        <p:spPr bwMode="auto">
          <a:xfrm>
            <a:off x="2989263" y="4191000"/>
            <a:ext cx="7937" cy="50800"/>
          </a:xfrm>
          <a:custGeom>
            <a:avLst/>
            <a:gdLst>
              <a:gd name="T0" fmla="*/ 0 w 10"/>
              <a:gd name="T1" fmla="*/ 2147483646 h 65"/>
              <a:gd name="T2" fmla="*/ 2147483646 w 10"/>
              <a:gd name="T3" fmla="*/ 2147483646 h 65"/>
              <a:gd name="T4" fmla="*/ 2147483646 w 10"/>
              <a:gd name="T5" fmla="*/ 0 h 65"/>
              <a:gd name="T6" fmla="*/ 0 60000 65536"/>
              <a:gd name="T7" fmla="*/ 0 60000 65536"/>
              <a:gd name="T8" fmla="*/ 0 60000 65536"/>
              <a:gd name="T9" fmla="*/ 0 w 10"/>
              <a:gd name="T10" fmla="*/ 0 h 65"/>
              <a:gd name="T11" fmla="*/ 10 w 10"/>
              <a:gd name="T12" fmla="*/ 65 h 6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" h="65">
                <a:moveTo>
                  <a:pt x="0" y="65"/>
                </a:moveTo>
                <a:lnTo>
                  <a:pt x="3" y="32"/>
                </a:lnTo>
                <a:lnTo>
                  <a:pt x="10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19" name="Freeform 93"/>
          <p:cNvSpPr>
            <a:spLocks/>
          </p:cNvSpPr>
          <p:nvPr/>
        </p:nvSpPr>
        <p:spPr bwMode="auto">
          <a:xfrm>
            <a:off x="2997200" y="4138613"/>
            <a:ext cx="12700" cy="52387"/>
          </a:xfrm>
          <a:custGeom>
            <a:avLst/>
            <a:gdLst>
              <a:gd name="T0" fmla="*/ 0 w 16"/>
              <a:gd name="T1" fmla="*/ 2147483646 h 66"/>
              <a:gd name="T2" fmla="*/ 2147483646 w 16"/>
              <a:gd name="T3" fmla="*/ 2147483646 h 66"/>
              <a:gd name="T4" fmla="*/ 2147483646 w 16"/>
              <a:gd name="T5" fmla="*/ 0 h 66"/>
              <a:gd name="T6" fmla="*/ 0 60000 65536"/>
              <a:gd name="T7" fmla="*/ 0 60000 65536"/>
              <a:gd name="T8" fmla="*/ 0 60000 65536"/>
              <a:gd name="T9" fmla="*/ 0 w 16"/>
              <a:gd name="T10" fmla="*/ 0 h 66"/>
              <a:gd name="T11" fmla="*/ 16 w 16"/>
              <a:gd name="T12" fmla="*/ 66 h 6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66">
                <a:moveTo>
                  <a:pt x="0" y="66"/>
                </a:moveTo>
                <a:lnTo>
                  <a:pt x="9" y="33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20" name="Line 94"/>
          <p:cNvSpPr>
            <a:spLocks noChangeShapeType="1"/>
          </p:cNvSpPr>
          <p:nvPr/>
        </p:nvSpPr>
        <p:spPr bwMode="auto">
          <a:xfrm flipV="1">
            <a:off x="3009900" y="4092575"/>
            <a:ext cx="9525" cy="46038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21" name="Freeform 95"/>
          <p:cNvSpPr>
            <a:spLocks/>
          </p:cNvSpPr>
          <p:nvPr/>
        </p:nvSpPr>
        <p:spPr bwMode="auto">
          <a:xfrm>
            <a:off x="3019425" y="4052888"/>
            <a:ext cx="12700" cy="39687"/>
          </a:xfrm>
          <a:custGeom>
            <a:avLst/>
            <a:gdLst>
              <a:gd name="T0" fmla="*/ 0 w 15"/>
              <a:gd name="T1" fmla="*/ 2147483646 h 49"/>
              <a:gd name="T2" fmla="*/ 2147483646 w 15"/>
              <a:gd name="T3" fmla="*/ 2147483646 h 49"/>
              <a:gd name="T4" fmla="*/ 2147483646 w 15"/>
              <a:gd name="T5" fmla="*/ 0 h 49"/>
              <a:gd name="T6" fmla="*/ 0 60000 65536"/>
              <a:gd name="T7" fmla="*/ 0 60000 65536"/>
              <a:gd name="T8" fmla="*/ 0 60000 65536"/>
              <a:gd name="T9" fmla="*/ 0 w 15"/>
              <a:gd name="T10" fmla="*/ 0 h 49"/>
              <a:gd name="T11" fmla="*/ 15 w 15"/>
              <a:gd name="T12" fmla="*/ 49 h 4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49">
                <a:moveTo>
                  <a:pt x="0" y="49"/>
                </a:moveTo>
                <a:lnTo>
                  <a:pt x="7" y="25"/>
                </a:lnTo>
                <a:lnTo>
                  <a:pt x="15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22" name="Freeform 96"/>
          <p:cNvSpPr>
            <a:spLocks/>
          </p:cNvSpPr>
          <p:nvPr/>
        </p:nvSpPr>
        <p:spPr bwMode="auto">
          <a:xfrm>
            <a:off x="3032125" y="4024313"/>
            <a:ext cx="7938" cy="28575"/>
          </a:xfrm>
          <a:custGeom>
            <a:avLst/>
            <a:gdLst>
              <a:gd name="T0" fmla="*/ 0 w 11"/>
              <a:gd name="T1" fmla="*/ 2147483646 h 37"/>
              <a:gd name="T2" fmla="*/ 2147483646 w 11"/>
              <a:gd name="T3" fmla="*/ 2147483646 h 37"/>
              <a:gd name="T4" fmla="*/ 2147483646 w 11"/>
              <a:gd name="T5" fmla="*/ 0 h 37"/>
              <a:gd name="T6" fmla="*/ 0 60000 65536"/>
              <a:gd name="T7" fmla="*/ 0 60000 65536"/>
              <a:gd name="T8" fmla="*/ 0 60000 65536"/>
              <a:gd name="T9" fmla="*/ 0 w 11"/>
              <a:gd name="T10" fmla="*/ 0 h 37"/>
              <a:gd name="T11" fmla="*/ 11 w 11"/>
              <a:gd name="T12" fmla="*/ 37 h 3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1" h="37">
                <a:moveTo>
                  <a:pt x="0" y="37"/>
                </a:moveTo>
                <a:lnTo>
                  <a:pt x="4" y="17"/>
                </a:lnTo>
                <a:lnTo>
                  <a:pt x="11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23" name="Freeform 97"/>
          <p:cNvSpPr>
            <a:spLocks/>
          </p:cNvSpPr>
          <p:nvPr/>
        </p:nvSpPr>
        <p:spPr bwMode="auto">
          <a:xfrm>
            <a:off x="3040063" y="3998913"/>
            <a:ext cx="12700" cy="25400"/>
          </a:xfrm>
          <a:custGeom>
            <a:avLst/>
            <a:gdLst>
              <a:gd name="T0" fmla="*/ 0 w 16"/>
              <a:gd name="T1" fmla="*/ 2147483646 h 31"/>
              <a:gd name="T2" fmla="*/ 2147483646 w 16"/>
              <a:gd name="T3" fmla="*/ 2147483646 h 31"/>
              <a:gd name="T4" fmla="*/ 2147483646 w 16"/>
              <a:gd name="T5" fmla="*/ 0 h 31"/>
              <a:gd name="T6" fmla="*/ 0 60000 65536"/>
              <a:gd name="T7" fmla="*/ 0 60000 65536"/>
              <a:gd name="T8" fmla="*/ 0 60000 65536"/>
              <a:gd name="T9" fmla="*/ 0 w 16"/>
              <a:gd name="T10" fmla="*/ 0 h 31"/>
              <a:gd name="T11" fmla="*/ 16 w 16"/>
              <a:gd name="T12" fmla="*/ 31 h 3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31">
                <a:moveTo>
                  <a:pt x="0" y="31"/>
                </a:moveTo>
                <a:lnTo>
                  <a:pt x="9" y="16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24" name="Freeform 98"/>
          <p:cNvSpPr>
            <a:spLocks/>
          </p:cNvSpPr>
          <p:nvPr/>
        </p:nvSpPr>
        <p:spPr bwMode="auto">
          <a:xfrm>
            <a:off x="3052763" y="3986213"/>
            <a:ext cx="9525" cy="12700"/>
          </a:xfrm>
          <a:custGeom>
            <a:avLst/>
            <a:gdLst>
              <a:gd name="T0" fmla="*/ 0 w 12"/>
              <a:gd name="T1" fmla="*/ 2147483646 h 17"/>
              <a:gd name="T2" fmla="*/ 2147483646 w 12"/>
              <a:gd name="T3" fmla="*/ 2147483646 h 17"/>
              <a:gd name="T4" fmla="*/ 2147483646 w 12"/>
              <a:gd name="T5" fmla="*/ 0 h 17"/>
              <a:gd name="T6" fmla="*/ 0 60000 65536"/>
              <a:gd name="T7" fmla="*/ 0 60000 65536"/>
              <a:gd name="T8" fmla="*/ 0 60000 65536"/>
              <a:gd name="T9" fmla="*/ 0 w 12"/>
              <a:gd name="T10" fmla="*/ 0 h 17"/>
              <a:gd name="T11" fmla="*/ 12 w 12"/>
              <a:gd name="T12" fmla="*/ 17 h 1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" h="17">
                <a:moveTo>
                  <a:pt x="0" y="17"/>
                </a:moveTo>
                <a:lnTo>
                  <a:pt x="4" y="8"/>
                </a:lnTo>
                <a:lnTo>
                  <a:pt x="12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25" name="Freeform 99"/>
          <p:cNvSpPr>
            <a:spLocks/>
          </p:cNvSpPr>
          <p:nvPr/>
        </p:nvSpPr>
        <p:spPr bwMode="auto">
          <a:xfrm>
            <a:off x="3062288" y="3983038"/>
            <a:ext cx="12700" cy="3175"/>
          </a:xfrm>
          <a:custGeom>
            <a:avLst/>
            <a:gdLst>
              <a:gd name="T0" fmla="*/ 0 w 15"/>
              <a:gd name="T1" fmla="*/ 2147483646 h 4"/>
              <a:gd name="T2" fmla="*/ 2147483646 w 15"/>
              <a:gd name="T3" fmla="*/ 0 h 4"/>
              <a:gd name="T4" fmla="*/ 2147483646 w 15"/>
              <a:gd name="T5" fmla="*/ 0 h 4"/>
              <a:gd name="T6" fmla="*/ 0 60000 65536"/>
              <a:gd name="T7" fmla="*/ 0 60000 65536"/>
              <a:gd name="T8" fmla="*/ 0 60000 65536"/>
              <a:gd name="T9" fmla="*/ 0 w 15"/>
              <a:gd name="T10" fmla="*/ 0 h 4"/>
              <a:gd name="T11" fmla="*/ 15 w 15"/>
              <a:gd name="T12" fmla="*/ 4 h 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4">
                <a:moveTo>
                  <a:pt x="0" y="4"/>
                </a:moveTo>
                <a:lnTo>
                  <a:pt x="7" y="0"/>
                </a:lnTo>
                <a:lnTo>
                  <a:pt x="15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26" name="Freeform 100"/>
          <p:cNvSpPr>
            <a:spLocks/>
          </p:cNvSpPr>
          <p:nvPr/>
        </p:nvSpPr>
        <p:spPr bwMode="auto">
          <a:xfrm>
            <a:off x="3074988" y="3983038"/>
            <a:ext cx="11112" cy="3175"/>
          </a:xfrm>
          <a:custGeom>
            <a:avLst/>
            <a:gdLst>
              <a:gd name="T0" fmla="*/ 0 w 16"/>
              <a:gd name="T1" fmla="*/ 0 h 4"/>
              <a:gd name="T2" fmla="*/ 2147483646 w 16"/>
              <a:gd name="T3" fmla="*/ 0 h 4"/>
              <a:gd name="T4" fmla="*/ 2147483646 w 16"/>
              <a:gd name="T5" fmla="*/ 2147483646 h 4"/>
              <a:gd name="T6" fmla="*/ 0 60000 65536"/>
              <a:gd name="T7" fmla="*/ 0 60000 65536"/>
              <a:gd name="T8" fmla="*/ 0 60000 65536"/>
              <a:gd name="T9" fmla="*/ 0 w 16"/>
              <a:gd name="T10" fmla="*/ 0 h 4"/>
              <a:gd name="T11" fmla="*/ 16 w 16"/>
              <a:gd name="T12" fmla="*/ 4 h 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4">
                <a:moveTo>
                  <a:pt x="0" y="0"/>
                </a:moveTo>
                <a:lnTo>
                  <a:pt x="7" y="0"/>
                </a:lnTo>
                <a:lnTo>
                  <a:pt x="16" y="4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27" name="Freeform 101"/>
          <p:cNvSpPr>
            <a:spLocks/>
          </p:cNvSpPr>
          <p:nvPr/>
        </p:nvSpPr>
        <p:spPr bwMode="auto">
          <a:xfrm>
            <a:off x="3086100" y="3986213"/>
            <a:ext cx="9525" cy="12700"/>
          </a:xfrm>
          <a:custGeom>
            <a:avLst/>
            <a:gdLst>
              <a:gd name="T0" fmla="*/ 0 w 10"/>
              <a:gd name="T1" fmla="*/ 0 h 17"/>
              <a:gd name="T2" fmla="*/ 2147483646 w 10"/>
              <a:gd name="T3" fmla="*/ 2147483646 h 17"/>
              <a:gd name="T4" fmla="*/ 2147483646 w 10"/>
              <a:gd name="T5" fmla="*/ 2147483646 h 17"/>
              <a:gd name="T6" fmla="*/ 0 60000 65536"/>
              <a:gd name="T7" fmla="*/ 0 60000 65536"/>
              <a:gd name="T8" fmla="*/ 0 60000 65536"/>
              <a:gd name="T9" fmla="*/ 0 w 10"/>
              <a:gd name="T10" fmla="*/ 0 h 17"/>
              <a:gd name="T11" fmla="*/ 10 w 10"/>
              <a:gd name="T12" fmla="*/ 17 h 1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" h="17">
                <a:moveTo>
                  <a:pt x="0" y="0"/>
                </a:moveTo>
                <a:lnTo>
                  <a:pt x="3" y="8"/>
                </a:lnTo>
                <a:lnTo>
                  <a:pt x="10" y="17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28" name="Freeform 102"/>
          <p:cNvSpPr>
            <a:spLocks/>
          </p:cNvSpPr>
          <p:nvPr/>
        </p:nvSpPr>
        <p:spPr bwMode="auto">
          <a:xfrm>
            <a:off x="3095625" y="3998913"/>
            <a:ext cx="12700" cy="25400"/>
          </a:xfrm>
          <a:custGeom>
            <a:avLst/>
            <a:gdLst>
              <a:gd name="T0" fmla="*/ 0 w 16"/>
              <a:gd name="T1" fmla="*/ 0 h 31"/>
              <a:gd name="T2" fmla="*/ 2147483646 w 16"/>
              <a:gd name="T3" fmla="*/ 2147483646 h 31"/>
              <a:gd name="T4" fmla="*/ 2147483646 w 16"/>
              <a:gd name="T5" fmla="*/ 2147483646 h 31"/>
              <a:gd name="T6" fmla="*/ 0 60000 65536"/>
              <a:gd name="T7" fmla="*/ 0 60000 65536"/>
              <a:gd name="T8" fmla="*/ 0 60000 65536"/>
              <a:gd name="T9" fmla="*/ 0 w 16"/>
              <a:gd name="T10" fmla="*/ 0 h 31"/>
              <a:gd name="T11" fmla="*/ 16 w 16"/>
              <a:gd name="T12" fmla="*/ 31 h 3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31">
                <a:moveTo>
                  <a:pt x="0" y="0"/>
                </a:moveTo>
                <a:lnTo>
                  <a:pt x="9" y="16"/>
                </a:lnTo>
                <a:lnTo>
                  <a:pt x="16" y="31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29" name="Freeform 103"/>
          <p:cNvSpPr>
            <a:spLocks/>
          </p:cNvSpPr>
          <p:nvPr/>
        </p:nvSpPr>
        <p:spPr bwMode="auto">
          <a:xfrm>
            <a:off x="3108325" y="4024313"/>
            <a:ext cx="7938" cy="28575"/>
          </a:xfrm>
          <a:custGeom>
            <a:avLst/>
            <a:gdLst>
              <a:gd name="T0" fmla="*/ 0 w 12"/>
              <a:gd name="T1" fmla="*/ 0 h 37"/>
              <a:gd name="T2" fmla="*/ 2147483646 w 12"/>
              <a:gd name="T3" fmla="*/ 2147483646 h 37"/>
              <a:gd name="T4" fmla="*/ 2147483646 w 12"/>
              <a:gd name="T5" fmla="*/ 2147483646 h 37"/>
              <a:gd name="T6" fmla="*/ 0 60000 65536"/>
              <a:gd name="T7" fmla="*/ 0 60000 65536"/>
              <a:gd name="T8" fmla="*/ 0 60000 65536"/>
              <a:gd name="T9" fmla="*/ 0 w 12"/>
              <a:gd name="T10" fmla="*/ 0 h 37"/>
              <a:gd name="T11" fmla="*/ 12 w 12"/>
              <a:gd name="T12" fmla="*/ 37 h 3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" h="37">
                <a:moveTo>
                  <a:pt x="0" y="0"/>
                </a:moveTo>
                <a:lnTo>
                  <a:pt x="5" y="17"/>
                </a:lnTo>
                <a:lnTo>
                  <a:pt x="12" y="37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30" name="Freeform 104"/>
          <p:cNvSpPr>
            <a:spLocks/>
          </p:cNvSpPr>
          <p:nvPr/>
        </p:nvSpPr>
        <p:spPr bwMode="auto">
          <a:xfrm>
            <a:off x="3116263" y="4052888"/>
            <a:ext cx="12700" cy="39687"/>
          </a:xfrm>
          <a:custGeom>
            <a:avLst/>
            <a:gdLst>
              <a:gd name="T0" fmla="*/ 0 w 16"/>
              <a:gd name="T1" fmla="*/ 0 h 49"/>
              <a:gd name="T2" fmla="*/ 2147483646 w 16"/>
              <a:gd name="T3" fmla="*/ 2147483646 h 49"/>
              <a:gd name="T4" fmla="*/ 2147483646 w 16"/>
              <a:gd name="T5" fmla="*/ 2147483646 h 49"/>
              <a:gd name="T6" fmla="*/ 0 60000 65536"/>
              <a:gd name="T7" fmla="*/ 0 60000 65536"/>
              <a:gd name="T8" fmla="*/ 0 60000 65536"/>
              <a:gd name="T9" fmla="*/ 0 w 16"/>
              <a:gd name="T10" fmla="*/ 0 h 49"/>
              <a:gd name="T11" fmla="*/ 16 w 16"/>
              <a:gd name="T12" fmla="*/ 49 h 4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49">
                <a:moveTo>
                  <a:pt x="0" y="0"/>
                </a:moveTo>
                <a:lnTo>
                  <a:pt x="7" y="25"/>
                </a:lnTo>
                <a:lnTo>
                  <a:pt x="16" y="49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31" name="Line 105"/>
          <p:cNvSpPr>
            <a:spLocks noChangeShapeType="1"/>
          </p:cNvSpPr>
          <p:nvPr/>
        </p:nvSpPr>
        <p:spPr bwMode="auto">
          <a:xfrm>
            <a:off x="3128963" y="4092575"/>
            <a:ext cx="9525" cy="46038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32" name="Freeform 106"/>
          <p:cNvSpPr>
            <a:spLocks/>
          </p:cNvSpPr>
          <p:nvPr/>
        </p:nvSpPr>
        <p:spPr bwMode="auto">
          <a:xfrm>
            <a:off x="3138488" y="4138613"/>
            <a:ext cx="11112" cy="52387"/>
          </a:xfrm>
          <a:custGeom>
            <a:avLst/>
            <a:gdLst>
              <a:gd name="T0" fmla="*/ 0 w 16"/>
              <a:gd name="T1" fmla="*/ 0 h 66"/>
              <a:gd name="T2" fmla="*/ 2147483646 w 16"/>
              <a:gd name="T3" fmla="*/ 2147483646 h 66"/>
              <a:gd name="T4" fmla="*/ 2147483646 w 16"/>
              <a:gd name="T5" fmla="*/ 2147483646 h 66"/>
              <a:gd name="T6" fmla="*/ 0 60000 65536"/>
              <a:gd name="T7" fmla="*/ 0 60000 65536"/>
              <a:gd name="T8" fmla="*/ 0 60000 65536"/>
              <a:gd name="T9" fmla="*/ 0 w 16"/>
              <a:gd name="T10" fmla="*/ 0 h 66"/>
              <a:gd name="T11" fmla="*/ 16 w 16"/>
              <a:gd name="T12" fmla="*/ 66 h 6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66">
                <a:moveTo>
                  <a:pt x="0" y="0"/>
                </a:moveTo>
                <a:lnTo>
                  <a:pt x="9" y="33"/>
                </a:lnTo>
                <a:lnTo>
                  <a:pt x="16" y="66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33" name="Freeform 107"/>
          <p:cNvSpPr>
            <a:spLocks/>
          </p:cNvSpPr>
          <p:nvPr/>
        </p:nvSpPr>
        <p:spPr bwMode="auto">
          <a:xfrm>
            <a:off x="3149600" y="4191000"/>
            <a:ext cx="9525" cy="50800"/>
          </a:xfrm>
          <a:custGeom>
            <a:avLst/>
            <a:gdLst>
              <a:gd name="T0" fmla="*/ 0 w 12"/>
              <a:gd name="T1" fmla="*/ 0 h 65"/>
              <a:gd name="T2" fmla="*/ 2147483646 w 12"/>
              <a:gd name="T3" fmla="*/ 2147483646 h 65"/>
              <a:gd name="T4" fmla="*/ 2147483646 w 12"/>
              <a:gd name="T5" fmla="*/ 2147483646 h 65"/>
              <a:gd name="T6" fmla="*/ 0 60000 65536"/>
              <a:gd name="T7" fmla="*/ 0 60000 65536"/>
              <a:gd name="T8" fmla="*/ 0 60000 65536"/>
              <a:gd name="T9" fmla="*/ 0 w 12"/>
              <a:gd name="T10" fmla="*/ 0 h 65"/>
              <a:gd name="T11" fmla="*/ 12 w 12"/>
              <a:gd name="T12" fmla="*/ 65 h 6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" h="65">
                <a:moveTo>
                  <a:pt x="0" y="0"/>
                </a:moveTo>
                <a:lnTo>
                  <a:pt x="5" y="32"/>
                </a:lnTo>
                <a:lnTo>
                  <a:pt x="12" y="65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34" name="Freeform 108"/>
          <p:cNvSpPr>
            <a:spLocks/>
          </p:cNvSpPr>
          <p:nvPr/>
        </p:nvSpPr>
        <p:spPr bwMode="auto">
          <a:xfrm>
            <a:off x="3159125" y="4241800"/>
            <a:ext cx="12700" cy="57150"/>
          </a:xfrm>
          <a:custGeom>
            <a:avLst/>
            <a:gdLst>
              <a:gd name="T0" fmla="*/ 0 w 15"/>
              <a:gd name="T1" fmla="*/ 0 h 73"/>
              <a:gd name="T2" fmla="*/ 2147483646 w 15"/>
              <a:gd name="T3" fmla="*/ 2147483646 h 73"/>
              <a:gd name="T4" fmla="*/ 2147483646 w 15"/>
              <a:gd name="T5" fmla="*/ 2147483646 h 73"/>
              <a:gd name="T6" fmla="*/ 0 60000 65536"/>
              <a:gd name="T7" fmla="*/ 0 60000 65536"/>
              <a:gd name="T8" fmla="*/ 0 60000 65536"/>
              <a:gd name="T9" fmla="*/ 0 w 15"/>
              <a:gd name="T10" fmla="*/ 0 h 73"/>
              <a:gd name="T11" fmla="*/ 15 w 15"/>
              <a:gd name="T12" fmla="*/ 73 h 7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73">
                <a:moveTo>
                  <a:pt x="0" y="0"/>
                </a:moveTo>
                <a:lnTo>
                  <a:pt x="7" y="36"/>
                </a:lnTo>
                <a:lnTo>
                  <a:pt x="15" y="73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35" name="Line 109"/>
          <p:cNvSpPr>
            <a:spLocks noChangeShapeType="1"/>
          </p:cNvSpPr>
          <p:nvPr/>
        </p:nvSpPr>
        <p:spPr bwMode="auto">
          <a:xfrm>
            <a:off x="3171825" y="4298950"/>
            <a:ext cx="9525" cy="55563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36" name="Freeform 110"/>
          <p:cNvSpPr>
            <a:spLocks/>
          </p:cNvSpPr>
          <p:nvPr/>
        </p:nvSpPr>
        <p:spPr bwMode="auto">
          <a:xfrm>
            <a:off x="3181350" y="4354513"/>
            <a:ext cx="11113" cy="58737"/>
          </a:xfrm>
          <a:custGeom>
            <a:avLst/>
            <a:gdLst>
              <a:gd name="T0" fmla="*/ 0 w 15"/>
              <a:gd name="T1" fmla="*/ 0 h 74"/>
              <a:gd name="T2" fmla="*/ 2147483646 w 15"/>
              <a:gd name="T3" fmla="*/ 2147483646 h 74"/>
              <a:gd name="T4" fmla="*/ 2147483646 w 15"/>
              <a:gd name="T5" fmla="*/ 2147483646 h 74"/>
              <a:gd name="T6" fmla="*/ 0 60000 65536"/>
              <a:gd name="T7" fmla="*/ 0 60000 65536"/>
              <a:gd name="T8" fmla="*/ 0 60000 65536"/>
              <a:gd name="T9" fmla="*/ 0 w 15"/>
              <a:gd name="T10" fmla="*/ 0 h 74"/>
              <a:gd name="T11" fmla="*/ 15 w 15"/>
              <a:gd name="T12" fmla="*/ 74 h 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74">
                <a:moveTo>
                  <a:pt x="0" y="0"/>
                </a:moveTo>
                <a:lnTo>
                  <a:pt x="7" y="37"/>
                </a:lnTo>
                <a:lnTo>
                  <a:pt x="15" y="74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37" name="Line 111"/>
          <p:cNvSpPr>
            <a:spLocks noChangeShapeType="1"/>
          </p:cNvSpPr>
          <p:nvPr/>
        </p:nvSpPr>
        <p:spPr bwMode="auto">
          <a:xfrm>
            <a:off x="3192463" y="4413250"/>
            <a:ext cx="9525" cy="58738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38" name="Freeform 112"/>
          <p:cNvSpPr>
            <a:spLocks/>
          </p:cNvSpPr>
          <p:nvPr/>
        </p:nvSpPr>
        <p:spPr bwMode="auto">
          <a:xfrm>
            <a:off x="3201988" y="4471988"/>
            <a:ext cx="12700" cy="53975"/>
          </a:xfrm>
          <a:custGeom>
            <a:avLst/>
            <a:gdLst>
              <a:gd name="T0" fmla="*/ 0 w 15"/>
              <a:gd name="T1" fmla="*/ 0 h 69"/>
              <a:gd name="T2" fmla="*/ 2147483646 w 15"/>
              <a:gd name="T3" fmla="*/ 2147483646 h 69"/>
              <a:gd name="T4" fmla="*/ 2147483646 w 15"/>
              <a:gd name="T5" fmla="*/ 2147483646 h 69"/>
              <a:gd name="T6" fmla="*/ 0 60000 65536"/>
              <a:gd name="T7" fmla="*/ 0 60000 65536"/>
              <a:gd name="T8" fmla="*/ 0 60000 65536"/>
              <a:gd name="T9" fmla="*/ 0 w 15"/>
              <a:gd name="T10" fmla="*/ 0 h 69"/>
              <a:gd name="T11" fmla="*/ 15 w 15"/>
              <a:gd name="T12" fmla="*/ 69 h 6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69">
                <a:moveTo>
                  <a:pt x="0" y="0"/>
                </a:moveTo>
                <a:lnTo>
                  <a:pt x="7" y="36"/>
                </a:lnTo>
                <a:lnTo>
                  <a:pt x="15" y="69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39" name="Line 113"/>
          <p:cNvSpPr>
            <a:spLocks noChangeShapeType="1"/>
          </p:cNvSpPr>
          <p:nvPr/>
        </p:nvSpPr>
        <p:spPr bwMode="auto">
          <a:xfrm>
            <a:off x="3214688" y="4525963"/>
            <a:ext cx="9525" cy="5238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40" name="Freeform 114"/>
          <p:cNvSpPr>
            <a:spLocks/>
          </p:cNvSpPr>
          <p:nvPr/>
        </p:nvSpPr>
        <p:spPr bwMode="auto">
          <a:xfrm>
            <a:off x="3224213" y="4578350"/>
            <a:ext cx="11112" cy="44450"/>
          </a:xfrm>
          <a:custGeom>
            <a:avLst/>
            <a:gdLst>
              <a:gd name="T0" fmla="*/ 0 w 14"/>
              <a:gd name="T1" fmla="*/ 0 h 57"/>
              <a:gd name="T2" fmla="*/ 2147483646 w 14"/>
              <a:gd name="T3" fmla="*/ 2147483646 h 57"/>
              <a:gd name="T4" fmla="*/ 2147483646 w 14"/>
              <a:gd name="T5" fmla="*/ 2147483646 h 57"/>
              <a:gd name="T6" fmla="*/ 0 60000 65536"/>
              <a:gd name="T7" fmla="*/ 0 60000 65536"/>
              <a:gd name="T8" fmla="*/ 0 60000 65536"/>
              <a:gd name="T9" fmla="*/ 0 w 14"/>
              <a:gd name="T10" fmla="*/ 0 h 57"/>
              <a:gd name="T11" fmla="*/ 14 w 14"/>
              <a:gd name="T12" fmla="*/ 57 h 5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4" h="57">
                <a:moveTo>
                  <a:pt x="0" y="0"/>
                </a:moveTo>
                <a:lnTo>
                  <a:pt x="7" y="28"/>
                </a:lnTo>
                <a:lnTo>
                  <a:pt x="14" y="57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41" name="Line 115"/>
          <p:cNvSpPr>
            <a:spLocks noChangeShapeType="1"/>
          </p:cNvSpPr>
          <p:nvPr/>
        </p:nvSpPr>
        <p:spPr bwMode="auto">
          <a:xfrm>
            <a:off x="3235325" y="4622800"/>
            <a:ext cx="12700" cy="46038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42" name="Line 116"/>
          <p:cNvSpPr>
            <a:spLocks noChangeShapeType="1"/>
          </p:cNvSpPr>
          <p:nvPr/>
        </p:nvSpPr>
        <p:spPr bwMode="auto">
          <a:xfrm>
            <a:off x="3248025" y="4668838"/>
            <a:ext cx="9525" cy="4127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43" name="Freeform 117"/>
          <p:cNvSpPr>
            <a:spLocks/>
          </p:cNvSpPr>
          <p:nvPr/>
        </p:nvSpPr>
        <p:spPr bwMode="auto">
          <a:xfrm>
            <a:off x="3257550" y="4710113"/>
            <a:ext cx="12700" cy="34925"/>
          </a:xfrm>
          <a:custGeom>
            <a:avLst/>
            <a:gdLst>
              <a:gd name="T0" fmla="*/ 0 w 16"/>
              <a:gd name="T1" fmla="*/ 0 h 45"/>
              <a:gd name="T2" fmla="*/ 2147483646 w 16"/>
              <a:gd name="T3" fmla="*/ 2147483646 h 45"/>
              <a:gd name="T4" fmla="*/ 2147483646 w 16"/>
              <a:gd name="T5" fmla="*/ 2147483646 h 45"/>
              <a:gd name="T6" fmla="*/ 0 60000 65536"/>
              <a:gd name="T7" fmla="*/ 0 60000 65536"/>
              <a:gd name="T8" fmla="*/ 0 60000 65536"/>
              <a:gd name="T9" fmla="*/ 0 w 16"/>
              <a:gd name="T10" fmla="*/ 0 h 45"/>
              <a:gd name="T11" fmla="*/ 16 w 16"/>
              <a:gd name="T12" fmla="*/ 45 h 4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45">
                <a:moveTo>
                  <a:pt x="0" y="0"/>
                </a:moveTo>
                <a:lnTo>
                  <a:pt x="7" y="24"/>
                </a:lnTo>
                <a:lnTo>
                  <a:pt x="16" y="45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44" name="Line 118"/>
          <p:cNvSpPr>
            <a:spLocks noChangeShapeType="1"/>
          </p:cNvSpPr>
          <p:nvPr/>
        </p:nvSpPr>
        <p:spPr bwMode="auto">
          <a:xfrm>
            <a:off x="3270250" y="4745038"/>
            <a:ext cx="7938" cy="3333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45" name="Freeform 119"/>
          <p:cNvSpPr>
            <a:spLocks/>
          </p:cNvSpPr>
          <p:nvPr/>
        </p:nvSpPr>
        <p:spPr bwMode="auto">
          <a:xfrm>
            <a:off x="3278188" y="4778375"/>
            <a:ext cx="12700" cy="25400"/>
          </a:xfrm>
          <a:custGeom>
            <a:avLst/>
            <a:gdLst>
              <a:gd name="T0" fmla="*/ 0 w 16"/>
              <a:gd name="T1" fmla="*/ 0 h 33"/>
              <a:gd name="T2" fmla="*/ 2147483646 w 16"/>
              <a:gd name="T3" fmla="*/ 2147483646 h 33"/>
              <a:gd name="T4" fmla="*/ 2147483646 w 16"/>
              <a:gd name="T5" fmla="*/ 2147483646 h 33"/>
              <a:gd name="T6" fmla="*/ 0 60000 65536"/>
              <a:gd name="T7" fmla="*/ 0 60000 65536"/>
              <a:gd name="T8" fmla="*/ 0 60000 65536"/>
              <a:gd name="T9" fmla="*/ 0 w 16"/>
              <a:gd name="T10" fmla="*/ 0 h 33"/>
              <a:gd name="T11" fmla="*/ 16 w 16"/>
              <a:gd name="T12" fmla="*/ 33 h 3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33">
                <a:moveTo>
                  <a:pt x="0" y="0"/>
                </a:moveTo>
                <a:lnTo>
                  <a:pt x="9" y="16"/>
                </a:lnTo>
                <a:lnTo>
                  <a:pt x="16" y="33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46" name="Freeform 120"/>
          <p:cNvSpPr>
            <a:spLocks/>
          </p:cNvSpPr>
          <p:nvPr/>
        </p:nvSpPr>
        <p:spPr bwMode="auto">
          <a:xfrm>
            <a:off x="3290888" y="4803775"/>
            <a:ext cx="9525" cy="25400"/>
          </a:xfrm>
          <a:custGeom>
            <a:avLst/>
            <a:gdLst>
              <a:gd name="T0" fmla="*/ 0 w 12"/>
              <a:gd name="T1" fmla="*/ 0 h 33"/>
              <a:gd name="T2" fmla="*/ 2147483646 w 12"/>
              <a:gd name="T3" fmla="*/ 2147483646 h 33"/>
              <a:gd name="T4" fmla="*/ 2147483646 w 12"/>
              <a:gd name="T5" fmla="*/ 2147483646 h 33"/>
              <a:gd name="T6" fmla="*/ 0 60000 65536"/>
              <a:gd name="T7" fmla="*/ 0 60000 65536"/>
              <a:gd name="T8" fmla="*/ 0 60000 65536"/>
              <a:gd name="T9" fmla="*/ 0 w 12"/>
              <a:gd name="T10" fmla="*/ 0 h 33"/>
              <a:gd name="T11" fmla="*/ 12 w 12"/>
              <a:gd name="T12" fmla="*/ 33 h 3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" h="33">
                <a:moveTo>
                  <a:pt x="0" y="0"/>
                </a:moveTo>
                <a:lnTo>
                  <a:pt x="5" y="16"/>
                </a:lnTo>
                <a:lnTo>
                  <a:pt x="12" y="33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47" name="Freeform 121"/>
          <p:cNvSpPr>
            <a:spLocks/>
          </p:cNvSpPr>
          <p:nvPr/>
        </p:nvSpPr>
        <p:spPr bwMode="auto">
          <a:xfrm>
            <a:off x="3300413" y="4829175"/>
            <a:ext cx="12700" cy="19050"/>
          </a:xfrm>
          <a:custGeom>
            <a:avLst/>
            <a:gdLst>
              <a:gd name="T0" fmla="*/ 0 w 15"/>
              <a:gd name="T1" fmla="*/ 0 h 24"/>
              <a:gd name="T2" fmla="*/ 2147483646 w 15"/>
              <a:gd name="T3" fmla="*/ 2147483646 h 24"/>
              <a:gd name="T4" fmla="*/ 2147483646 w 15"/>
              <a:gd name="T5" fmla="*/ 2147483646 h 24"/>
              <a:gd name="T6" fmla="*/ 0 60000 65536"/>
              <a:gd name="T7" fmla="*/ 0 60000 65536"/>
              <a:gd name="T8" fmla="*/ 0 60000 65536"/>
              <a:gd name="T9" fmla="*/ 0 w 15"/>
              <a:gd name="T10" fmla="*/ 0 h 24"/>
              <a:gd name="T11" fmla="*/ 15 w 15"/>
              <a:gd name="T12" fmla="*/ 24 h 2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24">
                <a:moveTo>
                  <a:pt x="0" y="0"/>
                </a:moveTo>
                <a:lnTo>
                  <a:pt x="7" y="11"/>
                </a:lnTo>
                <a:lnTo>
                  <a:pt x="15" y="24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48" name="Line 122"/>
          <p:cNvSpPr>
            <a:spLocks noChangeShapeType="1"/>
          </p:cNvSpPr>
          <p:nvPr/>
        </p:nvSpPr>
        <p:spPr bwMode="auto">
          <a:xfrm>
            <a:off x="3313113" y="4848225"/>
            <a:ext cx="9525" cy="17463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49" name="Freeform 123"/>
          <p:cNvSpPr>
            <a:spLocks/>
          </p:cNvSpPr>
          <p:nvPr/>
        </p:nvSpPr>
        <p:spPr bwMode="auto">
          <a:xfrm>
            <a:off x="3322638" y="4865688"/>
            <a:ext cx="11112" cy="12700"/>
          </a:xfrm>
          <a:custGeom>
            <a:avLst/>
            <a:gdLst>
              <a:gd name="T0" fmla="*/ 0 w 15"/>
              <a:gd name="T1" fmla="*/ 0 h 17"/>
              <a:gd name="T2" fmla="*/ 2147483646 w 15"/>
              <a:gd name="T3" fmla="*/ 2147483646 h 17"/>
              <a:gd name="T4" fmla="*/ 2147483646 w 15"/>
              <a:gd name="T5" fmla="*/ 2147483646 h 17"/>
              <a:gd name="T6" fmla="*/ 0 60000 65536"/>
              <a:gd name="T7" fmla="*/ 0 60000 65536"/>
              <a:gd name="T8" fmla="*/ 0 60000 65536"/>
              <a:gd name="T9" fmla="*/ 0 w 15"/>
              <a:gd name="T10" fmla="*/ 0 h 17"/>
              <a:gd name="T11" fmla="*/ 15 w 15"/>
              <a:gd name="T12" fmla="*/ 17 h 1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17">
                <a:moveTo>
                  <a:pt x="0" y="0"/>
                </a:moveTo>
                <a:lnTo>
                  <a:pt x="7" y="9"/>
                </a:lnTo>
                <a:lnTo>
                  <a:pt x="15" y="17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50" name="Line 124"/>
          <p:cNvSpPr>
            <a:spLocks noChangeShapeType="1"/>
          </p:cNvSpPr>
          <p:nvPr/>
        </p:nvSpPr>
        <p:spPr bwMode="auto">
          <a:xfrm>
            <a:off x="3333750" y="4878388"/>
            <a:ext cx="9525" cy="12700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51" name="Freeform 125"/>
          <p:cNvSpPr>
            <a:spLocks/>
          </p:cNvSpPr>
          <p:nvPr/>
        </p:nvSpPr>
        <p:spPr bwMode="auto">
          <a:xfrm>
            <a:off x="3343275" y="4891088"/>
            <a:ext cx="12700" cy="9525"/>
          </a:xfrm>
          <a:custGeom>
            <a:avLst/>
            <a:gdLst>
              <a:gd name="T0" fmla="*/ 0 w 15"/>
              <a:gd name="T1" fmla="*/ 0 h 13"/>
              <a:gd name="T2" fmla="*/ 2147483646 w 15"/>
              <a:gd name="T3" fmla="*/ 2147483646 h 13"/>
              <a:gd name="T4" fmla="*/ 2147483646 w 15"/>
              <a:gd name="T5" fmla="*/ 2147483646 h 13"/>
              <a:gd name="T6" fmla="*/ 0 60000 65536"/>
              <a:gd name="T7" fmla="*/ 0 60000 65536"/>
              <a:gd name="T8" fmla="*/ 0 60000 65536"/>
              <a:gd name="T9" fmla="*/ 0 w 15"/>
              <a:gd name="T10" fmla="*/ 0 h 13"/>
              <a:gd name="T11" fmla="*/ 15 w 15"/>
              <a:gd name="T12" fmla="*/ 13 h 1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13">
                <a:moveTo>
                  <a:pt x="0" y="0"/>
                </a:moveTo>
                <a:lnTo>
                  <a:pt x="7" y="8"/>
                </a:lnTo>
                <a:lnTo>
                  <a:pt x="15" y="13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52" name="Line 126"/>
          <p:cNvSpPr>
            <a:spLocks noChangeShapeType="1"/>
          </p:cNvSpPr>
          <p:nvPr/>
        </p:nvSpPr>
        <p:spPr bwMode="auto">
          <a:xfrm>
            <a:off x="3355975" y="4900613"/>
            <a:ext cx="9525" cy="6350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53" name="Freeform 127"/>
          <p:cNvSpPr>
            <a:spLocks/>
          </p:cNvSpPr>
          <p:nvPr/>
        </p:nvSpPr>
        <p:spPr bwMode="auto">
          <a:xfrm>
            <a:off x="3365500" y="4906963"/>
            <a:ext cx="11113" cy="6350"/>
          </a:xfrm>
          <a:custGeom>
            <a:avLst/>
            <a:gdLst>
              <a:gd name="T0" fmla="*/ 0 w 14"/>
              <a:gd name="T1" fmla="*/ 0 h 8"/>
              <a:gd name="T2" fmla="*/ 2147483646 w 14"/>
              <a:gd name="T3" fmla="*/ 2147483646 h 8"/>
              <a:gd name="T4" fmla="*/ 2147483646 w 14"/>
              <a:gd name="T5" fmla="*/ 2147483646 h 8"/>
              <a:gd name="T6" fmla="*/ 0 60000 65536"/>
              <a:gd name="T7" fmla="*/ 0 60000 65536"/>
              <a:gd name="T8" fmla="*/ 0 60000 65536"/>
              <a:gd name="T9" fmla="*/ 0 w 14"/>
              <a:gd name="T10" fmla="*/ 0 h 8"/>
              <a:gd name="T11" fmla="*/ 14 w 14"/>
              <a:gd name="T12" fmla="*/ 8 h 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4" h="8">
                <a:moveTo>
                  <a:pt x="0" y="0"/>
                </a:moveTo>
                <a:lnTo>
                  <a:pt x="7" y="4"/>
                </a:lnTo>
                <a:lnTo>
                  <a:pt x="14" y="8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54" name="Line 128"/>
          <p:cNvSpPr>
            <a:spLocks noChangeShapeType="1"/>
          </p:cNvSpPr>
          <p:nvPr/>
        </p:nvSpPr>
        <p:spPr bwMode="auto">
          <a:xfrm>
            <a:off x="3376613" y="4913313"/>
            <a:ext cx="9525" cy="6350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55" name="Line 129"/>
          <p:cNvSpPr>
            <a:spLocks noChangeShapeType="1"/>
          </p:cNvSpPr>
          <p:nvPr/>
        </p:nvSpPr>
        <p:spPr bwMode="auto">
          <a:xfrm>
            <a:off x="3386138" y="4919663"/>
            <a:ext cx="11112" cy="317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56" name="Line 130"/>
          <p:cNvSpPr>
            <a:spLocks noChangeShapeType="1"/>
          </p:cNvSpPr>
          <p:nvPr/>
        </p:nvSpPr>
        <p:spPr bwMode="auto">
          <a:xfrm>
            <a:off x="3397250" y="4922838"/>
            <a:ext cx="12700" cy="317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57" name="Line 131"/>
          <p:cNvSpPr>
            <a:spLocks noChangeShapeType="1"/>
          </p:cNvSpPr>
          <p:nvPr/>
        </p:nvSpPr>
        <p:spPr bwMode="auto">
          <a:xfrm>
            <a:off x="3409950" y="4926013"/>
            <a:ext cx="9525" cy="158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58" name="Freeform 132"/>
          <p:cNvSpPr>
            <a:spLocks/>
          </p:cNvSpPr>
          <p:nvPr/>
        </p:nvSpPr>
        <p:spPr bwMode="auto">
          <a:xfrm>
            <a:off x="3419475" y="4926013"/>
            <a:ext cx="11113" cy="4762"/>
          </a:xfrm>
          <a:custGeom>
            <a:avLst/>
            <a:gdLst>
              <a:gd name="T0" fmla="*/ 0 w 16"/>
              <a:gd name="T1" fmla="*/ 0 h 5"/>
              <a:gd name="T2" fmla="*/ 2147483646 w 16"/>
              <a:gd name="T3" fmla="*/ 0 h 5"/>
              <a:gd name="T4" fmla="*/ 2147483646 w 16"/>
              <a:gd name="T5" fmla="*/ 2147483646 h 5"/>
              <a:gd name="T6" fmla="*/ 0 60000 65536"/>
              <a:gd name="T7" fmla="*/ 0 60000 65536"/>
              <a:gd name="T8" fmla="*/ 0 60000 65536"/>
              <a:gd name="T9" fmla="*/ 0 w 16"/>
              <a:gd name="T10" fmla="*/ 0 h 5"/>
              <a:gd name="T11" fmla="*/ 16 w 16"/>
              <a:gd name="T12" fmla="*/ 5 h 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5">
                <a:moveTo>
                  <a:pt x="0" y="0"/>
                </a:moveTo>
                <a:lnTo>
                  <a:pt x="9" y="0"/>
                </a:lnTo>
                <a:lnTo>
                  <a:pt x="16" y="5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59" name="Line 133"/>
          <p:cNvSpPr>
            <a:spLocks noChangeShapeType="1"/>
          </p:cNvSpPr>
          <p:nvPr/>
        </p:nvSpPr>
        <p:spPr bwMode="auto">
          <a:xfrm>
            <a:off x="3430588" y="4930775"/>
            <a:ext cx="9525" cy="1588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60" name="Freeform 134"/>
          <p:cNvSpPr>
            <a:spLocks/>
          </p:cNvSpPr>
          <p:nvPr/>
        </p:nvSpPr>
        <p:spPr bwMode="auto">
          <a:xfrm>
            <a:off x="3440113" y="4930775"/>
            <a:ext cx="12700" cy="1588"/>
          </a:xfrm>
          <a:custGeom>
            <a:avLst/>
            <a:gdLst>
              <a:gd name="T0" fmla="*/ 0 w 15"/>
              <a:gd name="T1" fmla="*/ 0 h 1588"/>
              <a:gd name="T2" fmla="*/ 2147483646 w 15"/>
              <a:gd name="T3" fmla="*/ 0 h 1588"/>
              <a:gd name="T4" fmla="*/ 2147483646 w 15"/>
              <a:gd name="T5" fmla="*/ 0 h 1588"/>
              <a:gd name="T6" fmla="*/ 0 60000 65536"/>
              <a:gd name="T7" fmla="*/ 0 60000 65536"/>
              <a:gd name="T8" fmla="*/ 0 60000 65536"/>
              <a:gd name="T9" fmla="*/ 0 w 15"/>
              <a:gd name="T10" fmla="*/ 0 h 1588"/>
              <a:gd name="T11" fmla="*/ 15 w 15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1588">
                <a:moveTo>
                  <a:pt x="0" y="0"/>
                </a:moveTo>
                <a:lnTo>
                  <a:pt x="7" y="0"/>
                </a:lnTo>
                <a:lnTo>
                  <a:pt x="15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61" name="Freeform 135"/>
          <p:cNvSpPr>
            <a:spLocks/>
          </p:cNvSpPr>
          <p:nvPr/>
        </p:nvSpPr>
        <p:spPr bwMode="auto">
          <a:xfrm>
            <a:off x="3452813" y="4930775"/>
            <a:ext cx="9525" cy="3175"/>
          </a:xfrm>
          <a:custGeom>
            <a:avLst/>
            <a:gdLst>
              <a:gd name="T0" fmla="*/ 0 w 12"/>
              <a:gd name="T1" fmla="*/ 0 h 4"/>
              <a:gd name="T2" fmla="*/ 2147483646 w 12"/>
              <a:gd name="T3" fmla="*/ 0 h 4"/>
              <a:gd name="T4" fmla="*/ 2147483646 w 12"/>
              <a:gd name="T5" fmla="*/ 2147483646 h 4"/>
              <a:gd name="T6" fmla="*/ 0 60000 65536"/>
              <a:gd name="T7" fmla="*/ 0 60000 65536"/>
              <a:gd name="T8" fmla="*/ 0 60000 65536"/>
              <a:gd name="T9" fmla="*/ 0 w 12"/>
              <a:gd name="T10" fmla="*/ 0 h 4"/>
              <a:gd name="T11" fmla="*/ 12 w 12"/>
              <a:gd name="T12" fmla="*/ 4 h 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" h="4">
                <a:moveTo>
                  <a:pt x="0" y="0"/>
                </a:moveTo>
                <a:lnTo>
                  <a:pt x="4" y="0"/>
                </a:lnTo>
                <a:lnTo>
                  <a:pt x="12" y="4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62" name="Freeform 136"/>
          <p:cNvSpPr>
            <a:spLocks/>
          </p:cNvSpPr>
          <p:nvPr/>
        </p:nvSpPr>
        <p:spPr bwMode="auto">
          <a:xfrm>
            <a:off x="3462338" y="4933950"/>
            <a:ext cx="11112" cy="1588"/>
          </a:xfrm>
          <a:custGeom>
            <a:avLst/>
            <a:gdLst>
              <a:gd name="T0" fmla="*/ 0 w 15"/>
              <a:gd name="T1" fmla="*/ 0 h 1588"/>
              <a:gd name="T2" fmla="*/ 2147483646 w 15"/>
              <a:gd name="T3" fmla="*/ 0 h 1588"/>
              <a:gd name="T4" fmla="*/ 2147483646 w 15"/>
              <a:gd name="T5" fmla="*/ 0 h 1588"/>
              <a:gd name="T6" fmla="*/ 0 60000 65536"/>
              <a:gd name="T7" fmla="*/ 0 60000 65536"/>
              <a:gd name="T8" fmla="*/ 0 60000 65536"/>
              <a:gd name="T9" fmla="*/ 0 w 15"/>
              <a:gd name="T10" fmla="*/ 0 h 1588"/>
              <a:gd name="T11" fmla="*/ 15 w 15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1588">
                <a:moveTo>
                  <a:pt x="0" y="0"/>
                </a:moveTo>
                <a:lnTo>
                  <a:pt x="7" y="0"/>
                </a:lnTo>
                <a:lnTo>
                  <a:pt x="15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63" name="Line 137"/>
          <p:cNvSpPr>
            <a:spLocks noChangeShapeType="1"/>
          </p:cNvSpPr>
          <p:nvPr/>
        </p:nvSpPr>
        <p:spPr bwMode="auto">
          <a:xfrm>
            <a:off x="3473450" y="4933950"/>
            <a:ext cx="9525" cy="1588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64" name="Line 138"/>
          <p:cNvSpPr>
            <a:spLocks noChangeShapeType="1"/>
          </p:cNvSpPr>
          <p:nvPr/>
        </p:nvSpPr>
        <p:spPr bwMode="auto">
          <a:xfrm>
            <a:off x="3482975" y="4933950"/>
            <a:ext cx="12700" cy="1588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65" name="Rectangle 139"/>
          <p:cNvSpPr>
            <a:spLocks noChangeArrowheads="1"/>
          </p:cNvSpPr>
          <p:nvPr/>
        </p:nvSpPr>
        <p:spPr bwMode="auto">
          <a:xfrm>
            <a:off x="2411413" y="4968875"/>
            <a:ext cx="33337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00">
                <a:solidFill>
                  <a:srgbClr val="FFFFFF"/>
                </a:solidFill>
              </a:rPr>
              <a:t>-6</a:t>
            </a:r>
            <a:endParaRPr lang="en-US" altLang="en-US" sz="1800"/>
          </a:p>
        </p:txBody>
      </p:sp>
      <p:sp>
        <p:nvSpPr>
          <p:cNvPr id="44166" name="Rectangle 140"/>
          <p:cNvSpPr>
            <a:spLocks noChangeArrowheads="1"/>
          </p:cNvSpPr>
          <p:nvPr/>
        </p:nvSpPr>
        <p:spPr bwMode="auto">
          <a:xfrm>
            <a:off x="2628900" y="4968875"/>
            <a:ext cx="33338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00">
                <a:solidFill>
                  <a:srgbClr val="FFFFFF"/>
                </a:solidFill>
              </a:rPr>
              <a:t>-4</a:t>
            </a:r>
            <a:endParaRPr lang="en-US" altLang="en-US" sz="1800"/>
          </a:p>
        </p:txBody>
      </p:sp>
      <p:sp>
        <p:nvSpPr>
          <p:cNvPr id="44167" name="Rectangle 141"/>
          <p:cNvSpPr>
            <a:spLocks noChangeArrowheads="1"/>
          </p:cNvSpPr>
          <p:nvPr/>
        </p:nvSpPr>
        <p:spPr bwMode="auto">
          <a:xfrm>
            <a:off x="2841625" y="4968875"/>
            <a:ext cx="33338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00">
                <a:solidFill>
                  <a:srgbClr val="FFFFFF"/>
                </a:solidFill>
              </a:rPr>
              <a:t>-2</a:t>
            </a:r>
            <a:endParaRPr lang="en-US" altLang="en-US" sz="1800"/>
          </a:p>
        </p:txBody>
      </p:sp>
      <p:sp>
        <p:nvSpPr>
          <p:cNvPr id="44168" name="Rectangle 142"/>
          <p:cNvSpPr>
            <a:spLocks noChangeArrowheads="1"/>
          </p:cNvSpPr>
          <p:nvPr/>
        </p:nvSpPr>
        <p:spPr bwMode="auto">
          <a:xfrm>
            <a:off x="3065463" y="4968875"/>
            <a:ext cx="20637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00">
                <a:solidFill>
                  <a:srgbClr val="FFFFFF"/>
                </a:solidFill>
              </a:rPr>
              <a:t>0</a:t>
            </a:r>
            <a:endParaRPr lang="en-US" altLang="en-US" sz="1800"/>
          </a:p>
        </p:txBody>
      </p:sp>
      <p:sp>
        <p:nvSpPr>
          <p:cNvPr id="44169" name="Rectangle 143"/>
          <p:cNvSpPr>
            <a:spLocks noChangeArrowheads="1"/>
          </p:cNvSpPr>
          <p:nvPr/>
        </p:nvSpPr>
        <p:spPr bwMode="auto">
          <a:xfrm>
            <a:off x="3282950" y="4968875"/>
            <a:ext cx="20638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00">
                <a:solidFill>
                  <a:srgbClr val="FFFFFF"/>
                </a:solidFill>
              </a:rPr>
              <a:t>2</a:t>
            </a:r>
            <a:endParaRPr lang="en-US" altLang="en-US" sz="1800"/>
          </a:p>
        </p:txBody>
      </p:sp>
      <p:sp>
        <p:nvSpPr>
          <p:cNvPr id="44170" name="Rectangle 144"/>
          <p:cNvSpPr>
            <a:spLocks noChangeArrowheads="1"/>
          </p:cNvSpPr>
          <p:nvPr/>
        </p:nvSpPr>
        <p:spPr bwMode="auto">
          <a:xfrm>
            <a:off x="3495675" y="4968875"/>
            <a:ext cx="20638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00">
                <a:solidFill>
                  <a:srgbClr val="FFFFFF"/>
                </a:solidFill>
              </a:rPr>
              <a:t>4</a:t>
            </a:r>
            <a:endParaRPr lang="en-US" altLang="en-US" sz="1800"/>
          </a:p>
        </p:txBody>
      </p:sp>
      <p:sp>
        <p:nvSpPr>
          <p:cNvPr id="44171" name="Rectangle 145"/>
          <p:cNvSpPr>
            <a:spLocks noChangeArrowheads="1"/>
          </p:cNvSpPr>
          <p:nvPr/>
        </p:nvSpPr>
        <p:spPr bwMode="auto">
          <a:xfrm>
            <a:off x="3711575" y="4968875"/>
            <a:ext cx="20638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00">
                <a:solidFill>
                  <a:srgbClr val="FFFFFF"/>
                </a:solidFill>
              </a:rPr>
              <a:t>6</a:t>
            </a:r>
            <a:endParaRPr lang="en-US" altLang="en-US" sz="1800"/>
          </a:p>
        </p:txBody>
      </p:sp>
      <p:sp>
        <p:nvSpPr>
          <p:cNvPr id="44172" name="Rectangle 146"/>
          <p:cNvSpPr>
            <a:spLocks noChangeArrowheads="1"/>
          </p:cNvSpPr>
          <p:nvPr/>
        </p:nvSpPr>
        <p:spPr bwMode="auto">
          <a:xfrm>
            <a:off x="4930775" y="3783013"/>
            <a:ext cx="1492250" cy="12985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/>
          </a:p>
        </p:txBody>
      </p:sp>
      <p:sp>
        <p:nvSpPr>
          <p:cNvPr id="44173" name="Rectangle 147"/>
          <p:cNvSpPr>
            <a:spLocks noChangeArrowheads="1"/>
          </p:cNvSpPr>
          <p:nvPr/>
        </p:nvSpPr>
        <p:spPr bwMode="auto">
          <a:xfrm>
            <a:off x="4986338" y="3816350"/>
            <a:ext cx="1376362" cy="1119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/>
          </a:p>
        </p:txBody>
      </p:sp>
      <p:sp>
        <p:nvSpPr>
          <p:cNvPr id="44174" name="Line 148"/>
          <p:cNvSpPr>
            <a:spLocks noChangeShapeType="1"/>
          </p:cNvSpPr>
          <p:nvPr/>
        </p:nvSpPr>
        <p:spPr bwMode="auto">
          <a:xfrm>
            <a:off x="4986338" y="4810125"/>
            <a:ext cx="1374775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75" name="Line 149"/>
          <p:cNvSpPr>
            <a:spLocks noChangeShapeType="1"/>
          </p:cNvSpPr>
          <p:nvPr/>
        </p:nvSpPr>
        <p:spPr bwMode="auto">
          <a:xfrm>
            <a:off x="4986338" y="4686300"/>
            <a:ext cx="1374775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76" name="Line 150"/>
          <p:cNvSpPr>
            <a:spLocks noChangeShapeType="1"/>
          </p:cNvSpPr>
          <p:nvPr/>
        </p:nvSpPr>
        <p:spPr bwMode="auto">
          <a:xfrm>
            <a:off x="4986338" y="4560888"/>
            <a:ext cx="1374775" cy="1587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77" name="Line 151"/>
          <p:cNvSpPr>
            <a:spLocks noChangeShapeType="1"/>
          </p:cNvSpPr>
          <p:nvPr/>
        </p:nvSpPr>
        <p:spPr bwMode="auto">
          <a:xfrm>
            <a:off x="4986338" y="4435475"/>
            <a:ext cx="1374775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78" name="Line 152"/>
          <p:cNvSpPr>
            <a:spLocks noChangeShapeType="1"/>
          </p:cNvSpPr>
          <p:nvPr/>
        </p:nvSpPr>
        <p:spPr bwMode="auto">
          <a:xfrm>
            <a:off x="4986338" y="4314825"/>
            <a:ext cx="1374775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79" name="Line 153"/>
          <p:cNvSpPr>
            <a:spLocks noChangeShapeType="1"/>
          </p:cNvSpPr>
          <p:nvPr/>
        </p:nvSpPr>
        <p:spPr bwMode="auto">
          <a:xfrm>
            <a:off x="4986338" y="4191000"/>
            <a:ext cx="1374775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80" name="Line 154"/>
          <p:cNvSpPr>
            <a:spLocks noChangeShapeType="1"/>
          </p:cNvSpPr>
          <p:nvPr/>
        </p:nvSpPr>
        <p:spPr bwMode="auto">
          <a:xfrm>
            <a:off x="4986338" y="4065588"/>
            <a:ext cx="1374775" cy="1587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81" name="Line 155"/>
          <p:cNvSpPr>
            <a:spLocks noChangeShapeType="1"/>
          </p:cNvSpPr>
          <p:nvPr/>
        </p:nvSpPr>
        <p:spPr bwMode="auto">
          <a:xfrm>
            <a:off x="4986338" y="3941763"/>
            <a:ext cx="1374775" cy="1587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82" name="Line 156"/>
          <p:cNvSpPr>
            <a:spLocks noChangeShapeType="1"/>
          </p:cNvSpPr>
          <p:nvPr/>
        </p:nvSpPr>
        <p:spPr bwMode="auto">
          <a:xfrm>
            <a:off x="4986338" y="3816350"/>
            <a:ext cx="1374775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83" name="Rectangle 157"/>
          <p:cNvSpPr>
            <a:spLocks noChangeArrowheads="1"/>
          </p:cNvSpPr>
          <p:nvPr/>
        </p:nvSpPr>
        <p:spPr bwMode="auto">
          <a:xfrm>
            <a:off x="4986338" y="3816350"/>
            <a:ext cx="1376362" cy="1119188"/>
          </a:xfrm>
          <a:prstGeom prst="rect">
            <a:avLst/>
          </a:prstGeom>
          <a:noFill/>
          <a:ln w="3175">
            <a:solidFill>
              <a:srgbClr val="FFFF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/>
          </a:p>
        </p:txBody>
      </p:sp>
      <p:sp>
        <p:nvSpPr>
          <p:cNvPr id="44184" name="Line 158"/>
          <p:cNvSpPr>
            <a:spLocks noChangeShapeType="1"/>
          </p:cNvSpPr>
          <p:nvPr/>
        </p:nvSpPr>
        <p:spPr bwMode="auto">
          <a:xfrm>
            <a:off x="4986338" y="4935538"/>
            <a:ext cx="1376362" cy="1587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85" name="Line 159"/>
          <p:cNvSpPr>
            <a:spLocks noChangeShapeType="1"/>
          </p:cNvSpPr>
          <p:nvPr/>
        </p:nvSpPr>
        <p:spPr bwMode="auto">
          <a:xfrm>
            <a:off x="5216525" y="4935538"/>
            <a:ext cx="11113" cy="158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86" name="Freeform 160"/>
          <p:cNvSpPr>
            <a:spLocks/>
          </p:cNvSpPr>
          <p:nvPr/>
        </p:nvSpPr>
        <p:spPr bwMode="auto">
          <a:xfrm>
            <a:off x="5227638" y="4935538"/>
            <a:ext cx="11112" cy="1587"/>
          </a:xfrm>
          <a:custGeom>
            <a:avLst/>
            <a:gdLst>
              <a:gd name="T0" fmla="*/ 0 w 16"/>
              <a:gd name="T1" fmla="*/ 0 h 1587"/>
              <a:gd name="T2" fmla="*/ 2147483646 w 16"/>
              <a:gd name="T3" fmla="*/ 0 h 1587"/>
              <a:gd name="T4" fmla="*/ 2147483646 w 16"/>
              <a:gd name="T5" fmla="*/ 0 h 1587"/>
              <a:gd name="T6" fmla="*/ 0 60000 65536"/>
              <a:gd name="T7" fmla="*/ 0 60000 65536"/>
              <a:gd name="T8" fmla="*/ 0 60000 65536"/>
              <a:gd name="T9" fmla="*/ 0 w 16"/>
              <a:gd name="T10" fmla="*/ 0 h 1587"/>
              <a:gd name="T11" fmla="*/ 16 w 16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1587">
                <a:moveTo>
                  <a:pt x="0" y="0"/>
                </a:moveTo>
                <a:lnTo>
                  <a:pt x="7" y="0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87" name="Line 161"/>
          <p:cNvSpPr>
            <a:spLocks noChangeShapeType="1"/>
          </p:cNvSpPr>
          <p:nvPr/>
        </p:nvSpPr>
        <p:spPr bwMode="auto">
          <a:xfrm>
            <a:off x="5238750" y="4935538"/>
            <a:ext cx="9525" cy="158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88" name="Freeform 162"/>
          <p:cNvSpPr>
            <a:spLocks/>
          </p:cNvSpPr>
          <p:nvPr/>
        </p:nvSpPr>
        <p:spPr bwMode="auto">
          <a:xfrm>
            <a:off x="5248275" y="4935538"/>
            <a:ext cx="14288" cy="1587"/>
          </a:xfrm>
          <a:custGeom>
            <a:avLst/>
            <a:gdLst>
              <a:gd name="T0" fmla="*/ 0 w 16"/>
              <a:gd name="T1" fmla="*/ 0 h 1587"/>
              <a:gd name="T2" fmla="*/ 2147483646 w 16"/>
              <a:gd name="T3" fmla="*/ 0 h 1587"/>
              <a:gd name="T4" fmla="*/ 2147483646 w 16"/>
              <a:gd name="T5" fmla="*/ 0 h 1587"/>
              <a:gd name="T6" fmla="*/ 0 60000 65536"/>
              <a:gd name="T7" fmla="*/ 0 60000 65536"/>
              <a:gd name="T8" fmla="*/ 0 60000 65536"/>
              <a:gd name="T9" fmla="*/ 0 w 16"/>
              <a:gd name="T10" fmla="*/ 0 h 1587"/>
              <a:gd name="T11" fmla="*/ 16 w 16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1587">
                <a:moveTo>
                  <a:pt x="0" y="0"/>
                </a:moveTo>
                <a:lnTo>
                  <a:pt x="8" y="0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89" name="Freeform 163"/>
          <p:cNvSpPr>
            <a:spLocks/>
          </p:cNvSpPr>
          <p:nvPr/>
        </p:nvSpPr>
        <p:spPr bwMode="auto">
          <a:xfrm>
            <a:off x="5262563" y="4932363"/>
            <a:ext cx="9525" cy="3175"/>
          </a:xfrm>
          <a:custGeom>
            <a:avLst/>
            <a:gdLst>
              <a:gd name="T0" fmla="*/ 0 w 12"/>
              <a:gd name="T1" fmla="*/ 2147483646 h 4"/>
              <a:gd name="T2" fmla="*/ 2147483646 w 12"/>
              <a:gd name="T3" fmla="*/ 0 h 4"/>
              <a:gd name="T4" fmla="*/ 2147483646 w 12"/>
              <a:gd name="T5" fmla="*/ 0 h 4"/>
              <a:gd name="T6" fmla="*/ 0 60000 65536"/>
              <a:gd name="T7" fmla="*/ 0 60000 65536"/>
              <a:gd name="T8" fmla="*/ 0 60000 65536"/>
              <a:gd name="T9" fmla="*/ 0 w 12"/>
              <a:gd name="T10" fmla="*/ 0 h 4"/>
              <a:gd name="T11" fmla="*/ 12 w 12"/>
              <a:gd name="T12" fmla="*/ 4 h 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" h="4">
                <a:moveTo>
                  <a:pt x="0" y="4"/>
                </a:moveTo>
                <a:lnTo>
                  <a:pt x="5" y="0"/>
                </a:lnTo>
                <a:lnTo>
                  <a:pt x="12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90" name="Freeform 164"/>
          <p:cNvSpPr>
            <a:spLocks/>
          </p:cNvSpPr>
          <p:nvPr/>
        </p:nvSpPr>
        <p:spPr bwMode="auto">
          <a:xfrm>
            <a:off x="5272088" y="4932363"/>
            <a:ext cx="12700" cy="1587"/>
          </a:xfrm>
          <a:custGeom>
            <a:avLst/>
            <a:gdLst>
              <a:gd name="T0" fmla="*/ 0 w 17"/>
              <a:gd name="T1" fmla="*/ 0 h 1587"/>
              <a:gd name="T2" fmla="*/ 2147483646 w 17"/>
              <a:gd name="T3" fmla="*/ 0 h 1587"/>
              <a:gd name="T4" fmla="*/ 2147483646 w 17"/>
              <a:gd name="T5" fmla="*/ 0 h 1587"/>
              <a:gd name="T6" fmla="*/ 0 60000 65536"/>
              <a:gd name="T7" fmla="*/ 0 60000 65536"/>
              <a:gd name="T8" fmla="*/ 0 60000 65536"/>
              <a:gd name="T9" fmla="*/ 0 w 17"/>
              <a:gd name="T10" fmla="*/ 0 h 1587"/>
              <a:gd name="T11" fmla="*/ 17 w 17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1587">
                <a:moveTo>
                  <a:pt x="0" y="0"/>
                </a:moveTo>
                <a:lnTo>
                  <a:pt x="9" y="0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91" name="Line 165"/>
          <p:cNvSpPr>
            <a:spLocks noChangeShapeType="1"/>
          </p:cNvSpPr>
          <p:nvPr/>
        </p:nvSpPr>
        <p:spPr bwMode="auto">
          <a:xfrm>
            <a:off x="5284788" y="4932363"/>
            <a:ext cx="9525" cy="158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92" name="Freeform 166"/>
          <p:cNvSpPr>
            <a:spLocks/>
          </p:cNvSpPr>
          <p:nvPr/>
        </p:nvSpPr>
        <p:spPr bwMode="auto">
          <a:xfrm>
            <a:off x="5294313" y="4927600"/>
            <a:ext cx="12700" cy="4763"/>
          </a:xfrm>
          <a:custGeom>
            <a:avLst/>
            <a:gdLst>
              <a:gd name="T0" fmla="*/ 0 w 17"/>
              <a:gd name="T1" fmla="*/ 2147483646 h 5"/>
              <a:gd name="T2" fmla="*/ 2147483646 w 17"/>
              <a:gd name="T3" fmla="*/ 0 h 5"/>
              <a:gd name="T4" fmla="*/ 2147483646 w 17"/>
              <a:gd name="T5" fmla="*/ 0 h 5"/>
              <a:gd name="T6" fmla="*/ 0 60000 65536"/>
              <a:gd name="T7" fmla="*/ 0 60000 65536"/>
              <a:gd name="T8" fmla="*/ 0 60000 65536"/>
              <a:gd name="T9" fmla="*/ 0 w 17"/>
              <a:gd name="T10" fmla="*/ 0 h 5"/>
              <a:gd name="T11" fmla="*/ 17 w 17"/>
              <a:gd name="T12" fmla="*/ 5 h 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5">
                <a:moveTo>
                  <a:pt x="0" y="5"/>
                </a:moveTo>
                <a:lnTo>
                  <a:pt x="8" y="0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93" name="Line 167"/>
          <p:cNvSpPr>
            <a:spLocks noChangeShapeType="1"/>
          </p:cNvSpPr>
          <p:nvPr/>
        </p:nvSpPr>
        <p:spPr bwMode="auto">
          <a:xfrm>
            <a:off x="5307013" y="4927600"/>
            <a:ext cx="9525" cy="1588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94" name="Line 168"/>
          <p:cNvSpPr>
            <a:spLocks noChangeShapeType="1"/>
          </p:cNvSpPr>
          <p:nvPr/>
        </p:nvSpPr>
        <p:spPr bwMode="auto">
          <a:xfrm flipV="1">
            <a:off x="5316538" y="4924425"/>
            <a:ext cx="14287" cy="317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95" name="Line 169"/>
          <p:cNvSpPr>
            <a:spLocks noChangeShapeType="1"/>
          </p:cNvSpPr>
          <p:nvPr/>
        </p:nvSpPr>
        <p:spPr bwMode="auto">
          <a:xfrm flipV="1">
            <a:off x="5330825" y="4922838"/>
            <a:ext cx="12700" cy="158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96" name="Line 170"/>
          <p:cNvSpPr>
            <a:spLocks noChangeShapeType="1"/>
          </p:cNvSpPr>
          <p:nvPr/>
        </p:nvSpPr>
        <p:spPr bwMode="auto">
          <a:xfrm flipV="1">
            <a:off x="5343525" y="4914900"/>
            <a:ext cx="9525" cy="7938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97" name="Freeform 171"/>
          <p:cNvSpPr>
            <a:spLocks/>
          </p:cNvSpPr>
          <p:nvPr/>
        </p:nvSpPr>
        <p:spPr bwMode="auto">
          <a:xfrm>
            <a:off x="5353050" y="4908550"/>
            <a:ext cx="12700" cy="6350"/>
          </a:xfrm>
          <a:custGeom>
            <a:avLst/>
            <a:gdLst>
              <a:gd name="T0" fmla="*/ 0 w 17"/>
              <a:gd name="T1" fmla="*/ 2147483646 h 9"/>
              <a:gd name="T2" fmla="*/ 2147483646 w 17"/>
              <a:gd name="T3" fmla="*/ 2147483646 h 9"/>
              <a:gd name="T4" fmla="*/ 2147483646 w 17"/>
              <a:gd name="T5" fmla="*/ 0 h 9"/>
              <a:gd name="T6" fmla="*/ 0 60000 65536"/>
              <a:gd name="T7" fmla="*/ 0 60000 65536"/>
              <a:gd name="T8" fmla="*/ 0 60000 65536"/>
              <a:gd name="T9" fmla="*/ 0 w 17"/>
              <a:gd name="T10" fmla="*/ 0 h 9"/>
              <a:gd name="T11" fmla="*/ 17 w 17"/>
              <a:gd name="T12" fmla="*/ 9 h 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9">
                <a:moveTo>
                  <a:pt x="0" y="9"/>
                </a:moveTo>
                <a:lnTo>
                  <a:pt x="9" y="6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98" name="Line 172"/>
          <p:cNvSpPr>
            <a:spLocks noChangeShapeType="1"/>
          </p:cNvSpPr>
          <p:nvPr/>
        </p:nvSpPr>
        <p:spPr bwMode="auto">
          <a:xfrm flipV="1">
            <a:off x="5365750" y="4902200"/>
            <a:ext cx="9525" cy="6350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199" name="Freeform 173"/>
          <p:cNvSpPr>
            <a:spLocks/>
          </p:cNvSpPr>
          <p:nvPr/>
        </p:nvSpPr>
        <p:spPr bwMode="auto">
          <a:xfrm>
            <a:off x="5375275" y="4892675"/>
            <a:ext cx="14288" cy="9525"/>
          </a:xfrm>
          <a:custGeom>
            <a:avLst/>
            <a:gdLst>
              <a:gd name="T0" fmla="*/ 0 w 17"/>
              <a:gd name="T1" fmla="*/ 2147483646 h 13"/>
              <a:gd name="T2" fmla="*/ 2147483646 w 17"/>
              <a:gd name="T3" fmla="*/ 2147483646 h 13"/>
              <a:gd name="T4" fmla="*/ 2147483646 w 17"/>
              <a:gd name="T5" fmla="*/ 0 h 13"/>
              <a:gd name="T6" fmla="*/ 0 60000 65536"/>
              <a:gd name="T7" fmla="*/ 0 60000 65536"/>
              <a:gd name="T8" fmla="*/ 0 60000 65536"/>
              <a:gd name="T9" fmla="*/ 0 w 17"/>
              <a:gd name="T10" fmla="*/ 0 h 13"/>
              <a:gd name="T11" fmla="*/ 17 w 17"/>
              <a:gd name="T12" fmla="*/ 13 h 1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13">
                <a:moveTo>
                  <a:pt x="0" y="13"/>
                </a:moveTo>
                <a:lnTo>
                  <a:pt x="8" y="8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00" name="Line 174"/>
          <p:cNvSpPr>
            <a:spLocks noChangeShapeType="1"/>
          </p:cNvSpPr>
          <p:nvPr/>
        </p:nvSpPr>
        <p:spPr bwMode="auto">
          <a:xfrm flipV="1">
            <a:off x="5389563" y="4878388"/>
            <a:ext cx="9525" cy="1428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01" name="Freeform 175"/>
          <p:cNvSpPr>
            <a:spLocks/>
          </p:cNvSpPr>
          <p:nvPr/>
        </p:nvSpPr>
        <p:spPr bwMode="auto">
          <a:xfrm>
            <a:off x="5399088" y="4865688"/>
            <a:ext cx="12700" cy="12700"/>
          </a:xfrm>
          <a:custGeom>
            <a:avLst/>
            <a:gdLst>
              <a:gd name="T0" fmla="*/ 0 w 16"/>
              <a:gd name="T1" fmla="*/ 2147483646 h 17"/>
              <a:gd name="T2" fmla="*/ 2147483646 w 16"/>
              <a:gd name="T3" fmla="*/ 2147483646 h 17"/>
              <a:gd name="T4" fmla="*/ 2147483646 w 16"/>
              <a:gd name="T5" fmla="*/ 0 h 17"/>
              <a:gd name="T6" fmla="*/ 0 60000 65536"/>
              <a:gd name="T7" fmla="*/ 0 60000 65536"/>
              <a:gd name="T8" fmla="*/ 0 60000 65536"/>
              <a:gd name="T9" fmla="*/ 0 w 16"/>
              <a:gd name="T10" fmla="*/ 0 h 17"/>
              <a:gd name="T11" fmla="*/ 16 w 16"/>
              <a:gd name="T12" fmla="*/ 17 h 1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17">
                <a:moveTo>
                  <a:pt x="0" y="17"/>
                </a:moveTo>
                <a:lnTo>
                  <a:pt x="8" y="8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02" name="Line 176"/>
          <p:cNvSpPr>
            <a:spLocks noChangeShapeType="1"/>
          </p:cNvSpPr>
          <p:nvPr/>
        </p:nvSpPr>
        <p:spPr bwMode="auto">
          <a:xfrm flipV="1">
            <a:off x="5411788" y="4848225"/>
            <a:ext cx="9525" cy="17463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03" name="Freeform 177"/>
          <p:cNvSpPr>
            <a:spLocks/>
          </p:cNvSpPr>
          <p:nvPr/>
        </p:nvSpPr>
        <p:spPr bwMode="auto">
          <a:xfrm>
            <a:off x="5421313" y="4827588"/>
            <a:ext cx="12700" cy="20637"/>
          </a:xfrm>
          <a:custGeom>
            <a:avLst/>
            <a:gdLst>
              <a:gd name="T0" fmla="*/ 0 w 17"/>
              <a:gd name="T1" fmla="*/ 2147483646 h 26"/>
              <a:gd name="T2" fmla="*/ 2147483646 w 17"/>
              <a:gd name="T3" fmla="*/ 2147483646 h 26"/>
              <a:gd name="T4" fmla="*/ 2147483646 w 17"/>
              <a:gd name="T5" fmla="*/ 0 h 26"/>
              <a:gd name="T6" fmla="*/ 0 60000 65536"/>
              <a:gd name="T7" fmla="*/ 0 60000 65536"/>
              <a:gd name="T8" fmla="*/ 0 60000 65536"/>
              <a:gd name="T9" fmla="*/ 0 w 17"/>
              <a:gd name="T10" fmla="*/ 0 h 26"/>
              <a:gd name="T11" fmla="*/ 17 w 17"/>
              <a:gd name="T12" fmla="*/ 26 h 2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26">
                <a:moveTo>
                  <a:pt x="0" y="26"/>
                </a:moveTo>
                <a:lnTo>
                  <a:pt x="9" y="13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04" name="Freeform 178"/>
          <p:cNvSpPr>
            <a:spLocks/>
          </p:cNvSpPr>
          <p:nvPr/>
        </p:nvSpPr>
        <p:spPr bwMode="auto">
          <a:xfrm>
            <a:off x="5434013" y="4800600"/>
            <a:ext cx="9525" cy="26988"/>
          </a:xfrm>
          <a:custGeom>
            <a:avLst/>
            <a:gdLst>
              <a:gd name="T0" fmla="*/ 0 w 12"/>
              <a:gd name="T1" fmla="*/ 2147483646 h 34"/>
              <a:gd name="T2" fmla="*/ 2147483646 w 12"/>
              <a:gd name="T3" fmla="*/ 2147483646 h 34"/>
              <a:gd name="T4" fmla="*/ 2147483646 w 12"/>
              <a:gd name="T5" fmla="*/ 0 h 34"/>
              <a:gd name="T6" fmla="*/ 0 60000 65536"/>
              <a:gd name="T7" fmla="*/ 0 60000 65536"/>
              <a:gd name="T8" fmla="*/ 0 60000 65536"/>
              <a:gd name="T9" fmla="*/ 0 w 12"/>
              <a:gd name="T10" fmla="*/ 0 h 34"/>
              <a:gd name="T11" fmla="*/ 12 w 12"/>
              <a:gd name="T12" fmla="*/ 34 h 3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" h="34">
                <a:moveTo>
                  <a:pt x="0" y="34"/>
                </a:moveTo>
                <a:lnTo>
                  <a:pt x="4" y="17"/>
                </a:lnTo>
                <a:lnTo>
                  <a:pt x="12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05" name="Freeform 179"/>
          <p:cNvSpPr>
            <a:spLocks/>
          </p:cNvSpPr>
          <p:nvPr/>
        </p:nvSpPr>
        <p:spPr bwMode="auto">
          <a:xfrm>
            <a:off x="5443538" y="4773613"/>
            <a:ext cx="14287" cy="26987"/>
          </a:xfrm>
          <a:custGeom>
            <a:avLst/>
            <a:gdLst>
              <a:gd name="T0" fmla="*/ 0 w 17"/>
              <a:gd name="T1" fmla="*/ 2147483646 h 34"/>
              <a:gd name="T2" fmla="*/ 2147483646 w 17"/>
              <a:gd name="T3" fmla="*/ 2147483646 h 34"/>
              <a:gd name="T4" fmla="*/ 2147483646 w 17"/>
              <a:gd name="T5" fmla="*/ 0 h 34"/>
              <a:gd name="T6" fmla="*/ 0 60000 65536"/>
              <a:gd name="T7" fmla="*/ 0 60000 65536"/>
              <a:gd name="T8" fmla="*/ 0 60000 65536"/>
              <a:gd name="T9" fmla="*/ 0 w 17"/>
              <a:gd name="T10" fmla="*/ 0 h 34"/>
              <a:gd name="T11" fmla="*/ 17 w 17"/>
              <a:gd name="T12" fmla="*/ 34 h 3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34">
                <a:moveTo>
                  <a:pt x="0" y="34"/>
                </a:moveTo>
                <a:lnTo>
                  <a:pt x="8" y="16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06" name="Line 180"/>
          <p:cNvSpPr>
            <a:spLocks noChangeShapeType="1"/>
          </p:cNvSpPr>
          <p:nvPr/>
        </p:nvSpPr>
        <p:spPr bwMode="auto">
          <a:xfrm flipV="1">
            <a:off x="5457825" y="4738688"/>
            <a:ext cx="9525" cy="3492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07" name="Freeform 181"/>
          <p:cNvSpPr>
            <a:spLocks/>
          </p:cNvSpPr>
          <p:nvPr/>
        </p:nvSpPr>
        <p:spPr bwMode="auto">
          <a:xfrm>
            <a:off x="5467350" y="4702175"/>
            <a:ext cx="12700" cy="36513"/>
          </a:xfrm>
          <a:custGeom>
            <a:avLst/>
            <a:gdLst>
              <a:gd name="T0" fmla="*/ 0 w 15"/>
              <a:gd name="T1" fmla="*/ 2147483646 h 47"/>
              <a:gd name="T2" fmla="*/ 2147483646 w 15"/>
              <a:gd name="T3" fmla="*/ 2147483646 h 47"/>
              <a:gd name="T4" fmla="*/ 2147483646 w 15"/>
              <a:gd name="T5" fmla="*/ 0 h 47"/>
              <a:gd name="T6" fmla="*/ 0 60000 65536"/>
              <a:gd name="T7" fmla="*/ 0 60000 65536"/>
              <a:gd name="T8" fmla="*/ 0 60000 65536"/>
              <a:gd name="T9" fmla="*/ 0 w 15"/>
              <a:gd name="T10" fmla="*/ 0 h 47"/>
              <a:gd name="T11" fmla="*/ 15 w 15"/>
              <a:gd name="T12" fmla="*/ 47 h 4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47">
                <a:moveTo>
                  <a:pt x="0" y="47"/>
                </a:moveTo>
                <a:lnTo>
                  <a:pt x="8" y="27"/>
                </a:lnTo>
                <a:lnTo>
                  <a:pt x="15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08" name="Line 182"/>
          <p:cNvSpPr>
            <a:spLocks noChangeShapeType="1"/>
          </p:cNvSpPr>
          <p:nvPr/>
        </p:nvSpPr>
        <p:spPr bwMode="auto">
          <a:xfrm flipV="1">
            <a:off x="5480050" y="4659313"/>
            <a:ext cx="9525" cy="42862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09" name="Line 183"/>
          <p:cNvSpPr>
            <a:spLocks noChangeShapeType="1"/>
          </p:cNvSpPr>
          <p:nvPr/>
        </p:nvSpPr>
        <p:spPr bwMode="auto">
          <a:xfrm flipV="1">
            <a:off x="5489575" y="4611688"/>
            <a:ext cx="12700" cy="4762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10" name="Freeform 184"/>
          <p:cNvSpPr>
            <a:spLocks/>
          </p:cNvSpPr>
          <p:nvPr/>
        </p:nvSpPr>
        <p:spPr bwMode="auto">
          <a:xfrm>
            <a:off x="5502275" y="4564063"/>
            <a:ext cx="12700" cy="47625"/>
          </a:xfrm>
          <a:custGeom>
            <a:avLst/>
            <a:gdLst>
              <a:gd name="T0" fmla="*/ 0 w 17"/>
              <a:gd name="T1" fmla="*/ 2147483646 h 59"/>
              <a:gd name="T2" fmla="*/ 2147483646 w 17"/>
              <a:gd name="T3" fmla="*/ 2147483646 h 59"/>
              <a:gd name="T4" fmla="*/ 2147483646 w 17"/>
              <a:gd name="T5" fmla="*/ 0 h 59"/>
              <a:gd name="T6" fmla="*/ 0 60000 65536"/>
              <a:gd name="T7" fmla="*/ 0 60000 65536"/>
              <a:gd name="T8" fmla="*/ 0 60000 65536"/>
              <a:gd name="T9" fmla="*/ 0 w 17"/>
              <a:gd name="T10" fmla="*/ 0 h 59"/>
              <a:gd name="T11" fmla="*/ 17 w 17"/>
              <a:gd name="T12" fmla="*/ 59 h 5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59">
                <a:moveTo>
                  <a:pt x="0" y="59"/>
                </a:moveTo>
                <a:lnTo>
                  <a:pt x="8" y="29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11" name="Line 185"/>
          <p:cNvSpPr>
            <a:spLocks noChangeShapeType="1"/>
          </p:cNvSpPr>
          <p:nvPr/>
        </p:nvSpPr>
        <p:spPr bwMode="auto">
          <a:xfrm flipV="1">
            <a:off x="5514975" y="4510088"/>
            <a:ext cx="9525" cy="5397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12" name="Freeform 186"/>
          <p:cNvSpPr>
            <a:spLocks/>
          </p:cNvSpPr>
          <p:nvPr/>
        </p:nvSpPr>
        <p:spPr bwMode="auto">
          <a:xfrm>
            <a:off x="5524500" y="4452938"/>
            <a:ext cx="14288" cy="57150"/>
          </a:xfrm>
          <a:custGeom>
            <a:avLst/>
            <a:gdLst>
              <a:gd name="T0" fmla="*/ 0 w 16"/>
              <a:gd name="T1" fmla="*/ 2147483646 h 73"/>
              <a:gd name="T2" fmla="*/ 2147483646 w 16"/>
              <a:gd name="T3" fmla="*/ 2147483646 h 73"/>
              <a:gd name="T4" fmla="*/ 2147483646 w 16"/>
              <a:gd name="T5" fmla="*/ 0 h 73"/>
              <a:gd name="T6" fmla="*/ 0 60000 65536"/>
              <a:gd name="T7" fmla="*/ 0 60000 65536"/>
              <a:gd name="T8" fmla="*/ 0 60000 65536"/>
              <a:gd name="T9" fmla="*/ 0 w 16"/>
              <a:gd name="T10" fmla="*/ 0 h 73"/>
              <a:gd name="T11" fmla="*/ 16 w 16"/>
              <a:gd name="T12" fmla="*/ 73 h 7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73">
                <a:moveTo>
                  <a:pt x="0" y="73"/>
                </a:moveTo>
                <a:lnTo>
                  <a:pt x="8" y="38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13" name="Line 187"/>
          <p:cNvSpPr>
            <a:spLocks noChangeShapeType="1"/>
          </p:cNvSpPr>
          <p:nvPr/>
        </p:nvSpPr>
        <p:spPr bwMode="auto">
          <a:xfrm flipV="1">
            <a:off x="5538788" y="4392613"/>
            <a:ext cx="9525" cy="6032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14" name="Freeform 188"/>
          <p:cNvSpPr>
            <a:spLocks/>
          </p:cNvSpPr>
          <p:nvPr/>
        </p:nvSpPr>
        <p:spPr bwMode="auto">
          <a:xfrm>
            <a:off x="5548313" y="4332288"/>
            <a:ext cx="12700" cy="60325"/>
          </a:xfrm>
          <a:custGeom>
            <a:avLst/>
            <a:gdLst>
              <a:gd name="T0" fmla="*/ 0 w 17"/>
              <a:gd name="T1" fmla="*/ 2147483646 h 78"/>
              <a:gd name="T2" fmla="*/ 2147483646 w 17"/>
              <a:gd name="T3" fmla="*/ 2147483646 h 78"/>
              <a:gd name="T4" fmla="*/ 2147483646 w 17"/>
              <a:gd name="T5" fmla="*/ 0 h 78"/>
              <a:gd name="T6" fmla="*/ 0 60000 65536"/>
              <a:gd name="T7" fmla="*/ 0 60000 65536"/>
              <a:gd name="T8" fmla="*/ 0 60000 65536"/>
              <a:gd name="T9" fmla="*/ 0 w 17"/>
              <a:gd name="T10" fmla="*/ 0 h 78"/>
              <a:gd name="T11" fmla="*/ 17 w 17"/>
              <a:gd name="T12" fmla="*/ 78 h 7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78">
                <a:moveTo>
                  <a:pt x="0" y="78"/>
                </a:moveTo>
                <a:lnTo>
                  <a:pt x="9" y="38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15" name="Line 189"/>
          <p:cNvSpPr>
            <a:spLocks noChangeShapeType="1"/>
          </p:cNvSpPr>
          <p:nvPr/>
        </p:nvSpPr>
        <p:spPr bwMode="auto">
          <a:xfrm flipV="1">
            <a:off x="5561013" y="4275138"/>
            <a:ext cx="9525" cy="57150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16" name="Freeform 190"/>
          <p:cNvSpPr>
            <a:spLocks/>
          </p:cNvSpPr>
          <p:nvPr/>
        </p:nvSpPr>
        <p:spPr bwMode="auto">
          <a:xfrm>
            <a:off x="5570538" y="4214813"/>
            <a:ext cx="12700" cy="60325"/>
          </a:xfrm>
          <a:custGeom>
            <a:avLst/>
            <a:gdLst>
              <a:gd name="T0" fmla="*/ 0 w 17"/>
              <a:gd name="T1" fmla="*/ 2147483646 h 76"/>
              <a:gd name="T2" fmla="*/ 2147483646 w 17"/>
              <a:gd name="T3" fmla="*/ 2147483646 h 76"/>
              <a:gd name="T4" fmla="*/ 2147483646 w 17"/>
              <a:gd name="T5" fmla="*/ 0 h 76"/>
              <a:gd name="T6" fmla="*/ 0 60000 65536"/>
              <a:gd name="T7" fmla="*/ 0 60000 65536"/>
              <a:gd name="T8" fmla="*/ 0 60000 65536"/>
              <a:gd name="T9" fmla="*/ 0 w 17"/>
              <a:gd name="T10" fmla="*/ 0 h 76"/>
              <a:gd name="T11" fmla="*/ 17 w 17"/>
              <a:gd name="T12" fmla="*/ 76 h 7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76">
                <a:moveTo>
                  <a:pt x="0" y="76"/>
                </a:moveTo>
                <a:lnTo>
                  <a:pt x="8" y="38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17" name="Freeform 191"/>
          <p:cNvSpPr>
            <a:spLocks/>
          </p:cNvSpPr>
          <p:nvPr/>
        </p:nvSpPr>
        <p:spPr bwMode="auto">
          <a:xfrm>
            <a:off x="5583238" y="4160838"/>
            <a:ext cx="9525" cy="53975"/>
          </a:xfrm>
          <a:custGeom>
            <a:avLst/>
            <a:gdLst>
              <a:gd name="T0" fmla="*/ 0 w 12"/>
              <a:gd name="T1" fmla="*/ 2147483646 h 68"/>
              <a:gd name="T2" fmla="*/ 2147483646 w 12"/>
              <a:gd name="T3" fmla="*/ 2147483646 h 68"/>
              <a:gd name="T4" fmla="*/ 2147483646 w 12"/>
              <a:gd name="T5" fmla="*/ 0 h 68"/>
              <a:gd name="T6" fmla="*/ 0 60000 65536"/>
              <a:gd name="T7" fmla="*/ 0 60000 65536"/>
              <a:gd name="T8" fmla="*/ 0 60000 65536"/>
              <a:gd name="T9" fmla="*/ 0 w 12"/>
              <a:gd name="T10" fmla="*/ 0 h 68"/>
              <a:gd name="T11" fmla="*/ 12 w 12"/>
              <a:gd name="T12" fmla="*/ 68 h 6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" h="68">
                <a:moveTo>
                  <a:pt x="0" y="68"/>
                </a:moveTo>
                <a:lnTo>
                  <a:pt x="3" y="34"/>
                </a:lnTo>
                <a:lnTo>
                  <a:pt x="12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18" name="Freeform 192"/>
          <p:cNvSpPr>
            <a:spLocks/>
          </p:cNvSpPr>
          <p:nvPr/>
        </p:nvSpPr>
        <p:spPr bwMode="auto">
          <a:xfrm>
            <a:off x="5592763" y="4105275"/>
            <a:ext cx="14287" cy="55563"/>
          </a:xfrm>
          <a:custGeom>
            <a:avLst/>
            <a:gdLst>
              <a:gd name="T0" fmla="*/ 0 w 16"/>
              <a:gd name="T1" fmla="*/ 2147483646 h 68"/>
              <a:gd name="T2" fmla="*/ 2147483646 w 16"/>
              <a:gd name="T3" fmla="*/ 2147483646 h 68"/>
              <a:gd name="T4" fmla="*/ 2147483646 w 16"/>
              <a:gd name="T5" fmla="*/ 0 h 68"/>
              <a:gd name="T6" fmla="*/ 0 60000 65536"/>
              <a:gd name="T7" fmla="*/ 0 60000 65536"/>
              <a:gd name="T8" fmla="*/ 0 60000 65536"/>
              <a:gd name="T9" fmla="*/ 0 w 16"/>
              <a:gd name="T10" fmla="*/ 0 h 68"/>
              <a:gd name="T11" fmla="*/ 16 w 16"/>
              <a:gd name="T12" fmla="*/ 68 h 6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68">
                <a:moveTo>
                  <a:pt x="0" y="68"/>
                </a:moveTo>
                <a:lnTo>
                  <a:pt x="8" y="34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19" name="Line 193"/>
          <p:cNvSpPr>
            <a:spLocks noChangeShapeType="1"/>
          </p:cNvSpPr>
          <p:nvPr/>
        </p:nvSpPr>
        <p:spPr bwMode="auto">
          <a:xfrm flipV="1">
            <a:off x="5607050" y="4059238"/>
            <a:ext cx="9525" cy="4603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20" name="Freeform 194"/>
          <p:cNvSpPr>
            <a:spLocks/>
          </p:cNvSpPr>
          <p:nvPr/>
        </p:nvSpPr>
        <p:spPr bwMode="auto">
          <a:xfrm>
            <a:off x="5616575" y="4017963"/>
            <a:ext cx="12700" cy="41275"/>
          </a:xfrm>
          <a:custGeom>
            <a:avLst/>
            <a:gdLst>
              <a:gd name="T0" fmla="*/ 0 w 17"/>
              <a:gd name="T1" fmla="*/ 2147483646 h 50"/>
              <a:gd name="T2" fmla="*/ 2147483646 w 17"/>
              <a:gd name="T3" fmla="*/ 2147483646 h 50"/>
              <a:gd name="T4" fmla="*/ 2147483646 w 17"/>
              <a:gd name="T5" fmla="*/ 0 h 50"/>
              <a:gd name="T6" fmla="*/ 0 60000 65536"/>
              <a:gd name="T7" fmla="*/ 0 60000 65536"/>
              <a:gd name="T8" fmla="*/ 0 60000 65536"/>
              <a:gd name="T9" fmla="*/ 0 w 17"/>
              <a:gd name="T10" fmla="*/ 0 h 50"/>
              <a:gd name="T11" fmla="*/ 17 w 17"/>
              <a:gd name="T12" fmla="*/ 50 h 5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50">
                <a:moveTo>
                  <a:pt x="0" y="50"/>
                </a:moveTo>
                <a:lnTo>
                  <a:pt x="9" y="25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21" name="Freeform 195"/>
          <p:cNvSpPr>
            <a:spLocks/>
          </p:cNvSpPr>
          <p:nvPr/>
        </p:nvSpPr>
        <p:spPr bwMode="auto">
          <a:xfrm>
            <a:off x="5629275" y="3987800"/>
            <a:ext cx="9525" cy="30163"/>
          </a:xfrm>
          <a:custGeom>
            <a:avLst/>
            <a:gdLst>
              <a:gd name="T0" fmla="*/ 0 w 12"/>
              <a:gd name="T1" fmla="*/ 2147483646 h 38"/>
              <a:gd name="T2" fmla="*/ 2147483646 w 12"/>
              <a:gd name="T3" fmla="*/ 2147483646 h 38"/>
              <a:gd name="T4" fmla="*/ 2147483646 w 12"/>
              <a:gd name="T5" fmla="*/ 0 h 38"/>
              <a:gd name="T6" fmla="*/ 0 60000 65536"/>
              <a:gd name="T7" fmla="*/ 0 60000 65536"/>
              <a:gd name="T8" fmla="*/ 0 60000 65536"/>
              <a:gd name="T9" fmla="*/ 0 w 12"/>
              <a:gd name="T10" fmla="*/ 0 h 38"/>
              <a:gd name="T11" fmla="*/ 12 w 12"/>
              <a:gd name="T12" fmla="*/ 38 h 3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" h="38">
                <a:moveTo>
                  <a:pt x="0" y="38"/>
                </a:moveTo>
                <a:lnTo>
                  <a:pt x="4" y="16"/>
                </a:lnTo>
                <a:lnTo>
                  <a:pt x="12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22" name="Freeform 196"/>
          <p:cNvSpPr>
            <a:spLocks/>
          </p:cNvSpPr>
          <p:nvPr/>
        </p:nvSpPr>
        <p:spPr bwMode="auto">
          <a:xfrm>
            <a:off x="5638800" y="3960813"/>
            <a:ext cx="12700" cy="26987"/>
          </a:xfrm>
          <a:custGeom>
            <a:avLst/>
            <a:gdLst>
              <a:gd name="T0" fmla="*/ 0 w 17"/>
              <a:gd name="T1" fmla="*/ 2147483646 h 34"/>
              <a:gd name="T2" fmla="*/ 2147483646 w 17"/>
              <a:gd name="T3" fmla="*/ 2147483646 h 34"/>
              <a:gd name="T4" fmla="*/ 2147483646 w 17"/>
              <a:gd name="T5" fmla="*/ 0 h 34"/>
              <a:gd name="T6" fmla="*/ 0 60000 65536"/>
              <a:gd name="T7" fmla="*/ 0 60000 65536"/>
              <a:gd name="T8" fmla="*/ 0 60000 65536"/>
              <a:gd name="T9" fmla="*/ 0 w 17"/>
              <a:gd name="T10" fmla="*/ 0 h 34"/>
              <a:gd name="T11" fmla="*/ 17 w 17"/>
              <a:gd name="T12" fmla="*/ 34 h 3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34">
                <a:moveTo>
                  <a:pt x="0" y="34"/>
                </a:moveTo>
                <a:lnTo>
                  <a:pt x="8" y="16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23" name="Freeform 197"/>
          <p:cNvSpPr>
            <a:spLocks/>
          </p:cNvSpPr>
          <p:nvPr/>
        </p:nvSpPr>
        <p:spPr bwMode="auto">
          <a:xfrm>
            <a:off x="5651500" y="3946525"/>
            <a:ext cx="9525" cy="14288"/>
          </a:xfrm>
          <a:custGeom>
            <a:avLst/>
            <a:gdLst>
              <a:gd name="T0" fmla="*/ 0 w 12"/>
              <a:gd name="T1" fmla="*/ 2147483646 h 18"/>
              <a:gd name="T2" fmla="*/ 2147483646 w 12"/>
              <a:gd name="T3" fmla="*/ 2147483646 h 18"/>
              <a:gd name="T4" fmla="*/ 2147483646 w 12"/>
              <a:gd name="T5" fmla="*/ 0 h 18"/>
              <a:gd name="T6" fmla="*/ 0 60000 65536"/>
              <a:gd name="T7" fmla="*/ 0 60000 65536"/>
              <a:gd name="T8" fmla="*/ 0 60000 65536"/>
              <a:gd name="T9" fmla="*/ 0 w 12"/>
              <a:gd name="T10" fmla="*/ 0 h 18"/>
              <a:gd name="T11" fmla="*/ 12 w 12"/>
              <a:gd name="T12" fmla="*/ 18 h 1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" h="18">
                <a:moveTo>
                  <a:pt x="0" y="18"/>
                </a:moveTo>
                <a:lnTo>
                  <a:pt x="3" y="9"/>
                </a:lnTo>
                <a:lnTo>
                  <a:pt x="12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24" name="Freeform 198"/>
          <p:cNvSpPr>
            <a:spLocks/>
          </p:cNvSpPr>
          <p:nvPr/>
        </p:nvSpPr>
        <p:spPr bwMode="auto">
          <a:xfrm>
            <a:off x="5661025" y="3944938"/>
            <a:ext cx="14288" cy="1587"/>
          </a:xfrm>
          <a:custGeom>
            <a:avLst/>
            <a:gdLst>
              <a:gd name="T0" fmla="*/ 0 w 16"/>
              <a:gd name="T1" fmla="*/ 2147483646 h 4"/>
              <a:gd name="T2" fmla="*/ 2147483646 w 16"/>
              <a:gd name="T3" fmla="*/ 0 h 4"/>
              <a:gd name="T4" fmla="*/ 2147483646 w 16"/>
              <a:gd name="T5" fmla="*/ 0 h 4"/>
              <a:gd name="T6" fmla="*/ 0 60000 65536"/>
              <a:gd name="T7" fmla="*/ 0 60000 65536"/>
              <a:gd name="T8" fmla="*/ 0 60000 65536"/>
              <a:gd name="T9" fmla="*/ 0 w 16"/>
              <a:gd name="T10" fmla="*/ 0 h 4"/>
              <a:gd name="T11" fmla="*/ 16 w 16"/>
              <a:gd name="T12" fmla="*/ 4 h 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4">
                <a:moveTo>
                  <a:pt x="0" y="4"/>
                </a:moveTo>
                <a:lnTo>
                  <a:pt x="8" y="0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25" name="Freeform 199"/>
          <p:cNvSpPr>
            <a:spLocks/>
          </p:cNvSpPr>
          <p:nvPr/>
        </p:nvSpPr>
        <p:spPr bwMode="auto">
          <a:xfrm>
            <a:off x="5675313" y="3944938"/>
            <a:ext cx="12700" cy="1587"/>
          </a:xfrm>
          <a:custGeom>
            <a:avLst/>
            <a:gdLst>
              <a:gd name="T0" fmla="*/ 0 w 16"/>
              <a:gd name="T1" fmla="*/ 0 h 4"/>
              <a:gd name="T2" fmla="*/ 2147483646 w 16"/>
              <a:gd name="T3" fmla="*/ 0 h 4"/>
              <a:gd name="T4" fmla="*/ 2147483646 w 16"/>
              <a:gd name="T5" fmla="*/ 2147483646 h 4"/>
              <a:gd name="T6" fmla="*/ 0 60000 65536"/>
              <a:gd name="T7" fmla="*/ 0 60000 65536"/>
              <a:gd name="T8" fmla="*/ 0 60000 65536"/>
              <a:gd name="T9" fmla="*/ 0 w 16"/>
              <a:gd name="T10" fmla="*/ 0 h 4"/>
              <a:gd name="T11" fmla="*/ 16 w 16"/>
              <a:gd name="T12" fmla="*/ 4 h 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4">
                <a:moveTo>
                  <a:pt x="0" y="0"/>
                </a:moveTo>
                <a:lnTo>
                  <a:pt x="9" y="0"/>
                </a:lnTo>
                <a:lnTo>
                  <a:pt x="16" y="4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26" name="Freeform 200"/>
          <p:cNvSpPr>
            <a:spLocks/>
          </p:cNvSpPr>
          <p:nvPr/>
        </p:nvSpPr>
        <p:spPr bwMode="auto">
          <a:xfrm>
            <a:off x="5688013" y="3946525"/>
            <a:ext cx="9525" cy="14288"/>
          </a:xfrm>
          <a:custGeom>
            <a:avLst/>
            <a:gdLst>
              <a:gd name="T0" fmla="*/ 0 w 13"/>
              <a:gd name="T1" fmla="*/ 0 h 18"/>
              <a:gd name="T2" fmla="*/ 2147483646 w 13"/>
              <a:gd name="T3" fmla="*/ 2147483646 h 18"/>
              <a:gd name="T4" fmla="*/ 2147483646 w 13"/>
              <a:gd name="T5" fmla="*/ 2147483646 h 18"/>
              <a:gd name="T6" fmla="*/ 0 60000 65536"/>
              <a:gd name="T7" fmla="*/ 0 60000 65536"/>
              <a:gd name="T8" fmla="*/ 0 60000 65536"/>
              <a:gd name="T9" fmla="*/ 0 w 13"/>
              <a:gd name="T10" fmla="*/ 0 h 18"/>
              <a:gd name="T11" fmla="*/ 13 w 13"/>
              <a:gd name="T12" fmla="*/ 18 h 1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3" h="18">
                <a:moveTo>
                  <a:pt x="0" y="0"/>
                </a:moveTo>
                <a:lnTo>
                  <a:pt x="5" y="9"/>
                </a:lnTo>
                <a:lnTo>
                  <a:pt x="13" y="18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27" name="Freeform 201"/>
          <p:cNvSpPr>
            <a:spLocks/>
          </p:cNvSpPr>
          <p:nvPr/>
        </p:nvSpPr>
        <p:spPr bwMode="auto">
          <a:xfrm>
            <a:off x="5697538" y="3960813"/>
            <a:ext cx="12700" cy="26987"/>
          </a:xfrm>
          <a:custGeom>
            <a:avLst/>
            <a:gdLst>
              <a:gd name="T0" fmla="*/ 0 w 16"/>
              <a:gd name="T1" fmla="*/ 0 h 34"/>
              <a:gd name="T2" fmla="*/ 2147483646 w 16"/>
              <a:gd name="T3" fmla="*/ 2147483646 h 34"/>
              <a:gd name="T4" fmla="*/ 2147483646 w 16"/>
              <a:gd name="T5" fmla="*/ 2147483646 h 34"/>
              <a:gd name="T6" fmla="*/ 0 60000 65536"/>
              <a:gd name="T7" fmla="*/ 0 60000 65536"/>
              <a:gd name="T8" fmla="*/ 0 60000 65536"/>
              <a:gd name="T9" fmla="*/ 0 w 16"/>
              <a:gd name="T10" fmla="*/ 0 h 34"/>
              <a:gd name="T11" fmla="*/ 16 w 16"/>
              <a:gd name="T12" fmla="*/ 34 h 3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34">
                <a:moveTo>
                  <a:pt x="0" y="0"/>
                </a:moveTo>
                <a:lnTo>
                  <a:pt x="9" y="16"/>
                </a:lnTo>
                <a:lnTo>
                  <a:pt x="16" y="34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28" name="Freeform 202"/>
          <p:cNvSpPr>
            <a:spLocks/>
          </p:cNvSpPr>
          <p:nvPr/>
        </p:nvSpPr>
        <p:spPr bwMode="auto">
          <a:xfrm>
            <a:off x="5710238" y="3987800"/>
            <a:ext cx="9525" cy="30163"/>
          </a:xfrm>
          <a:custGeom>
            <a:avLst/>
            <a:gdLst>
              <a:gd name="T0" fmla="*/ 0 w 13"/>
              <a:gd name="T1" fmla="*/ 0 h 38"/>
              <a:gd name="T2" fmla="*/ 2147483646 w 13"/>
              <a:gd name="T3" fmla="*/ 2147483646 h 38"/>
              <a:gd name="T4" fmla="*/ 2147483646 w 13"/>
              <a:gd name="T5" fmla="*/ 2147483646 h 38"/>
              <a:gd name="T6" fmla="*/ 0 60000 65536"/>
              <a:gd name="T7" fmla="*/ 0 60000 65536"/>
              <a:gd name="T8" fmla="*/ 0 60000 65536"/>
              <a:gd name="T9" fmla="*/ 0 w 13"/>
              <a:gd name="T10" fmla="*/ 0 h 38"/>
              <a:gd name="T11" fmla="*/ 13 w 13"/>
              <a:gd name="T12" fmla="*/ 38 h 3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3" h="38">
                <a:moveTo>
                  <a:pt x="0" y="0"/>
                </a:moveTo>
                <a:lnTo>
                  <a:pt x="5" y="16"/>
                </a:lnTo>
                <a:lnTo>
                  <a:pt x="13" y="38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29" name="Freeform 203"/>
          <p:cNvSpPr>
            <a:spLocks/>
          </p:cNvSpPr>
          <p:nvPr/>
        </p:nvSpPr>
        <p:spPr bwMode="auto">
          <a:xfrm>
            <a:off x="5719763" y="4017963"/>
            <a:ext cx="12700" cy="41275"/>
          </a:xfrm>
          <a:custGeom>
            <a:avLst/>
            <a:gdLst>
              <a:gd name="T0" fmla="*/ 0 w 15"/>
              <a:gd name="T1" fmla="*/ 0 h 50"/>
              <a:gd name="T2" fmla="*/ 2147483646 w 15"/>
              <a:gd name="T3" fmla="*/ 2147483646 h 50"/>
              <a:gd name="T4" fmla="*/ 2147483646 w 15"/>
              <a:gd name="T5" fmla="*/ 2147483646 h 50"/>
              <a:gd name="T6" fmla="*/ 0 60000 65536"/>
              <a:gd name="T7" fmla="*/ 0 60000 65536"/>
              <a:gd name="T8" fmla="*/ 0 60000 65536"/>
              <a:gd name="T9" fmla="*/ 0 w 15"/>
              <a:gd name="T10" fmla="*/ 0 h 50"/>
              <a:gd name="T11" fmla="*/ 15 w 15"/>
              <a:gd name="T12" fmla="*/ 50 h 5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50">
                <a:moveTo>
                  <a:pt x="0" y="0"/>
                </a:moveTo>
                <a:lnTo>
                  <a:pt x="8" y="25"/>
                </a:lnTo>
                <a:lnTo>
                  <a:pt x="15" y="5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30" name="Line 204"/>
          <p:cNvSpPr>
            <a:spLocks noChangeShapeType="1"/>
          </p:cNvSpPr>
          <p:nvPr/>
        </p:nvSpPr>
        <p:spPr bwMode="auto">
          <a:xfrm>
            <a:off x="5732463" y="4059238"/>
            <a:ext cx="11112" cy="4603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31" name="Freeform 205"/>
          <p:cNvSpPr>
            <a:spLocks/>
          </p:cNvSpPr>
          <p:nvPr/>
        </p:nvSpPr>
        <p:spPr bwMode="auto">
          <a:xfrm>
            <a:off x="5743575" y="4105275"/>
            <a:ext cx="12700" cy="55563"/>
          </a:xfrm>
          <a:custGeom>
            <a:avLst/>
            <a:gdLst>
              <a:gd name="T0" fmla="*/ 0 w 15"/>
              <a:gd name="T1" fmla="*/ 0 h 68"/>
              <a:gd name="T2" fmla="*/ 2147483646 w 15"/>
              <a:gd name="T3" fmla="*/ 2147483646 h 68"/>
              <a:gd name="T4" fmla="*/ 2147483646 w 15"/>
              <a:gd name="T5" fmla="*/ 2147483646 h 68"/>
              <a:gd name="T6" fmla="*/ 0 60000 65536"/>
              <a:gd name="T7" fmla="*/ 0 60000 65536"/>
              <a:gd name="T8" fmla="*/ 0 60000 65536"/>
              <a:gd name="T9" fmla="*/ 0 w 15"/>
              <a:gd name="T10" fmla="*/ 0 h 68"/>
              <a:gd name="T11" fmla="*/ 15 w 15"/>
              <a:gd name="T12" fmla="*/ 68 h 6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68">
                <a:moveTo>
                  <a:pt x="0" y="0"/>
                </a:moveTo>
                <a:lnTo>
                  <a:pt x="7" y="34"/>
                </a:lnTo>
                <a:lnTo>
                  <a:pt x="15" y="68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32" name="Freeform 206"/>
          <p:cNvSpPr>
            <a:spLocks/>
          </p:cNvSpPr>
          <p:nvPr/>
        </p:nvSpPr>
        <p:spPr bwMode="auto">
          <a:xfrm>
            <a:off x="5756275" y="4160838"/>
            <a:ext cx="9525" cy="53975"/>
          </a:xfrm>
          <a:custGeom>
            <a:avLst/>
            <a:gdLst>
              <a:gd name="T0" fmla="*/ 0 w 13"/>
              <a:gd name="T1" fmla="*/ 0 h 68"/>
              <a:gd name="T2" fmla="*/ 2147483646 w 13"/>
              <a:gd name="T3" fmla="*/ 2147483646 h 68"/>
              <a:gd name="T4" fmla="*/ 2147483646 w 13"/>
              <a:gd name="T5" fmla="*/ 2147483646 h 68"/>
              <a:gd name="T6" fmla="*/ 0 60000 65536"/>
              <a:gd name="T7" fmla="*/ 0 60000 65536"/>
              <a:gd name="T8" fmla="*/ 0 60000 65536"/>
              <a:gd name="T9" fmla="*/ 0 w 13"/>
              <a:gd name="T10" fmla="*/ 0 h 68"/>
              <a:gd name="T11" fmla="*/ 13 w 13"/>
              <a:gd name="T12" fmla="*/ 68 h 6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3" h="68">
                <a:moveTo>
                  <a:pt x="0" y="0"/>
                </a:moveTo>
                <a:lnTo>
                  <a:pt x="5" y="34"/>
                </a:lnTo>
                <a:lnTo>
                  <a:pt x="13" y="68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33" name="Freeform 207"/>
          <p:cNvSpPr>
            <a:spLocks/>
          </p:cNvSpPr>
          <p:nvPr/>
        </p:nvSpPr>
        <p:spPr bwMode="auto">
          <a:xfrm>
            <a:off x="5765800" y="4214813"/>
            <a:ext cx="12700" cy="60325"/>
          </a:xfrm>
          <a:custGeom>
            <a:avLst/>
            <a:gdLst>
              <a:gd name="T0" fmla="*/ 0 w 16"/>
              <a:gd name="T1" fmla="*/ 0 h 76"/>
              <a:gd name="T2" fmla="*/ 2147483646 w 16"/>
              <a:gd name="T3" fmla="*/ 2147483646 h 76"/>
              <a:gd name="T4" fmla="*/ 2147483646 w 16"/>
              <a:gd name="T5" fmla="*/ 2147483646 h 76"/>
              <a:gd name="T6" fmla="*/ 0 60000 65536"/>
              <a:gd name="T7" fmla="*/ 0 60000 65536"/>
              <a:gd name="T8" fmla="*/ 0 60000 65536"/>
              <a:gd name="T9" fmla="*/ 0 w 16"/>
              <a:gd name="T10" fmla="*/ 0 h 76"/>
              <a:gd name="T11" fmla="*/ 16 w 16"/>
              <a:gd name="T12" fmla="*/ 76 h 7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76">
                <a:moveTo>
                  <a:pt x="0" y="0"/>
                </a:moveTo>
                <a:lnTo>
                  <a:pt x="7" y="38"/>
                </a:lnTo>
                <a:lnTo>
                  <a:pt x="16" y="76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34" name="Line 208"/>
          <p:cNvSpPr>
            <a:spLocks noChangeShapeType="1"/>
          </p:cNvSpPr>
          <p:nvPr/>
        </p:nvSpPr>
        <p:spPr bwMode="auto">
          <a:xfrm>
            <a:off x="5778500" y="4275138"/>
            <a:ext cx="9525" cy="57150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35" name="Freeform 209"/>
          <p:cNvSpPr>
            <a:spLocks/>
          </p:cNvSpPr>
          <p:nvPr/>
        </p:nvSpPr>
        <p:spPr bwMode="auto">
          <a:xfrm>
            <a:off x="5788025" y="4332288"/>
            <a:ext cx="12700" cy="60325"/>
          </a:xfrm>
          <a:custGeom>
            <a:avLst/>
            <a:gdLst>
              <a:gd name="T0" fmla="*/ 0 w 16"/>
              <a:gd name="T1" fmla="*/ 0 h 78"/>
              <a:gd name="T2" fmla="*/ 2147483646 w 16"/>
              <a:gd name="T3" fmla="*/ 2147483646 h 78"/>
              <a:gd name="T4" fmla="*/ 2147483646 w 16"/>
              <a:gd name="T5" fmla="*/ 2147483646 h 78"/>
              <a:gd name="T6" fmla="*/ 0 60000 65536"/>
              <a:gd name="T7" fmla="*/ 0 60000 65536"/>
              <a:gd name="T8" fmla="*/ 0 60000 65536"/>
              <a:gd name="T9" fmla="*/ 0 w 16"/>
              <a:gd name="T10" fmla="*/ 0 h 78"/>
              <a:gd name="T11" fmla="*/ 16 w 16"/>
              <a:gd name="T12" fmla="*/ 78 h 7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78">
                <a:moveTo>
                  <a:pt x="0" y="0"/>
                </a:moveTo>
                <a:lnTo>
                  <a:pt x="7" y="38"/>
                </a:lnTo>
                <a:lnTo>
                  <a:pt x="16" y="78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36" name="Line 210"/>
          <p:cNvSpPr>
            <a:spLocks noChangeShapeType="1"/>
          </p:cNvSpPr>
          <p:nvPr/>
        </p:nvSpPr>
        <p:spPr bwMode="auto">
          <a:xfrm>
            <a:off x="5800725" y="4392613"/>
            <a:ext cx="11113" cy="6032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4237" name="Group 613"/>
          <p:cNvGrpSpPr>
            <a:grpSpLocks/>
          </p:cNvGrpSpPr>
          <p:nvPr/>
        </p:nvGrpSpPr>
        <p:grpSpPr bwMode="auto">
          <a:xfrm>
            <a:off x="2374900" y="2905125"/>
            <a:ext cx="4629150" cy="3114675"/>
            <a:chOff x="1496" y="1830"/>
            <a:chExt cx="2916" cy="1962"/>
          </a:xfrm>
        </p:grpSpPr>
        <p:sp>
          <p:nvSpPr>
            <p:cNvPr id="44358" name="Line 413"/>
            <p:cNvSpPr>
              <a:spLocks noChangeShapeType="1"/>
            </p:cNvSpPr>
            <p:nvPr/>
          </p:nvSpPr>
          <p:spPr bwMode="auto">
            <a:xfrm>
              <a:off x="3300" y="3109"/>
              <a:ext cx="6" cy="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9" name="Freeform 414"/>
            <p:cNvSpPr>
              <a:spLocks/>
            </p:cNvSpPr>
            <p:nvPr/>
          </p:nvSpPr>
          <p:spPr bwMode="auto">
            <a:xfrm>
              <a:off x="3306" y="3109"/>
              <a:ext cx="9" cy="1"/>
            </a:xfrm>
            <a:custGeom>
              <a:avLst/>
              <a:gdLst>
                <a:gd name="T0" fmla="*/ 0 w 16"/>
                <a:gd name="T1" fmla="*/ 0 h 1"/>
                <a:gd name="T2" fmla="*/ 1 w 16"/>
                <a:gd name="T3" fmla="*/ 0 h 1"/>
                <a:gd name="T4" fmla="*/ 1 w 16"/>
                <a:gd name="T5" fmla="*/ 0 h 1"/>
                <a:gd name="T6" fmla="*/ 0 60000 65536"/>
                <a:gd name="T7" fmla="*/ 0 60000 65536"/>
                <a:gd name="T8" fmla="*/ 0 60000 65536"/>
                <a:gd name="T9" fmla="*/ 0 w 16"/>
                <a:gd name="T10" fmla="*/ 0 h 1"/>
                <a:gd name="T11" fmla="*/ 16 w 16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">
                  <a:moveTo>
                    <a:pt x="0" y="0"/>
                  </a:moveTo>
                  <a:lnTo>
                    <a:pt x="8" y="0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0" name="Freeform 415"/>
            <p:cNvSpPr>
              <a:spLocks/>
            </p:cNvSpPr>
            <p:nvPr/>
          </p:nvSpPr>
          <p:spPr bwMode="auto">
            <a:xfrm>
              <a:off x="3315" y="3107"/>
              <a:ext cx="6" cy="2"/>
            </a:xfrm>
            <a:custGeom>
              <a:avLst/>
              <a:gdLst>
                <a:gd name="T0" fmla="*/ 0 w 12"/>
                <a:gd name="T1" fmla="*/ 1 h 4"/>
                <a:gd name="T2" fmla="*/ 1 w 12"/>
                <a:gd name="T3" fmla="*/ 0 h 4"/>
                <a:gd name="T4" fmla="*/ 1 w 12"/>
                <a:gd name="T5" fmla="*/ 0 h 4"/>
                <a:gd name="T6" fmla="*/ 0 60000 65536"/>
                <a:gd name="T7" fmla="*/ 0 60000 65536"/>
                <a:gd name="T8" fmla="*/ 0 60000 65536"/>
                <a:gd name="T9" fmla="*/ 0 w 12"/>
                <a:gd name="T10" fmla="*/ 0 h 4"/>
                <a:gd name="T11" fmla="*/ 12 w 12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4">
                  <a:moveTo>
                    <a:pt x="0" y="4"/>
                  </a:moveTo>
                  <a:lnTo>
                    <a:pt x="5" y="0"/>
                  </a:lnTo>
                  <a:lnTo>
                    <a:pt x="12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1" name="Freeform 416"/>
            <p:cNvSpPr>
              <a:spLocks/>
            </p:cNvSpPr>
            <p:nvPr/>
          </p:nvSpPr>
          <p:spPr bwMode="auto">
            <a:xfrm>
              <a:off x="3321" y="3107"/>
              <a:ext cx="8" cy="1"/>
            </a:xfrm>
            <a:custGeom>
              <a:avLst/>
              <a:gdLst>
                <a:gd name="T0" fmla="*/ 0 w 17"/>
                <a:gd name="T1" fmla="*/ 0 h 1"/>
                <a:gd name="T2" fmla="*/ 0 w 17"/>
                <a:gd name="T3" fmla="*/ 0 h 1"/>
                <a:gd name="T4" fmla="*/ 0 w 17"/>
                <a:gd name="T5" fmla="*/ 0 h 1"/>
                <a:gd name="T6" fmla="*/ 0 60000 65536"/>
                <a:gd name="T7" fmla="*/ 0 60000 65536"/>
                <a:gd name="T8" fmla="*/ 0 60000 65536"/>
                <a:gd name="T9" fmla="*/ 0 w 17"/>
                <a:gd name="T10" fmla="*/ 0 h 1"/>
                <a:gd name="T11" fmla="*/ 17 w 17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1">
                  <a:moveTo>
                    <a:pt x="0" y="0"/>
                  </a:moveTo>
                  <a:lnTo>
                    <a:pt x="9" y="0"/>
                  </a:lnTo>
                  <a:lnTo>
                    <a:pt x="17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2" name="Line 417"/>
            <p:cNvSpPr>
              <a:spLocks noChangeShapeType="1"/>
            </p:cNvSpPr>
            <p:nvPr/>
          </p:nvSpPr>
          <p:spPr bwMode="auto">
            <a:xfrm>
              <a:off x="3329" y="3107"/>
              <a:ext cx="6" cy="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3" name="Freeform 418"/>
            <p:cNvSpPr>
              <a:spLocks/>
            </p:cNvSpPr>
            <p:nvPr/>
          </p:nvSpPr>
          <p:spPr bwMode="auto">
            <a:xfrm>
              <a:off x="3335" y="3104"/>
              <a:ext cx="8" cy="3"/>
            </a:xfrm>
            <a:custGeom>
              <a:avLst/>
              <a:gdLst>
                <a:gd name="T0" fmla="*/ 0 w 17"/>
                <a:gd name="T1" fmla="*/ 1 h 5"/>
                <a:gd name="T2" fmla="*/ 0 w 17"/>
                <a:gd name="T3" fmla="*/ 0 h 5"/>
                <a:gd name="T4" fmla="*/ 0 w 17"/>
                <a:gd name="T5" fmla="*/ 0 h 5"/>
                <a:gd name="T6" fmla="*/ 0 60000 65536"/>
                <a:gd name="T7" fmla="*/ 0 60000 65536"/>
                <a:gd name="T8" fmla="*/ 0 60000 65536"/>
                <a:gd name="T9" fmla="*/ 0 w 17"/>
                <a:gd name="T10" fmla="*/ 0 h 5"/>
                <a:gd name="T11" fmla="*/ 17 w 17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5">
                  <a:moveTo>
                    <a:pt x="0" y="5"/>
                  </a:moveTo>
                  <a:lnTo>
                    <a:pt x="8" y="0"/>
                  </a:lnTo>
                  <a:lnTo>
                    <a:pt x="17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4" name="Line 419"/>
            <p:cNvSpPr>
              <a:spLocks noChangeShapeType="1"/>
            </p:cNvSpPr>
            <p:nvPr/>
          </p:nvSpPr>
          <p:spPr bwMode="auto">
            <a:xfrm>
              <a:off x="3343" y="3104"/>
              <a:ext cx="6" cy="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5" name="Line 420"/>
            <p:cNvSpPr>
              <a:spLocks noChangeShapeType="1"/>
            </p:cNvSpPr>
            <p:nvPr/>
          </p:nvSpPr>
          <p:spPr bwMode="auto">
            <a:xfrm flipV="1">
              <a:off x="3349" y="3102"/>
              <a:ext cx="9" cy="2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6" name="Line 421"/>
            <p:cNvSpPr>
              <a:spLocks noChangeShapeType="1"/>
            </p:cNvSpPr>
            <p:nvPr/>
          </p:nvSpPr>
          <p:spPr bwMode="auto">
            <a:xfrm flipV="1">
              <a:off x="3358" y="3101"/>
              <a:ext cx="8" cy="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7" name="Line 422"/>
            <p:cNvSpPr>
              <a:spLocks noChangeShapeType="1"/>
            </p:cNvSpPr>
            <p:nvPr/>
          </p:nvSpPr>
          <p:spPr bwMode="auto">
            <a:xfrm flipV="1">
              <a:off x="3366" y="3096"/>
              <a:ext cx="6" cy="5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8" name="Freeform 423"/>
            <p:cNvSpPr>
              <a:spLocks/>
            </p:cNvSpPr>
            <p:nvPr/>
          </p:nvSpPr>
          <p:spPr bwMode="auto">
            <a:xfrm>
              <a:off x="3372" y="3092"/>
              <a:ext cx="8" cy="4"/>
            </a:xfrm>
            <a:custGeom>
              <a:avLst/>
              <a:gdLst>
                <a:gd name="T0" fmla="*/ 0 w 17"/>
                <a:gd name="T1" fmla="*/ 0 h 9"/>
                <a:gd name="T2" fmla="*/ 0 w 17"/>
                <a:gd name="T3" fmla="*/ 0 h 9"/>
                <a:gd name="T4" fmla="*/ 0 w 17"/>
                <a:gd name="T5" fmla="*/ 0 h 9"/>
                <a:gd name="T6" fmla="*/ 0 60000 65536"/>
                <a:gd name="T7" fmla="*/ 0 60000 65536"/>
                <a:gd name="T8" fmla="*/ 0 60000 65536"/>
                <a:gd name="T9" fmla="*/ 0 w 17"/>
                <a:gd name="T10" fmla="*/ 0 h 9"/>
                <a:gd name="T11" fmla="*/ 17 w 17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9">
                  <a:moveTo>
                    <a:pt x="0" y="9"/>
                  </a:moveTo>
                  <a:lnTo>
                    <a:pt x="9" y="6"/>
                  </a:lnTo>
                  <a:lnTo>
                    <a:pt x="17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9" name="Line 424"/>
            <p:cNvSpPr>
              <a:spLocks noChangeShapeType="1"/>
            </p:cNvSpPr>
            <p:nvPr/>
          </p:nvSpPr>
          <p:spPr bwMode="auto">
            <a:xfrm flipV="1">
              <a:off x="3380" y="3088"/>
              <a:ext cx="6" cy="4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0" name="Freeform 425"/>
            <p:cNvSpPr>
              <a:spLocks/>
            </p:cNvSpPr>
            <p:nvPr/>
          </p:nvSpPr>
          <p:spPr bwMode="auto">
            <a:xfrm>
              <a:off x="3386" y="3082"/>
              <a:ext cx="9" cy="6"/>
            </a:xfrm>
            <a:custGeom>
              <a:avLst/>
              <a:gdLst>
                <a:gd name="T0" fmla="*/ 0 w 17"/>
                <a:gd name="T1" fmla="*/ 0 h 13"/>
                <a:gd name="T2" fmla="*/ 1 w 17"/>
                <a:gd name="T3" fmla="*/ 0 h 13"/>
                <a:gd name="T4" fmla="*/ 1 w 17"/>
                <a:gd name="T5" fmla="*/ 0 h 13"/>
                <a:gd name="T6" fmla="*/ 0 60000 65536"/>
                <a:gd name="T7" fmla="*/ 0 60000 65536"/>
                <a:gd name="T8" fmla="*/ 0 60000 65536"/>
                <a:gd name="T9" fmla="*/ 0 w 17"/>
                <a:gd name="T10" fmla="*/ 0 h 13"/>
                <a:gd name="T11" fmla="*/ 17 w 17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13">
                  <a:moveTo>
                    <a:pt x="0" y="13"/>
                  </a:moveTo>
                  <a:lnTo>
                    <a:pt x="8" y="8"/>
                  </a:lnTo>
                  <a:lnTo>
                    <a:pt x="17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1" name="Line 426"/>
            <p:cNvSpPr>
              <a:spLocks noChangeShapeType="1"/>
            </p:cNvSpPr>
            <p:nvPr/>
          </p:nvSpPr>
          <p:spPr bwMode="auto">
            <a:xfrm flipV="1">
              <a:off x="3395" y="3073"/>
              <a:ext cx="6" cy="9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2" name="Freeform 427"/>
            <p:cNvSpPr>
              <a:spLocks/>
            </p:cNvSpPr>
            <p:nvPr/>
          </p:nvSpPr>
          <p:spPr bwMode="auto">
            <a:xfrm>
              <a:off x="3401" y="3065"/>
              <a:ext cx="8" cy="8"/>
            </a:xfrm>
            <a:custGeom>
              <a:avLst/>
              <a:gdLst>
                <a:gd name="T0" fmla="*/ 0 w 16"/>
                <a:gd name="T1" fmla="*/ 0 h 17"/>
                <a:gd name="T2" fmla="*/ 1 w 16"/>
                <a:gd name="T3" fmla="*/ 0 h 17"/>
                <a:gd name="T4" fmla="*/ 1 w 16"/>
                <a:gd name="T5" fmla="*/ 0 h 17"/>
                <a:gd name="T6" fmla="*/ 0 60000 65536"/>
                <a:gd name="T7" fmla="*/ 0 60000 65536"/>
                <a:gd name="T8" fmla="*/ 0 60000 65536"/>
                <a:gd name="T9" fmla="*/ 0 w 16"/>
                <a:gd name="T10" fmla="*/ 0 h 17"/>
                <a:gd name="T11" fmla="*/ 16 w 16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7">
                  <a:moveTo>
                    <a:pt x="0" y="17"/>
                  </a:moveTo>
                  <a:lnTo>
                    <a:pt x="8" y="8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3" name="Line 428"/>
            <p:cNvSpPr>
              <a:spLocks noChangeShapeType="1"/>
            </p:cNvSpPr>
            <p:nvPr/>
          </p:nvSpPr>
          <p:spPr bwMode="auto">
            <a:xfrm flipV="1">
              <a:off x="3409" y="3054"/>
              <a:ext cx="6" cy="1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4" name="Freeform 429"/>
            <p:cNvSpPr>
              <a:spLocks/>
            </p:cNvSpPr>
            <p:nvPr/>
          </p:nvSpPr>
          <p:spPr bwMode="auto">
            <a:xfrm>
              <a:off x="3415" y="3041"/>
              <a:ext cx="8" cy="13"/>
            </a:xfrm>
            <a:custGeom>
              <a:avLst/>
              <a:gdLst>
                <a:gd name="T0" fmla="*/ 0 w 17"/>
                <a:gd name="T1" fmla="*/ 1 h 26"/>
                <a:gd name="T2" fmla="*/ 0 w 17"/>
                <a:gd name="T3" fmla="*/ 1 h 26"/>
                <a:gd name="T4" fmla="*/ 0 w 17"/>
                <a:gd name="T5" fmla="*/ 0 h 26"/>
                <a:gd name="T6" fmla="*/ 0 60000 65536"/>
                <a:gd name="T7" fmla="*/ 0 60000 65536"/>
                <a:gd name="T8" fmla="*/ 0 60000 65536"/>
                <a:gd name="T9" fmla="*/ 0 w 17"/>
                <a:gd name="T10" fmla="*/ 0 h 26"/>
                <a:gd name="T11" fmla="*/ 17 w 17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26">
                  <a:moveTo>
                    <a:pt x="0" y="26"/>
                  </a:moveTo>
                  <a:lnTo>
                    <a:pt x="9" y="13"/>
                  </a:lnTo>
                  <a:lnTo>
                    <a:pt x="17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5" name="Freeform 430"/>
            <p:cNvSpPr>
              <a:spLocks/>
            </p:cNvSpPr>
            <p:nvPr/>
          </p:nvSpPr>
          <p:spPr bwMode="auto">
            <a:xfrm>
              <a:off x="3423" y="3024"/>
              <a:ext cx="6" cy="17"/>
            </a:xfrm>
            <a:custGeom>
              <a:avLst/>
              <a:gdLst>
                <a:gd name="T0" fmla="*/ 0 w 12"/>
                <a:gd name="T1" fmla="*/ 1 h 34"/>
                <a:gd name="T2" fmla="*/ 1 w 12"/>
                <a:gd name="T3" fmla="*/ 1 h 34"/>
                <a:gd name="T4" fmla="*/ 1 w 12"/>
                <a:gd name="T5" fmla="*/ 0 h 34"/>
                <a:gd name="T6" fmla="*/ 0 60000 65536"/>
                <a:gd name="T7" fmla="*/ 0 60000 65536"/>
                <a:gd name="T8" fmla="*/ 0 60000 65536"/>
                <a:gd name="T9" fmla="*/ 0 w 12"/>
                <a:gd name="T10" fmla="*/ 0 h 34"/>
                <a:gd name="T11" fmla="*/ 12 w 12"/>
                <a:gd name="T12" fmla="*/ 34 h 3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34">
                  <a:moveTo>
                    <a:pt x="0" y="34"/>
                  </a:moveTo>
                  <a:lnTo>
                    <a:pt x="4" y="17"/>
                  </a:lnTo>
                  <a:lnTo>
                    <a:pt x="12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6" name="Freeform 431"/>
            <p:cNvSpPr>
              <a:spLocks/>
            </p:cNvSpPr>
            <p:nvPr/>
          </p:nvSpPr>
          <p:spPr bwMode="auto">
            <a:xfrm>
              <a:off x="3429" y="3007"/>
              <a:ext cx="9" cy="17"/>
            </a:xfrm>
            <a:custGeom>
              <a:avLst/>
              <a:gdLst>
                <a:gd name="T0" fmla="*/ 0 w 17"/>
                <a:gd name="T1" fmla="*/ 1 h 34"/>
                <a:gd name="T2" fmla="*/ 1 w 17"/>
                <a:gd name="T3" fmla="*/ 1 h 34"/>
                <a:gd name="T4" fmla="*/ 1 w 17"/>
                <a:gd name="T5" fmla="*/ 0 h 34"/>
                <a:gd name="T6" fmla="*/ 0 60000 65536"/>
                <a:gd name="T7" fmla="*/ 0 60000 65536"/>
                <a:gd name="T8" fmla="*/ 0 60000 65536"/>
                <a:gd name="T9" fmla="*/ 0 w 17"/>
                <a:gd name="T10" fmla="*/ 0 h 34"/>
                <a:gd name="T11" fmla="*/ 17 w 17"/>
                <a:gd name="T12" fmla="*/ 34 h 3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34">
                  <a:moveTo>
                    <a:pt x="0" y="34"/>
                  </a:moveTo>
                  <a:lnTo>
                    <a:pt x="8" y="16"/>
                  </a:lnTo>
                  <a:lnTo>
                    <a:pt x="17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7" name="Line 432"/>
            <p:cNvSpPr>
              <a:spLocks noChangeShapeType="1"/>
            </p:cNvSpPr>
            <p:nvPr/>
          </p:nvSpPr>
          <p:spPr bwMode="auto">
            <a:xfrm flipV="1">
              <a:off x="3438" y="2985"/>
              <a:ext cx="6" cy="22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8" name="Freeform 433"/>
            <p:cNvSpPr>
              <a:spLocks/>
            </p:cNvSpPr>
            <p:nvPr/>
          </p:nvSpPr>
          <p:spPr bwMode="auto">
            <a:xfrm>
              <a:off x="3444" y="2962"/>
              <a:ext cx="8" cy="23"/>
            </a:xfrm>
            <a:custGeom>
              <a:avLst/>
              <a:gdLst>
                <a:gd name="T0" fmla="*/ 0 w 15"/>
                <a:gd name="T1" fmla="*/ 0 h 47"/>
                <a:gd name="T2" fmla="*/ 1 w 15"/>
                <a:gd name="T3" fmla="*/ 0 h 47"/>
                <a:gd name="T4" fmla="*/ 1 w 15"/>
                <a:gd name="T5" fmla="*/ 0 h 47"/>
                <a:gd name="T6" fmla="*/ 0 60000 65536"/>
                <a:gd name="T7" fmla="*/ 0 60000 65536"/>
                <a:gd name="T8" fmla="*/ 0 60000 65536"/>
                <a:gd name="T9" fmla="*/ 0 w 15"/>
                <a:gd name="T10" fmla="*/ 0 h 47"/>
                <a:gd name="T11" fmla="*/ 15 w 15"/>
                <a:gd name="T12" fmla="*/ 47 h 4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47">
                  <a:moveTo>
                    <a:pt x="0" y="47"/>
                  </a:moveTo>
                  <a:lnTo>
                    <a:pt x="8" y="27"/>
                  </a:lnTo>
                  <a:lnTo>
                    <a:pt x="15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9" name="Line 434"/>
            <p:cNvSpPr>
              <a:spLocks noChangeShapeType="1"/>
            </p:cNvSpPr>
            <p:nvPr/>
          </p:nvSpPr>
          <p:spPr bwMode="auto">
            <a:xfrm flipV="1">
              <a:off x="3452" y="2935"/>
              <a:ext cx="6" cy="27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0" name="Line 435"/>
            <p:cNvSpPr>
              <a:spLocks noChangeShapeType="1"/>
            </p:cNvSpPr>
            <p:nvPr/>
          </p:nvSpPr>
          <p:spPr bwMode="auto">
            <a:xfrm flipV="1">
              <a:off x="3458" y="2905"/>
              <a:ext cx="8" cy="30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1" name="Freeform 436"/>
            <p:cNvSpPr>
              <a:spLocks/>
            </p:cNvSpPr>
            <p:nvPr/>
          </p:nvSpPr>
          <p:spPr bwMode="auto">
            <a:xfrm>
              <a:off x="3466" y="2875"/>
              <a:ext cx="8" cy="30"/>
            </a:xfrm>
            <a:custGeom>
              <a:avLst/>
              <a:gdLst>
                <a:gd name="T0" fmla="*/ 0 w 17"/>
                <a:gd name="T1" fmla="*/ 1 h 59"/>
                <a:gd name="T2" fmla="*/ 0 w 17"/>
                <a:gd name="T3" fmla="*/ 1 h 59"/>
                <a:gd name="T4" fmla="*/ 0 w 17"/>
                <a:gd name="T5" fmla="*/ 0 h 59"/>
                <a:gd name="T6" fmla="*/ 0 60000 65536"/>
                <a:gd name="T7" fmla="*/ 0 60000 65536"/>
                <a:gd name="T8" fmla="*/ 0 60000 65536"/>
                <a:gd name="T9" fmla="*/ 0 w 17"/>
                <a:gd name="T10" fmla="*/ 0 h 59"/>
                <a:gd name="T11" fmla="*/ 17 w 17"/>
                <a:gd name="T12" fmla="*/ 59 h 5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59">
                  <a:moveTo>
                    <a:pt x="0" y="59"/>
                  </a:moveTo>
                  <a:lnTo>
                    <a:pt x="8" y="29"/>
                  </a:lnTo>
                  <a:lnTo>
                    <a:pt x="17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2" name="Line 437"/>
            <p:cNvSpPr>
              <a:spLocks noChangeShapeType="1"/>
            </p:cNvSpPr>
            <p:nvPr/>
          </p:nvSpPr>
          <p:spPr bwMode="auto">
            <a:xfrm flipV="1">
              <a:off x="3474" y="2841"/>
              <a:ext cx="6" cy="34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3" name="Freeform 438"/>
            <p:cNvSpPr>
              <a:spLocks/>
            </p:cNvSpPr>
            <p:nvPr/>
          </p:nvSpPr>
          <p:spPr bwMode="auto">
            <a:xfrm>
              <a:off x="3480" y="2805"/>
              <a:ext cx="9" cy="36"/>
            </a:xfrm>
            <a:custGeom>
              <a:avLst/>
              <a:gdLst>
                <a:gd name="T0" fmla="*/ 0 w 16"/>
                <a:gd name="T1" fmla="*/ 0 h 73"/>
                <a:gd name="T2" fmla="*/ 1 w 16"/>
                <a:gd name="T3" fmla="*/ 0 h 73"/>
                <a:gd name="T4" fmla="*/ 1 w 16"/>
                <a:gd name="T5" fmla="*/ 0 h 73"/>
                <a:gd name="T6" fmla="*/ 0 60000 65536"/>
                <a:gd name="T7" fmla="*/ 0 60000 65536"/>
                <a:gd name="T8" fmla="*/ 0 60000 65536"/>
                <a:gd name="T9" fmla="*/ 0 w 16"/>
                <a:gd name="T10" fmla="*/ 0 h 73"/>
                <a:gd name="T11" fmla="*/ 16 w 16"/>
                <a:gd name="T12" fmla="*/ 73 h 7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73">
                  <a:moveTo>
                    <a:pt x="0" y="73"/>
                  </a:moveTo>
                  <a:lnTo>
                    <a:pt x="8" y="38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4" name="Line 439"/>
            <p:cNvSpPr>
              <a:spLocks noChangeShapeType="1"/>
            </p:cNvSpPr>
            <p:nvPr/>
          </p:nvSpPr>
          <p:spPr bwMode="auto">
            <a:xfrm flipV="1">
              <a:off x="3489" y="2767"/>
              <a:ext cx="6" cy="38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5" name="Freeform 440"/>
            <p:cNvSpPr>
              <a:spLocks/>
            </p:cNvSpPr>
            <p:nvPr/>
          </p:nvSpPr>
          <p:spPr bwMode="auto">
            <a:xfrm>
              <a:off x="3495" y="2729"/>
              <a:ext cx="8" cy="38"/>
            </a:xfrm>
            <a:custGeom>
              <a:avLst/>
              <a:gdLst>
                <a:gd name="T0" fmla="*/ 0 w 17"/>
                <a:gd name="T1" fmla="*/ 0 h 78"/>
                <a:gd name="T2" fmla="*/ 0 w 17"/>
                <a:gd name="T3" fmla="*/ 0 h 78"/>
                <a:gd name="T4" fmla="*/ 0 w 17"/>
                <a:gd name="T5" fmla="*/ 0 h 78"/>
                <a:gd name="T6" fmla="*/ 0 60000 65536"/>
                <a:gd name="T7" fmla="*/ 0 60000 65536"/>
                <a:gd name="T8" fmla="*/ 0 60000 65536"/>
                <a:gd name="T9" fmla="*/ 0 w 17"/>
                <a:gd name="T10" fmla="*/ 0 h 78"/>
                <a:gd name="T11" fmla="*/ 17 w 17"/>
                <a:gd name="T12" fmla="*/ 78 h 7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78">
                  <a:moveTo>
                    <a:pt x="0" y="78"/>
                  </a:moveTo>
                  <a:lnTo>
                    <a:pt x="9" y="38"/>
                  </a:lnTo>
                  <a:lnTo>
                    <a:pt x="17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6" name="Line 441"/>
            <p:cNvSpPr>
              <a:spLocks noChangeShapeType="1"/>
            </p:cNvSpPr>
            <p:nvPr/>
          </p:nvSpPr>
          <p:spPr bwMode="auto">
            <a:xfrm flipV="1">
              <a:off x="3503" y="2693"/>
              <a:ext cx="6" cy="36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7" name="Freeform 442"/>
            <p:cNvSpPr>
              <a:spLocks/>
            </p:cNvSpPr>
            <p:nvPr/>
          </p:nvSpPr>
          <p:spPr bwMode="auto">
            <a:xfrm>
              <a:off x="3509" y="2655"/>
              <a:ext cx="8" cy="38"/>
            </a:xfrm>
            <a:custGeom>
              <a:avLst/>
              <a:gdLst>
                <a:gd name="T0" fmla="*/ 0 w 17"/>
                <a:gd name="T1" fmla="*/ 1 h 76"/>
                <a:gd name="T2" fmla="*/ 0 w 17"/>
                <a:gd name="T3" fmla="*/ 1 h 76"/>
                <a:gd name="T4" fmla="*/ 0 w 17"/>
                <a:gd name="T5" fmla="*/ 0 h 76"/>
                <a:gd name="T6" fmla="*/ 0 60000 65536"/>
                <a:gd name="T7" fmla="*/ 0 60000 65536"/>
                <a:gd name="T8" fmla="*/ 0 60000 65536"/>
                <a:gd name="T9" fmla="*/ 0 w 17"/>
                <a:gd name="T10" fmla="*/ 0 h 76"/>
                <a:gd name="T11" fmla="*/ 17 w 17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76">
                  <a:moveTo>
                    <a:pt x="0" y="76"/>
                  </a:moveTo>
                  <a:lnTo>
                    <a:pt x="8" y="38"/>
                  </a:lnTo>
                  <a:lnTo>
                    <a:pt x="17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8" name="Freeform 443"/>
            <p:cNvSpPr>
              <a:spLocks/>
            </p:cNvSpPr>
            <p:nvPr/>
          </p:nvSpPr>
          <p:spPr bwMode="auto">
            <a:xfrm>
              <a:off x="3517" y="2621"/>
              <a:ext cx="6" cy="34"/>
            </a:xfrm>
            <a:custGeom>
              <a:avLst/>
              <a:gdLst>
                <a:gd name="T0" fmla="*/ 0 w 12"/>
                <a:gd name="T1" fmla="*/ 1 h 68"/>
                <a:gd name="T2" fmla="*/ 1 w 12"/>
                <a:gd name="T3" fmla="*/ 1 h 68"/>
                <a:gd name="T4" fmla="*/ 1 w 12"/>
                <a:gd name="T5" fmla="*/ 0 h 68"/>
                <a:gd name="T6" fmla="*/ 0 60000 65536"/>
                <a:gd name="T7" fmla="*/ 0 60000 65536"/>
                <a:gd name="T8" fmla="*/ 0 60000 65536"/>
                <a:gd name="T9" fmla="*/ 0 w 12"/>
                <a:gd name="T10" fmla="*/ 0 h 68"/>
                <a:gd name="T11" fmla="*/ 12 w 12"/>
                <a:gd name="T12" fmla="*/ 68 h 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68">
                  <a:moveTo>
                    <a:pt x="0" y="68"/>
                  </a:moveTo>
                  <a:lnTo>
                    <a:pt x="3" y="34"/>
                  </a:lnTo>
                  <a:lnTo>
                    <a:pt x="12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9" name="Freeform 444"/>
            <p:cNvSpPr>
              <a:spLocks/>
            </p:cNvSpPr>
            <p:nvPr/>
          </p:nvSpPr>
          <p:spPr bwMode="auto">
            <a:xfrm>
              <a:off x="3523" y="2586"/>
              <a:ext cx="9" cy="35"/>
            </a:xfrm>
            <a:custGeom>
              <a:avLst/>
              <a:gdLst>
                <a:gd name="T0" fmla="*/ 0 w 16"/>
                <a:gd name="T1" fmla="*/ 1 h 68"/>
                <a:gd name="T2" fmla="*/ 1 w 16"/>
                <a:gd name="T3" fmla="*/ 1 h 68"/>
                <a:gd name="T4" fmla="*/ 1 w 16"/>
                <a:gd name="T5" fmla="*/ 0 h 68"/>
                <a:gd name="T6" fmla="*/ 0 60000 65536"/>
                <a:gd name="T7" fmla="*/ 0 60000 65536"/>
                <a:gd name="T8" fmla="*/ 0 60000 65536"/>
                <a:gd name="T9" fmla="*/ 0 w 16"/>
                <a:gd name="T10" fmla="*/ 0 h 68"/>
                <a:gd name="T11" fmla="*/ 16 w 16"/>
                <a:gd name="T12" fmla="*/ 68 h 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68">
                  <a:moveTo>
                    <a:pt x="0" y="68"/>
                  </a:moveTo>
                  <a:lnTo>
                    <a:pt x="8" y="34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0" name="Line 445"/>
            <p:cNvSpPr>
              <a:spLocks noChangeShapeType="1"/>
            </p:cNvSpPr>
            <p:nvPr/>
          </p:nvSpPr>
          <p:spPr bwMode="auto">
            <a:xfrm flipV="1">
              <a:off x="3532" y="2557"/>
              <a:ext cx="6" cy="29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1" name="Freeform 446"/>
            <p:cNvSpPr>
              <a:spLocks/>
            </p:cNvSpPr>
            <p:nvPr/>
          </p:nvSpPr>
          <p:spPr bwMode="auto">
            <a:xfrm>
              <a:off x="3538" y="2531"/>
              <a:ext cx="8" cy="26"/>
            </a:xfrm>
            <a:custGeom>
              <a:avLst/>
              <a:gdLst>
                <a:gd name="T0" fmla="*/ 0 w 17"/>
                <a:gd name="T1" fmla="*/ 1 h 50"/>
                <a:gd name="T2" fmla="*/ 0 w 17"/>
                <a:gd name="T3" fmla="*/ 1 h 50"/>
                <a:gd name="T4" fmla="*/ 0 w 17"/>
                <a:gd name="T5" fmla="*/ 0 h 50"/>
                <a:gd name="T6" fmla="*/ 0 60000 65536"/>
                <a:gd name="T7" fmla="*/ 0 60000 65536"/>
                <a:gd name="T8" fmla="*/ 0 60000 65536"/>
                <a:gd name="T9" fmla="*/ 0 w 17"/>
                <a:gd name="T10" fmla="*/ 0 h 50"/>
                <a:gd name="T11" fmla="*/ 17 w 17"/>
                <a:gd name="T12" fmla="*/ 50 h 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50">
                  <a:moveTo>
                    <a:pt x="0" y="50"/>
                  </a:moveTo>
                  <a:lnTo>
                    <a:pt x="9" y="25"/>
                  </a:lnTo>
                  <a:lnTo>
                    <a:pt x="17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2" name="Freeform 447"/>
            <p:cNvSpPr>
              <a:spLocks/>
            </p:cNvSpPr>
            <p:nvPr/>
          </p:nvSpPr>
          <p:spPr bwMode="auto">
            <a:xfrm>
              <a:off x="3546" y="2512"/>
              <a:ext cx="6" cy="19"/>
            </a:xfrm>
            <a:custGeom>
              <a:avLst/>
              <a:gdLst>
                <a:gd name="T0" fmla="*/ 0 w 12"/>
                <a:gd name="T1" fmla="*/ 1 h 38"/>
                <a:gd name="T2" fmla="*/ 1 w 12"/>
                <a:gd name="T3" fmla="*/ 1 h 38"/>
                <a:gd name="T4" fmla="*/ 1 w 12"/>
                <a:gd name="T5" fmla="*/ 0 h 38"/>
                <a:gd name="T6" fmla="*/ 0 60000 65536"/>
                <a:gd name="T7" fmla="*/ 0 60000 65536"/>
                <a:gd name="T8" fmla="*/ 0 60000 65536"/>
                <a:gd name="T9" fmla="*/ 0 w 12"/>
                <a:gd name="T10" fmla="*/ 0 h 38"/>
                <a:gd name="T11" fmla="*/ 12 w 12"/>
                <a:gd name="T12" fmla="*/ 38 h 3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38">
                  <a:moveTo>
                    <a:pt x="0" y="38"/>
                  </a:moveTo>
                  <a:lnTo>
                    <a:pt x="4" y="16"/>
                  </a:lnTo>
                  <a:lnTo>
                    <a:pt x="12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3" name="Freeform 448"/>
            <p:cNvSpPr>
              <a:spLocks/>
            </p:cNvSpPr>
            <p:nvPr/>
          </p:nvSpPr>
          <p:spPr bwMode="auto">
            <a:xfrm>
              <a:off x="3552" y="2495"/>
              <a:ext cx="8" cy="17"/>
            </a:xfrm>
            <a:custGeom>
              <a:avLst/>
              <a:gdLst>
                <a:gd name="T0" fmla="*/ 0 w 17"/>
                <a:gd name="T1" fmla="*/ 1 h 34"/>
                <a:gd name="T2" fmla="*/ 0 w 17"/>
                <a:gd name="T3" fmla="*/ 1 h 34"/>
                <a:gd name="T4" fmla="*/ 0 w 17"/>
                <a:gd name="T5" fmla="*/ 0 h 34"/>
                <a:gd name="T6" fmla="*/ 0 60000 65536"/>
                <a:gd name="T7" fmla="*/ 0 60000 65536"/>
                <a:gd name="T8" fmla="*/ 0 60000 65536"/>
                <a:gd name="T9" fmla="*/ 0 w 17"/>
                <a:gd name="T10" fmla="*/ 0 h 34"/>
                <a:gd name="T11" fmla="*/ 17 w 17"/>
                <a:gd name="T12" fmla="*/ 34 h 3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34">
                  <a:moveTo>
                    <a:pt x="0" y="34"/>
                  </a:moveTo>
                  <a:lnTo>
                    <a:pt x="8" y="16"/>
                  </a:lnTo>
                  <a:lnTo>
                    <a:pt x="17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4" name="Freeform 449"/>
            <p:cNvSpPr>
              <a:spLocks/>
            </p:cNvSpPr>
            <p:nvPr/>
          </p:nvSpPr>
          <p:spPr bwMode="auto">
            <a:xfrm>
              <a:off x="3560" y="2486"/>
              <a:ext cx="6" cy="9"/>
            </a:xfrm>
            <a:custGeom>
              <a:avLst/>
              <a:gdLst>
                <a:gd name="T0" fmla="*/ 0 w 12"/>
                <a:gd name="T1" fmla="*/ 1 h 18"/>
                <a:gd name="T2" fmla="*/ 1 w 12"/>
                <a:gd name="T3" fmla="*/ 1 h 18"/>
                <a:gd name="T4" fmla="*/ 1 w 12"/>
                <a:gd name="T5" fmla="*/ 0 h 18"/>
                <a:gd name="T6" fmla="*/ 0 60000 65536"/>
                <a:gd name="T7" fmla="*/ 0 60000 65536"/>
                <a:gd name="T8" fmla="*/ 0 60000 65536"/>
                <a:gd name="T9" fmla="*/ 0 w 12"/>
                <a:gd name="T10" fmla="*/ 0 h 18"/>
                <a:gd name="T11" fmla="*/ 12 w 12"/>
                <a:gd name="T12" fmla="*/ 18 h 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18">
                  <a:moveTo>
                    <a:pt x="0" y="18"/>
                  </a:moveTo>
                  <a:lnTo>
                    <a:pt x="3" y="9"/>
                  </a:lnTo>
                  <a:lnTo>
                    <a:pt x="12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5" name="Freeform 450"/>
            <p:cNvSpPr>
              <a:spLocks/>
            </p:cNvSpPr>
            <p:nvPr/>
          </p:nvSpPr>
          <p:spPr bwMode="auto">
            <a:xfrm>
              <a:off x="3566" y="2485"/>
              <a:ext cx="9" cy="1"/>
            </a:xfrm>
            <a:custGeom>
              <a:avLst/>
              <a:gdLst>
                <a:gd name="T0" fmla="*/ 0 w 16"/>
                <a:gd name="T1" fmla="*/ 0 h 4"/>
                <a:gd name="T2" fmla="*/ 1 w 16"/>
                <a:gd name="T3" fmla="*/ 0 h 4"/>
                <a:gd name="T4" fmla="*/ 1 w 16"/>
                <a:gd name="T5" fmla="*/ 0 h 4"/>
                <a:gd name="T6" fmla="*/ 0 60000 65536"/>
                <a:gd name="T7" fmla="*/ 0 60000 65536"/>
                <a:gd name="T8" fmla="*/ 0 60000 65536"/>
                <a:gd name="T9" fmla="*/ 0 w 16"/>
                <a:gd name="T10" fmla="*/ 0 h 4"/>
                <a:gd name="T11" fmla="*/ 16 w 16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4">
                  <a:moveTo>
                    <a:pt x="0" y="4"/>
                  </a:moveTo>
                  <a:lnTo>
                    <a:pt x="8" y="0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6" name="Freeform 451"/>
            <p:cNvSpPr>
              <a:spLocks/>
            </p:cNvSpPr>
            <p:nvPr/>
          </p:nvSpPr>
          <p:spPr bwMode="auto">
            <a:xfrm>
              <a:off x="3575" y="2485"/>
              <a:ext cx="8" cy="1"/>
            </a:xfrm>
            <a:custGeom>
              <a:avLst/>
              <a:gdLst>
                <a:gd name="T0" fmla="*/ 0 w 16"/>
                <a:gd name="T1" fmla="*/ 0 h 4"/>
                <a:gd name="T2" fmla="*/ 1 w 16"/>
                <a:gd name="T3" fmla="*/ 0 h 4"/>
                <a:gd name="T4" fmla="*/ 1 w 16"/>
                <a:gd name="T5" fmla="*/ 0 h 4"/>
                <a:gd name="T6" fmla="*/ 0 60000 65536"/>
                <a:gd name="T7" fmla="*/ 0 60000 65536"/>
                <a:gd name="T8" fmla="*/ 0 60000 65536"/>
                <a:gd name="T9" fmla="*/ 0 w 16"/>
                <a:gd name="T10" fmla="*/ 0 h 4"/>
                <a:gd name="T11" fmla="*/ 16 w 16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4">
                  <a:moveTo>
                    <a:pt x="0" y="0"/>
                  </a:moveTo>
                  <a:lnTo>
                    <a:pt x="9" y="0"/>
                  </a:lnTo>
                  <a:lnTo>
                    <a:pt x="16" y="4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7" name="Freeform 452"/>
            <p:cNvSpPr>
              <a:spLocks/>
            </p:cNvSpPr>
            <p:nvPr/>
          </p:nvSpPr>
          <p:spPr bwMode="auto">
            <a:xfrm>
              <a:off x="3583" y="2486"/>
              <a:ext cx="6" cy="9"/>
            </a:xfrm>
            <a:custGeom>
              <a:avLst/>
              <a:gdLst>
                <a:gd name="T0" fmla="*/ 0 w 13"/>
                <a:gd name="T1" fmla="*/ 0 h 18"/>
                <a:gd name="T2" fmla="*/ 0 w 13"/>
                <a:gd name="T3" fmla="*/ 1 h 18"/>
                <a:gd name="T4" fmla="*/ 0 w 13"/>
                <a:gd name="T5" fmla="*/ 1 h 18"/>
                <a:gd name="T6" fmla="*/ 0 60000 65536"/>
                <a:gd name="T7" fmla="*/ 0 60000 65536"/>
                <a:gd name="T8" fmla="*/ 0 60000 65536"/>
                <a:gd name="T9" fmla="*/ 0 w 13"/>
                <a:gd name="T10" fmla="*/ 0 h 18"/>
                <a:gd name="T11" fmla="*/ 13 w 13"/>
                <a:gd name="T12" fmla="*/ 18 h 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18">
                  <a:moveTo>
                    <a:pt x="0" y="0"/>
                  </a:moveTo>
                  <a:lnTo>
                    <a:pt x="5" y="9"/>
                  </a:lnTo>
                  <a:lnTo>
                    <a:pt x="13" y="18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8" name="Freeform 453"/>
            <p:cNvSpPr>
              <a:spLocks/>
            </p:cNvSpPr>
            <p:nvPr/>
          </p:nvSpPr>
          <p:spPr bwMode="auto">
            <a:xfrm>
              <a:off x="3589" y="2495"/>
              <a:ext cx="8" cy="17"/>
            </a:xfrm>
            <a:custGeom>
              <a:avLst/>
              <a:gdLst>
                <a:gd name="T0" fmla="*/ 0 w 16"/>
                <a:gd name="T1" fmla="*/ 0 h 34"/>
                <a:gd name="T2" fmla="*/ 1 w 16"/>
                <a:gd name="T3" fmla="*/ 1 h 34"/>
                <a:gd name="T4" fmla="*/ 1 w 16"/>
                <a:gd name="T5" fmla="*/ 1 h 34"/>
                <a:gd name="T6" fmla="*/ 0 60000 65536"/>
                <a:gd name="T7" fmla="*/ 0 60000 65536"/>
                <a:gd name="T8" fmla="*/ 0 60000 65536"/>
                <a:gd name="T9" fmla="*/ 0 w 16"/>
                <a:gd name="T10" fmla="*/ 0 h 34"/>
                <a:gd name="T11" fmla="*/ 16 w 16"/>
                <a:gd name="T12" fmla="*/ 34 h 3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34">
                  <a:moveTo>
                    <a:pt x="0" y="0"/>
                  </a:moveTo>
                  <a:lnTo>
                    <a:pt x="9" y="16"/>
                  </a:lnTo>
                  <a:lnTo>
                    <a:pt x="16" y="34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9" name="Freeform 454"/>
            <p:cNvSpPr>
              <a:spLocks/>
            </p:cNvSpPr>
            <p:nvPr/>
          </p:nvSpPr>
          <p:spPr bwMode="auto">
            <a:xfrm>
              <a:off x="3597" y="2512"/>
              <a:ext cx="6" cy="19"/>
            </a:xfrm>
            <a:custGeom>
              <a:avLst/>
              <a:gdLst>
                <a:gd name="T0" fmla="*/ 0 w 13"/>
                <a:gd name="T1" fmla="*/ 0 h 38"/>
                <a:gd name="T2" fmla="*/ 0 w 13"/>
                <a:gd name="T3" fmla="*/ 1 h 38"/>
                <a:gd name="T4" fmla="*/ 0 w 13"/>
                <a:gd name="T5" fmla="*/ 1 h 38"/>
                <a:gd name="T6" fmla="*/ 0 60000 65536"/>
                <a:gd name="T7" fmla="*/ 0 60000 65536"/>
                <a:gd name="T8" fmla="*/ 0 60000 65536"/>
                <a:gd name="T9" fmla="*/ 0 w 13"/>
                <a:gd name="T10" fmla="*/ 0 h 38"/>
                <a:gd name="T11" fmla="*/ 13 w 13"/>
                <a:gd name="T12" fmla="*/ 38 h 3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38">
                  <a:moveTo>
                    <a:pt x="0" y="0"/>
                  </a:moveTo>
                  <a:lnTo>
                    <a:pt x="5" y="16"/>
                  </a:lnTo>
                  <a:lnTo>
                    <a:pt x="13" y="38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0" name="Freeform 455"/>
            <p:cNvSpPr>
              <a:spLocks/>
            </p:cNvSpPr>
            <p:nvPr/>
          </p:nvSpPr>
          <p:spPr bwMode="auto">
            <a:xfrm>
              <a:off x="3603" y="2531"/>
              <a:ext cx="8" cy="26"/>
            </a:xfrm>
            <a:custGeom>
              <a:avLst/>
              <a:gdLst>
                <a:gd name="T0" fmla="*/ 0 w 15"/>
                <a:gd name="T1" fmla="*/ 0 h 50"/>
                <a:gd name="T2" fmla="*/ 1 w 15"/>
                <a:gd name="T3" fmla="*/ 1 h 50"/>
                <a:gd name="T4" fmla="*/ 1 w 15"/>
                <a:gd name="T5" fmla="*/ 1 h 50"/>
                <a:gd name="T6" fmla="*/ 0 60000 65536"/>
                <a:gd name="T7" fmla="*/ 0 60000 65536"/>
                <a:gd name="T8" fmla="*/ 0 60000 65536"/>
                <a:gd name="T9" fmla="*/ 0 w 15"/>
                <a:gd name="T10" fmla="*/ 0 h 50"/>
                <a:gd name="T11" fmla="*/ 15 w 15"/>
                <a:gd name="T12" fmla="*/ 50 h 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50">
                  <a:moveTo>
                    <a:pt x="0" y="0"/>
                  </a:moveTo>
                  <a:lnTo>
                    <a:pt x="8" y="25"/>
                  </a:lnTo>
                  <a:lnTo>
                    <a:pt x="15" y="5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1" name="Line 456"/>
            <p:cNvSpPr>
              <a:spLocks noChangeShapeType="1"/>
            </p:cNvSpPr>
            <p:nvPr/>
          </p:nvSpPr>
          <p:spPr bwMode="auto">
            <a:xfrm>
              <a:off x="3611" y="2557"/>
              <a:ext cx="7" cy="29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2" name="Freeform 457"/>
            <p:cNvSpPr>
              <a:spLocks/>
            </p:cNvSpPr>
            <p:nvPr/>
          </p:nvSpPr>
          <p:spPr bwMode="auto">
            <a:xfrm>
              <a:off x="3618" y="2586"/>
              <a:ext cx="8" cy="35"/>
            </a:xfrm>
            <a:custGeom>
              <a:avLst/>
              <a:gdLst>
                <a:gd name="T0" fmla="*/ 0 w 15"/>
                <a:gd name="T1" fmla="*/ 0 h 68"/>
                <a:gd name="T2" fmla="*/ 1 w 15"/>
                <a:gd name="T3" fmla="*/ 1 h 68"/>
                <a:gd name="T4" fmla="*/ 1 w 15"/>
                <a:gd name="T5" fmla="*/ 1 h 68"/>
                <a:gd name="T6" fmla="*/ 0 60000 65536"/>
                <a:gd name="T7" fmla="*/ 0 60000 65536"/>
                <a:gd name="T8" fmla="*/ 0 60000 65536"/>
                <a:gd name="T9" fmla="*/ 0 w 15"/>
                <a:gd name="T10" fmla="*/ 0 h 68"/>
                <a:gd name="T11" fmla="*/ 15 w 15"/>
                <a:gd name="T12" fmla="*/ 68 h 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68">
                  <a:moveTo>
                    <a:pt x="0" y="0"/>
                  </a:moveTo>
                  <a:lnTo>
                    <a:pt x="7" y="34"/>
                  </a:lnTo>
                  <a:lnTo>
                    <a:pt x="15" y="68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3" name="Freeform 458"/>
            <p:cNvSpPr>
              <a:spLocks/>
            </p:cNvSpPr>
            <p:nvPr/>
          </p:nvSpPr>
          <p:spPr bwMode="auto">
            <a:xfrm>
              <a:off x="3626" y="2621"/>
              <a:ext cx="6" cy="34"/>
            </a:xfrm>
            <a:custGeom>
              <a:avLst/>
              <a:gdLst>
                <a:gd name="T0" fmla="*/ 0 w 13"/>
                <a:gd name="T1" fmla="*/ 0 h 68"/>
                <a:gd name="T2" fmla="*/ 0 w 13"/>
                <a:gd name="T3" fmla="*/ 1 h 68"/>
                <a:gd name="T4" fmla="*/ 0 w 13"/>
                <a:gd name="T5" fmla="*/ 1 h 68"/>
                <a:gd name="T6" fmla="*/ 0 60000 65536"/>
                <a:gd name="T7" fmla="*/ 0 60000 65536"/>
                <a:gd name="T8" fmla="*/ 0 60000 65536"/>
                <a:gd name="T9" fmla="*/ 0 w 13"/>
                <a:gd name="T10" fmla="*/ 0 h 68"/>
                <a:gd name="T11" fmla="*/ 13 w 13"/>
                <a:gd name="T12" fmla="*/ 68 h 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68">
                  <a:moveTo>
                    <a:pt x="0" y="0"/>
                  </a:moveTo>
                  <a:lnTo>
                    <a:pt x="5" y="34"/>
                  </a:lnTo>
                  <a:lnTo>
                    <a:pt x="13" y="68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4" name="Freeform 459"/>
            <p:cNvSpPr>
              <a:spLocks/>
            </p:cNvSpPr>
            <p:nvPr/>
          </p:nvSpPr>
          <p:spPr bwMode="auto">
            <a:xfrm>
              <a:off x="3632" y="2655"/>
              <a:ext cx="8" cy="38"/>
            </a:xfrm>
            <a:custGeom>
              <a:avLst/>
              <a:gdLst>
                <a:gd name="T0" fmla="*/ 0 w 16"/>
                <a:gd name="T1" fmla="*/ 0 h 76"/>
                <a:gd name="T2" fmla="*/ 1 w 16"/>
                <a:gd name="T3" fmla="*/ 1 h 76"/>
                <a:gd name="T4" fmla="*/ 1 w 16"/>
                <a:gd name="T5" fmla="*/ 1 h 76"/>
                <a:gd name="T6" fmla="*/ 0 60000 65536"/>
                <a:gd name="T7" fmla="*/ 0 60000 65536"/>
                <a:gd name="T8" fmla="*/ 0 60000 65536"/>
                <a:gd name="T9" fmla="*/ 0 w 16"/>
                <a:gd name="T10" fmla="*/ 0 h 76"/>
                <a:gd name="T11" fmla="*/ 16 w 16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76">
                  <a:moveTo>
                    <a:pt x="0" y="0"/>
                  </a:moveTo>
                  <a:lnTo>
                    <a:pt x="7" y="38"/>
                  </a:lnTo>
                  <a:lnTo>
                    <a:pt x="16" y="76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5" name="Line 460"/>
            <p:cNvSpPr>
              <a:spLocks noChangeShapeType="1"/>
            </p:cNvSpPr>
            <p:nvPr/>
          </p:nvSpPr>
          <p:spPr bwMode="auto">
            <a:xfrm>
              <a:off x="3640" y="2693"/>
              <a:ext cx="6" cy="36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6" name="Freeform 461"/>
            <p:cNvSpPr>
              <a:spLocks/>
            </p:cNvSpPr>
            <p:nvPr/>
          </p:nvSpPr>
          <p:spPr bwMode="auto">
            <a:xfrm>
              <a:off x="3646" y="2729"/>
              <a:ext cx="8" cy="38"/>
            </a:xfrm>
            <a:custGeom>
              <a:avLst/>
              <a:gdLst>
                <a:gd name="T0" fmla="*/ 0 w 16"/>
                <a:gd name="T1" fmla="*/ 0 h 78"/>
                <a:gd name="T2" fmla="*/ 1 w 16"/>
                <a:gd name="T3" fmla="*/ 0 h 78"/>
                <a:gd name="T4" fmla="*/ 1 w 16"/>
                <a:gd name="T5" fmla="*/ 0 h 78"/>
                <a:gd name="T6" fmla="*/ 0 60000 65536"/>
                <a:gd name="T7" fmla="*/ 0 60000 65536"/>
                <a:gd name="T8" fmla="*/ 0 60000 65536"/>
                <a:gd name="T9" fmla="*/ 0 w 16"/>
                <a:gd name="T10" fmla="*/ 0 h 78"/>
                <a:gd name="T11" fmla="*/ 16 w 16"/>
                <a:gd name="T12" fmla="*/ 78 h 7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78">
                  <a:moveTo>
                    <a:pt x="0" y="0"/>
                  </a:moveTo>
                  <a:lnTo>
                    <a:pt x="7" y="38"/>
                  </a:lnTo>
                  <a:lnTo>
                    <a:pt x="16" y="78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7" name="Line 462"/>
            <p:cNvSpPr>
              <a:spLocks noChangeShapeType="1"/>
            </p:cNvSpPr>
            <p:nvPr/>
          </p:nvSpPr>
          <p:spPr bwMode="auto">
            <a:xfrm>
              <a:off x="3654" y="2767"/>
              <a:ext cx="7" cy="38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8" name="Freeform 463"/>
            <p:cNvSpPr>
              <a:spLocks/>
            </p:cNvSpPr>
            <p:nvPr/>
          </p:nvSpPr>
          <p:spPr bwMode="auto">
            <a:xfrm>
              <a:off x="3661" y="2805"/>
              <a:ext cx="8" cy="36"/>
            </a:xfrm>
            <a:custGeom>
              <a:avLst/>
              <a:gdLst>
                <a:gd name="T0" fmla="*/ 0 w 15"/>
                <a:gd name="T1" fmla="*/ 0 h 73"/>
                <a:gd name="T2" fmla="*/ 1 w 15"/>
                <a:gd name="T3" fmla="*/ 0 h 73"/>
                <a:gd name="T4" fmla="*/ 1 w 15"/>
                <a:gd name="T5" fmla="*/ 0 h 73"/>
                <a:gd name="T6" fmla="*/ 0 60000 65536"/>
                <a:gd name="T7" fmla="*/ 0 60000 65536"/>
                <a:gd name="T8" fmla="*/ 0 60000 65536"/>
                <a:gd name="T9" fmla="*/ 0 w 15"/>
                <a:gd name="T10" fmla="*/ 0 h 73"/>
                <a:gd name="T11" fmla="*/ 15 w 15"/>
                <a:gd name="T12" fmla="*/ 73 h 7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73">
                  <a:moveTo>
                    <a:pt x="0" y="0"/>
                  </a:moveTo>
                  <a:lnTo>
                    <a:pt x="7" y="38"/>
                  </a:lnTo>
                  <a:lnTo>
                    <a:pt x="15" y="73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9" name="Line 464"/>
            <p:cNvSpPr>
              <a:spLocks noChangeShapeType="1"/>
            </p:cNvSpPr>
            <p:nvPr/>
          </p:nvSpPr>
          <p:spPr bwMode="auto">
            <a:xfrm>
              <a:off x="3669" y="2841"/>
              <a:ext cx="6" cy="34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0" name="Freeform 465"/>
            <p:cNvSpPr>
              <a:spLocks/>
            </p:cNvSpPr>
            <p:nvPr/>
          </p:nvSpPr>
          <p:spPr bwMode="auto">
            <a:xfrm>
              <a:off x="3675" y="2875"/>
              <a:ext cx="8" cy="30"/>
            </a:xfrm>
            <a:custGeom>
              <a:avLst/>
              <a:gdLst>
                <a:gd name="T0" fmla="*/ 0 w 17"/>
                <a:gd name="T1" fmla="*/ 0 h 59"/>
                <a:gd name="T2" fmla="*/ 0 w 17"/>
                <a:gd name="T3" fmla="*/ 1 h 59"/>
                <a:gd name="T4" fmla="*/ 0 w 17"/>
                <a:gd name="T5" fmla="*/ 1 h 59"/>
                <a:gd name="T6" fmla="*/ 0 60000 65536"/>
                <a:gd name="T7" fmla="*/ 0 60000 65536"/>
                <a:gd name="T8" fmla="*/ 0 60000 65536"/>
                <a:gd name="T9" fmla="*/ 0 w 17"/>
                <a:gd name="T10" fmla="*/ 0 h 59"/>
                <a:gd name="T11" fmla="*/ 17 w 17"/>
                <a:gd name="T12" fmla="*/ 59 h 5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59">
                  <a:moveTo>
                    <a:pt x="0" y="0"/>
                  </a:moveTo>
                  <a:lnTo>
                    <a:pt x="9" y="29"/>
                  </a:lnTo>
                  <a:lnTo>
                    <a:pt x="17" y="59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1" name="Line 466"/>
            <p:cNvSpPr>
              <a:spLocks noChangeShapeType="1"/>
            </p:cNvSpPr>
            <p:nvPr/>
          </p:nvSpPr>
          <p:spPr bwMode="auto">
            <a:xfrm>
              <a:off x="3683" y="2905"/>
              <a:ext cx="8" cy="30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2" name="Line 467"/>
            <p:cNvSpPr>
              <a:spLocks noChangeShapeType="1"/>
            </p:cNvSpPr>
            <p:nvPr/>
          </p:nvSpPr>
          <p:spPr bwMode="auto">
            <a:xfrm>
              <a:off x="3691" y="2935"/>
              <a:ext cx="6" cy="27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3" name="Freeform 468"/>
            <p:cNvSpPr>
              <a:spLocks/>
            </p:cNvSpPr>
            <p:nvPr/>
          </p:nvSpPr>
          <p:spPr bwMode="auto">
            <a:xfrm>
              <a:off x="3697" y="2962"/>
              <a:ext cx="9" cy="23"/>
            </a:xfrm>
            <a:custGeom>
              <a:avLst/>
              <a:gdLst>
                <a:gd name="T0" fmla="*/ 0 w 16"/>
                <a:gd name="T1" fmla="*/ 0 h 47"/>
                <a:gd name="T2" fmla="*/ 1 w 16"/>
                <a:gd name="T3" fmla="*/ 0 h 47"/>
                <a:gd name="T4" fmla="*/ 1 w 16"/>
                <a:gd name="T5" fmla="*/ 0 h 47"/>
                <a:gd name="T6" fmla="*/ 0 60000 65536"/>
                <a:gd name="T7" fmla="*/ 0 60000 65536"/>
                <a:gd name="T8" fmla="*/ 0 60000 65536"/>
                <a:gd name="T9" fmla="*/ 0 w 16"/>
                <a:gd name="T10" fmla="*/ 0 h 47"/>
                <a:gd name="T11" fmla="*/ 16 w 16"/>
                <a:gd name="T12" fmla="*/ 47 h 4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47">
                  <a:moveTo>
                    <a:pt x="0" y="0"/>
                  </a:moveTo>
                  <a:lnTo>
                    <a:pt x="8" y="27"/>
                  </a:lnTo>
                  <a:lnTo>
                    <a:pt x="16" y="47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4" name="Line 469"/>
            <p:cNvSpPr>
              <a:spLocks noChangeShapeType="1"/>
            </p:cNvSpPr>
            <p:nvPr/>
          </p:nvSpPr>
          <p:spPr bwMode="auto">
            <a:xfrm>
              <a:off x="3706" y="2985"/>
              <a:ext cx="6" cy="22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5" name="Freeform 470"/>
            <p:cNvSpPr>
              <a:spLocks/>
            </p:cNvSpPr>
            <p:nvPr/>
          </p:nvSpPr>
          <p:spPr bwMode="auto">
            <a:xfrm>
              <a:off x="3712" y="3007"/>
              <a:ext cx="8" cy="17"/>
            </a:xfrm>
            <a:custGeom>
              <a:avLst/>
              <a:gdLst>
                <a:gd name="T0" fmla="*/ 0 w 17"/>
                <a:gd name="T1" fmla="*/ 0 h 34"/>
                <a:gd name="T2" fmla="*/ 0 w 17"/>
                <a:gd name="T3" fmla="*/ 1 h 34"/>
                <a:gd name="T4" fmla="*/ 0 w 17"/>
                <a:gd name="T5" fmla="*/ 1 h 34"/>
                <a:gd name="T6" fmla="*/ 0 60000 65536"/>
                <a:gd name="T7" fmla="*/ 0 60000 65536"/>
                <a:gd name="T8" fmla="*/ 0 60000 65536"/>
                <a:gd name="T9" fmla="*/ 0 w 17"/>
                <a:gd name="T10" fmla="*/ 0 h 34"/>
                <a:gd name="T11" fmla="*/ 17 w 17"/>
                <a:gd name="T12" fmla="*/ 34 h 3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34">
                  <a:moveTo>
                    <a:pt x="0" y="0"/>
                  </a:moveTo>
                  <a:lnTo>
                    <a:pt x="9" y="16"/>
                  </a:lnTo>
                  <a:lnTo>
                    <a:pt x="17" y="34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6" name="Freeform 471"/>
            <p:cNvSpPr>
              <a:spLocks/>
            </p:cNvSpPr>
            <p:nvPr/>
          </p:nvSpPr>
          <p:spPr bwMode="auto">
            <a:xfrm>
              <a:off x="3720" y="3024"/>
              <a:ext cx="6" cy="17"/>
            </a:xfrm>
            <a:custGeom>
              <a:avLst/>
              <a:gdLst>
                <a:gd name="T0" fmla="*/ 0 w 12"/>
                <a:gd name="T1" fmla="*/ 0 h 34"/>
                <a:gd name="T2" fmla="*/ 1 w 12"/>
                <a:gd name="T3" fmla="*/ 1 h 34"/>
                <a:gd name="T4" fmla="*/ 1 w 12"/>
                <a:gd name="T5" fmla="*/ 1 h 34"/>
                <a:gd name="T6" fmla="*/ 0 60000 65536"/>
                <a:gd name="T7" fmla="*/ 0 60000 65536"/>
                <a:gd name="T8" fmla="*/ 0 60000 65536"/>
                <a:gd name="T9" fmla="*/ 0 w 12"/>
                <a:gd name="T10" fmla="*/ 0 h 34"/>
                <a:gd name="T11" fmla="*/ 12 w 12"/>
                <a:gd name="T12" fmla="*/ 34 h 3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34">
                  <a:moveTo>
                    <a:pt x="0" y="0"/>
                  </a:moveTo>
                  <a:lnTo>
                    <a:pt x="4" y="17"/>
                  </a:lnTo>
                  <a:lnTo>
                    <a:pt x="12" y="34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7" name="Freeform 472"/>
            <p:cNvSpPr>
              <a:spLocks/>
            </p:cNvSpPr>
            <p:nvPr/>
          </p:nvSpPr>
          <p:spPr bwMode="auto">
            <a:xfrm>
              <a:off x="3726" y="3041"/>
              <a:ext cx="8" cy="13"/>
            </a:xfrm>
            <a:custGeom>
              <a:avLst/>
              <a:gdLst>
                <a:gd name="T0" fmla="*/ 0 w 17"/>
                <a:gd name="T1" fmla="*/ 0 h 26"/>
                <a:gd name="T2" fmla="*/ 0 w 17"/>
                <a:gd name="T3" fmla="*/ 1 h 26"/>
                <a:gd name="T4" fmla="*/ 0 w 17"/>
                <a:gd name="T5" fmla="*/ 1 h 26"/>
                <a:gd name="T6" fmla="*/ 0 60000 65536"/>
                <a:gd name="T7" fmla="*/ 0 60000 65536"/>
                <a:gd name="T8" fmla="*/ 0 60000 65536"/>
                <a:gd name="T9" fmla="*/ 0 w 17"/>
                <a:gd name="T10" fmla="*/ 0 h 26"/>
                <a:gd name="T11" fmla="*/ 17 w 17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26">
                  <a:moveTo>
                    <a:pt x="0" y="0"/>
                  </a:moveTo>
                  <a:lnTo>
                    <a:pt x="8" y="13"/>
                  </a:lnTo>
                  <a:lnTo>
                    <a:pt x="17" y="26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8" name="Line 473"/>
            <p:cNvSpPr>
              <a:spLocks noChangeShapeType="1"/>
            </p:cNvSpPr>
            <p:nvPr/>
          </p:nvSpPr>
          <p:spPr bwMode="auto">
            <a:xfrm>
              <a:off x="3734" y="3054"/>
              <a:ext cx="6" cy="1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9" name="Freeform 474"/>
            <p:cNvSpPr>
              <a:spLocks/>
            </p:cNvSpPr>
            <p:nvPr/>
          </p:nvSpPr>
          <p:spPr bwMode="auto">
            <a:xfrm>
              <a:off x="3740" y="3065"/>
              <a:ext cx="9" cy="8"/>
            </a:xfrm>
            <a:custGeom>
              <a:avLst/>
              <a:gdLst>
                <a:gd name="T0" fmla="*/ 0 w 16"/>
                <a:gd name="T1" fmla="*/ 0 h 17"/>
                <a:gd name="T2" fmla="*/ 1 w 16"/>
                <a:gd name="T3" fmla="*/ 0 h 17"/>
                <a:gd name="T4" fmla="*/ 1 w 16"/>
                <a:gd name="T5" fmla="*/ 0 h 17"/>
                <a:gd name="T6" fmla="*/ 0 60000 65536"/>
                <a:gd name="T7" fmla="*/ 0 60000 65536"/>
                <a:gd name="T8" fmla="*/ 0 60000 65536"/>
                <a:gd name="T9" fmla="*/ 0 w 16"/>
                <a:gd name="T10" fmla="*/ 0 h 17"/>
                <a:gd name="T11" fmla="*/ 16 w 16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7">
                  <a:moveTo>
                    <a:pt x="0" y="0"/>
                  </a:moveTo>
                  <a:lnTo>
                    <a:pt x="8" y="8"/>
                  </a:lnTo>
                  <a:lnTo>
                    <a:pt x="16" y="17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0" name="Line 475"/>
            <p:cNvSpPr>
              <a:spLocks noChangeShapeType="1"/>
            </p:cNvSpPr>
            <p:nvPr/>
          </p:nvSpPr>
          <p:spPr bwMode="auto">
            <a:xfrm>
              <a:off x="3749" y="3073"/>
              <a:ext cx="6" cy="9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1" name="Freeform 476"/>
            <p:cNvSpPr>
              <a:spLocks/>
            </p:cNvSpPr>
            <p:nvPr/>
          </p:nvSpPr>
          <p:spPr bwMode="auto">
            <a:xfrm>
              <a:off x="3755" y="3082"/>
              <a:ext cx="8" cy="6"/>
            </a:xfrm>
            <a:custGeom>
              <a:avLst/>
              <a:gdLst>
                <a:gd name="T0" fmla="*/ 0 w 17"/>
                <a:gd name="T1" fmla="*/ 0 h 13"/>
                <a:gd name="T2" fmla="*/ 0 w 17"/>
                <a:gd name="T3" fmla="*/ 0 h 13"/>
                <a:gd name="T4" fmla="*/ 0 w 17"/>
                <a:gd name="T5" fmla="*/ 0 h 13"/>
                <a:gd name="T6" fmla="*/ 0 60000 65536"/>
                <a:gd name="T7" fmla="*/ 0 60000 65536"/>
                <a:gd name="T8" fmla="*/ 0 60000 65536"/>
                <a:gd name="T9" fmla="*/ 0 w 17"/>
                <a:gd name="T10" fmla="*/ 0 h 13"/>
                <a:gd name="T11" fmla="*/ 17 w 17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13">
                  <a:moveTo>
                    <a:pt x="0" y="0"/>
                  </a:moveTo>
                  <a:lnTo>
                    <a:pt x="9" y="8"/>
                  </a:lnTo>
                  <a:lnTo>
                    <a:pt x="17" y="13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2" name="Line 477"/>
            <p:cNvSpPr>
              <a:spLocks noChangeShapeType="1"/>
            </p:cNvSpPr>
            <p:nvPr/>
          </p:nvSpPr>
          <p:spPr bwMode="auto">
            <a:xfrm>
              <a:off x="3763" y="3088"/>
              <a:ext cx="6" cy="4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3" name="Freeform 478"/>
            <p:cNvSpPr>
              <a:spLocks/>
            </p:cNvSpPr>
            <p:nvPr/>
          </p:nvSpPr>
          <p:spPr bwMode="auto">
            <a:xfrm>
              <a:off x="3769" y="3092"/>
              <a:ext cx="8" cy="4"/>
            </a:xfrm>
            <a:custGeom>
              <a:avLst/>
              <a:gdLst>
                <a:gd name="T0" fmla="*/ 0 w 17"/>
                <a:gd name="T1" fmla="*/ 0 h 9"/>
                <a:gd name="T2" fmla="*/ 0 w 17"/>
                <a:gd name="T3" fmla="*/ 0 h 9"/>
                <a:gd name="T4" fmla="*/ 0 w 17"/>
                <a:gd name="T5" fmla="*/ 0 h 9"/>
                <a:gd name="T6" fmla="*/ 0 60000 65536"/>
                <a:gd name="T7" fmla="*/ 0 60000 65536"/>
                <a:gd name="T8" fmla="*/ 0 60000 65536"/>
                <a:gd name="T9" fmla="*/ 0 w 17"/>
                <a:gd name="T10" fmla="*/ 0 h 9"/>
                <a:gd name="T11" fmla="*/ 17 w 17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9">
                  <a:moveTo>
                    <a:pt x="0" y="0"/>
                  </a:moveTo>
                  <a:lnTo>
                    <a:pt x="8" y="6"/>
                  </a:lnTo>
                  <a:lnTo>
                    <a:pt x="17" y="9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4" name="Line 479"/>
            <p:cNvSpPr>
              <a:spLocks noChangeShapeType="1"/>
            </p:cNvSpPr>
            <p:nvPr/>
          </p:nvSpPr>
          <p:spPr bwMode="auto">
            <a:xfrm>
              <a:off x="3777" y="3096"/>
              <a:ext cx="6" cy="5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5" name="Line 480"/>
            <p:cNvSpPr>
              <a:spLocks noChangeShapeType="1"/>
            </p:cNvSpPr>
            <p:nvPr/>
          </p:nvSpPr>
          <p:spPr bwMode="auto">
            <a:xfrm>
              <a:off x="3783" y="3101"/>
              <a:ext cx="9" cy="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6" name="Line 481"/>
            <p:cNvSpPr>
              <a:spLocks noChangeShapeType="1"/>
            </p:cNvSpPr>
            <p:nvPr/>
          </p:nvSpPr>
          <p:spPr bwMode="auto">
            <a:xfrm>
              <a:off x="3792" y="3102"/>
              <a:ext cx="8" cy="2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7" name="Line 482"/>
            <p:cNvSpPr>
              <a:spLocks noChangeShapeType="1"/>
            </p:cNvSpPr>
            <p:nvPr/>
          </p:nvSpPr>
          <p:spPr bwMode="auto">
            <a:xfrm>
              <a:off x="3800" y="3104"/>
              <a:ext cx="6" cy="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8" name="Freeform 483"/>
            <p:cNvSpPr>
              <a:spLocks/>
            </p:cNvSpPr>
            <p:nvPr/>
          </p:nvSpPr>
          <p:spPr bwMode="auto">
            <a:xfrm>
              <a:off x="3806" y="3104"/>
              <a:ext cx="8" cy="3"/>
            </a:xfrm>
            <a:custGeom>
              <a:avLst/>
              <a:gdLst>
                <a:gd name="T0" fmla="*/ 0 w 17"/>
                <a:gd name="T1" fmla="*/ 0 h 5"/>
                <a:gd name="T2" fmla="*/ 0 w 17"/>
                <a:gd name="T3" fmla="*/ 0 h 5"/>
                <a:gd name="T4" fmla="*/ 0 w 17"/>
                <a:gd name="T5" fmla="*/ 1 h 5"/>
                <a:gd name="T6" fmla="*/ 0 60000 65536"/>
                <a:gd name="T7" fmla="*/ 0 60000 65536"/>
                <a:gd name="T8" fmla="*/ 0 60000 65536"/>
                <a:gd name="T9" fmla="*/ 0 w 17"/>
                <a:gd name="T10" fmla="*/ 0 h 5"/>
                <a:gd name="T11" fmla="*/ 17 w 17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5">
                  <a:moveTo>
                    <a:pt x="0" y="0"/>
                  </a:moveTo>
                  <a:lnTo>
                    <a:pt x="8" y="0"/>
                  </a:lnTo>
                  <a:lnTo>
                    <a:pt x="17" y="5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9" name="Line 484"/>
            <p:cNvSpPr>
              <a:spLocks noChangeShapeType="1"/>
            </p:cNvSpPr>
            <p:nvPr/>
          </p:nvSpPr>
          <p:spPr bwMode="auto">
            <a:xfrm>
              <a:off x="3814" y="3107"/>
              <a:ext cx="6" cy="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0" name="Freeform 485"/>
            <p:cNvSpPr>
              <a:spLocks/>
            </p:cNvSpPr>
            <p:nvPr/>
          </p:nvSpPr>
          <p:spPr bwMode="auto">
            <a:xfrm>
              <a:off x="3820" y="3107"/>
              <a:ext cx="8" cy="1"/>
            </a:xfrm>
            <a:custGeom>
              <a:avLst/>
              <a:gdLst>
                <a:gd name="T0" fmla="*/ 0 w 16"/>
                <a:gd name="T1" fmla="*/ 0 h 1"/>
                <a:gd name="T2" fmla="*/ 1 w 16"/>
                <a:gd name="T3" fmla="*/ 0 h 1"/>
                <a:gd name="T4" fmla="*/ 1 w 16"/>
                <a:gd name="T5" fmla="*/ 0 h 1"/>
                <a:gd name="T6" fmla="*/ 0 60000 65536"/>
                <a:gd name="T7" fmla="*/ 0 60000 65536"/>
                <a:gd name="T8" fmla="*/ 0 60000 65536"/>
                <a:gd name="T9" fmla="*/ 0 w 16"/>
                <a:gd name="T10" fmla="*/ 0 h 1"/>
                <a:gd name="T11" fmla="*/ 16 w 16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">
                  <a:moveTo>
                    <a:pt x="0" y="0"/>
                  </a:moveTo>
                  <a:lnTo>
                    <a:pt x="8" y="0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1" name="Freeform 486"/>
            <p:cNvSpPr>
              <a:spLocks/>
            </p:cNvSpPr>
            <p:nvPr/>
          </p:nvSpPr>
          <p:spPr bwMode="auto">
            <a:xfrm>
              <a:off x="3828" y="3107"/>
              <a:ext cx="6" cy="2"/>
            </a:xfrm>
            <a:custGeom>
              <a:avLst/>
              <a:gdLst>
                <a:gd name="T0" fmla="*/ 0 w 12"/>
                <a:gd name="T1" fmla="*/ 0 h 4"/>
                <a:gd name="T2" fmla="*/ 1 w 12"/>
                <a:gd name="T3" fmla="*/ 0 h 4"/>
                <a:gd name="T4" fmla="*/ 1 w 12"/>
                <a:gd name="T5" fmla="*/ 1 h 4"/>
                <a:gd name="T6" fmla="*/ 0 60000 65536"/>
                <a:gd name="T7" fmla="*/ 0 60000 65536"/>
                <a:gd name="T8" fmla="*/ 0 60000 65536"/>
                <a:gd name="T9" fmla="*/ 0 w 12"/>
                <a:gd name="T10" fmla="*/ 0 h 4"/>
                <a:gd name="T11" fmla="*/ 12 w 12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4">
                  <a:moveTo>
                    <a:pt x="0" y="0"/>
                  </a:moveTo>
                  <a:lnTo>
                    <a:pt x="5" y="0"/>
                  </a:lnTo>
                  <a:lnTo>
                    <a:pt x="12" y="4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2" name="Freeform 487"/>
            <p:cNvSpPr>
              <a:spLocks/>
            </p:cNvSpPr>
            <p:nvPr/>
          </p:nvSpPr>
          <p:spPr bwMode="auto">
            <a:xfrm>
              <a:off x="3834" y="3109"/>
              <a:ext cx="9" cy="1"/>
            </a:xfrm>
            <a:custGeom>
              <a:avLst/>
              <a:gdLst>
                <a:gd name="T0" fmla="*/ 0 w 17"/>
                <a:gd name="T1" fmla="*/ 0 h 1"/>
                <a:gd name="T2" fmla="*/ 1 w 17"/>
                <a:gd name="T3" fmla="*/ 0 h 1"/>
                <a:gd name="T4" fmla="*/ 1 w 17"/>
                <a:gd name="T5" fmla="*/ 0 h 1"/>
                <a:gd name="T6" fmla="*/ 0 60000 65536"/>
                <a:gd name="T7" fmla="*/ 0 60000 65536"/>
                <a:gd name="T8" fmla="*/ 0 60000 65536"/>
                <a:gd name="T9" fmla="*/ 0 w 17"/>
                <a:gd name="T10" fmla="*/ 0 h 1"/>
                <a:gd name="T11" fmla="*/ 17 w 17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1">
                  <a:moveTo>
                    <a:pt x="0" y="0"/>
                  </a:moveTo>
                  <a:lnTo>
                    <a:pt x="9" y="0"/>
                  </a:lnTo>
                  <a:lnTo>
                    <a:pt x="17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3" name="Line 488"/>
            <p:cNvSpPr>
              <a:spLocks noChangeShapeType="1"/>
            </p:cNvSpPr>
            <p:nvPr/>
          </p:nvSpPr>
          <p:spPr bwMode="auto">
            <a:xfrm>
              <a:off x="3843" y="3109"/>
              <a:ext cx="6" cy="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4" name="Line 489"/>
            <p:cNvSpPr>
              <a:spLocks noChangeShapeType="1"/>
            </p:cNvSpPr>
            <p:nvPr/>
          </p:nvSpPr>
          <p:spPr bwMode="auto">
            <a:xfrm>
              <a:off x="3849" y="3109"/>
              <a:ext cx="8" cy="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5" name="Rectangle 490"/>
            <p:cNvSpPr>
              <a:spLocks noChangeArrowheads="1"/>
            </p:cNvSpPr>
            <p:nvPr/>
          </p:nvSpPr>
          <p:spPr bwMode="auto">
            <a:xfrm>
              <a:off x="3131" y="3132"/>
              <a:ext cx="29" cy="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400">
                  <a:solidFill>
                    <a:srgbClr val="FFFFFF"/>
                  </a:solidFill>
                </a:rPr>
                <a:t>-6</a:t>
              </a:r>
              <a:endParaRPr lang="en-US" altLang="en-US" sz="1800"/>
            </a:p>
          </p:txBody>
        </p:sp>
        <p:sp>
          <p:nvSpPr>
            <p:cNvPr id="44436" name="Rectangle 491"/>
            <p:cNvSpPr>
              <a:spLocks noChangeArrowheads="1"/>
            </p:cNvSpPr>
            <p:nvPr/>
          </p:nvSpPr>
          <p:spPr bwMode="auto">
            <a:xfrm>
              <a:off x="3276" y="3132"/>
              <a:ext cx="29" cy="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400">
                  <a:solidFill>
                    <a:srgbClr val="FFFFFF"/>
                  </a:solidFill>
                </a:rPr>
                <a:t>-4</a:t>
              </a:r>
              <a:endParaRPr lang="en-US" altLang="en-US" sz="1800"/>
            </a:p>
          </p:txBody>
        </p:sp>
        <p:sp>
          <p:nvSpPr>
            <p:cNvPr id="44437" name="Rectangle 492"/>
            <p:cNvSpPr>
              <a:spLocks noChangeArrowheads="1"/>
            </p:cNvSpPr>
            <p:nvPr/>
          </p:nvSpPr>
          <p:spPr bwMode="auto">
            <a:xfrm>
              <a:off x="3419" y="3132"/>
              <a:ext cx="29" cy="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400">
                  <a:solidFill>
                    <a:srgbClr val="FFFFFF"/>
                  </a:solidFill>
                </a:rPr>
                <a:t>-2</a:t>
              </a:r>
              <a:endParaRPr lang="en-US" altLang="en-US" sz="1800"/>
            </a:p>
          </p:txBody>
        </p:sp>
        <p:sp>
          <p:nvSpPr>
            <p:cNvPr id="44438" name="Rectangle 493"/>
            <p:cNvSpPr>
              <a:spLocks noChangeArrowheads="1"/>
            </p:cNvSpPr>
            <p:nvPr/>
          </p:nvSpPr>
          <p:spPr bwMode="auto">
            <a:xfrm>
              <a:off x="3569" y="3132"/>
              <a:ext cx="18" cy="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400">
                  <a:solidFill>
                    <a:srgbClr val="FFFFFF"/>
                  </a:solidFill>
                </a:rPr>
                <a:t>0</a:t>
              </a:r>
              <a:endParaRPr lang="en-US" altLang="en-US" sz="1800"/>
            </a:p>
          </p:txBody>
        </p:sp>
        <p:sp>
          <p:nvSpPr>
            <p:cNvPr id="44439" name="Rectangle 494"/>
            <p:cNvSpPr>
              <a:spLocks noChangeArrowheads="1"/>
            </p:cNvSpPr>
            <p:nvPr/>
          </p:nvSpPr>
          <p:spPr bwMode="auto">
            <a:xfrm>
              <a:off x="3713" y="3132"/>
              <a:ext cx="18" cy="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400">
                  <a:solidFill>
                    <a:srgbClr val="FFFFFF"/>
                  </a:solidFill>
                </a:rPr>
                <a:t>2</a:t>
              </a:r>
              <a:endParaRPr lang="en-US" altLang="en-US" sz="1800"/>
            </a:p>
          </p:txBody>
        </p:sp>
        <p:sp>
          <p:nvSpPr>
            <p:cNvPr id="44440" name="Rectangle 495"/>
            <p:cNvSpPr>
              <a:spLocks noChangeArrowheads="1"/>
            </p:cNvSpPr>
            <p:nvPr/>
          </p:nvSpPr>
          <p:spPr bwMode="auto">
            <a:xfrm>
              <a:off x="3857" y="3132"/>
              <a:ext cx="18" cy="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400">
                  <a:solidFill>
                    <a:srgbClr val="FFFFFF"/>
                  </a:solidFill>
                </a:rPr>
                <a:t>4</a:t>
              </a:r>
              <a:endParaRPr lang="en-US" altLang="en-US" sz="1800"/>
            </a:p>
          </p:txBody>
        </p:sp>
        <p:sp>
          <p:nvSpPr>
            <p:cNvPr id="44441" name="Rectangle 496"/>
            <p:cNvSpPr>
              <a:spLocks noChangeArrowheads="1"/>
            </p:cNvSpPr>
            <p:nvPr/>
          </p:nvSpPr>
          <p:spPr bwMode="auto">
            <a:xfrm>
              <a:off x="4002" y="3132"/>
              <a:ext cx="18" cy="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400">
                  <a:solidFill>
                    <a:srgbClr val="FFFFFF"/>
                  </a:solidFill>
                </a:rPr>
                <a:t>6</a:t>
              </a:r>
              <a:endParaRPr lang="en-US" altLang="en-US" sz="1800"/>
            </a:p>
          </p:txBody>
        </p:sp>
        <p:sp>
          <p:nvSpPr>
            <p:cNvPr id="44442" name="Rectangle 497"/>
            <p:cNvSpPr>
              <a:spLocks noChangeArrowheads="1"/>
            </p:cNvSpPr>
            <p:nvPr/>
          </p:nvSpPr>
          <p:spPr bwMode="auto">
            <a:xfrm>
              <a:off x="2030" y="3234"/>
              <a:ext cx="69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 New Roman" panose="02020603050405020304" pitchFamily="18" charset="0"/>
                </a:rPr>
                <a:t>U</a:t>
              </a:r>
              <a:endParaRPr lang="en-US" altLang="en-US" sz="1800"/>
            </a:p>
          </p:txBody>
        </p:sp>
        <p:sp>
          <p:nvSpPr>
            <p:cNvPr id="44443" name="Rectangle 498"/>
            <p:cNvSpPr>
              <a:spLocks noChangeArrowheads="1"/>
            </p:cNvSpPr>
            <p:nvPr/>
          </p:nvSpPr>
          <p:spPr bwMode="auto">
            <a:xfrm>
              <a:off x="2095" y="3289"/>
              <a:ext cx="36" cy="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800">
                  <a:solidFill>
                    <a:srgbClr val="000000"/>
                  </a:solidFill>
                </a:rPr>
                <a:t>1</a:t>
              </a:r>
              <a:endParaRPr lang="en-US" altLang="en-US" sz="1800"/>
            </a:p>
          </p:txBody>
        </p:sp>
        <p:sp>
          <p:nvSpPr>
            <p:cNvPr id="44444" name="Rectangle 499"/>
            <p:cNvSpPr>
              <a:spLocks noChangeArrowheads="1"/>
            </p:cNvSpPr>
            <p:nvPr/>
          </p:nvSpPr>
          <p:spPr bwMode="auto">
            <a:xfrm>
              <a:off x="3499" y="3175"/>
              <a:ext cx="69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 New Roman" panose="02020603050405020304" pitchFamily="18" charset="0"/>
                </a:rPr>
                <a:t>U</a:t>
              </a:r>
              <a:endParaRPr lang="en-US" altLang="en-US" sz="1800"/>
            </a:p>
          </p:txBody>
        </p:sp>
        <p:sp>
          <p:nvSpPr>
            <p:cNvPr id="44445" name="Rectangle 500"/>
            <p:cNvSpPr>
              <a:spLocks noChangeArrowheads="1"/>
            </p:cNvSpPr>
            <p:nvPr/>
          </p:nvSpPr>
          <p:spPr bwMode="auto">
            <a:xfrm>
              <a:off x="3564" y="3230"/>
              <a:ext cx="36" cy="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800">
                  <a:solidFill>
                    <a:srgbClr val="000000"/>
                  </a:solidFill>
                </a:rPr>
                <a:t>2</a:t>
              </a:r>
              <a:endParaRPr lang="en-US" altLang="en-US" sz="1800"/>
            </a:p>
          </p:txBody>
        </p:sp>
        <p:sp>
          <p:nvSpPr>
            <p:cNvPr id="44446" name="Freeform 501"/>
            <p:cNvSpPr>
              <a:spLocks noEditPoints="1"/>
            </p:cNvSpPr>
            <p:nvPr/>
          </p:nvSpPr>
          <p:spPr bwMode="auto">
            <a:xfrm>
              <a:off x="1876" y="2102"/>
              <a:ext cx="67" cy="298"/>
            </a:xfrm>
            <a:custGeom>
              <a:avLst/>
              <a:gdLst>
                <a:gd name="T0" fmla="*/ 1 w 134"/>
                <a:gd name="T1" fmla="*/ 2 h 597"/>
                <a:gd name="T2" fmla="*/ 1 w 134"/>
                <a:gd name="T3" fmla="*/ 0 h 597"/>
                <a:gd name="T4" fmla="*/ 1 w 134"/>
                <a:gd name="T5" fmla="*/ 0 h 597"/>
                <a:gd name="T6" fmla="*/ 1 w 134"/>
                <a:gd name="T7" fmla="*/ 2 h 597"/>
                <a:gd name="T8" fmla="*/ 1 w 134"/>
                <a:gd name="T9" fmla="*/ 0 h 597"/>
                <a:gd name="T10" fmla="*/ 1 w 134"/>
                <a:gd name="T11" fmla="*/ 0 h 597"/>
                <a:gd name="T12" fmla="*/ 1 w 134"/>
                <a:gd name="T13" fmla="*/ 0 h 597"/>
                <a:gd name="T14" fmla="*/ 1 w 134"/>
                <a:gd name="T15" fmla="*/ 0 h 597"/>
                <a:gd name="T16" fmla="*/ 1 w 134"/>
                <a:gd name="T17" fmla="*/ 0 h 597"/>
                <a:gd name="T18" fmla="*/ 1 w 134"/>
                <a:gd name="T19" fmla="*/ 0 h 597"/>
                <a:gd name="T20" fmla="*/ 1 w 134"/>
                <a:gd name="T21" fmla="*/ 0 h 597"/>
                <a:gd name="T22" fmla="*/ 1 w 134"/>
                <a:gd name="T23" fmla="*/ 0 h 597"/>
                <a:gd name="T24" fmla="*/ 1 w 134"/>
                <a:gd name="T25" fmla="*/ 0 h 597"/>
                <a:gd name="T26" fmla="*/ 1 w 134"/>
                <a:gd name="T27" fmla="*/ 0 h 597"/>
                <a:gd name="T28" fmla="*/ 1 w 134"/>
                <a:gd name="T29" fmla="*/ 0 h 597"/>
                <a:gd name="T30" fmla="*/ 1 w 134"/>
                <a:gd name="T31" fmla="*/ 0 h 597"/>
                <a:gd name="T32" fmla="*/ 1 w 134"/>
                <a:gd name="T33" fmla="*/ 0 h 597"/>
                <a:gd name="T34" fmla="*/ 1 w 134"/>
                <a:gd name="T35" fmla="*/ 0 h 597"/>
                <a:gd name="T36" fmla="*/ 1 w 134"/>
                <a:gd name="T37" fmla="*/ 0 h 597"/>
                <a:gd name="T38" fmla="*/ 1 w 134"/>
                <a:gd name="T39" fmla="*/ 0 h 597"/>
                <a:gd name="T40" fmla="*/ 1 w 134"/>
                <a:gd name="T41" fmla="*/ 0 h 597"/>
                <a:gd name="T42" fmla="*/ 0 w 134"/>
                <a:gd name="T43" fmla="*/ 0 h 597"/>
                <a:gd name="T44" fmla="*/ 0 w 134"/>
                <a:gd name="T45" fmla="*/ 0 h 597"/>
                <a:gd name="T46" fmla="*/ 1 w 134"/>
                <a:gd name="T47" fmla="*/ 0 h 597"/>
                <a:gd name="T48" fmla="*/ 1 w 134"/>
                <a:gd name="T49" fmla="*/ 1 h 597"/>
                <a:gd name="T50" fmla="*/ 1 w 134"/>
                <a:gd name="T51" fmla="*/ 1 h 597"/>
                <a:gd name="T52" fmla="*/ 0 w 134"/>
                <a:gd name="T53" fmla="*/ 1 h 597"/>
                <a:gd name="T54" fmla="*/ 0 w 134"/>
                <a:gd name="T55" fmla="*/ 1 h 597"/>
                <a:gd name="T56" fmla="*/ 1 w 134"/>
                <a:gd name="T57" fmla="*/ 1 h 597"/>
                <a:gd name="T58" fmla="*/ 1 w 134"/>
                <a:gd name="T59" fmla="*/ 1 h 597"/>
                <a:gd name="T60" fmla="*/ 1 w 134"/>
                <a:gd name="T61" fmla="*/ 1 h 597"/>
                <a:gd name="T62" fmla="*/ 1 w 134"/>
                <a:gd name="T63" fmla="*/ 1 h 597"/>
                <a:gd name="T64" fmla="*/ 1 w 134"/>
                <a:gd name="T65" fmla="*/ 1 h 597"/>
                <a:gd name="T66" fmla="*/ 1 w 134"/>
                <a:gd name="T67" fmla="*/ 1 h 597"/>
                <a:gd name="T68" fmla="*/ 1 w 134"/>
                <a:gd name="T69" fmla="*/ 2 h 597"/>
                <a:gd name="T70" fmla="*/ 1 w 134"/>
                <a:gd name="T71" fmla="*/ 1 h 597"/>
                <a:gd name="T72" fmla="*/ 1 w 134"/>
                <a:gd name="T73" fmla="*/ 1 h 597"/>
                <a:gd name="T74" fmla="*/ 1 w 134"/>
                <a:gd name="T75" fmla="*/ 1 h 597"/>
                <a:gd name="T76" fmla="*/ 1 w 134"/>
                <a:gd name="T77" fmla="*/ 1 h 597"/>
                <a:gd name="T78" fmla="*/ 1 w 134"/>
                <a:gd name="T79" fmla="*/ 1 h 597"/>
                <a:gd name="T80" fmla="*/ 1 w 134"/>
                <a:gd name="T81" fmla="*/ 1 h 597"/>
                <a:gd name="T82" fmla="*/ 1 w 134"/>
                <a:gd name="T83" fmla="*/ 1 h 597"/>
                <a:gd name="T84" fmla="*/ 1 w 134"/>
                <a:gd name="T85" fmla="*/ 1 h 597"/>
                <a:gd name="T86" fmla="*/ 1 w 134"/>
                <a:gd name="T87" fmla="*/ 1 h 59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4"/>
                <a:gd name="T133" fmla="*/ 0 h 597"/>
                <a:gd name="T134" fmla="*/ 134 w 134"/>
                <a:gd name="T135" fmla="*/ 597 h 59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4" h="597">
                  <a:moveTo>
                    <a:pt x="83" y="31"/>
                  </a:moveTo>
                  <a:lnTo>
                    <a:pt x="83" y="566"/>
                  </a:lnTo>
                  <a:lnTo>
                    <a:pt x="72" y="566"/>
                  </a:lnTo>
                  <a:lnTo>
                    <a:pt x="72" y="31"/>
                  </a:lnTo>
                  <a:lnTo>
                    <a:pt x="83" y="31"/>
                  </a:lnTo>
                  <a:close/>
                  <a:moveTo>
                    <a:pt x="62" y="31"/>
                  </a:moveTo>
                  <a:lnTo>
                    <a:pt x="62" y="566"/>
                  </a:lnTo>
                  <a:lnTo>
                    <a:pt x="53" y="566"/>
                  </a:lnTo>
                  <a:lnTo>
                    <a:pt x="53" y="31"/>
                  </a:lnTo>
                  <a:lnTo>
                    <a:pt x="62" y="31"/>
                  </a:lnTo>
                  <a:close/>
                  <a:moveTo>
                    <a:pt x="3" y="117"/>
                  </a:moveTo>
                  <a:lnTo>
                    <a:pt x="67" y="0"/>
                  </a:lnTo>
                  <a:lnTo>
                    <a:pt x="133" y="117"/>
                  </a:lnTo>
                  <a:lnTo>
                    <a:pt x="134" y="121"/>
                  </a:lnTo>
                  <a:lnTo>
                    <a:pt x="134" y="124"/>
                  </a:lnTo>
                  <a:lnTo>
                    <a:pt x="134" y="126"/>
                  </a:lnTo>
                  <a:lnTo>
                    <a:pt x="134" y="130"/>
                  </a:lnTo>
                  <a:lnTo>
                    <a:pt x="133" y="133"/>
                  </a:lnTo>
                  <a:lnTo>
                    <a:pt x="132" y="135"/>
                  </a:lnTo>
                  <a:lnTo>
                    <a:pt x="129" y="138"/>
                  </a:lnTo>
                  <a:lnTo>
                    <a:pt x="127" y="140"/>
                  </a:lnTo>
                  <a:lnTo>
                    <a:pt x="125" y="141"/>
                  </a:lnTo>
                  <a:lnTo>
                    <a:pt x="121" y="141"/>
                  </a:lnTo>
                  <a:lnTo>
                    <a:pt x="119" y="141"/>
                  </a:lnTo>
                  <a:lnTo>
                    <a:pt x="116" y="141"/>
                  </a:lnTo>
                  <a:lnTo>
                    <a:pt x="113" y="140"/>
                  </a:lnTo>
                  <a:lnTo>
                    <a:pt x="110" y="139"/>
                  </a:lnTo>
                  <a:lnTo>
                    <a:pt x="109" y="136"/>
                  </a:lnTo>
                  <a:lnTo>
                    <a:pt x="107" y="134"/>
                  </a:lnTo>
                  <a:lnTo>
                    <a:pt x="54" y="39"/>
                  </a:lnTo>
                  <a:lnTo>
                    <a:pt x="80" y="39"/>
                  </a:lnTo>
                  <a:lnTo>
                    <a:pt x="28" y="134"/>
                  </a:lnTo>
                  <a:lnTo>
                    <a:pt x="27" y="136"/>
                  </a:lnTo>
                  <a:lnTo>
                    <a:pt x="24" y="139"/>
                  </a:lnTo>
                  <a:lnTo>
                    <a:pt x="22" y="140"/>
                  </a:lnTo>
                  <a:lnTo>
                    <a:pt x="19" y="141"/>
                  </a:lnTo>
                  <a:lnTo>
                    <a:pt x="16" y="141"/>
                  </a:lnTo>
                  <a:lnTo>
                    <a:pt x="13" y="141"/>
                  </a:lnTo>
                  <a:lnTo>
                    <a:pt x="10" y="141"/>
                  </a:lnTo>
                  <a:lnTo>
                    <a:pt x="7" y="140"/>
                  </a:lnTo>
                  <a:lnTo>
                    <a:pt x="5" y="138"/>
                  </a:lnTo>
                  <a:lnTo>
                    <a:pt x="3" y="135"/>
                  </a:lnTo>
                  <a:lnTo>
                    <a:pt x="1" y="133"/>
                  </a:lnTo>
                  <a:lnTo>
                    <a:pt x="0" y="130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1"/>
                  </a:lnTo>
                  <a:lnTo>
                    <a:pt x="3" y="117"/>
                  </a:lnTo>
                  <a:close/>
                  <a:moveTo>
                    <a:pt x="133" y="479"/>
                  </a:moveTo>
                  <a:lnTo>
                    <a:pt x="67" y="597"/>
                  </a:lnTo>
                  <a:lnTo>
                    <a:pt x="3" y="479"/>
                  </a:lnTo>
                  <a:lnTo>
                    <a:pt x="0" y="477"/>
                  </a:lnTo>
                  <a:lnTo>
                    <a:pt x="0" y="473"/>
                  </a:lnTo>
                  <a:lnTo>
                    <a:pt x="0" y="470"/>
                  </a:lnTo>
                  <a:lnTo>
                    <a:pt x="0" y="467"/>
                  </a:lnTo>
                  <a:lnTo>
                    <a:pt x="1" y="464"/>
                  </a:lnTo>
                  <a:lnTo>
                    <a:pt x="3" y="461"/>
                  </a:lnTo>
                  <a:lnTo>
                    <a:pt x="5" y="459"/>
                  </a:lnTo>
                  <a:lnTo>
                    <a:pt x="7" y="458"/>
                  </a:lnTo>
                  <a:lnTo>
                    <a:pt x="10" y="456"/>
                  </a:lnTo>
                  <a:lnTo>
                    <a:pt x="13" y="455"/>
                  </a:lnTo>
                  <a:lnTo>
                    <a:pt x="16" y="455"/>
                  </a:lnTo>
                  <a:lnTo>
                    <a:pt x="19" y="455"/>
                  </a:lnTo>
                  <a:lnTo>
                    <a:pt x="22" y="456"/>
                  </a:lnTo>
                  <a:lnTo>
                    <a:pt x="24" y="459"/>
                  </a:lnTo>
                  <a:lnTo>
                    <a:pt x="27" y="460"/>
                  </a:lnTo>
                  <a:lnTo>
                    <a:pt x="28" y="463"/>
                  </a:lnTo>
                  <a:lnTo>
                    <a:pt x="80" y="558"/>
                  </a:lnTo>
                  <a:lnTo>
                    <a:pt x="54" y="558"/>
                  </a:lnTo>
                  <a:lnTo>
                    <a:pt x="107" y="463"/>
                  </a:lnTo>
                  <a:lnTo>
                    <a:pt x="109" y="460"/>
                  </a:lnTo>
                  <a:lnTo>
                    <a:pt x="110" y="459"/>
                  </a:lnTo>
                  <a:lnTo>
                    <a:pt x="113" y="456"/>
                  </a:lnTo>
                  <a:lnTo>
                    <a:pt x="116" y="455"/>
                  </a:lnTo>
                  <a:lnTo>
                    <a:pt x="119" y="455"/>
                  </a:lnTo>
                  <a:lnTo>
                    <a:pt x="121" y="455"/>
                  </a:lnTo>
                  <a:lnTo>
                    <a:pt x="125" y="456"/>
                  </a:lnTo>
                  <a:lnTo>
                    <a:pt x="127" y="458"/>
                  </a:lnTo>
                  <a:lnTo>
                    <a:pt x="129" y="459"/>
                  </a:lnTo>
                  <a:lnTo>
                    <a:pt x="132" y="461"/>
                  </a:lnTo>
                  <a:lnTo>
                    <a:pt x="133" y="464"/>
                  </a:lnTo>
                  <a:lnTo>
                    <a:pt x="134" y="467"/>
                  </a:lnTo>
                  <a:lnTo>
                    <a:pt x="134" y="470"/>
                  </a:lnTo>
                  <a:lnTo>
                    <a:pt x="134" y="473"/>
                  </a:lnTo>
                  <a:lnTo>
                    <a:pt x="134" y="477"/>
                  </a:lnTo>
                  <a:lnTo>
                    <a:pt x="133" y="479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47" name="Freeform 502"/>
            <p:cNvSpPr>
              <a:spLocks noEditPoints="1"/>
            </p:cNvSpPr>
            <p:nvPr/>
          </p:nvSpPr>
          <p:spPr bwMode="auto">
            <a:xfrm>
              <a:off x="3514" y="2072"/>
              <a:ext cx="67" cy="299"/>
            </a:xfrm>
            <a:custGeom>
              <a:avLst/>
              <a:gdLst>
                <a:gd name="T0" fmla="*/ 0 w 135"/>
                <a:gd name="T1" fmla="*/ 2 h 599"/>
                <a:gd name="T2" fmla="*/ 0 w 135"/>
                <a:gd name="T3" fmla="*/ 0 h 599"/>
                <a:gd name="T4" fmla="*/ 0 w 135"/>
                <a:gd name="T5" fmla="*/ 0 h 599"/>
                <a:gd name="T6" fmla="*/ 0 w 135"/>
                <a:gd name="T7" fmla="*/ 2 h 599"/>
                <a:gd name="T8" fmla="*/ 0 w 135"/>
                <a:gd name="T9" fmla="*/ 0 h 599"/>
                <a:gd name="T10" fmla="*/ 0 w 135"/>
                <a:gd name="T11" fmla="*/ 0 h 599"/>
                <a:gd name="T12" fmla="*/ 0 w 135"/>
                <a:gd name="T13" fmla="*/ 0 h 599"/>
                <a:gd name="T14" fmla="*/ 0 w 135"/>
                <a:gd name="T15" fmla="*/ 0 h 599"/>
                <a:gd name="T16" fmla="*/ 0 w 135"/>
                <a:gd name="T17" fmla="*/ 0 h 599"/>
                <a:gd name="T18" fmla="*/ 0 w 135"/>
                <a:gd name="T19" fmla="*/ 0 h 599"/>
                <a:gd name="T20" fmla="*/ 0 w 135"/>
                <a:gd name="T21" fmla="*/ 0 h 599"/>
                <a:gd name="T22" fmla="*/ 0 w 135"/>
                <a:gd name="T23" fmla="*/ 0 h 599"/>
                <a:gd name="T24" fmla="*/ 0 w 135"/>
                <a:gd name="T25" fmla="*/ 0 h 599"/>
                <a:gd name="T26" fmla="*/ 0 w 135"/>
                <a:gd name="T27" fmla="*/ 0 h 599"/>
                <a:gd name="T28" fmla="*/ 0 w 135"/>
                <a:gd name="T29" fmla="*/ 0 h 599"/>
                <a:gd name="T30" fmla="*/ 0 w 135"/>
                <a:gd name="T31" fmla="*/ 0 h 599"/>
                <a:gd name="T32" fmla="*/ 0 w 135"/>
                <a:gd name="T33" fmla="*/ 0 h 599"/>
                <a:gd name="T34" fmla="*/ 0 w 135"/>
                <a:gd name="T35" fmla="*/ 0 h 599"/>
                <a:gd name="T36" fmla="*/ 0 w 135"/>
                <a:gd name="T37" fmla="*/ 0 h 599"/>
                <a:gd name="T38" fmla="*/ 0 w 135"/>
                <a:gd name="T39" fmla="*/ 0 h 599"/>
                <a:gd name="T40" fmla="*/ 0 w 135"/>
                <a:gd name="T41" fmla="*/ 0 h 599"/>
                <a:gd name="T42" fmla="*/ 0 w 135"/>
                <a:gd name="T43" fmla="*/ 0 h 599"/>
                <a:gd name="T44" fmla="*/ 0 w 135"/>
                <a:gd name="T45" fmla="*/ 0 h 599"/>
                <a:gd name="T46" fmla="*/ 0 w 135"/>
                <a:gd name="T47" fmla="*/ 0 h 599"/>
                <a:gd name="T48" fmla="*/ 0 w 135"/>
                <a:gd name="T49" fmla="*/ 1 h 599"/>
                <a:gd name="T50" fmla="*/ 0 w 135"/>
                <a:gd name="T51" fmla="*/ 1 h 599"/>
                <a:gd name="T52" fmla="*/ 0 w 135"/>
                <a:gd name="T53" fmla="*/ 1 h 599"/>
                <a:gd name="T54" fmla="*/ 0 w 135"/>
                <a:gd name="T55" fmla="*/ 1 h 599"/>
                <a:gd name="T56" fmla="*/ 0 w 135"/>
                <a:gd name="T57" fmla="*/ 1 h 599"/>
                <a:gd name="T58" fmla="*/ 0 w 135"/>
                <a:gd name="T59" fmla="*/ 1 h 599"/>
                <a:gd name="T60" fmla="*/ 0 w 135"/>
                <a:gd name="T61" fmla="*/ 1 h 599"/>
                <a:gd name="T62" fmla="*/ 0 w 135"/>
                <a:gd name="T63" fmla="*/ 1 h 599"/>
                <a:gd name="T64" fmla="*/ 0 w 135"/>
                <a:gd name="T65" fmla="*/ 1 h 599"/>
                <a:gd name="T66" fmla="*/ 0 w 135"/>
                <a:gd name="T67" fmla="*/ 1 h 599"/>
                <a:gd name="T68" fmla="*/ 0 w 135"/>
                <a:gd name="T69" fmla="*/ 2 h 599"/>
                <a:gd name="T70" fmla="*/ 0 w 135"/>
                <a:gd name="T71" fmla="*/ 1 h 599"/>
                <a:gd name="T72" fmla="*/ 0 w 135"/>
                <a:gd name="T73" fmla="*/ 1 h 599"/>
                <a:gd name="T74" fmla="*/ 0 w 135"/>
                <a:gd name="T75" fmla="*/ 1 h 599"/>
                <a:gd name="T76" fmla="*/ 0 w 135"/>
                <a:gd name="T77" fmla="*/ 1 h 599"/>
                <a:gd name="T78" fmla="*/ 0 w 135"/>
                <a:gd name="T79" fmla="*/ 1 h 599"/>
                <a:gd name="T80" fmla="*/ 0 w 135"/>
                <a:gd name="T81" fmla="*/ 1 h 599"/>
                <a:gd name="T82" fmla="*/ 0 w 135"/>
                <a:gd name="T83" fmla="*/ 1 h 599"/>
                <a:gd name="T84" fmla="*/ 0 w 135"/>
                <a:gd name="T85" fmla="*/ 1 h 599"/>
                <a:gd name="T86" fmla="*/ 0 w 135"/>
                <a:gd name="T87" fmla="*/ 1 h 59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5"/>
                <a:gd name="T133" fmla="*/ 0 h 599"/>
                <a:gd name="T134" fmla="*/ 135 w 135"/>
                <a:gd name="T135" fmla="*/ 599 h 59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5" h="599">
                  <a:moveTo>
                    <a:pt x="82" y="32"/>
                  </a:moveTo>
                  <a:lnTo>
                    <a:pt x="82" y="567"/>
                  </a:lnTo>
                  <a:lnTo>
                    <a:pt x="72" y="567"/>
                  </a:lnTo>
                  <a:lnTo>
                    <a:pt x="72" y="32"/>
                  </a:lnTo>
                  <a:lnTo>
                    <a:pt x="82" y="32"/>
                  </a:lnTo>
                  <a:close/>
                  <a:moveTo>
                    <a:pt x="63" y="32"/>
                  </a:moveTo>
                  <a:lnTo>
                    <a:pt x="63" y="567"/>
                  </a:lnTo>
                  <a:lnTo>
                    <a:pt x="52" y="567"/>
                  </a:lnTo>
                  <a:lnTo>
                    <a:pt x="52" y="32"/>
                  </a:lnTo>
                  <a:lnTo>
                    <a:pt x="63" y="32"/>
                  </a:lnTo>
                  <a:close/>
                  <a:moveTo>
                    <a:pt x="2" y="119"/>
                  </a:moveTo>
                  <a:lnTo>
                    <a:pt x="68" y="0"/>
                  </a:lnTo>
                  <a:lnTo>
                    <a:pt x="132" y="119"/>
                  </a:lnTo>
                  <a:lnTo>
                    <a:pt x="133" y="122"/>
                  </a:lnTo>
                  <a:lnTo>
                    <a:pt x="135" y="124"/>
                  </a:lnTo>
                  <a:lnTo>
                    <a:pt x="135" y="128"/>
                  </a:lnTo>
                  <a:lnTo>
                    <a:pt x="135" y="131"/>
                  </a:lnTo>
                  <a:lnTo>
                    <a:pt x="133" y="133"/>
                  </a:lnTo>
                  <a:lnTo>
                    <a:pt x="131" y="136"/>
                  </a:lnTo>
                  <a:lnTo>
                    <a:pt x="130" y="138"/>
                  </a:lnTo>
                  <a:lnTo>
                    <a:pt x="127" y="141"/>
                  </a:lnTo>
                  <a:lnTo>
                    <a:pt x="124" y="142"/>
                  </a:lnTo>
                  <a:lnTo>
                    <a:pt x="121" y="142"/>
                  </a:lnTo>
                  <a:lnTo>
                    <a:pt x="119" y="142"/>
                  </a:lnTo>
                  <a:lnTo>
                    <a:pt x="116" y="142"/>
                  </a:lnTo>
                  <a:lnTo>
                    <a:pt x="113" y="141"/>
                  </a:lnTo>
                  <a:lnTo>
                    <a:pt x="111" y="139"/>
                  </a:lnTo>
                  <a:lnTo>
                    <a:pt x="108" y="137"/>
                  </a:lnTo>
                  <a:lnTo>
                    <a:pt x="107" y="134"/>
                  </a:lnTo>
                  <a:lnTo>
                    <a:pt x="55" y="40"/>
                  </a:lnTo>
                  <a:lnTo>
                    <a:pt x="81" y="40"/>
                  </a:lnTo>
                  <a:lnTo>
                    <a:pt x="28" y="134"/>
                  </a:lnTo>
                  <a:lnTo>
                    <a:pt x="26" y="137"/>
                  </a:lnTo>
                  <a:lnTo>
                    <a:pt x="23" y="139"/>
                  </a:lnTo>
                  <a:lnTo>
                    <a:pt x="21" y="141"/>
                  </a:lnTo>
                  <a:lnTo>
                    <a:pt x="19" y="142"/>
                  </a:lnTo>
                  <a:lnTo>
                    <a:pt x="16" y="142"/>
                  </a:lnTo>
                  <a:lnTo>
                    <a:pt x="13" y="142"/>
                  </a:lnTo>
                  <a:lnTo>
                    <a:pt x="10" y="142"/>
                  </a:lnTo>
                  <a:lnTo>
                    <a:pt x="8" y="141"/>
                  </a:lnTo>
                  <a:lnTo>
                    <a:pt x="6" y="138"/>
                  </a:lnTo>
                  <a:lnTo>
                    <a:pt x="3" y="136"/>
                  </a:lnTo>
                  <a:lnTo>
                    <a:pt x="2" y="133"/>
                  </a:lnTo>
                  <a:lnTo>
                    <a:pt x="1" y="131"/>
                  </a:lnTo>
                  <a:lnTo>
                    <a:pt x="0" y="128"/>
                  </a:lnTo>
                  <a:lnTo>
                    <a:pt x="1" y="124"/>
                  </a:lnTo>
                  <a:lnTo>
                    <a:pt x="1" y="122"/>
                  </a:lnTo>
                  <a:lnTo>
                    <a:pt x="2" y="119"/>
                  </a:lnTo>
                  <a:close/>
                  <a:moveTo>
                    <a:pt x="132" y="480"/>
                  </a:moveTo>
                  <a:lnTo>
                    <a:pt x="68" y="599"/>
                  </a:lnTo>
                  <a:lnTo>
                    <a:pt x="2" y="480"/>
                  </a:lnTo>
                  <a:lnTo>
                    <a:pt x="1" y="477"/>
                  </a:lnTo>
                  <a:lnTo>
                    <a:pt x="1" y="473"/>
                  </a:lnTo>
                  <a:lnTo>
                    <a:pt x="0" y="471"/>
                  </a:lnTo>
                  <a:lnTo>
                    <a:pt x="1" y="468"/>
                  </a:lnTo>
                  <a:lnTo>
                    <a:pt x="2" y="465"/>
                  </a:lnTo>
                  <a:lnTo>
                    <a:pt x="3" y="462"/>
                  </a:lnTo>
                  <a:lnTo>
                    <a:pt x="6" y="460"/>
                  </a:lnTo>
                  <a:lnTo>
                    <a:pt x="8" y="458"/>
                  </a:lnTo>
                  <a:lnTo>
                    <a:pt x="10" y="457"/>
                  </a:lnTo>
                  <a:lnTo>
                    <a:pt x="13" y="456"/>
                  </a:lnTo>
                  <a:lnTo>
                    <a:pt x="16" y="456"/>
                  </a:lnTo>
                  <a:lnTo>
                    <a:pt x="19" y="457"/>
                  </a:lnTo>
                  <a:lnTo>
                    <a:pt x="21" y="457"/>
                  </a:lnTo>
                  <a:lnTo>
                    <a:pt x="23" y="460"/>
                  </a:lnTo>
                  <a:lnTo>
                    <a:pt x="26" y="461"/>
                  </a:lnTo>
                  <a:lnTo>
                    <a:pt x="28" y="463"/>
                  </a:lnTo>
                  <a:lnTo>
                    <a:pt x="81" y="558"/>
                  </a:lnTo>
                  <a:lnTo>
                    <a:pt x="55" y="558"/>
                  </a:lnTo>
                  <a:lnTo>
                    <a:pt x="107" y="463"/>
                  </a:lnTo>
                  <a:lnTo>
                    <a:pt x="108" y="461"/>
                  </a:lnTo>
                  <a:lnTo>
                    <a:pt x="111" y="460"/>
                  </a:lnTo>
                  <a:lnTo>
                    <a:pt x="113" y="457"/>
                  </a:lnTo>
                  <a:lnTo>
                    <a:pt x="116" y="457"/>
                  </a:lnTo>
                  <a:lnTo>
                    <a:pt x="119" y="456"/>
                  </a:lnTo>
                  <a:lnTo>
                    <a:pt x="121" y="456"/>
                  </a:lnTo>
                  <a:lnTo>
                    <a:pt x="124" y="457"/>
                  </a:lnTo>
                  <a:lnTo>
                    <a:pt x="127" y="458"/>
                  </a:lnTo>
                  <a:lnTo>
                    <a:pt x="130" y="460"/>
                  </a:lnTo>
                  <a:lnTo>
                    <a:pt x="131" y="462"/>
                  </a:lnTo>
                  <a:lnTo>
                    <a:pt x="133" y="465"/>
                  </a:lnTo>
                  <a:lnTo>
                    <a:pt x="135" y="468"/>
                  </a:lnTo>
                  <a:lnTo>
                    <a:pt x="135" y="471"/>
                  </a:lnTo>
                  <a:lnTo>
                    <a:pt x="135" y="473"/>
                  </a:lnTo>
                  <a:lnTo>
                    <a:pt x="133" y="477"/>
                  </a:lnTo>
                  <a:lnTo>
                    <a:pt x="132" y="480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48" name="Rectangle 503"/>
            <p:cNvSpPr>
              <a:spLocks noChangeArrowheads="1"/>
            </p:cNvSpPr>
            <p:nvPr/>
          </p:nvSpPr>
          <p:spPr bwMode="auto">
            <a:xfrm>
              <a:off x="3923" y="2129"/>
              <a:ext cx="181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</a:rPr>
                <a:t>One</a:t>
              </a:r>
              <a:endParaRPr lang="en-US" altLang="en-US" sz="1800"/>
            </a:p>
          </p:txBody>
        </p:sp>
        <p:sp>
          <p:nvSpPr>
            <p:cNvPr id="44449" name="Rectangle 504"/>
            <p:cNvSpPr>
              <a:spLocks noChangeArrowheads="1"/>
            </p:cNvSpPr>
            <p:nvPr/>
          </p:nvSpPr>
          <p:spPr bwMode="auto">
            <a:xfrm>
              <a:off x="4092" y="2129"/>
              <a:ext cx="3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</a:rPr>
                <a:t>-</a:t>
              </a:r>
              <a:endParaRPr lang="en-US" altLang="en-US" sz="1800"/>
            </a:p>
          </p:txBody>
        </p:sp>
        <p:sp>
          <p:nvSpPr>
            <p:cNvPr id="44450" name="Rectangle 505"/>
            <p:cNvSpPr>
              <a:spLocks noChangeArrowheads="1"/>
            </p:cNvSpPr>
            <p:nvPr/>
          </p:nvSpPr>
          <p:spPr bwMode="auto">
            <a:xfrm>
              <a:off x="4122" y="2129"/>
              <a:ext cx="80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</a:rPr>
                <a:t>to</a:t>
              </a:r>
              <a:endParaRPr lang="en-US" altLang="en-US" sz="1800"/>
            </a:p>
          </p:txBody>
        </p:sp>
        <p:sp>
          <p:nvSpPr>
            <p:cNvPr id="44451" name="Rectangle 506"/>
            <p:cNvSpPr>
              <a:spLocks noChangeArrowheads="1"/>
            </p:cNvSpPr>
            <p:nvPr/>
          </p:nvSpPr>
          <p:spPr bwMode="auto">
            <a:xfrm>
              <a:off x="4197" y="2129"/>
              <a:ext cx="3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</a:rPr>
                <a:t>-</a:t>
              </a:r>
              <a:endParaRPr lang="en-US" altLang="en-US" sz="1800"/>
            </a:p>
          </p:txBody>
        </p:sp>
        <p:sp>
          <p:nvSpPr>
            <p:cNvPr id="44452" name="Rectangle 507"/>
            <p:cNvSpPr>
              <a:spLocks noChangeArrowheads="1"/>
            </p:cNvSpPr>
            <p:nvPr/>
          </p:nvSpPr>
          <p:spPr bwMode="auto">
            <a:xfrm>
              <a:off x="4226" y="2129"/>
              <a:ext cx="186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</a:rPr>
                <a:t>one </a:t>
              </a:r>
              <a:endParaRPr lang="en-US" altLang="en-US" sz="1800"/>
            </a:p>
          </p:txBody>
        </p:sp>
        <p:sp>
          <p:nvSpPr>
            <p:cNvPr id="44453" name="Rectangle 508"/>
            <p:cNvSpPr>
              <a:spLocks noChangeArrowheads="1"/>
            </p:cNvSpPr>
            <p:nvPr/>
          </p:nvSpPr>
          <p:spPr bwMode="auto">
            <a:xfrm>
              <a:off x="3923" y="2243"/>
              <a:ext cx="414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</a:rPr>
                <a:t>mappings</a:t>
              </a:r>
              <a:endParaRPr lang="en-US" altLang="en-US" sz="1800"/>
            </a:p>
          </p:txBody>
        </p:sp>
        <p:sp>
          <p:nvSpPr>
            <p:cNvPr id="44454" name="Freeform 509"/>
            <p:cNvSpPr>
              <a:spLocks noEditPoints="1"/>
            </p:cNvSpPr>
            <p:nvPr/>
          </p:nvSpPr>
          <p:spPr bwMode="auto">
            <a:xfrm>
              <a:off x="2839" y="3322"/>
              <a:ext cx="596" cy="218"/>
            </a:xfrm>
            <a:custGeom>
              <a:avLst/>
              <a:gdLst>
                <a:gd name="T0" fmla="*/ 1 w 1192"/>
                <a:gd name="T1" fmla="*/ 2 h 435"/>
                <a:gd name="T2" fmla="*/ 5 w 1192"/>
                <a:gd name="T3" fmla="*/ 1 h 435"/>
                <a:gd name="T4" fmla="*/ 5 w 1192"/>
                <a:gd name="T5" fmla="*/ 1 h 435"/>
                <a:gd name="T6" fmla="*/ 5 w 1192"/>
                <a:gd name="T7" fmla="*/ 1 h 435"/>
                <a:gd name="T8" fmla="*/ 5 w 1192"/>
                <a:gd name="T9" fmla="*/ 1 h 435"/>
                <a:gd name="T10" fmla="*/ 5 w 1192"/>
                <a:gd name="T11" fmla="*/ 1 h 435"/>
                <a:gd name="T12" fmla="*/ 5 w 1192"/>
                <a:gd name="T13" fmla="*/ 1 h 435"/>
                <a:gd name="T14" fmla="*/ 5 w 1192"/>
                <a:gd name="T15" fmla="*/ 1 h 435"/>
                <a:gd name="T16" fmla="*/ 5 w 1192"/>
                <a:gd name="T17" fmla="*/ 1 h 435"/>
                <a:gd name="T18" fmla="*/ 5 w 1192"/>
                <a:gd name="T19" fmla="*/ 1 h 435"/>
                <a:gd name="T20" fmla="*/ 1 w 1192"/>
                <a:gd name="T21" fmla="*/ 2 h 435"/>
                <a:gd name="T22" fmla="*/ 1 w 1192"/>
                <a:gd name="T23" fmla="*/ 2 h 435"/>
                <a:gd name="T24" fmla="*/ 1 w 1192"/>
                <a:gd name="T25" fmla="*/ 2 h 435"/>
                <a:gd name="T26" fmla="*/ 1 w 1192"/>
                <a:gd name="T27" fmla="*/ 2 h 435"/>
                <a:gd name="T28" fmla="*/ 1 w 1192"/>
                <a:gd name="T29" fmla="*/ 2 h 435"/>
                <a:gd name="T30" fmla="*/ 0 w 1192"/>
                <a:gd name="T31" fmla="*/ 2 h 435"/>
                <a:gd name="T32" fmla="*/ 1 w 1192"/>
                <a:gd name="T33" fmla="*/ 2 h 435"/>
                <a:gd name="T34" fmla="*/ 1 w 1192"/>
                <a:gd name="T35" fmla="*/ 2 h 435"/>
                <a:gd name="T36" fmla="*/ 1 w 1192"/>
                <a:gd name="T37" fmla="*/ 2 h 435"/>
                <a:gd name="T38" fmla="*/ 1 w 1192"/>
                <a:gd name="T39" fmla="*/ 2 h 435"/>
                <a:gd name="T40" fmla="*/ 5 w 1192"/>
                <a:gd name="T41" fmla="*/ 0 h 435"/>
                <a:gd name="T42" fmla="*/ 5 w 1192"/>
                <a:gd name="T43" fmla="*/ 1 h 435"/>
                <a:gd name="T44" fmla="*/ 5 w 1192"/>
                <a:gd name="T45" fmla="*/ 1 h 435"/>
                <a:gd name="T46" fmla="*/ 5 w 1192"/>
                <a:gd name="T47" fmla="*/ 0 h 4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192"/>
                <a:gd name="T73" fmla="*/ 0 h 435"/>
                <a:gd name="T74" fmla="*/ 1192 w 1192"/>
                <a:gd name="T75" fmla="*/ 435 h 435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192" h="435">
                  <a:moveTo>
                    <a:pt x="3" y="425"/>
                  </a:moveTo>
                  <a:lnTo>
                    <a:pt x="1143" y="23"/>
                  </a:lnTo>
                  <a:lnTo>
                    <a:pt x="1145" y="21"/>
                  </a:lnTo>
                  <a:lnTo>
                    <a:pt x="1147" y="23"/>
                  </a:lnTo>
                  <a:lnTo>
                    <a:pt x="1149" y="24"/>
                  </a:lnTo>
                  <a:lnTo>
                    <a:pt x="1150" y="25"/>
                  </a:lnTo>
                  <a:lnTo>
                    <a:pt x="1150" y="28"/>
                  </a:lnTo>
                  <a:lnTo>
                    <a:pt x="1149" y="29"/>
                  </a:lnTo>
                  <a:lnTo>
                    <a:pt x="1147" y="30"/>
                  </a:lnTo>
                  <a:lnTo>
                    <a:pt x="1146" y="32"/>
                  </a:lnTo>
                  <a:lnTo>
                    <a:pt x="7" y="435"/>
                  </a:lnTo>
                  <a:lnTo>
                    <a:pt x="4" y="435"/>
                  </a:lnTo>
                  <a:lnTo>
                    <a:pt x="3" y="434"/>
                  </a:lnTo>
                  <a:lnTo>
                    <a:pt x="1" y="433"/>
                  </a:lnTo>
                  <a:lnTo>
                    <a:pt x="1" y="431"/>
                  </a:lnTo>
                  <a:lnTo>
                    <a:pt x="0" y="429"/>
                  </a:lnTo>
                  <a:lnTo>
                    <a:pt x="1" y="428"/>
                  </a:lnTo>
                  <a:lnTo>
                    <a:pt x="2" y="425"/>
                  </a:lnTo>
                  <a:lnTo>
                    <a:pt x="3" y="425"/>
                  </a:lnTo>
                  <a:close/>
                  <a:moveTo>
                    <a:pt x="1126" y="0"/>
                  </a:moveTo>
                  <a:lnTo>
                    <a:pt x="1192" y="10"/>
                  </a:lnTo>
                  <a:lnTo>
                    <a:pt x="1145" y="61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55" name="Freeform 510"/>
            <p:cNvSpPr>
              <a:spLocks noEditPoints="1"/>
            </p:cNvSpPr>
            <p:nvPr/>
          </p:nvSpPr>
          <p:spPr bwMode="auto">
            <a:xfrm>
              <a:off x="2277" y="3266"/>
              <a:ext cx="567" cy="274"/>
            </a:xfrm>
            <a:custGeom>
              <a:avLst/>
              <a:gdLst>
                <a:gd name="T0" fmla="*/ 5 w 1134"/>
                <a:gd name="T1" fmla="*/ 3 h 548"/>
                <a:gd name="T2" fmla="*/ 1 w 1134"/>
                <a:gd name="T3" fmla="*/ 1 h 548"/>
                <a:gd name="T4" fmla="*/ 1 w 1134"/>
                <a:gd name="T5" fmla="*/ 1 h 548"/>
                <a:gd name="T6" fmla="*/ 1 w 1134"/>
                <a:gd name="T7" fmla="*/ 1 h 548"/>
                <a:gd name="T8" fmla="*/ 1 w 1134"/>
                <a:gd name="T9" fmla="*/ 1 h 548"/>
                <a:gd name="T10" fmla="*/ 1 w 1134"/>
                <a:gd name="T11" fmla="*/ 1 h 548"/>
                <a:gd name="T12" fmla="*/ 1 w 1134"/>
                <a:gd name="T13" fmla="*/ 1 h 548"/>
                <a:gd name="T14" fmla="*/ 1 w 1134"/>
                <a:gd name="T15" fmla="*/ 1 h 548"/>
                <a:gd name="T16" fmla="*/ 1 w 1134"/>
                <a:gd name="T17" fmla="*/ 1 h 548"/>
                <a:gd name="T18" fmla="*/ 1 w 1134"/>
                <a:gd name="T19" fmla="*/ 1 h 548"/>
                <a:gd name="T20" fmla="*/ 5 w 1134"/>
                <a:gd name="T21" fmla="*/ 3 h 548"/>
                <a:gd name="T22" fmla="*/ 5 w 1134"/>
                <a:gd name="T23" fmla="*/ 3 h 548"/>
                <a:gd name="T24" fmla="*/ 5 w 1134"/>
                <a:gd name="T25" fmla="*/ 3 h 548"/>
                <a:gd name="T26" fmla="*/ 5 w 1134"/>
                <a:gd name="T27" fmla="*/ 3 h 548"/>
                <a:gd name="T28" fmla="*/ 5 w 1134"/>
                <a:gd name="T29" fmla="*/ 3 h 548"/>
                <a:gd name="T30" fmla="*/ 5 w 1134"/>
                <a:gd name="T31" fmla="*/ 3 h 548"/>
                <a:gd name="T32" fmla="*/ 5 w 1134"/>
                <a:gd name="T33" fmla="*/ 3 h 548"/>
                <a:gd name="T34" fmla="*/ 5 w 1134"/>
                <a:gd name="T35" fmla="*/ 3 h 548"/>
                <a:gd name="T36" fmla="*/ 5 w 1134"/>
                <a:gd name="T37" fmla="*/ 3 h 548"/>
                <a:gd name="T38" fmla="*/ 5 w 1134"/>
                <a:gd name="T39" fmla="*/ 3 h 548"/>
                <a:gd name="T40" fmla="*/ 1 w 1134"/>
                <a:gd name="T41" fmla="*/ 1 h 548"/>
                <a:gd name="T42" fmla="*/ 0 w 1134"/>
                <a:gd name="T43" fmla="*/ 1 h 548"/>
                <a:gd name="T44" fmla="*/ 1 w 1134"/>
                <a:gd name="T45" fmla="*/ 0 h 548"/>
                <a:gd name="T46" fmla="*/ 1 w 1134"/>
                <a:gd name="T47" fmla="*/ 1 h 54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134"/>
                <a:gd name="T73" fmla="*/ 0 h 548"/>
                <a:gd name="T74" fmla="*/ 1134 w 1134"/>
                <a:gd name="T75" fmla="*/ 548 h 54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134" h="548">
                  <a:moveTo>
                    <a:pt x="1127" y="547"/>
                  </a:moveTo>
                  <a:lnTo>
                    <a:pt x="43" y="29"/>
                  </a:lnTo>
                  <a:lnTo>
                    <a:pt x="41" y="28"/>
                  </a:lnTo>
                  <a:lnTo>
                    <a:pt x="40" y="27"/>
                  </a:lnTo>
                  <a:lnTo>
                    <a:pt x="40" y="24"/>
                  </a:lnTo>
                  <a:lnTo>
                    <a:pt x="40" y="23"/>
                  </a:lnTo>
                  <a:lnTo>
                    <a:pt x="41" y="21"/>
                  </a:lnTo>
                  <a:lnTo>
                    <a:pt x="43" y="21"/>
                  </a:lnTo>
                  <a:lnTo>
                    <a:pt x="45" y="19"/>
                  </a:lnTo>
                  <a:lnTo>
                    <a:pt x="47" y="21"/>
                  </a:lnTo>
                  <a:lnTo>
                    <a:pt x="1131" y="538"/>
                  </a:lnTo>
                  <a:lnTo>
                    <a:pt x="1133" y="539"/>
                  </a:lnTo>
                  <a:lnTo>
                    <a:pt x="1133" y="541"/>
                  </a:lnTo>
                  <a:lnTo>
                    <a:pt x="1134" y="543"/>
                  </a:lnTo>
                  <a:lnTo>
                    <a:pt x="1133" y="544"/>
                  </a:lnTo>
                  <a:lnTo>
                    <a:pt x="1132" y="547"/>
                  </a:lnTo>
                  <a:lnTo>
                    <a:pt x="1131" y="547"/>
                  </a:lnTo>
                  <a:lnTo>
                    <a:pt x="1128" y="548"/>
                  </a:lnTo>
                  <a:lnTo>
                    <a:pt x="1127" y="547"/>
                  </a:lnTo>
                  <a:close/>
                  <a:moveTo>
                    <a:pt x="41" y="59"/>
                  </a:moveTo>
                  <a:lnTo>
                    <a:pt x="0" y="4"/>
                  </a:lnTo>
                  <a:lnTo>
                    <a:pt x="67" y="0"/>
                  </a:lnTo>
                  <a:lnTo>
                    <a:pt x="41" y="59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56" name="Rectangle 511"/>
            <p:cNvSpPr>
              <a:spLocks noChangeArrowheads="1"/>
            </p:cNvSpPr>
            <p:nvPr/>
          </p:nvSpPr>
          <p:spPr bwMode="auto">
            <a:xfrm>
              <a:off x="2624" y="3563"/>
              <a:ext cx="494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</a:rPr>
                <a:t>Correlation </a:t>
              </a:r>
              <a:endParaRPr lang="en-US" altLang="en-US" sz="1800"/>
            </a:p>
          </p:txBody>
        </p:sp>
        <p:sp>
          <p:nvSpPr>
            <p:cNvPr id="44457" name="Rectangle 512"/>
            <p:cNvSpPr>
              <a:spLocks noChangeArrowheads="1"/>
            </p:cNvSpPr>
            <p:nvPr/>
          </p:nvSpPr>
          <p:spPr bwMode="auto">
            <a:xfrm>
              <a:off x="2624" y="3677"/>
              <a:ext cx="500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</a:rPr>
                <a:t>Assumption</a:t>
              </a:r>
              <a:endParaRPr lang="en-US" altLang="en-US" sz="1800"/>
            </a:p>
          </p:txBody>
        </p:sp>
        <p:sp>
          <p:nvSpPr>
            <p:cNvPr id="44458" name="Rectangle 513"/>
            <p:cNvSpPr>
              <a:spLocks noChangeArrowheads="1"/>
            </p:cNvSpPr>
            <p:nvPr/>
          </p:nvSpPr>
          <p:spPr bwMode="auto">
            <a:xfrm>
              <a:off x="1861" y="1860"/>
              <a:ext cx="59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 New Roman" panose="02020603050405020304" pitchFamily="18" charset="0"/>
                </a:rPr>
                <a:t>V</a:t>
              </a:r>
              <a:endParaRPr lang="en-US" altLang="en-US" sz="1800"/>
            </a:p>
          </p:txBody>
        </p:sp>
        <p:sp>
          <p:nvSpPr>
            <p:cNvPr id="44459" name="Rectangle 514"/>
            <p:cNvSpPr>
              <a:spLocks noChangeArrowheads="1"/>
            </p:cNvSpPr>
            <p:nvPr/>
          </p:nvSpPr>
          <p:spPr bwMode="auto">
            <a:xfrm>
              <a:off x="1916" y="1915"/>
              <a:ext cx="36" cy="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800">
                  <a:solidFill>
                    <a:srgbClr val="000000"/>
                  </a:solidFill>
                </a:rPr>
                <a:t>1</a:t>
              </a:r>
              <a:endParaRPr lang="en-US" altLang="en-US" sz="1800"/>
            </a:p>
          </p:txBody>
        </p:sp>
        <p:sp>
          <p:nvSpPr>
            <p:cNvPr id="44460" name="Rectangle 515"/>
            <p:cNvSpPr>
              <a:spLocks noChangeArrowheads="1"/>
            </p:cNvSpPr>
            <p:nvPr/>
          </p:nvSpPr>
          <p:spPr bwMode="auto">
            <a:xfrm>
              <a:off x="3471" y="1830"/>
              <a:ext cx="59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 New Roman" panose="02020603050405020304" pitchFamily="18" charset="0"/>
                </a:rPr>
                <a:t>V</a:t>
              </a:r>
              <a:endParaRPr lang="en-US" altLang="en-US" sz="1800"/>
            </a:p>
          </p:txBody>
        </p:sp>
        <p:sp>
          <p:nvSpPr>
            <p:cNvPr id="44461" name="Rectangle 516"/>
            <p:cNvSpPr>
              <a:spLocks noChangeArrowheads="1"/>
            </p:cNvSpPr>
            <p:nvPr/>
          </p:nvSpPr>
          <p:spPr bwMode="auto">
            <a:xfrm>
              <a:off x="3526" y="1885"/>
              <a:ext cx="36" cy="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800">
                  <a:solidFill>
                    <a:srgbClr val="000000"/>
                  </a:solidFill>
                </a:rPr>
                <a:t>2</a:t>
              </a:r>
              <a:endParaRPr lang="en-US" altLang="en-US" sz="1800"/>
            </a:p>
          </p:txBody>
        </p:sp>
        <p:sp>
          <p:nvSpPr>
            <p:cNvPr id="44462" name="Rectangle 517"/>
            <p:cNvSpPr>
              <a:spLocks noChangeArrowheads="1"/>
            </p:cNvSpPr>
            <p:nvPr/>
          </p:nvSpPr>
          <p:spPr bwMode="auto">
            <a:xfrm>
              <a:off x="1496" y="2411"/>
              <a:ext cx="884" cy="78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/>
            </a:p>
          </p:txBody>
        </p:sp>
        <p:sp>
          <p:nvSpPr>
            <p:cNvPr id="44463" name="Rectangle 518"/>
            <p:cNvSpPr>
              <a:spLocks noChangeArrowheads="1"/>
            </p:cNvSpPr>
            <p:nvPr/>
          </p:nvSpPr>
          <p:spPr bwMode="auto">
            <a:xfrm>
              <a:off x="1529" y="2431"/>
              <a:ext cx="815" cy="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/>
            </a:p>
          </p:txBody>
        </p:sp>
        <p:sp>
          <p:nvSpPr>
            <p:cNvPr id="44464" name="Line 519"/>
            <p:cNvSpPr>
              <a:spLocks noChangeShapeType="1"/>
            </p:cNvSpPr>
            <p:nvPr/>
          </p:nvSpPr>
          <p:spPr bwMode="auto">
            <a:xfrm>
              <a:off x="1529" y="3032"/>
              <a:ext cx="814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5" name="Line 520"/>
            <p:cNvSpPr>
              <a:spLocks noChangeShapeType="1"/>
            </p:cNvSpPr>
            <p:nvPr/>
          </p:nvSpPr>
          <p:spPr bwMode="auto">
            <a:xfrm>
              <a:off x="1529" y="2957"/>
              <a:ext cx="814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6" name="Line 521"/>
            <p:cNvSpPr>
              <a:spLocks noChangeShapeType="1"/>
            </p:cNvSpPr>
            <p:nvPr/>
          </p:nvSpPr>
          <p:spPr bwMode="auto">
            <a:xfrm>
              <a:off x="1529" y="2882"/>
              <a:ext cx="814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7" name="Line 522"/>
            <p:cNvSpPr>
              <a:spLocks noChangeShapeType="1"/>
            </p:cNvSpPr>
            <p:nvPr/>
          </p:nvSpPr>
          <p:spPr bwMode="auto">
            <a:xfrm>
              <a:off x="1529" y="2806"/>
              <a:ext cx="814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8" name="Line 523"/>
            <p:cNvSpPr>
              <a:spLocks noChangeShapeType="1"/>
            </p:cNvSpPr>
            <p:nvPr/>
          </p:nvSpPr>
          <p:spPr bwMode="auto">
            <a:xfrm>
              <a:off x="1529" y="2733"/>
              <a:ext cx="814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9" name="Line 524"/>
            <p:cNvSpPr>
              <a:spLocks noChangeShapeType="1"/>
            </p:cNvSpPr>
            <p:nvPr/>
          </p:nvSpPr>
          <p:spPr bwMode="auto">
            <a:xfrm>
              <a:off x="1529" y="2658"/>
              <a:ext cx="814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0" name="Line 525"/>
            <p:cNvSpPr>
              <a:spLocks noChangeShapeType="1"/>
            </p:cNvSpPr>
            <p:nvPr/>
          </p:nvSpPr>
          <p:spPr bwMode="auto">
            <a:xfrm>
              <a:off x="1529" y="2582"/>
              <a:ext cx="814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1" name="Line 526"/>
            <p:cNvSpPr>
              <a:spLocks noChangeShapeType="1"/>
            </p:cNvSpPr>
            <p:nvPr/>
          </p:nvSpPr>
          <p:spPr bwMode="auto">
            <a:xfrm>
              <a:off x="1529" y="2507"/>
              <a:ext cx="814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2" name="Line 527"/>
            <p:cNvSpPr>
              <a:spLocks noChangeShapeType="1"/>
            </p:cNvSpPr>
            <p:nvPr/>
          </p:nvSpPr>
          <p:spPr bwMode="auto">
            <a:xfrm>
              <a:off x="1529" y="2431"/>
              <a:ext cx="814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3" name="Rectangle 528"/>
            <p:cNvSpPr>
              <a:spLocks noChangeArrowheads="1"/>
            </p:cNvSpPr>
            <p:nvPr/>
          </p:nvSpPr>
          <p:spPr bwMode="auto">
            <a:xfrm>
              <a:off x="1529" y="2431"/>
              <a:ext cx="815" cy="677"/>
            </a:xfrm>
            <a:prstGeom prst="rect">
              <a:avLst/>
            </a:prstGeom>
            <a:noFill/>
            <a:ln w="31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/>
            </a:p>
          </p:txBody>
        </p:sp>
        <p:sp>
          <p:nvSpPr>
            <p:cNvPr id="44474" name="Line 529"/>
            <p:cNvSpPr>
              <a:spLocks noChangeShapeType="1"/>
            </p:cNvSpPr>
            <p:nvPr/>
          </p:nvSpPr>
          <p:spPr bwMode="auto">
            <a:xfrm>
              <a:off x="1529" y="3108"/>
              <a:ext cx="81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5" name="Line 530"/>
            <p:cNvSpPr>
              <a:spLocks noChangeShapeType="1"/>
            </p:cNvSpPr>
            <p:nvPr/>
          </p:nvSpPr>
          <p:spPr bwMode="auto">
            <a:xfrm>
              <a:off x="1665" y="3108"/>
              <a:ext cx="6" cy="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6" name="Freeform 531"/>
            <p:cNvSpPr>
              <a:spLocks/>
            </p:cNvSpPr>
            <p:nvPr/>
          </p:nvSpPr>
          <p:spPr bwMode="auto">
            <a:xfrm>
              <a:off x="1671" y="3108"/>
              <a:ext cx="8" cy="1"/>
            </a:xfrm>
            <a:custGeom>
              <a:avLst/>
              <a:gdLst>
                <a:gd name="T0" fmla="*/ 0 w 16"/>
                <a:gd name="T1" fmla="*/ 0 h 1"/>
                <a:gd name="T2" fmla="*/ 1 w 16"/>
                <a:gd name="T3" fmla="*/ 0 h 1"/>
                <a:gd name="T4" fmla="*/ 1 w 16"/>
                <a:gd name="T5" fmla="*/ 0 h 1"/>
                <a:gd name="T6" fmla="*/ 0 60000 65536"/>
                <a:gd name="T7" fmla="*/ 0 60000 65536"/>
                <a:gd name="T8" fmla="*/ 0 60000 65536"/>
                <a:gd name="T9" fmla="*/ 0 w 16"/>
                <a:gd name="T10" fmla="*/ 0 h 1"/>
                <a:gd name="T11" fmla="*/ 16 w 16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">
                  <a:moveTo>
                    <a:pt x="0" y="0"/>
                  </a:moveTo>
                  <a:lnTo>
                    <a:pt x="7" y="0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7" name="Line 532"/>
            <p:cNvSpPr>
              <a:spLocks noChangeShapeType="1"/>
            </p:cNvSpPr>
            <p:nvPr/>
          </p:nvSpPr>
          <p:spPr bwMode="auto">
            <a:xfrm>
              <a:off x="1679" y="3108"/>
              <a:ext cx="5" cy="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8" name="Freeform 533"/>
            <p:cNvSpPr>
              <a:spLocks/>
            </p:cNvSpPr>
            <p:nvPr/>
          </p:nvSpPr>
          <p:spPr bwMode="auto">
            <a:xfrm>
              <a:off x="1684" y="3108"/>
              <a:ext cx="8" cy="1"/>
            </a:xfrm>
            <a:custGeom>
              <a:avLst/>
              <a:gdLst>
                <a:gd name="T0" fmla="*/ 0 w 15"/>
                <a:gd name="T1" fmla="*/ 0 h 1"/>
                <a:gd name="T2" fmla="*/ 1 w 15"/>
                <a:gd name="T3" fmla="*/ 0 h 1"/>
                <a:gd name="T4" fmla="*/ 1 w 15"/>
                <a:gd name="T5" fmla="*/ 0 h 1"/>
                <a:gd name="T6" fmla="*/ 0 60000 65536"/>
                <a:gd name="T7" fmla="*/ 0 60000 65536"/>
                <a:gd name="T8" fmla="*/ 0 60000 65536"/>
                <a:gd name="T9" fmla="*/ 0 w 15"/>
                <a:gd name="T10" fmla="*/ 0 h 1"/>
                <a:gd name="T11" fmla="*/ 15 w 1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1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9" name="Freeform 534"/>
            <p:cNvSpPr>
              <a:spLocks/>
            </p:cNvSpPr>
            <p:nvPr/>
          </p:nvSpPr>
          <p:spPr bwMode="auto">
            <a:xfrm>
              <a:off x="1692" y="3106"/>
              <a:ext cx="6" cy="2"/>
            </a:xfrm>
            <a:custGeom>
              <a:avLst/>
              <a:gdLst>
                <a:gd name="T0" fmla="*/ 0 w 12"/>
                <a:gd name="T1" fmla="*/ 1 h 4"/>
                <a:gd name="T2" fmla="*/ 1 w 12"/>
                <a:gd name="T3" fmla="*/ 0 h 4"/>
                <a:gd name="T4" fmla="*/ 1 w 12"/>
                <a:gd name="T5" fmla="*/ 0 h 4"/>
                <a:gd name="T6" fmla="*/ 0 60000 65536"/>
                <a:gd name="T7" fmla="*/ 0 60000 65536"/>
                <a:gd name="T8" fmla="*/ 0 60000 65536"/>
                <a:gd name="T9" fmla="*/ 0 w 12"/>
                <a:gd name="T10" fmla="*/ 0 h 4"/>
                <a:gd name="T11" fmla="*/ 12 w 12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4">
                  <a:moveTo>
                    <a:pt x="0" y="4"/>
                  </a:moveTo>
                  <a:lnTo>
                    <a:pt x="4" y="0"/>
                  </a:lnTo>
                  <a:lnTo>
                    <a:pt x="12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0" name="Freeform 535"/>
            <p:cNvSpPr>
              <a:spLocks/>
            </p:cNvSpPr>
            <p:nvPr/>
          </p:nvSpPr>
          <p:spPr bwMode="auto">
            <a:xfrm>
              <a:off x="1698" y="3106"/>
              <a:ext cx="8" cy="1"/>
            </a:xfrm>
            <a:custGeom>
              <a:avLst/>
              <a:gdLst>
                <a:gd name="T0" fmla="*/ 0 w 16"/>
                <a:gd name="T1" fmla="*/ 0 h 1"/>
                <a:gd name="T2" fmla="*/ 1 w 16"/>
                <a:gd name="T3" fmla="*/ 0 h 1"/>
                <a:gd name="T4" fmla="*/ 1 w 16"/>
                <a:gd name="T5" fmla="*/ 0 h 1"/>
                <a:gd name="T6" fmla="*/ 0 60000 65536"/>
                <a:gd name="T7" fmla="*/ 0 60000 65536"/>
                <a:gd name="T8" fmla="*/ 0 60000 65536"/>
                <a:gd name="T9" fmla="*/ 0 w 16"/>
                <a:gd name="T10" fmla="*/ 0 h 1"/>
                <a:gd name="T11" fmla="*/ 16 w 16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">
                  <a:moveTo>
                    <a:pt x="0" y="0"/>
                  </a:moveTo>
                  <a:lnTo>
                    <a:pt x="7" y="0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1" name="Line 536"/>
            <p:cNvSpPr>
              <a:spLocks noChangeShapeType="1"/>
            </p:cNvSpPr>
            <p:nvPr/>
          </p:nvSpPr>
          <p:spPr bwMode="auto">
            <a:xfrm>
              <a:off x="1706" y="3106"/>
              <a:ext cx="5" cy="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2" name="Freeform 537"/>
            <p:cNvSpPr>
              <a:spLocks/>
            </p:cNvSpPr>
            <p:nvPr/>
          </p:nvSpPr>
          <p:spPr bwMode="auto">
            <a:xfrm>
              <a:off x="1711" y="3103"/>
              <a:ext cx="8" cy="3"/>
            </a:xfrm>
            <a:custGeom>
              <a:avLst/>
              <a:gdLst>
                <a:gd name="T0" fmla="*/ 0 w 16"/>
                <a:gd name="T1" fmla="*/ 1 h 5"/>
                <a:gd name="T2" fmla="*/ 1 w 16"/>
                <a:gd name="T3" fmla="*/ 0 h 5"/>
                <a:gd name="T4" fmla="*/ 1 w 16"/>
                <a:gd name="T5" fmla="*/ 0 h 5"/>
                <a:gd name="T6" fmla="*/ 0 60000 65536"/>
                <a:gd name="T7" fmla="*/ 0 60000 65536"/>
                <a:gd name="T8" fmla="*/ 0 60000 65536"/>
                <a:gd name="T9" fmla="*/ 0 w 16"/>
                <a:gd name="T10" fmla="*/ 0 h 5"/>
                <a:gd name="T11" fmla="*/ 16 w 16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5">
                  <a:moveTo>
                    <a:pt x="0" y="5"/>
                  </a:moveTo>
                  <a:lnTo>
                    <a:pt x="9" y="0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3" name="Line 538"/>
            <p:cNvSpPr>
              <a:spLocks noChangeShapeType="1"/>
            </p:cNvSpPr>
            <p:nvPr/>
          </p:nvSpPr>
          <p:spPr bwMode="auto">
            <a:xfrm>
              <a:off x="1719" y="3103"/>
              <a:ext cx="6" cy="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4" name="Line 539"/>
            <p:cNvSpPr>
              <a:spLocks noChangeShapeType="1"/>
            </p:cNvSpPr>
            <p:nvPr/>
          </p:nvSpPr>
          <p:spPr bwMode="auto">
            <a:xfrm flipV="1">
              <a:off x="1725" y="3101"/>
              <a:ext cx="8" cy="2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5" name="Line 540"/>
            <p:cNvSpPr>
              <a:spLocks noChangeShapeType="1"/>
            </p:cNvSpPr>
            <p:nvPr/>
          </p:nvSpPr>
          <p:spPr bwMode="auto">
            <a:xfrm flipV="1">
              <a:off x="1733" y="3099"/>
              <a:ext cx="7" cy="2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6" name="Line 541"/>
            <p:cNvSpPr>
              <a:spLocks noChangeShapeType="1"/>
            </p:cNvSpPr>
            <p:nvPr/>
          </p:nvSpPr>
          <p:spPr bwMode="auto">
            <a:xfrm flipV="1">
              <a:off x="1740" y="3095"/>
              <a:ext cx="6" cy="4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7" name="Freeform 542"/>
            <p:cNvSpPr>
              <a:spLocks/>
            </p:cNvSpPr>
            <p:nvPr/>
          </p:nvSpPr>
          <p:spPr bwMode="auto">
            <a:xfrm>
              <a:off x="1746" y="3091"/>
              <a:ext cx="8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0 h 8"/>
                <a:gd name="T6" fmla="*/ 0 60000 65536"/>
                <a:gd name="T7" fmla="*/ 0 60000 65536"/>
                <a:gd name="T8" fmla="*/ 0 60000 65536"/>
                <a:gd name="T9" fmla="*/ 0 w 15"/>
                <a:gd name="T10" fmla="*/ 0 h 8"/>
                <a:gd name="T11" fmla="*/ 15 w 15"/>
                <a:gd name="T12" fmla="*/ 8 h 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8">
                  <a:moveTo>
                    <a:pt x="0" y="8"/>
                  </a:moveTo>
                  <a:lnTo>
                    <a:pt x="8" y="4"/>
                  </a:lnTo>
                  <a:lnTo>
                    <a:pt x="15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8" name="Line 543"/>
            <p:cNvSpPr>
              <a:spLocks noChangeShapeType="1"/>
            </p:cNvSpPr>
            <p:nvPr/>
          </p:nvSpPr>
          <p:spPr bwMode="auto">
            <a:xfrm flipV="1">
              <a:off x="1754" y="3087"/>
              <a:ext cx="6" cy="4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9" name="Freeform 544"/>
            <p:cNvSpPr>
              <a:spLocks/>
            </p:cNvSpPr>
            <p:nvPr/>
          </p:nvSpPr>
          <p:spPr bwMode="auto">
            <a:xfrm>
              <a:off x="1760" y="3081"/>
              <a:ext cx="7" cy="6"/>
            </a:xfrm>
            <a:custGeom>
              <a:avLst/>
              <a:gdLst>
                <a:gd name="T0" fmla="*/ 0 w 16"/>
                <a:gd name="T1" fmla="*/ 0 h 13"/>
                <a:gd name="T2" fmla="*/ 0 w 16"/>
                <a:gd name="T3" fmla="*/ 0 h 13"/>
                <a:gd name="T4" fmla="*/ 0 w 16"/>
                <a:gd name="T5" fmla="*/ 0 h 13"/>
                <a:gd name="T6" fmla="*/ 0 60000 65536"/>
                <a:gd name="T7" fmla="*/ 0 60000 65536"/>
                <a:gd name="T8" fmla="*/ 0 60000 65536"/>
                <a:gd name="T9" fmla="*/ 0 w 16"/>
                <a:gd name="T10" fmla="*/ 0 h 13"/>
                <a:gd name="T11" fmla="*/ 16 w 16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3">
                  <a:moveTo>
                    <a:pt x="0" y="13"/>
                  </a:moveTo>
                  <a:lnTo>
                    <a:pt x="7" y="8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0" name="Line 545"/>
            <p:cNvSpPr>
              <a:spLocks noChangeShapeType="1"/>
            </p:cNvSpPr>
            <p:nvPr/>
          </p:nvSpPr>
          <p:spPr bwMode="auto">
            <a:xfrm flipV="1">
              <a:off x="1767" y="3073"/>
              <a:ext cx="6" cy="8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1" name="Freeform 546"/>
            <p:cNvSpPr>
              <a:spLocks/>
            </p:cNvSpPr>
            <p:nvPr/>
          </p:nvSpPr>
          <p:spPr bwMode="auto">
            <a:xfrm>
              <a:off x="1773" y="3065"/>
              <a:ext cx="8" cy="8"/>
            </a:xfrm>
            <a:custGeom>
              <a:avLst/>
              <a:gdLst>
                <a:gd name="T0" fmla="*/ 0 w 15"/>
                <a:gd name="T1" fmla="*/ 0 h 17"/>
                <a:gd name="T2" fmla="*/ 1 w 15"/>
                <a:gd name="T3" fmla="*/ 0 h 17"/>
                <a:gd name="T4" fmla="*/ 1 w 15"/>
                <a:gd name="T5" fmla="*/ 0 h 17"/>
                <a:gd name="T6" fmla="*/ 0 60000 65536"/>
                <a:gd name="T7" fmla="*/ 0 60000 65536"/>
                <a:gd name="T8" fmla="*/ 0 60000 65536"/>
                <a:gd name="T9" fmla="*/ 0 w 15"/>
                <a:gd name="T10" fmla="*/ 0 h 17"/>
                <a:gd name="T11" fmla="*/ 15 w 15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17">
                  <a:moveTo>
                    <a:pt x="0" y="17"/>
                  </a:moveTo>
                  <a:lnTo>
                    <a:pt x="8" y="9"/>
                  </a:lnTo>
                  <a:lnTo>
                    <a:pt x="15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2" name="Line 547"/>
            <p:cNvSpPr>
              <a:spLocks noChangeShapeType="1"/>
            </p:cNvSpPr>
            <p:nvPr/>
          </p:nvSpPr>
          <p:spPr bwMode="auto">
            <a:xfrm flipV="1">
              <a:off x="1781" y="3054"/>
              <a:ext cx="6" cy="1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3" name="Freeform 548"/>
            <p:cNvSpPr>
              <a:spLocks/>
            </p:cNvSpPr>
            <p:nvPr/>
          </p:nvSpPr>
          <p:spPr bwMode="auto">
            <a:xfrm>
              <a:off x="1787" y="3042"/>
              <a:ext cx="7" cy="12"/>
            </a:xfrm>
            <a:custGeom>
              <a:avLst/>
              <a:gdLst>
                <a:gd name="T0" fmla="*/ 0 w 16"/>
                <a:gd name="T1" fmla="*/ 1 h 24"/>
                <a:gd name="T2" fmla="*/ 0 w 16"/>
                <a:gd name="T3" fmla="*/ 1 h 24"/>
                <a:gd name="T4" fmla="*/ 0 w 16"/>
                <a:gd name="T5" fmla="*/ 0 h 24"/>
                <a:gd name="T6" fmla="*/ 0 60000 65536"/>
                <a:gd name="T7" fmla="*/ 0 60000 65536"/>
                <a:gd name="T8" fmla="*/ 0 60000 65536"/>
                <a:gd name="T9" fmla="*/ 0 w 16"/>
                <a:gd name="T10" fmla="*/ 0 h 24"/>
                <a:gd name="T11" fmla="*/ 16 w 16"/>
                <a:gd name="T12" fmla="*/ 24 h 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24">
                  <a:moveTo>
                    <a:pt x="0" y="24"/>
                  </a:moveTo>
                  <a:lnTo>
                    <a:pt x="7" y="11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4" name="Freeform 549"/>
            <p:cNvSpPr>
              <a:spLocks/>
            </p:cNvSpPr>
            <p:nvPr/>
          </p:nvSpPr>
          <p:spPr bwMode="auto">
            <a:xfrm>
              <a:off x="1794" y="3026"/>
              <a:ext cx="6" cy="16"/>
            </a:xfrm>
            <a:custGeom>
              <a:avLst/>
              <a:gdLst>
                <a:gd name="T0" fmla="*/ 0 w 10"/>
                <a:gd name="T1" fmla="*/ 0 h 33"/>
                <a:gd name="T2" fmla="*/ 1 w 10"/>
                <a:gd name="T3" fmla="*/ 0 h 33"/>
                <a:gd name="T4" fmla="*/ 1 w 10"/>
                <a:gd name="T5" fmla="*/ 0 h 33"/>
                <a:gd name="T6" fmla="*/ 0 60000 65536"/>
                <a:gd name="T7" fmla="*/ 0 60000 65536"/>
                <a:gd name="T8" fmla="*/ 0 60000 65536"/>
                <a:gd name="T9" fmla="*/ 0 w 10"/>
                <a:gd name="T10" fmla="*/ 0 h 33"/>
                <a:gd name="T11" fmla="*/ 10 w 10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33">
                  <a:moveTo>
                    <a:pt x="0" y="33"/>
                  </a:moveTo>
                  <a:lnTo>
                    <a:pt x="3" y="16"/>
                  </a:lnTo>
                  <a:lnTo>
                    <a:pt x="10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5" name="Freeform 550"/>
            <p:cNvSpPr>
              <a:spLocks/>
            </p:cNvSpPr>
            <p:nvPr/>
          </p:nvSpPr>
          <p:spPr bwMode="auto">
            <a:xfrm>
              <a:off x="1800" y="3010"/>
              <a:ext cx="7" cy="16"/>
            </a:xfrm>
            <a:custGeom>
              <a:avLst/>
              <a:gdLst>
                <a:gd name="T0" fmla="*/ 0 w 16"/>
                <a:gd name="T1" fmla="*/ 0 h 33"/>
                <a:gd name="T2" fmla="*/ 0 w 16"/>
                <a:gd name="T3" fmla="*/ 0 h 33"/>
                <a:gd name="T4" fmla="*/ 0 w 16"/>
                <a:gd name="T5" fmla="*/ 0 h 33"/>
                <a:gd name="T6" fmla="*/ 0 60000 65536"/>
                <a:gd name="T7" fmla="*/ 0 60000 65536"/>
                <a:gd name="T8" fmla="*/ 0 60000 65536"/>
                <a:gd name="T9" fmla="*/ 0 w 16"/>
                <a:gd name="T10" fmla="*/ 0 h 33"/>
                <a:gd name="T11" fmla="*/ 16 w 16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33">
                  <a:moveTo>
                    <a:pt x="0" y="33"/>
                  </a:moveTo>
                  <a:lnTo>
                    <a:pt x="9" y="16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6" name="Line 551"/>
            <p:cNvSpPr>
              <a:spLocks noChangeShapeType="1"/>
            </p:cNvSpPr>
            <p:nvPr/>
          </p:nvSpPr>
          <p:spPr bwMode="auto">
            <a:xfrm flipV="1">
              <a:off x="1807" y="2989"/>
              <a:ext cx="6" cy="2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7" name="Freeform 552"/>
            <p:cNvSpPr>
              <a:spLocks/>
            </p:cNvSpPr>
            <p:nvPr/>
          </p:nvSpPr>
          <p:spPr bwMode="auto">
            <a:xfrm>
              <a:off x="1813" y="2967"/>
              <a:ext cx="8" cy="22"/>
            </a:xfrm>
            <a:custGeom>
              <a:avLst/>
              <a:gdLst>
                <a:gd name="T0" fmla="*/ 0 w 15"/>
                <a:gd name="T1" fmla="*/ 0 h 45"/>
                <a:gd name="T2" fmla="*/ 1 w 15"/>
                <a:gd name="T3" fmla="*/ 0 h 45"/>
                <a:gd name="T4" fmla="*/ 1 w 15"/>
                <a:gd name="T5" fmla="*/ 0 h 45"/>
                <a:gd name="T6" fmla="*/ 0 60000 65536"/>
                <a:gd name="T7" fmla="*/ 0 60000 65536"/>
                <a:gd name="T8" fmla="*/ 0 60000 65536"/>
                <a:gd name="T9" fmla="*/ 0 w 15"/>
                <a:gd name="T10" fmla="*/ 0 h 45"/>
                <a:gd name="T11" fmla="*/ 15 w 15"/>
                <a:gd name="T12" fmla="*/ 45 h 4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45">
                  <a:moveTo>
                    <a:pt x="0" y="45"/>
                  </a:moveTo>
                  <a:lnTo>
                    <a:pt x="7" y="24"/>
                  </a:lnTo>
                  <a:lnTo>
                    <a:pt x="15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8" name="Line 553"/>
            <p:cNvSpPr>
              <a:spLocks noChangeShapeType="1"/>
            </p:cNvSpPr>
            <p:nvPr/>
          </p:nvSpPr>
          <p:spPr bwMode="auto">
            <a:xfrm flipV="1">
              <a:off x="1821" y="2941"/>
              <a:ext cx="6" cy="26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9" name="Line 554"/>
            <p:cNvSpPr>
              <a:spLocks noChangeShapeType="1"/>
            </p:cNvSpPr>
            <p:nvPr/>
          </p:nvSpPr>
          <p:spPr bwMode="auto">
            <a:xfrm flipV="1">
              <a:off x="1827" y="2912"/>
              <a:ext cx="7" cy="29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0" name="Freeform 555"/>
            <p:cNvSpPr>
              <a:spLocks/>
            </p:cNvSpPr>
            <p:nvPr/>
          </p:nvSpPr>
          <p:spPr bwMode="auto">
            <a:xfrm>
              <a:off x="1834" y="2884"/>
              <a:ext cx="8" cy="28"/>
            </a:xfrm>
            <a:custGeom>
              <a:avLst/>
              <a:gdLst>
                <a:gd name="T0" fmla="*/ 0 w 15"/>
                <a:gd name="T1" fmla="*/ 0 h 57"/>
                <a:gd name="T2" fmla="*/ 1 w 15"/>
                <a:gd name="T3" fmla="*/ 0 h 57"/>
                <a:gd name="T4" fmla="*/ 1 w 15"/>
                <a:gd name="T5" fmla="*/ 0 h 57"/>
                <a:gd name="T6" fmla="*/ 0 60000 65536"/>
                <a:gd name="T7" fmla="*/ 0 60000 65536"/>
                <a:gd name="T8" fmla="*/ 0 60000 65536"/>
                <a:gd name="T9" fmla="*/ 0 w 15"/>
                <a:gd name="T10" fmla="*/ 0 h 57"/>
                <a:gd name="T11" fmla="*/ 15 w 15"/>
                <a:gd name="T12" fmla="*/ 57 h 5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57">
                  <a:moveTo>
                    <a:pt x="0" y="57"/>
                  </a:moveTo>
                  <a:lnTo>
                    <a:pt x="8" y="28"/>
                  </a:lnTo>
                  <a:lnTo>
                    <a:pt x="15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1" name="Line 556"/>
            <p:cNvSpPr>
              <a:spLocks noChangeShapeType="1"/>
            </p:cNvSpPr>
            <p:nvPr/>
          </p:nvSpPr>
          <p:spPr bwMode="auto">
            <a:xfrm flipV="1">
              <a:off x="1842" y="2851"/>
              <a:ext cx="6" cy="33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2" name="Freeform 557"/>
            <p:cNvSpPr>
              <a:spLocks/>
            </p:cNvSpPr>
            <p:nvPr/>
          </p:nvSpPr>
          <p:spPr bwMode="auto">
            <a:xfrm>
              <a:off x="1848" y="2817"/>
              <a:ext cx="8" cy="34"/>
            </a:xfrm>
            <a:custGeom>
              <a:avLst/>
              <a:gdLst>
                <a:gd name="T0" fmla="*/ 0 w 16"/>
                <a:gd name="T1" fmla="*/ 0 h 69"/>
                <a:gd name="T2" fmla="*/ 1 w 16"/>
                <a:gd name="T3" fmla="*/ 0 h 69"/>
                <a:gd name="T4" fmla="*/ 1 w 16"/>
                <a:gd name="T5" fmla="*/ 0 h 69"/>
                <a:gd name="T6" fmla="*/ 0 60000 65536"/>
                <a:gd name="T7" fmla="*/ 0 60000 65536"/>
                <a:gd name="T8" fmla="*/ 0 60000 65536"/>
                <a:gd name="T9" fmla="*/ 0 w 16"/>
                <a:gd name="T10" fmla="*/ 0 h 69"/>
                <a:gd name="T11" fmla="*/ 16 w 16"/>
                <a:gd name="T12" fmla="*/ 69 h 6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69">
                  <a:moveTo>
                    <a:pt x="0" y="69"/>
                  </a:moveTo>
                  <a:lnTo>
                    <a:pt x="7" y="36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3" name="Line 558"/>
            <p:cNvSpPr>
              <a:spLocks noChangeShapeType="1"/>
            </p:cNvSpPr>
            <p:nvPr/>
          </p:nvSpPr>
          <p:spPr bwMode="auto">
            <a:xfrm flipV="1">
              <a:off x="1856" y="2780"/>
              <a:ext cx="5" cy="37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4" name="Freeform 559"/>
            <p:cNvSpPr>
              <a:spLocks/>
            </p:cNvSpPr>
            <p:nvPr/>
          </p:nvSpPr>
          <p:spPr bwMode="auto">
            <a:xfrm>
              <a:off x="1861" y="2743"/>
              <a:ext cx="8" cy="37"/>
            </a:xfrm>
            <a:custGeom>
              <a:avLst/>
              <a:gdLst>
                <a:gd name="T0" fmla="*/ 0 w 15"/>
                <a:gd name="T1" fmla="*/ 1 h 74"/>
                <a:gd name="T2" fmla="*/ 1 w 15"/>
                <a:gd name="T3" fmla="*/ 1 h 74"/>
                <a:gd name="T4" fmla="*/ 1 w 15"/>
                <a:gd name="T5" fmla="*/ 0 h 74"/>
                <a:gd name="T6" fmla="*/ 0 60000 65536"/>
                <a:gd name="T7" fmla="*/ 0 60000 65536"/>
                <a:gd name="T8" fmla="*/ 0 60000 65536"/>
                <a:gd name="T9" fmla="*/ 0 w 15"/>
                <a:gd name="T10" fmla="*/ 0 h 74"/>
                <a:gd name="T11" fmla="*/ 15 w 15"/>
                <a:gd name="T12" fmla="*/ 74 h 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74">
                  <a:moveTo>
                    <a:pt x="0" y="74"/>
                  </a:moveTo>
                  <a:lnTo>
                    <a:pt x="8" y="37"/>
                  </a:lnTo>
                  <a:lnTo>
                    <a:pt x="15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5" name="Line 560"/>
            <p:cNvSpPr>
              <a:spLocks noChangeShapeType="1"/>
            </p:cNvSpPr>
            <p:nvPr/>
          </p:nvSpPr>
          <p:spPr bwMode="auto">
            <a:xfrm flipV="1">
              <a:off x="1869" y="2708"/>
              <a:ext cx="6" cy="35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6" name="Freeform 561"/>
            <p:cNvSpPr>
              <a:spLocks/>
            </p:cNvSpPr>
            <p:nvPr/>
          </p:nvSpPr>
          <p:spPr bwMode="auto">
            <a:xfrm>
              <a:off x="1875" y="2672"/>
              <a:ext cx="8" cy="36"/>
            </a:xfrm>
            <a:custGeom>
              <a:avLst/>
              <a:gdLst>
                <a:gd name="T0" fmla="*/ 0 w 16"/>
                <a:gd name="T1" fmla="*/ 0 h 73"/>
                <a:gd name="T2" fmla="*/ 1 w 16"/>
                <a:gd name="T3" fmla="*/ 0 h 73"/>
                <a:gd name="T4" fmla="*/ 1 w 16"/>
                <a:gd name="T5" fmla="*/ 0 h 73"/>
                <a:gd name="T6" fmla="*/ 0 60000 65536"/>
                <a:gd name="T7" fmla="*/ 0 60000 65536"/>
                <a:gd name="T8" fmla="*/ 0 60000 65536"/>
                <a:gd name="T9" fmla="*/ 0 w 16"/>
                <a:gd name="T10" fmla="*/ 0 h 73"/>
                <a:gd name="T11" fmla="*/ 16 w 16"/>
                <a:gd name="T12" fmla="*/ 73 h 7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73">
                  <a:moveTo>
                    <a:pt x="0" y="73"/>
                  </a:moveTo>
                  <a:lnTo>
                    <a:pt x="7" y="36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7" name="Freeform 562"/>
            <p:cNvSpPr>
              <a:spLocks/>
            </p:cNvSpPr>
            <p:nvPr/>
          </p:nvSpPr>
          <p:spPr bwMode="auto">
            <a:xfrm>
              <a:off x="1883" y="2640"/>
              <a:ext cx="5" cy="32"/>
            </a:xfrm>
            <a:custGeom>
              <a:avLst/>
              <a:gdLst>
                <a:gd name="T0" fmla="*/ 0 w 10"/>
                <a:gd name="T1" fmla="*/ 0 h 65"/>
                <a:gd name="T2" fmla="*/ 1 w 10"/>
                <a:gd name="T3" fmla="*/ 0 h 65"/>
                <a:gd name="T4" fmla="*/ 1 w 10"/>
                <a:gd name="T5" fmla="*/ 0 h 65"/>
                <a:gd name="T6" fmla="*/ 0 60000 65536"/>
                <a:gd name="T7" fmla="*/ 0 60000 65536"/>
                <a:gd name="T8" fmla="*/ 0 60000 65536"/>
                <a:gd name="T9" fmla="*/ 0 w 10"/>
                <a:gd name="T10" fmla="*/ 0 h 65"/>
                <a:gd name="T11" fmla="*/ 10 w 10"/>
                <a:gd name="T12" fmla="*/ 65 h 6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65">
                  <a:moveTo>
                    <a:pt x="0" y="65"/>
                  </a:moveTo>
                  <a:lnTo>
                    <a:pt x="3" y="32"/>
                  </a:lnTo>
                  <a:lnTo>
                    <a:pt x="10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8" name="Freeform 563"/>
            <p:cNvSpPr>
              <a:spLocks/>
            </p:cNvSpPr>
            <p:nvPr/>
          </p:nvSpPr>
          <p:spPr bwMode="auto">
            <a:xfrm>
              <a:off x="1888" y="2607"/>
              <a:ext cx="8" cy="33"/>
            </a:xfrm>
            <a:custGeom>
              <a:avLst/>
              <a:gdLst>
                <a:gd name="T0" fmla="*/ 0 w 16"/>
                <a:gd name="T1" fmla="*/ 1 h 66"/>
                <a:gd name="T2" fmla="*/ 1 w 16"/>
                <a:gd name="T3" fmla="*/ 1 h 66"/>
                <a:gd name="T4" fmla="*/ 1 w 16"/>
                <a:gd name="T5" fmla="*/ 0 h 66"/>
                <a:gd name="T6" fmla="*/ 0 60000 65536"/>
                <a:gd name="T7" fmla="*/ 0 60000 65536"/>
                <a:gd name="T8" fmla="*/ 0 60000 65536"/>
                <a:gd name="T9" fmla="*/ 0 w 16"/>
                <a:gd name="T10" fmla="*/ 0 h 66"/>
                <a:gd name="T11" fmla="*/ 16 w 16"/>
                <a:gd name="T12" fmla="*/ 66 h 6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66">
                  <a:moveTo>
                    <a:pt x="0" y="66"/>
                  </a:moveTo>
                  <a:lnTo>
                    <a:pt x="9" y="33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9" name="Line 564"/>
            <p:cNvSpPr>
              <a:spLocks noChangeShapeType="1"/>
            </p:cNvSpPr>
            <p:nvPr/>
          </p:nvSpPr>
          <p:spPr bwMode="auto">
            <a:xfrm flipV="1">
              <a:off x="1896" y="2578"/>
              <a:ext cx="6" cy="29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0" name="Freeform 565"/>
            <p:cNvSpPr>
              <a:spLocks/>
            </p:cNvSpPr>
            <p:nvPr/>
          </p:nvSpPr>
          <p:spPr bwMode="auto">
            <a:xfrm>
              <a:off x="1902" y="2553"/>
              <a:ext cx="8" cy="25"/>
            </a:xfrm>
            <a:custGeom>
              <a:avLst/>
              <a:gdLst>
                <a:gd name="T0" fmla="*/ 0 w 15"/>
                <a:gd name="T1" fmla="*/ 1 h 49"/>
                <a:gd name="T2" fmla="*/ 1 w 15"/>
                <a:gd name="T3" fmla="*/ 1 h 49"/>
                <a:gd name="T4" fmla="*/ 1 w 15"/>
                <a:gd name="T5" fmla="*/ 0 h 49"/>
                <a:gd name="T6" fmla="*/ 0 60000 65536"/>
                <a:gd name="T7" fmla="*/ 0 60000 65536"/>
                <a:gd name="T8" fmla="*/ 0 60000 65536"/>
                <a:gd name="T9" fmla="*/ 0 w 15"/>
                <a:gd name="T10" fmla="*/ 0 h 49"/>
                <a:gd name="T11" fmla="*/ 15 w 15"/>
                <a:gd name="T12" fmla="*/ 49 h 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49">
                  <a:moveTo>
                    <a:pt x="0" y="49"/>
                  </a:moveTo>
                  <a:lnTo>
                    <a:pt x="7" y="25"/>
                  </a:lnTo>
                  <a:lnTo>
                    <a:pt x="15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1" name="Freeform 566"/>
            <p:cNvSpPr>
              <a:spLocks/>
            </p:cNvSpPr>
            <p:nvPr/>
          </p:nvSpPr>
          <p:spPr bwMode="auto">
            <a:xfrm>
              <a:off x="1910" y="2535"/>
              <a:ext cx="5" cy="18"/>
            </a:xfrm>
            <a:custGeom>
              <a:avLst/>
              <a:gdLst>
                <a:gd name="T0" fmla="*/ 0 w 11"/>
                <a:gd name="T1" fmla="*/ 0 h 37"/>
                <a:gd name="T2" fmla="*/ 0 w 11"/>
                <a:gd name="T3" fmla="*/ 0 h 37"/>
                <a:gd name="T4" fmla="*/ 0 w 11"/>
                <a:gd name="T5" fmla="*/ 0 h 37"/>
                <a:gd name="T6" fmla="*/ 0 60000 65536"/>
                <a:gd name="T7" fmla="*/ 0 60000 65536"/>
                <a:gd name="T8" fmla="*/ 0 60000 65536"/>
                <a:gd name="T9" fmla="*/ 0 w 11"/>
                <a:gd name="T10" fmla="*/ 0 h 37"/>
                <a:gd name="T11" fmla="*/ 11 w 11"/>
                <a:gd name="T12" fmla="*/ 37 h 3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37">
                  <a:moveTo>
                    <a:pt x="0" y="37"/>
                  </a:moveTo>
                  <a:lnTo>
                    <a:pt x="4" y="17"/>
                  </a:lnTo>
                  <a:lnTo>
                    <a:pt x="11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2" name="Freeform 567"/>
            <p:cNvSpPr>
              <a:spLocks/>
            </p:cNvSpPr>
            <p:nvPr/>
          </p:nvSpPr>
          <p:spPr bwMode="auto">
            <a:xfrm>
              <a:off x="1915" y="2519"/>
              <a:ext cx="8" cy="16"/>
            </a:xfrm>
            <a:custGeom>
              <a:avLst/>
              <a:gdLst>
                <a:gd name="T0" fmla="*/ 0 w 16"/>
                <a:gd name="T1" fmla="*/ 1 h 31"/>
                <a:gd name="T2" fmla="*/ 1 w 16"/>
                <a:gd name="T3" fmla="*/ 1 h 31"/>
                <a:gd name="T4" fmla="*/ 1 w 16"/>
                <a:gd name="T5" fmla="*/ 0 h 31"/>
                <a:gd name="T6" fmla="*/ 0 60000 65536"/>
                <a:gd name="T7" fmla="*/ 0 60000 65536"/>
                <a:gd name="T8" fmla="*/ 0 60000 65536"/>
                <a:gd name="T9" fmla="*/ 0 w 16"/>
                <a:gd name="T10" fmla="*/ 0 h 31"/>
                <a:gd name="T11" fmla="*/ 16 w 16"/>
                <a:gd name="T12" fmla="*/ 31 h 3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31">
                  <a:moveTo>
                    <a:pt x="0" y="31"/>
                  </a:moveTo>
                  <a:lnTo>
                    <a:pt x="9" y="16"/>
                  </a:lnTo>
                  <a:lnTo>
                    <a:pt x="16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3" name="Freeform 568"/>
            <p:cNvSpPr>
              <a:spLocks/>
            </p:cNvSpPr>
            <p:nvPr/>
          </p:nvSpPr>
          <p:spPr bwMode="auto">
            <a:xfrm>
              <a:off x="1923" y="2511"/>
              <a:ext cx="6" cy="8"/>
            </a:xfrm>
            <a:custGeom>
              <a:avLst/>
              <a:gdLst>
                <a:gd name="T0" fmla="*/ 0 w 12"/>
                <a:gd name="T1" fmla="*/ 0 h 17"/>
                <a:gd name="T2" fmla="*/ 1 w 12"/>
                <a:gd name="T3" fmla="*/ 0 h 17"/>
                <a:gd name="T4" fmla="*/ 1 w 12"/>
                <a:gd name="T5" fmla="*/ 0 h 17"/>
                <a:gd name="T6" fmla="*/ 0 60000 65536"/>
                <a:gd name="T7" fmla="*/ 0 60000 65536"/>
                <a:gd name="T8" fmla="*/ 0 60000 65536"/>
                <a:gd name="T9" fmla="*/ 0 w 12"/>
                <a:gd name="T10" fmla="*/ 0 h 17"/>
                <a:gd name="T11" fmla="*/ 12 w 12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17">
                  <a:moveTo>
                    <a:pt x="0" y="17"/>
                  </a:moveTo>
                  <a:lnTo>
                    <a:pt x="4" y="8"/>
                  </a:lnTo>
                  <a:lnTo>
                    <a:pt x="12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4" name="Freeform 569"/>
            <p:cNvSpPr>
              <a:spLocks/>
            </p:cNvSpPr>
            <p:nvPr/>
          </p:nvSpPr>
          <p:spPr bwMode="auto">
            <a:xfrm>
              <a:off x="1929" y="2509"/>
              <a:ext cx="8" cy="2"/>
            </a:xfrm>
            <a:custGeom>
              <a:avLst/>
              <a:gdLst>
                <a:gd name="T0" fmla="*/ 0 w 15"/>
                <a:gd name="T1" fmla="*/ 1 h 4"/>
                <a:gd name="T2" fmla="*/ 1 w 15"/>
                <a:gd name="T3" fmla="*/ 0 h 4"/>
                <a:gd name="T4" fmla="*/ 1 w 15"/>
                <a:gd name="T5" fmla="*/ 0 h 4"/>
                <a:gd name="T6" fmla="*/ 0 60000 65536"/>
                <a:gd name="T7" fmla="*/ 0 60000 65536"/>
                <a:gd name="T8" fmla="*/ 0 60000 65536"/>
                <a:gd name="T9" fmla="*/ 0 w 15"/>
                <a:gd name="T10" fmla="*/ 0 h 4"/>
                <a:gd name="T11" fmla="*/ 15 w 15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4">
                  <a:moveTo>
                    <a:pt x="0" y="4"/>
                  </a:moveTo>
                  <a:lnTo>
                    <a:pt x="7" y="0"/>
                  </a:lnTo>
                  <a:lnTo>
                    <a:pt x="15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5" name="Freeform 570"/>
            <p:cNvSpPr>
              <a:spLocks/>
            </p:cNvSpPr>
            <p:nvPr/>
          </p:nvSpPr>
          <p:spPr bwMode="auto">
            <a:xfrm>
              <a:off x="1937" y="2509"/>
              <a:ext cx="7" cy="2"/>
            </a:xfrm>
            <a:custGeom>
              <a:avLst/>
              <a:gdLst>
                <a:gd name="T0" fmla="*/ 0 w 16"/>
                <a:gd name="T1" fmla="*/ 0 h 4"/>
                <a:gd name="T2" fmla="*/ 0 w 16"/>
                <a:gd name="T3" fmla="*/ 0 h 4"/>
                <a:gd name="T4" fmla="*/ 0 w 16"/>
                <a:gd name="T5" fmla="*/ 1 h 4"/>
                <a:gd name="T6" fmla="*/ 0 60000 65536"/>
                <a:gd name="T7" fmla="*/ 0 60000 65536"/>
                <a:gd name="T8" fmla="*/ 0 60000 65536"/>
                <a:gd name="T9" fmla="*/ 0 w 16"/>
                <a:gd name="T10" fmla="*/ 0 h 4"/>
                <a:gd name="T11" fmla="*/ 16 w 16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4">
                  <a:moveTo>
                    <a:pt x="0" y="0"/>
                  </a:moveTo>
                  <a:lnTo>
                    <a:pt x="7" y="0"/>
                  </a:lnTo>
                  <a:lnTo>
                    <a:pt x="16" y="4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6" name="Freeform 571"/>
            <p:cNvSpPr>
              <a:spLocks/>
            </p:cNvSpPr>
            <p:nvPr/>
          </p:nvSpPr>
          <p:spPr bwMode="auto">
            <a:xfrm>
              <a:off x="1944" y="2511"/>
              <a:ext cx="6" cy="8"/>
            </a:xfrm>
            <a:custGeom>
              <a:avLst/>
              <a:gdLst>
                <a:gd name="T0" fmla="*/ 0 w 10"/>
                <a:gd name="T1" fmla="*/ 0 h 17"/>
                <a:gd name="T2" fmla="*/ 1 w 10"/>
                <a:gd name="T3" fmla="*/ 0 h 17"/>
                <a:gd name="T4" fmla="*/ 1 w 10"/>
                <a:gd name="T5" fmla="*/ 0 h 17"/>
                <a:gd name="T6" fmla="*/ 0 60000 65536"/>
                <a:gd name="T7" fmla="*/ 0 60000 65536"/>
                <a:gd name="T8" fmla="*/ 0 60000 65536"/>
                <a:gd name="T9" fmla="*/ 0 w 10"/>
                <a:gd name="T10" fmla="*/ 0 h 17"/>
                <a:gd name="T11" fmla="*/ 10 w 10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17">
                  <a:moveTo>
                    <a:pt x="0" y="0"/>
                  </a:moveTo>
                  <a:lnTo>
                    <a:pt x="3" y="8"/>
                  </a:lnTo>
                  <a:lnTo>
                    <a:pt x="10" y="17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7" name="Freeform 572"/>
            <p:cNvSpPr>
              <a:spLocks/>
            </p:cNvSpPr>
            <p:nvPr/>
          </p:nvSpPr>
          <p:spPr bwMode="auto">
            <a:xfrm>
              <a:off x="1950" y="2519"/>
              <a:ext cx="8" cy="16"/>
            </a:xfrm>
            <a:custGeom>
              <a:avLst/>
              <a:gdLst>
                <a:gd name="T0" fmla="*/ 0 w 16"/>
                <a:gd name="T1" fmla="*/ 0 h 31"/>
                <a:gd name="T2" fmla="*/ 1 w 16"/>
                <a:gd name="T3" fmla="*/ 1 h 31"/>
                <a:gd name="T4" fmla="*/ 1 w 16"/>
                <a:gd name="T5" fmla="*/ 1 h 31"/>
                <a:gd name="T6" fmla="*/ 0 60000 65536"/>
                <a:gd name="T7" fmla="*/ 0 60000 65536"/>
                <a:gd name="T8" fmla="*/ 0 60000 65536"/>
                <a:gd name="T9" fmla="*/ 0 w 16"/>
                <a:gd name="T10" fmla="*/ 0 h 31"/>
                <a:gd name="T11" fmla="*/ 16 w 16"/>
                <a:gd name="T12" fmla="*/ 31 h 3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31">
                  <a:moveTo>
                    <a:pt x="0" y="0"/>
                  </a:moveTo>
                  <a:lnTo>
                    <a:pt x="9" y="16"/>
                  </a:lnTo>
                  <a:lnTo>
                    <a:pt x="16" y="31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8" name="Freeform 573"/>
            <p:cNvSpPr>
              <a:spLocks/>
            </p:cNvSpPr>
            <p:nvPr/>
          </p:nvSpPr>
          <p:spPr bwMode="auto">
            <a:xfrm>
              <a:off x="1958" y="2535"/>
              <a:ext cx="5" cy="18"/>
            </a:xfrm>
            <a:custGeom>
              <a:avLst/>
              <a:gdLst>
                <a:gd name="T0" fmla="*/ 0 w 12"/>
                <a:gd name="T1" fmla="*/ 0 h 37"/>
                <a:gd name="T2" fmla="*/ 0 w 12"/>
                <a:gd name="T3" fmla="*/ 0 h 37"/>
                <a:gd name="T4" fmla="*/ 0 w 12"/>
                <a:gd name="T5" fmla="*/ 0 h 37"/>
                <a:gd name="T6" fmla="*/ 0 60000 65536"/>
                <a:gd name="T7" fmla="*/ 0 60000 65536"/>
                <a:gd name="T8" fmla="*/ 0 60000 65536"/>
                <a:gd name="T9" fmla="*/ 0 w 12"/>
                <a:gd name="T10" fmla="*/ 0 h 37"/>
                <a:gd name="T11" fmla="*/ 12 w 12"/>
                <a:gd name="T12" fmla="*/ 37 h 3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37">
                  <a:moveTo>
                    <a:pt x="0" y="0"/>
                  </a:moveTo>
                  <a:lnTo>
                    <a:pt x="5" y="17"/>
                  </a:lnTo>
                  <a:lnTo>
                    <a:pt x="12" y="37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9" name="Freeform 574"/>
            <p:cNvSpPr>
              <a:spLocks/>
            </p:cNvSpPr>
            <p:nvPr/>
          </p:nvSpPr>
          <p:spPr bwMode="auto">
            <a:xfrm>
              <a:off x="1963" y="2553"/>
              <a:ext cx="8" cy="25"/>
            </a:xfrm>
            <a:custGeom>
              <a:avLst/>
              <a:gdLst>
                <a:gd name="T0" fmla="*/ 0 w 16"/>
                <a:gd name="T1" fmla="*/ 0 h 49"/>
                <a:gd name="T2" fmla="*/ 1 w 16"/>
                <a:gd name="T3" fmla="*/ 1 h 49"/>
                <a:gd name="T4" fmla="*/ 1 w 16"/>
                <a:gd name="T5" fmla="*/ 1 h 49"/>
                <a:gd name="T6" fmla="*/ 0 60000 65536"/>
                <a:gd name="T7" fmla="*/ 0 60000 65536"/>
                <a:gd name="T8" fmla="*/ 0 60000 65536"/>
                <a:gd name="T9" fmla="*/ 0 w 16"/>
                <a:gd name="T10" fmla="*/ 0 h 49"/>
                <a:gd name="T11" fmla="*/ 16 w 16"/>
                <a:gd name="T12" fmla="*/ 49 h 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49">
                  <a:moveTo>
                    <a:pt x="0" y="0"/>
                  </a:moveTo>
                  <a:lnTo>
                    <a:pt x="7" y="25"/>
                  </a:lnTo>
                  <a:lnTo>
                    <a:pt x="16" y="49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0" name="Line 575"/>
            <p:cNvSpPr>
              <a:spLocks noChangeShapeType="1"/>
            </p:cNvSpPr>
            <p:nvPr/>
          </p:nvSpPr>
          <p:spPr bwMode="auto">
            <a:xfrm>
              <a:off x="1971" y="2578"/>
              <a:ext cx="6" cy="29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1" name="Freeform 576"/>
            <p:cNvSpPr>
              <a:spLocks/>
            </p:cNvSpPr>
            <p:nvPr/>
          </p:nvSpPr>
          <p:spPr bwMode="auto">
            <a:xfrm>
              <a:off x="1977" y="2607"/>
              <a:ext cx="7" cy="33"/>
            </a:xfrm>
            <a:custGeom>
              <a:avLst/>
              <a:gdLst>
                <a:gd name="T0" fmla="*/ 0 w 16"/>
                <a:gd name="T1" fmla="*/ 0 h 66"/>
                <a:gd name="T2" fmla="*/ 0 w 16"/>
                <a:gd name="T3" fmla="*/ 1 h 66"/>
                <a:gd name="T4" fmla="*/ 0 w 16"/>
                <a:gd name="T5" fmla="*/ 1 h 66"/>
                <a:gd name="T6" fmla="*/ 0 60000 65536"/>
                <a:gd name="T7" fmla="*/ 0 60000 65536"/>
                <a:gd name="T8" fmla="*/ 0 60000 65536"/>
                <a:gd name="T9" fmla="*/ 0 w 16"/>
                <a:gd name="T10" fmla="*/ 0 h 66"/>
                <a:gd name="T11" fmla="*/ 16 w 16"/>
                <a:gd name="T12" fmla="*/ 66 h 6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66">
                  <a:moveTo>
                    <a:pt x="0" y="0"/>
                  </a:moveTo>
                  <a:lnTo>
                    <a:pt x="9" y="33"/>
                  </a:lnTo>
                  <a:lnTo>
                    <a:pt x="16" y="66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2" name="Freeform 577"/>
            <p:cNvSpPr>
              <a:spLocks/>
            </p:cNvSpPr>
            <p:nvPr/>
          </p:nvSpPr>
          <p:spPr bwMode="auto">
            <a:xfrm>
              <a:off x="1984" y="2640"/>
              <a:ext cx="6" cy="32"/>
            </a:xfrm>
            <a:custGeom>
              <a:avLst/>
              <a:gdLst>
                <a:gd name="T0" fmla="*/ 0 w 12"/>
                <a:gd name="T1" fmla="*/ 0 h 65"/>
                <a:gd name="T2" fmla="*/ 1 w 12"/>
                <a:gd name="T3" fmla="*/ 0 h 65"/>
                <a:gd name="T4" fmla="*/ 1 w 12"/>
                <a:gd name="T5" fmla="*/ 0 h 65"/>
                <a:gd name="T6" fmla="*/ 0 60000 65536"/>
                <a:gd name="T7" fmla="*/ 0 60000 65536"/>
                <a:gd name="T8" fmla="*/ 0 60000 65536"/>
                <a:gd name="T9" fmla="*/ 0 w 12"/>
                <a:gd name="T10" fmla="*/ 0 h 65"/>
                <a:gd name="T11" fmla="*/ 12 w 12"/>
                <a:gd name="T12" fmla="*/ 65 h 6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65">
                  <a:moveTo>
                    <a:pt x="0" y="0"/>
                  </a:moveTo>
                  <a:lnTo>
                    <a:pt x="5" y="32"/>
                  </a:lnTo>
                  <a:lnTo>
                    <a:pt x="12" y="65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3" name="Freeform 578"/>
            <p:cNvSpPr>
              <a:spLocks/>
            </p:cNvSpPr>
            <p:nvPr/>
          </p:nvSpPr>
          <p:spPr bwMode="auto">
            <a:xfrm>
              <a:off x="1990" y="2672"/>
              <a:ext cx="8" cy="36"/>
            </a:xfrm>
            <a:custGeom>
              <a:avLst/>
              <a:gdLst>
                <a:gd name="T0" fmla="*/ 0 w 15"/>
                <a:gd name="T1" fmla="*/ 0 h 73"/>
                <a:gd name="T2" fmla="*/ 1 w 15"/>
                <a:gd name="T3" fmla="*/ 0 h 73"/>
                <a:gd name="T4" fmla="*/ 1 w 15"/>
                <a:gd name="T5" fmla="*/ 0 h 73"/>
                <a:gd name="T6" fmla="*/ 0 60000 65536"/>
                <a:gd name="T7" fmla="*/ 0 60000 65536"/>
                <a:gd name="T8" fmla="*/ 0 60000 65536"/>
                <a:gd name="T9" fmla="*/ 0 w 15"/>
                <a:gd name="T10" fmla="*/ 0 h 73"/>
                <a:gd name="T11" fmla="*/ 15 w 15"/>
                <a:gd name="T12" fmla="*/ 73 h 7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73">
                  <a:moveTo>
                    <a:pt x="0" y="0"/>
                  </a:moveTo>
                  <a:lnTo>
                    <a:pt x="7" y="36"/>
                  </a:lnTo>
                  <a:lnTo>
                    <a:pt x="15" y="73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4" name="Line 579"/>
            <p:cNvSpPr>
              <a:spLocks noChangeShapeType="1"/>
            </p:cNvSpPr>
            <p:nvPr/>
          </p:nvSpPr>
          <p:spPr bwMode="auto">
            <a:xfrm>
              <a:off x="1998" y="2708"/>
              <a:ext cx="6" cy="35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5" name="Freeform 580"/>
            <p:cNvSpPr>
              <a:spLocks/>
            </p:cNvSpPr>
            <p:nvPr/>
          </p:nvSpPr>
          <p:spPr bwMode="auto">
            <a:xfrm>
              <a:off x="2004" y="2743"/>
              <a:ext cx="7" cy="37"/>
            </a:xfrm>
            <a:custGeom>
              <a:avLst/>
              <a:gdLst>
                <a:gd name="T0" fmla="*/ 0 w 15"/>
                <a:gd name="T1" fmla="*/ 0 h 74"/>
                <a:gd name="T2" fmla="*/ 0 w 15"/>
                <a:gd name="T3" fmla="*/ 1 h 74"/>
                <a:gd name="T4" fmla="*/ 0 w 15"/>
                <a:gd name="T5" fmla="*/ 1 h 74"/>
                <a:gd name="T6" fmla="*/ 0 60000 65536"/>
                <a:gd name="T7" fmla="*/ 0 60000 65536"/>
                <a:gd name="T8" fmla="*/ 0 60000 65536"/>
                <a:gd name="T9" fmla="*/ 0 w 15"/>
                <a:gd name="T10" fmla="*/ 0 h 74"/>
                <a:gd name="T11" fmla="*/ 15 w 15"/>
                <a:gd name="T12" fmla="*/ 74 h 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74">
                  <a:moveTo>
                    <a:pt x="0" y="0"/>
                  </a:moveTo>
                  <a:lnTo>
                    <a:pt x="7" y="37"/>
                  </a:lnTo>
                  <a:lnTo>
                    <a:pt x="15" y="74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6" name="Line 581"/>
            <p:cNvSpPr>
              <a:spLocks noChangeShapeType="1"/>
            </p:cNvSpPr>
            <p:nvPr/>
          </p:nvSpPr>
          <p:spPr bwMode="auto">
            <a:xfrm>
              <a:off x="2011" y="2780"/>
              <a:ext cx="6" cy="37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7" name="Freeform 582"/>
            <p:cNvSpPr>
              <a:spLocks/>
            </p:cNvSpPr>
            <p:nvPr/>
          </p:nvSpPr>
          <p:spPr bwMode="auto">
            <a:xfrm>
              <a:off x="2017" y="2817"/>
              <a:ext cx="8" cy="34"/>
            </a:xfrm>
            <a:custGeom>
              <a:avLst/>
              <a:gdLst>
                <a:gd name="T0" fmla="*/ 0 w 15"/>
                <a:gd name="T1" fmla="*/ 0 h 69"/>
                <a:gd name="T2" fmla="*/ 1 w 15"/>
                <a:gd name="T3" fmla="*/ 0 h 69"/>
                <a:gd name="T4" fmla="*/ 1 w 15"/>
                <a:gd name="T5" fmla="*/ 0 h 69"/>
                <a:gd name="T6" fmla="*/ 0 60000 65536"/>
                <a:gd name="T7" fmla="*/ 0 60000 65536"/>
                <a:gd name="T8" fmla="*/ 0 60000 65536"/>
                <a:gd name="T9" fmla="*/ 0 w 15"/>
                <a:gd name="T10" fmla="*/ 0 h 69"/>
                <a:gd name="T11" fmla="*/ 15 w 15"/>
                <a:gd name="T12" fmla="*/ 69 h 6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69">
                  <a:moveTo>
                    <a:pt x="0" y="0"/>
                  </a:moveTo>
                  <a:lnTo>
                    <a:pt x="7" y="36"/>
                  </a:lnTo>
                  <a:lnTo>
                    <a:pt x="15" y="69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8" name="Line 583"/>
            <p:cNvSpPr>
              <a:spLocks noChangeShapeType="1"/>
            </p:cNvSpPr>
            <p:nvPr/>
          </p:nvSpPr>
          <p:spPr bwMode="auto">
            <a:xfrm>
              <a:off x="2025" y="2851"/>
              <a:ext cx="6" cy="33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9" name="Freeform 584"/>
            <p:cNvSpPr>
              <a:spLocks/>
            </p:cNvSpPr>
            <p:nvPr/>
          </p:nvSpPr>
          <p:spPr bwMode="auto">
            <a:xfrm>
              <a:off x="2031" y="2884"/>
              <a:ext cx="7" cy="28"/>
            </a:xfrm>
            <a:custGeom>
              <a:avLst/>
              <a:gdLst>
                <a:gd name="T0" fmla="*/ 0 w 14"/>
                <a:gd name="T1" fmla="*/ 0 h 57"/>
                <a:gd name="T2" fmla="*/ 1 w 14"/>
                <a:gd name="T3" fmla="*/ 0 h 57"/>
                <a:gd name="T4" fmla="*/ 1 w 14"/>
                <a:gd name="T5" fmla="*/ 0 h 57"/>
                <a:gd name="T6" fmla="*/ 0 60000 65536"/>
                <a:gd name="T7" fmla="*/ 0 60000 65536"/>
                <a:gd name="T8" fmla="*/ 0 60000 65536"/>
                <a:gd name="T9" fmla="*/ 0 w 14"/>
                <a:gd name="T10" fmla="*/ 0 h 57"/>
                <a:gd name="T11" fmla="*/ 14 w 14"/>
                <a:gd name="T12" fmla="*/ 57 h 5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57">
                  <a:moveTo>
                    <a:pt x="0" y="0"/>
                  </a:moveTo>
                  <a:lnTo>
                    <a:pt x="7" y="28"/>
                  </a:lnTo>
                  <a:lnTo>
                    <a:pt x="14" y="57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0" name="Line 585"/>
            <p:cNvSpPr>
              <a:spLocks noChangeShapeType="1"/>
            </p:cNvSpPr>
            <p:nvPr/>
          </p:nvSpPr>
          <p:spPr bwMode="auto">
            <a:xfrm>
              <a:off x="2038" y="2912"/>
              <a:ext cx="8" cy="29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1" name="Line 586"/>
            <p:cNvSpPr>
              <a:spLocks noChangeShapeType="1"/>
            </p:cNvSpPr>
            <p:nvPr/>
          </p:nvSpPr>
          <p:spPr bwMode="auto">
            <a:xfrm>
              <a:off x="2046" y="2941"/>
              <a:ext cx="6" cy="26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2" name="Freeform 587"/>
            <p:cNvSpPr>
              <a:spLocks/>
            </p:cNvSpPr>
            <p:nvPr/>
          </p:nvSpPr>
          <p:spPr bwMode="auto">
            <a:xfrm>
              <a:off x="2052" y="2967"/>
              <a:ext cx="8" cy="22"/>
            </a:xfrm>
            <a:custGeom>
              <a:avLst/>
              <a:gdLst>
                <a:gd name="T0" fmla="*/ 0 w 16"/>
                <a:gd name="T1" fmla="*/ 0 h 45"/>
                <a:gd name="T2" fmla="*/ 1 w 16"/>
                <a:gd name="T3" fmla="*/ 0 h 45"/>
                <a:gd name="T4" fmla="*/ 1 w 16"/>
                <a:gd name="T5" fmla="*/ 0 h 45"/>
                <a:gd name="T6" fmla="*/ 0 60000 65536"/>
                <a:gd name="T7" fmla="*/ 0 60000 65536"/>
                <a:gd name="T8" fmla="*/ 0 60000 65536"/>
                <a:gd name="T9" fmla="*/ 0 w 16"/>
                <a:gd name="T10" fmla="*/ 0 h 45"/>
                <a:gd name="T11" fmla="*/ 16 w 16"/>
                <a:gd name="T12" fmla="*/ 45 h 4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45">
                  <a:moveTo>
                    <a:pt x="0" y="0"/>
                  </a:moveTo>
                  <a:lnTo>
                    <a:pt x="7" y="24"/>
                  </a:lnTo>
                  <a:lnTo>
                    <a:pt x="16" y="45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3" name="Line 588"/>
            <p:cNvSpPr>
              <a:spLocks noChangeShapeType="1"/>
            </p:cNvSpPr>
            <p:nvPr/>
          </p:nvSpPr>
          <p:spPr bwMode="auto">
            <a:xfrm>
              <a:off x="2060" y="2989"/>
              <a:ext cx="5" cy="2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4" name="Freeform 589"/>
            <p:cNvSpPr>
              <a:spLocks/>
            </p:cNvSpPr>
            <p:nvPr/>
          </p:nvSpPr>
          <p:spPr bwMode="auto">
            <a:xfrm>
              <a:off x="2065" y="3010"/>
              <a:ext cx="8" cy="16"/>
            </a:xfrm>
            <a:custGeom>
              <a:avLst/>
              <a:gdLst>
                <a:gd name="T0" fmla="*/ 0 w 16"/>
                <a:gd name="T1" fmla="*/ 0 h 33"/>
                <a:gd name="T2" fmla="*/ 1 w 16"/>
                <a:gd name="T3" fmla="*/ 0 h 33"/>
                <a:gd name="T4" fmla="*/ 1 w 16"/>
                <a:gd name="T5" fmla="*/ 0 h 33"/>
                <a:gd name="T6" fmla="*/ 0 60000 65536"/>
                <a:gd name="T7" fmla="*/ 0 60000 65536"/>
                <a:gd name="T8" fmla="*/ 0 60000 65536"/>
                <a:gd name="T9" fmla="*/ 0 w 16"/>
                <a:gd name="T10" fmla="*/ 0 h 33"/>
                <a:gd name="T11" fmla="*/ 16 w 16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33">
                  <a:moveTo>
                    <a:pt x="0" y="0"/>
                  </a:moveTo>
                  <a:lnTo>
                    <a:pt x="9" y="16"/>
                  </a:lnTo>
                  <a:lnTo>
                    <a:pt x="16" y="33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5" name="Freeform 590"/>
            <p:cNvSpPr>
              <a:spLocks/>
            </p:cNvSpPr>
            <p:nvPr/>
          </p:nvSpPr>
          <p:spPr bwMode="auto">
            <a:xfrm>
              <a:off x="2073" y="3026"/>
              <a:ext cx="6" cy="16"/>
            </a:xfrm>
            <a:custGeom>
              <a:avLst/>
              <a:gdLst>
                <a:gd name="T0" fmla="*/ 0 w 12"/>
                <a:gd name="T1" fmla="*/ 0 h 33"/>
                <a:gd name="T2" fmla="*/ 1 w 12"/>
                <a:gd name="T3" fmla="*/ 0 h 33"/>
                <a:gd name="T4" fmla="*/ 1 w 12"/>
                <a:gd name="T5" fmla="*/ 0 h 33"/>
                <a:gd name="T6" fmla="*/ 0 60000 65536"/>
                <a:gd name="T7" fmla="*/ 0 60000 65536"/>
                <a:gd name="T8" fmla="*/ 0 60000 65536"/>
                <a:gd name="T9" fmla="*/ 0 w 12"/>
                <a:gd name="T10" fmla="*/ 0 h 33"/>
                <a:gd name="T11" fmla="*/ 12 w 12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33">
                  <a:moveTo>
                    <a:pt x="0" y="0"/>
                  </a:moveTo>
                  <a:lnTo>
                    <a:pt x="5" y="16"/>
                  </a:lnTo>
                  <a:lnTo>
                    <a:pt x="12" y="33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6" name="Freeform 591"/>
            <p:cNvSpPr>
              <a:spLocks/>
            </p:cNvSpPr>
            <p:nvPr/>
          </p:nvSpPr>
          <p:spPr bwMode="auto">
            <a:xfrm>
              <a:off x="2079" y="3042"/>
              <a:ext cx="8" cy="12"/>
            </a:xfrm>
            <a:custGeom>
              <a:avLst/>
              <a:gdLst>
                <a:gd name="T0" fmla="*/ 0 w 15"/>
                <a:gd name="T1" fmla="*/ 0 h 24"/>
                <a:gd name="T2" fmla="*/ 1 w 15"/>
                <a:gd name="T3" fmla="*/ 1 h 24"/>
                <a:gd name="T4" fmla="*/ 1 w 15"/>
                <a:gd name="T5" fmla="*/ 1 h 24"/>
                <a:gd name="T6" fmla="*/ 0 60000 65536"/>
                <a:gd name="T7" fmla="*/ 0 60000 65536"/>
                <a:gd name="T8" fmla="*/ 0 60000 65536"/>
                <a:gd name="T9" fmla="*/ 0 w 15"/>
                <a:gd name="T10" fmla="*/ 0 h 24"/>
                <a:gd name="T11" fmla="*/ 15 w 15"/>
                <a:gd name="T12" fmla="*/ 24 h 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24">
                  <a:moveTo>
                    <a:pt x="0" y="0"/>
                  </a:moveTo>
                  <a:lnTo>
                    <a:pt x="7" y="11"/>
                  </a:lnTo>
                  <a:lnTo>
                    <a:pt x="15" y="24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7" name="Line 592"/>
            <p:cNvSpPr>
              <a:spLocks noChangeShapeType="1"/>
            </p:cNvSpPr>
            <p:nvPr/>
          </p:nvSpPr>
          <p:spPr bwMode="auto">
            <a:xfrm>
              <a:off x="2087" y="3054"/>
              <a:ext cx="6" cy="1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8" name="Freeform 593"/>
            <p:cNvSpPr>
              <a:spLocks/>
            </p:cNvSpPr>
            <p:nvPr/>
          </p:nvSpPr>
          <p:spPr bwMode="auto">
            <a:xfrm>
              <a:off x="2093" y="3065"/>
              <a:ext cx="7" cy="8"/>
            </a:xfrm>
            <a:custGeom>
              <a:avLst/>
              <a:gdLst>
                <a:gd name="T0" fmla="*/ 0 w 15"/>
                <a:gd name="T1" fmla="*/ 0 h 17"/>
                <a:gd name="T2" fmla="*/ 0 w 15"/>
                <a:gd name="T3" fmla="*/ 0 h 17"/>
                <a:gd name="T4" fmla="*/ 0 w 15"/>
                <a:gd name="T5" fmla="*/ 0 h 17"/>
                <a:gd name="T6" fmla="*/ 0 60000 65536"/>
                <a:gd name="T7" fmla="*/ 0 60000 65536"/>
                <a:gd name="T8" fmla="*/ 0 60000 65536"/>
                <a:gd name="T9" fmla="*/ 0 w 15"/>
                <a:gd name="T10" fmla="*/ 0 h 17"/>
                <a:gd name="T11" fmla="*/ 15 w 15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17">
                  <a:moveTo>
                    <a:pt x="0" y="0"/>
                  </a:moveTo>
                  <a:lnTo>
                    <a:pt x="7" y="9"/>
                  </a:lnTo>
                  <a:lnTo>
                    <a:pt x="15" y="17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9" name="Line 594"/>
            <p:cNvSpPr>
              <a:spLocks noChangeShapeType="1"/>
            </p:cNvSpPr>
            <p:nvPr/>
          </p:nvSpPr>
          <p:spPr bwMode="auto">
            <a:xfrm>
              <a:off x="2100" y="3073"/>
              <a:ext cx="6" cy="8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0" name="Freeform 595"/>
            <p:cNvSpPr>
              <a:spLocks/>
            </p:cNvSpPr>
            <p:nvPr/>
          </p:nvSpPr>
          <p:spPr bwMode="auto">
            <a:xfrm>
              <a:off x="2106" y="3081"/>
              <a:ext cx="8" cy="6"/>
            </a:xfrm>
            <a:custGeom>
              <a:avLst/>
              <a:gdLst>
                <a:gd name="T0" fmla="*/ 0 w 15"/>
                <a:gd name="T1" fmla="*/ 0 h 13"/>
                <a:gd name="T2" fmla="*/ 1 w 15"/>
                <a:gd name="T3" fmla="*/ 0 h 13"/>
                <a:gd name="T4" fmla="*/ 1 w 15"/>
                <a:gd name="T5" fmla="*/ 0 h 13"/>
                <a:gd name="T6" fmla="*/ 0 60000 65536"/>
                <a:gd name="T7" fmla="*/ 0 60000 65536"/>
                <a:gd name="T8" fmla="*/ 0 60000 65536"/>
                <a:gd name="T9" fmla="*/ 0 w 15"/>
                <a:gd name="T10" fmla="*/ 0 h 13"/>
                <a:gd name="T11" fmla="*/ 15 w 15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13">
                  <a:moveTo>
                    <a:pt x="0" y="0"/>
                  </a:moveTo>
                  <a:lnTo>
                    <a:pt x="7" y="8"/>
                  </a:lnTo>
                  <a:lnTo>
                    <a:pt x="15" y="13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1" name="Line 596"/>
            <p:cNvSpPr>
              <a:spLocks noChangeShapeType="1"/>
            </p:cNvSpPr>
            <p:nvPr/>
          </p:nvSpPr>
          <p:spPr bwMode="auto">
            <a:xfrm>
              <a:off x="2114" y="3087"/>
              <a:ext cx="6" cy="4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2" name="Freeform 597"/>
            <p:cNvSpPr>
              <a:spLocks/>
            </p:cNvSpPr>
            <p:nvPr/>
          </p:nvSpPr>
          <p:spPr bwMode="auto">
            <a:xfrm>
              <a:off x="2120" y="3091"/>
              <a:ext cx="7" cy="4"/>
            </a:xfrm>
            <a:custGeom>
              <a:avLst/>
              <a:gdLst>
                <a:gd name="T0" fmla="*/ 0 w 14"/>
                <a:gd name="T1" fmla="*/ 0 h 8"/>
                <a:gd name="T2" fmla="*/ 1 w 14"/>
                <a:gd name="T3" fmla="*/ 1 h 8"/>
                <a:gd name="T4" fmla="*/ 1 w 14"/>
                <a:gd name="T5" fmla="*/ 1 h 8"/>
                <a:gd name="T6" fmla="*/ 0 60000 65536"/>
                <a:gd name="T7" fmla="*/ 0 60000 65536"/>
                <a:gd name="T8" fmla="*/ 0 60000 65536"/>
                <a:gd name="T9" fmla="*/ 0 w 14"/>
                <a:gd name="T10" fmla="*/ 0 h 8"/>
                <a:gd name="T11" fmla="*/ 14 w 14"/>
                <a:gd name="T12" fmla="*/ 8 h 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8">
                  <a:moveTo>
                    <a:pt x="0" y="0"/>
                  </a:moveTo>
                  <a:lnTo>
                    <a:pt x="7" y="4"/>
                  </a:lnTo>
                  <a:lnTo>
                    <a:pt x="14" y="8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3" name="Line 598"/>
            <p:cNvSpPr>
              <a:spLocks noChangeShapeType="1"/>
            </p:cNvSpPr>
            <p:nvPr/>
          </p:nvSpPr>
          <p:spPr bwMode="auto">
            <a:xfrm>
              <a:off x="2127" y="3095"/>
              <a:ext cx="6" cy="4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4" name="Line 599"/>
            <p:cNvSpPr>
              <a:spLocks noChangeShapeType="1"/>
            </p:cNvSpPr>
            <p:nvPr/>
          </p:nvSpPr>
          <p:spPr bwMode="auto">
            <a:xfrm>
              <a:off x="2133" y="3099"/>
              <a:ext cx="7" cy="2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5" name="Line 600"/>
            <p:cNvSpPr>
              <a:spLocks noChangeShapeType="1"/>
            </p:cNvSpPr>
            <p:nvPr/>
          </p:nvSpPr>
          <p:spPr bwMode="auto">
            <a:xfrm>
              <a:off x="2140" y="3101"/>
              <a:ext cx="8" cy="2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6" name="Line 601"/>
            <p:cNvSpPr>
              <a:spLocks noChangeShapeType="1"/>
            </p:cNvSpPr>
            <p:nvPr/>
          </p:nvSpPr>
          <p:spPr bwMode="auto">
            <a:xfrm>
              <a:off x="2148" y="3103"/>
              <a:ext cx="6" cy="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7" name="Freeform 602"/>
            <p:cNvSpPr>
              <a:spLocks/>
            </p:cNvSpPr>
            <p:nvPr/>
          </p:nvSpPr>
          <p:spPr bwMode="auto">
            <a:xfrm>
              <a:off x="2154" y="3103"/>
              <a:ext cx="7" cy="3"/>
            </a:xfrm>
            <a:custGeom>
              <a:avLst/>
              <a:gdLst>
                <a:gd name="T0" fmla="*/ 0 w 16"/>
                <a:gd name="T1" fmla="*/ 0 h 5"/>
                <a:gd name="T2" fmla="*/ 0 w 16"/>
                <a:gd name="T3" fmla="*/ 0 h 5"/>
                <a:gd name="T4" fmla="*/ 0 w 16"/>
                <a:gd name="T5" fmla="*/ 1 h 5"/>
                <a:gd name="T6" fmla="*/ 0 60000 65536"/>
                <a:gd name="T7" fmla="*/ 0 60000 65536"/>
                <a:gd name="T8" fmla="*/ 0 60000 65536"/>
                <a:gd name="T9" fmla="*/ 0 w 16"/>
                <a:gd name="T10" fmla="*/ 0 h 5"/>
                <a:gd name="T11" fmla="*/ 16 w 16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5">
                  <a:moveTo>
                    <a:pt x="0" y="0"/>
                  </a:moveTo>
                  <a:lnTo>
                    <a:pt x="9" y="0"/>
                  </a:lnTo>
                  <a:lnTo>
                    <a:pt x="16" y="5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8" name="Line 603"/>
            <p:cNvSpPr>
              <a:spLocks noChangeShapeType="1"/>
            </p:cNvSpPr>
            <p:nvPr/>
          </p:nvSpPr>
          <p:spPr bwMode="auto">
            <a:xfrm>
              <a:off x="2161" y="3106"/>
              <a:ext cx="6" cy="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9" name="Freeform 604"/>
            <p:cNvSpPr>
              <a:spLocks/>
            </p:cNvSpPr>
            <p:nvPr/>
          </p:nvSpPr>
          <p:spPr bwMode="auto">
            <a:xfrm>
              <a:off x="2167" y="3106"/>
              <a:ext cx="8" cy="1"/>
            </a:xfrm>
            <a:custGeom>
              <a:avLst/>
              <a:gdLst>
                <a:gd name="T0" fmla="*/ 0 w 15"/>
                <a:gd name="T1" fmla="*/ 0 h 1"/>
                <a:gd name="T2" fmla="*/ 1 w 15"/>
                <a:gd name="T3" fmla="*/ 0 h 1"/>
                <a:gd name="T4" fmla="*/ 1 w 15"/>
                <a:gd name="T5" fmla="*/ 0 h 1"/>
                <a:gd name="T6" fmla="*/ 0 60000 65536"/>
                <a:gd name="T7" fmla="*/ 0 60000 65536"/>
                <a:gd name="T8" fmla="*/ 0 60000 65536"/>
                <a:gd name="T9" fmla="*/ 0 w 15"/>
                <a:gd name="T10" fmla="*/ 0 h 1"/>
                <a:gd name="T11" fmla="*/ 15 w 1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1">
                  <a:moveTo>
                    <a:pt x="0" y="0"/>
                  </a:moveTo>
                  <a:lnTo>
                    <a:pt x="7" y="0"/>
                  </a:lnTo>
                  <a:lnTo>
                    <a:pt x="15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0" name="Freeform 605"/>
            <p:cNvSpPr>
              <a:spLocks/>
            </p:cNvSpPr>
            <p:nvPr/>
          </p:nvSpPr>
          <p:spPr bwMode="auto">
            <a:xfrm>
              <a:off x="2175" y="3106"/>
              <a:ext cx="6" cy="2"/>
            </a:xfrm>
            <a:custGeom>
              <a:avLst/>
              <a:gdLst>
                <a:gd name="T0" fmla="*/ 0 w 12"/>
                <a:gd name="T1" fmla="*/ 0 h 4"/>
                <a:gd name="T2" fmla="*/ 1 w 12"/>
                <a:gd name="T3" fmla="*/ 0 h 4"/>
                <a:gd name="T4" fmla="*/ 1 w 12"/>
                <a:gd name="T5" fmla="*/ 1 h 4"/>
                <a:gd name="T6" fmla="*/ 0 60000 65536"/>
                <a:gd name="T7" fmla="*/ 0 60000 65536"/>
                <a:gd name="T8" fmla="*/ 0 60000 65536"/>
                <a:gd name="T9" fmla="*/ 0 w 12"/>
                <a:gd name="T10" fmla="*/ 0 h 4"/>
                <a:gd name="T11" fmla="*/ 12 w 12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4">
                  <a:moveTo>
                    <a:pt x="0" y="0"/>
                  </a:moveTo>
                  <a:lnTo>
                    <a:pt x="4" y="0"/>
                  </a:lnTo>
                  <a:lnTo>
                    <a:pt x="12" y="4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1" name="Freeform 606"/>
            <p:cNvSpPr>
              <a:spLocks/>
            </p:cNvSpPr>
            <p:nvPr/>
          </p:nvSpPr>
          <p:spPr bwMode="auto">
            <a:xfrm>
              <a:off x="2181" y="3108"/>
              <a:ext cx="7" cy="1"/>
            </a:xfrm>
            <a:custGeom>
              <a:avLst/>
              <a:gdLst>
                <a:gd name="T0" fmla="*/ 0 w 15"/>
                <a:gd name="T1" fmla="*/ 0 h 1"/>
                <a:gd name="T2" fmla="*/ 0 w 15"/>
                <a:gd name="T3" fmla="*/ 0 h 1"/>
                <a:gd name="T4" fmla="*/ 0 w 15"/>
                <a:gd name="T5" fmla="*/ 0 h 1"/>
                <a:gd name="T6" fmla="*/ 0 60000 65536"/>
                <a:gd name="T7" fmla="*/ 0 60000 65536"/>
                <a:gd name="T8" fmla="*/ 0 60000 65536"/>
                <a:gd name="T9" fmla="*/ 0 w 15"/>
                <a:gd name="T10" fmla="*/ 0 h 1"/>
                <a:gd name="T11" fmla="*/ 15 w 1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1">
                  <a:moveTo>
                    <a:pt x="0" y="0"/>
                  </a:moveTo>
                  <a:lnTo>
                    <a:pt x="7" y="0"/>
                  </a:lnTo>
                  <a:lnTo>
                    <a:pt x="15" y="0"/>
                  </a:lnTo>
                </a:path>
              </a:pathLst>
            </a:cu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2" name="Line 607"/>
            <p:cNvSpPr>
              <a:spLocks noChangeShapeType="1"/>
            </p:cNvSpPr>
            <p:nvPr/>
          </p:nvSpPr>
          <p:spPr bwMode="auto">
            <a:xfrm>
              <a:off x="2188" y="3108"/>
              <a:ext cx="6" cy="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3" name="Line 608"/>
            <p:cNvSpPr>
              <a:spLocks noChangeShapeType="1"/>
            </p:cNvSpPr>
            <p:nvPr/>
          </p:nvSpPr>
          <p:spPr bwMode="auto">
            <a:xfrm>
              <a:off x="2194" y="3108"/>
              <a:ext cx="8" cy="1"/>
            </a:xfrm>
            <a:prstGeom prst="line">
              <a:avLst/>
            </a:prstGeom>
            <a:noFill/>
            <a:ln w="3175">
              <a:solidFill>
                <a:srgbClr val="000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4" name="Rectangle 609"/>
            <p:cNvSpPr>
              <a:spLocks noChangeArrowheads="1"/>
            </p:cNvSpPr>
            <p:nvPr/>
          </p:nvSpPr>
          <p:spPr bwMode="auto">
            <a:xfrm>
              <a:off x="1519" y="3130"/>
              <a:ext cx="21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300">
                  <a:solidFill>
                    <a:srgbClr val="FFFFFF"/>
                  </a:solidFill>
                </a:rPr>
                <a:t>-6</a:t>
              </a:r>
              <a:endParaRPr lang="en-US" altLang="en-US" sz="1800"/>
            </a:p>
          </p:txBody>
        </p:sp>
        <p:sp>
          <p:nvSpPr>
            <p:cNvPr id="44555" name="Rectangle 610"/>
            <p:cNvSpPr>
              <a:spLocks noChangeArrowheads="1"/>
            </p:cNvSpPr>
            <p:nvPr/>
          </p:nvSpPr>
          <p:spPr bwMode="auto">
            <a:xfrm>
              <a:off x="1656" y="3130"/>
              <a:ext cx="21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300">
                  <a:solidFill>
                    <a:srgbClr val="FFFFFF"/>
                  </a:solidFill>
                </a:rPr>
                <a:t>-4</a:t>
              </a:r>
              <a:endParaRPr lang="en-US" altLang="en-US" sz="1800"/>
            </a:p>
          </p:txBody>
        </p:sp>
        <p:sp>
          <p:nvSpPr>
            <p:cNvPr id="44556" name="Rectangle 611"/>
            <p:cNvSpPr>
              <a:spLocks noChangeArrowheads="1"/>
            </p:cNvSpPr>
            <p:nvPr/>
          </p:nvSpPr>
          <p:spPr bwMode="auto">
            <a:xfrm>
              <a:off x="1790" y="3130"/>
              <a:ext cx="21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300">
                  <a:solidFill>
                    <a:srgbClr val="FFFFFF"/>
                  </a:solidFill>
                </a:rPr>
                <a:t>-2</a:t>
              </a:r>
              <a:endParaRPr lang="en-US" altLang="en-US" sz="1800"/>
            </a:p>
          </p:txBody>
        </p:sp>
        <p:sp>
          <p:nvSpPr>
            <p:cNvPr id="44557" name="Rectangle 612"/>
            <p:cNvSpPr>
              <a:spLocks noChangeArrowheads="1"/>
            </p:cNvSpPr>
            <p:nvPr/>
          </p:nvSpPr>
          <p:spPr bwMode="auto">
            <a:xfrm>
              <a:off x="1931" y="3130"/>
              <a:ext cx="13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lr>
                  <a:schemeClr val="tx2"/>
                </a:buClr>
                <a:buSzPct val="70000"/>
                <a:buFont typeface="Wingdings" panose="05000000000000000000" pitchFamily="2" charset="2"/>
                <a:buChar char="l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l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1"/>
                </a:buClr>
                <a:buSzPct val="70000"/>
                <a:buFont typeface="Wingdings" panose="05000000000000000000" pitchFamily="2" charset="2"/>
                <a:buChar char="l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tx2"/>
                </a:buClr>
                <a:buSzPct val="7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folHlink"/>
                </a:buClr>
                <a:buSzPct val="80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300">
                  <a:solidFill>
                    <a:srgbClr val="FFFFFF"/>
                  </a:solidFill>
                </a:rPr>
                <a:t>0</a:t>
              </a:r>
              <a:endParaRPr lang="en-US" altLang="en-US" sz="1800"/>
            </a:p>
          </p:txBody>
        </p:sp>
      </p:grpSp>
      <p:sp>
        <p:nvSpPr>
          <p:cNvPr id="44238" name="Rectangle 614"/>
          <p:cNvSpPr>
            <a:spLocks noChangeArrowheads="1"/>
          </p:cNvSpPr>
          <p:nvPr/>
        </p:nvSpPr>
        <p:spPr bwMode="auto">
          <a:xfrm>
            <a:off x="3282950" y="4968875"/>
            <a:ext cx="20638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00">
                <a:solidFill>
                  <a:srgbClr val="FFFFFF"/>
                </a:solidFill>
              </a:rPr>
              <a:t>2</a:t>
            </a:r>
            <a:endParaRPr lang="en-US" altLang="en-US" sz="1800"/>
          </a:p>
        </p:txBody>
      </p:sp>
      <p:sp>
        <p:nvSpPr>
          <p:cNvPr id="44239" name="Rectangle 615"/>
          <p:cNvSpPr>
            <a:spLocks noChangeArrowheads="1"/>
          </p:cNvSpPr>
          <p:nvPr/>
        </p:nvSpPr>
        <p:spPr bwMode="auto">
          <a:xfrm>
            <a:off x="3495675" y="4968875"/>
            <a:ext cx="20638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00">
                <a:solidFill>
                  <a:srgbClr val="FFFFFF"/>
                </a:solidFill>
              </a:rPr>
              <a:t>4</a:t>
            </a:r>
            <a:endParaRPr lang="en-US" altLang="en-US" sz="1800"/>
          </a:p>
        </p:txBody>
      </p:sp>
      <p:sp>
        <p:nvSpPr>
          <p:cNvPr id="44240" name="Rectangle 616"/>
          <p:cNvSpPr>
            <a:spLocks noChangeArrowheads="1"/>
          </p:cNvSpPr>
          <p:nvPr/>
        </p:nvSpPr>
        <p:spPr bwMode="auto">
          <a:xfrm>
            <a:off x="3711575" y="4968875"/>
            <a:ext cx="20638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00">
                <a:solidFill>
                  <a:srgbClr val="FFFFFF"/>
                </a:solidFill>
              </a:rPr>
              <a:t>6</a:t>
            </a:r>
            <a:endParaRPr lang="en-US" altLang="en-US" sz="1800"/>
          </a:p>
        </p:txBody>
      </p:sp>
      <p:sp>
        <p:nvSpPr>
          <p:cNvPr id="44241" name="Rectangle 617"/>
          <p:cNvSpPr>
            <a:spLocks noChangeArrowheads="1"/>
          </p:cNvSpPr>
          <p:nvPr/>
        </p:nvSpPr>
        <p:spPr bwMode="auto">
          <a:xfrm>
            <a:off x="4930775" y="3783013"/>
            <a:ext cx="1492250" cy="12985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/>
          </a:p>
        </p:txBody>
      </p:sp>
      <p:sp>
        <p:nvSpPr>
          <p:cNvPr id="44242" name="Rectangle 618"/>
          <p:cNvSpPr>
            <a:spLocks noChangeArrowheads="1"/>
          </p:cNvSpPr>
          <p:nvPr/>
        </p:nvSpPr>
        <p:spPr bwMode="auto">
          <a:xfrm>
            <a:off x="4986338" y="3816350"/>
            <a:ext cx="1376362" cy="1119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/>
          </a:p>
        </p:txBody>
      </p:sp>
      <p:sp>
        <p:nvSpPr>
          <p:cNvPr id="44243" name="Line 619"/>
          <p:cNvSpPr>
            <a:spLocks noChangeShapeType="1"/>
          </p:cNvSpPr>
          <p:nvPr/>
        </p:nvSpPr>
        <p:spPr bwMode="auto">
          <a:xfrm>
            <a:off x="4986338" y="4810125"/>
            <a:ext cx="1374775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44" name="Line 620"/>
          <p:cNvSpPr>
            <a:spLocks noChangeShapeType="1"/>
          </p:cNvSpPr>
          <p:nvPr/>
        </p:nvSpPr>
        <p:spPr bwMode="auto">
          <a:xfrm>
            <a:off x="4986338" y="4686300"/>
            <a:ext cx="1374775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45" name="Line 621"/>
          <p:cNvSpPr>
            <a:spLocks noChangeShapeType="1"/>
          </p:cNvSpPr>
          <p:nvPr/>
        </p:nvSpPr>
        <p:spPr bwMode="auto">
          <a:xfrm>
            <a:off x="4986338" y="4560888"/>
            <a:ext cx="1374775" cy="1587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46" name="Line 622"/>
          <p:cNvSpPr>
            <a:spLocks noChangeShapeType="1"/>
          </p:cNvSpPr>
          <p:nvPr/>
        </p:nvSpPr>
        <p:spPr bwMode="auto">
          <a:xfrm>
            <a:off x="4986338" y="4435475"/>
            <a:ext cx="1374775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47" name="Line 623"/>
          <p:cNvSpPr>
            <a:spLocks noChangeShapeType="1"/>
          </p:cNvSpPr>
          <p:nvPr/>
        </p:nvSpPr>
        <p:spPr bwMode="auto">
          <a:xfrm>
            <a:off x="4986338" y="4314825"/>
            <a:ext cx="1374775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48" name="Line 624"/>
          <p:cNvSpPr>
            <a:spLocks noChangeShapeType="1"/>
          </p:cNvSpPr>
          <p:nvPr/>
        </p:nvSpPr>
        <p:spPr bwMode="auto">
          <a:xfrm>
            <a:off x="4986338" y="4191000"/>
            <a:ext cx="1374775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49" name="Line 625"/>
          <p:cNvSpPr>
            <a:spLocks noChangeShapeType="1"/>
          </p:cNvSpPr>
          <p:nvPr/>
        </p:nvSpPr>
        <p:spPr bwMode="auto">
          <a:xfrm>
            <a:off x="4986338" y="4065588"/>
            <a:ext cx="1374775" cy="1587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50" name="Line 626"/>
          <p:cNvSpPr>
            <a:spLocks noChangeShapeType="1"/>
          </p:cNvSpPr>
          <p:nvPr/>
        </p:nvSpPr>
        <p:spPr bwMode="auto">
          <a:xfrm>
            <a:off x="4986338" y="3941763"/>
            <a:ext cx="1374775" cy="1587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51" name="Line 627"/>
          <p:cNvSpPr>
            <a:spLocks noChangeShapeType="1"/>
          </p:cNvSpPr>
          <p:nvPr/>
        </p:nvSpPr>
        <p:spPr bwMode="auto">
          <a:xfrm>
            <a:off x="4986338" y="3816350"/>
            <a:ext cx="1374775" cy="1588"/>
          </a:xfrm>
          <a:prstGeom prst="line">
            <a:avLst/>
          </a:prstGeom>
          <a:noFill/>
          <a:ln w="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52" name="Rectangle 628"/>
          <p:cNvSpPr>
            <a:spLocks noChangeArrowheads="1"/>
          </p:cNvSpPr>
          <p:nvPr/>
        </p:nvSpPr>
        <p:spPr bwMode="auto">
          <a:xfrm>
            <a:off x="4986338" y="3816350"/>
            <a:ext cx="1376362" cy="1119188"/>
          </a:xfrm>
          <a:prstGeom prst="rect">
            <a:avLst/>
          </a:prstGeom>
          <a:noFill/>
          <a:ln w="3175">
            <a:solidFill>
              <a:srgbClr val="FFFF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/>
          </a:p>
        </p:txBody>
      </p:sp>
      <p:sp>
        <p:nvSpPr>
          <p:cNvPr id="44253" name="Line 629"/>
          <p:cNvSpPr>
            <a:spLocks noChangeShapeType="1"/>
          </p:cNvSpPr>
          <p:nvPr/>
        </p:nvSpPr>
        <p:spPr bwMode="auto">
          <a:xfrm>
            <a:off x="4986338" y="4935538"/>
            <a:ext cx="1376362" cy="1587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54" name="Line 630"/>
          <p:cNvSpPr>
            <a:spLocks noChangeShapeType="1"/>
          </p:cNvSpPr>
          <p:nvPr/>
        </p:nvSpPr>
        <p:spPr bwMode="auto">
          <a:xfrm>
            <a:off x="5216525" y="4935538"/>
            <a:ext cx="11113" cy="158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55" name="Freeform 631"/>
          <p:cNvSpPr>
            <a:spLocks/>
          </p:cNvSpPr>
          <p:nvPr/>
        </p:nvSpPr>
        <p:spPr bwMode="auto">
          <a:xfrm>
            <a:off x="5227638" y="4935538"/>
            <a:ext cx="11112" cy="1587"/>
          </a:xfrm>
          <a:custGeom>
            <a:avLst/>
            <a:gdLst>
              <a:gd name="T0" fmla="*/ 0 w 16"/>
              <a:gd name="T1" fmla="*/ 0 h 1587"/>
              <a:gd name="T2" fmla="*/ 2147483646 w 16"/>
              <a:gd name="T3" fmla="*/ 0 h 1587"/>
              <a:gd name="T4" fmla="*/ 2147483646 w 16"/>
              <a:gd name="T5" fmla="*/ 0 h 1587"/>
              <a:gd name="T6" fmla="*/ 0 60000 65536"/>
              <a:gd name="T7" fmla="*/ 0 60000 65536"/>
              <a:gd name="T8" fmla="*/ 0 60000 65536"/>
              <a:gd name="T9" fmla="*/ 0 w 16"/>
              <a:gd name="T10" fmla="*/ 0 h 1587"/>
              <a:gd name="T11" fmla="*/ 16 w 16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1587">
                <a:moveTo>
                  <a:pt x="0" y="0"/>
                </a:moveTo>
                <a:lnTo>
                  <a:pt x="7" y="0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56" name="Line 632"/>
          <p:cNvSpPr>
            <a:spLocks noChangeShapeType="1"/>
          </p:cNvSpPr>
          <p:nvPr/>
        </p:nvSpPr>
        <p:spPr bwMode="auto">
          <a:xfrm>
            <a:off x="5238750" y="4935538"/>
            <a:ext cx="9525" cy="158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57" name="Freeform 633"/>
          <p:cNvSpPr>
            <a:spLocks/>
          </p:cNvSpPr>
          <p:nvPr/>
        </p:nvSpPr>
        <p:spPr bwMode="auto">
          <a:xfrm>
            <a:off x="5248275" y="4935538"/>
            <a:ext cx="14288" cy="1587"/>
          </a:xfrm>
          <a:custGeom>
            <a:avLst/>
            <a:gdLst>
              <a:gd name="T0" fmla="*/ 0 w 16"/>
              <a:gd name="T1" fmla="*/ 0 h 1587"/>
              <a:gd name="T2" fmla="*/ 2147483646 w 16"/>
              <a:gd name="T3" fmla="*/ 0 h 1587"/>
              <a:gd name="T4" fmla="*/ 2147483646 w 16"/>
              <a:gd name="T5" fmla="*/ 0 h 1587"/>
              <a:gd name="T6" fmla="*/ 0 60000 65536"/>
              <a:gd name="T7" fmla="*/ 0 60000 65536"/>
              <a:gd name="T8" fmla="*/ 0 60000 65536"/>
              <a:gd name="T9" fmla="*/ 0 w 16"/>
              <a:gd name="T10" fmla="*/ 0 h 1587"/>
              <a:gd name="T11" fmla="*/ 16 w 16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1587">
                <a:moveTo>
                  <a:pt x="0" y="0"/>
                </a:moveTo>
                <a:lnTo>
                  <a:pt x="8" y="0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58" name="Freeform 634"/>
          <p:cNvSpPr>
            <a:spLocks/>
          </p:cNvSpPr>
          <p:nvPr/>
        </p:nvSpPr>
        <p:spPr bwMode="auto">
          <a:xfrm>
            <a:off x="5262563" y="4932363"/>
            <a:ext cx="9525" cy="3175"/>
          </a:xfrm>
          <a:custGeom>
            <a:avLst/>
            <a:gdLst>
              <a:gd name="T0" fmla="*/ 0 w 12"/>
              <a:gd name="T1" fmla="*/ 2147483646 h 4"/>
              <a:gd name="T2" fmla="*/ 2147483646 w 12"/>
              <a:gd name="T3" fmla="*/ 0 h 4"/>
              <a:gd name="T4" fmla="*/ 2147483646 w 12"/>
              <a:gd name="T5" fmla="*/ 0 h 4"/>
              <a:gd name="T6" fmla="*/ 0 60000 65536"/>
              <a:gd name="T7" fmla="*/ 0 60000 65536"/>
              <a:gd name="T8" fmla="*/ 0 60000 65536"/>
              <a:gd name="T9" fmla="*/ 0 w 12"/>
              <a:gd name="T10" fmla="*/ 0 h 4"/>
              <a:gd name="T11" fmla="*/ 12 w 12"/>
              <a:gd name="T12" fmla="*/ 4 h 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" h="4">
                <a:moveTo>
                  <a:pt x="0" y="4"/>
                </a:moveTo>
                <a:lnTo>
                  <a:pt x="5" y="0"/>
                </a:lnTo>
                <a:lnTo>
                  <a:pt x="12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59" name="Freeform 635"/>
          <p:cNvSpPr>
            <a:spLocks/>
          </p:cNvSpPr>
          <p:nvPr/>
        </p:nvSpPr>
        <p:spPr bwMode="auto">
          <a:xfrm>
            <a:off x="5272088" y="4932363"/>
            <a:ext cx="12700" cy="1587"/>
          </a:xfrm>
          <a:custGeom>
            <a:avLst/>
            <a:gdLst>
              <a:gd name="T0" fmla="*/ 0 w 17"/>
              <a:gd name="T1" fmla="*/ 0 h 1587"/>
              <a:gd name="T2" fmla="*/ 2147483646 w 17"/>
              <a:gd name="T3" fmla="*/ 0 h 1587"/>
              <a:gd name="T4" fmla="*/ 2147483646 w 17"/>
              <a:gd name="T5" fmla="*/ 0 h 1587"/>
              <a:gd name="T6" fmla="*/ 0 60000 65536"/>
              <a:gd name="T7" fmla="*/ 0 60000 65536"/>
              <a:gd name="T8" fmla="*/ 0 60000 65536"/>
              <a:gd name="T9" fmla="*/ 0 w 17"/>
              <a:gd name="T10" fmla="*/ 0 h 1587"/>
              <a:gd name="T11" fmla="*/ 17 w 17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1587">
                <a:moveTo>
                  <a:pt x="0" y="0"/>
                </a:moveTo>
                <a:lnTo>
                  <a:pt x="9" y="0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60" name="Line 636"/>
          <p:cNvSpPr>
            <a:spLocks noChangeShapeType="1"/>
          </p:cNvSpPr>
          <p:nvPr/>
        </p:nvSpPr>
        <p:spPr bwMode="auto">
          <a:xfrm>
            <a:off x="5284788" y="4932363"/>
            <a:ext cx="9525" cy="158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61" name="Freeform 637"/>
          <p:cNvSpPr>
            <a:spLocks/>
          </p:cNvSpPr>
          <p:nvPr/>
        </p:nvSpPr>
        <p:spPr bwMode="auto">
          <a:xfrm>
            <a:off x="5294313" y="4927600"/>
            <a:ext cx="12700" cy="4763"/>
          </a:xfrm>
          <a:custGeom>
            <a:avLst/>
            <a:gdLst>
              <a:gd name="T0" fmla="*/ 0 w 17"/>
              <a:gd name="T1" fmla="*/ 2147483646 h 5"/>
              <a:gd name="T2" fmla="*/ 2147483646 w 17"/>
              <a:gd name="T3" fmla="*/ 0 h 5"/>
              <a:gd name="T4" fmla="*/ 2147483646 w 17"/>
              <a:gd name="T5" fmla="*/ 0 h 5"/>
              <a:gd name="T6" fmla="*/ 0 60000 65536"/>
              <a:gd name="T7" fmla="*/ 0 60000 65536"/>
              <a:gd name="T8" fmla="*/ 0 60000 65536"/>
              <a:gd name="T9" fmla="*/ 0 w 17"/>
              <a:gd name="T10" fmla="*/ 0 h 5"/>
              <a:gd name="T11" fmla="*/ 17 w 17"/>
              <a:gd name="T12" fmla="*/ 5 h 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5">
                <a:moveTo>
                  <a:pt x="0" y="5"/>
                </a:moveTo>
                <a:lnTo>
                  <a:pt x="8" y="0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62" name="Line 638"/>
          <p:cNvSpPr>
            <a:spLocks noChangeShapeType="1"/>
          </p:cNvSpPr>
          <p:nvPr/>
        </p:nvSpPr>
        <p:spPr bwMode="auto">
          <a:xfrm>
            <a:off x="5307013" y="4927600"/>
            <a:ext cx="9525" cy="1588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63" name="Line 639"/>
          <p:cNvSpPr>
            <a:spLocks noChangeShapeType="1"/>
          </p:cNvSpPr>
          <p:nvPr/>
        </p:nvSpPr>
        <p:spPr bwMode="auto">
          <a:xfrm flipV="1">
            <a:off x="5316538" y="4924425"/>
            <a:ext cx="14287" cy="317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64" name="Line 640"/>
          <p:cNvSpPr>
            <a:spLocks noChangeShapeType="1"/>
          </p:cNvSpPr>
          <p:nvPr/>
        </p:nvSpPr>
        <p:spPr bwMode="auto">
          <a:xfrm flipV="1">
            <a:off x="5330825" y="4922838"/>
            <a:ext cx="12700" cy="158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65" name="Line 641"/>
          <p:cNvSpPr>
            <a:spLocks noChangeShapeType="1"/>
          </p:cNvSpPr>
          <p:nvPr/>
        </p:nvSpPr>
        <p:spPr bwMode="auto">
          <a:xfrm flipV="1">
            <a:off x="5343525" y="4914900"/>
            <a:ext cx="9525" cy="7938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66" name="Freeform 642"/>
          <p:cNvSpPr>
            <a:spLocks/>
          </p:cNvSpPr>
          <p:nvPr/>
        </p:nvSpPr>
        <p:spPr bwMode="auto">
          <a:xfrm>
            <a:off x="5353050" y="4908550"/>
            <a:ext cx="12700" cy="6350"/>
          </a:xfrm>
          <a:custGeom>
            <a:avLst/>
            <a:gdLst>
              <a:gd name="T0" fmla="*/ 0 w 17"/>
              <a:gd name="T1" fmla="*/ 2147483646 h 9"/>
              <a:gd name="T2" fmla="*/ 2147483646 w 17"/>
              <a:gd name="T3" fmla="*/ 2147483646 h 9"/>
              <a:gd name="T4" fmla="*/ 2147483646 w 17"/>
              <a:gd name="T5" fmla="*/ 0 h 9"/>
              <a:gd name="T6" fmla="*/ 0 60000 65536"/>
              <a:gd name="T7" fmla="*/ 0 60000 65536"/>
              <a:gd name="T8" fmla="*/ 0 60000 65536"/>
              <a:gd name="T9" fmla="*/ 0 w 17"/>
              <a:gd name="T10" fmla="*/ 0 h 9"/>
              <a:gd name="T11" fmla="*/ 17 w 17"/>
              <a:gd name="T12" fmla="*/ 9 h 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9">
                <a:moveTo>
                  <a:pt x="0" y="9"/>
                </a:moveTo>
                <a:lnTo>
                  <a:pt x="9" y="6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67" name="Line 643"/>
          <p:cNvSpPr>
            <a:spLocks noChangeShapeType="1"/>
          </p:cNvSpPr>
          <p:nvPr/>
        </p:nvSpPr>
        <p:spPr bwMode="auto">
          <a:xfrm flipV="1">
            <a:off x="5365750" y="4902200"/>
            <a:ext cx="9525" cy="6350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68" name="Freeform 644"/>
          <p:cNvSpPr>
            <a:spLocks/>
          </p:cNvSpPr>
          <p:nvPr/>
        </p:nvSpPr>
        <p:spPr bwMode="auto">
          <a:xfrm>
            <a:off x="5375275" y="4892675"/>
            <a:ext cx="14288" cy="9525"/>
          </a:xfrm>
          <a:custGeom>
            <a:avLst/>
            <a:gdLst>
              <a:gd name="T0" fmla="*/ 0 w 17"/>
              <a:gd name="T1" fmla="*/ 2147483646 h 13"/>
              <a:gd name="T2" fmla="*/ 2147483646 w 17"/>
              <a:gd name="T3" fmla="*/ 2147483646 h 13"/>
              <a:gd name="T4" fmla="*/ 2147483646 w 17"/>
              <a:gd name="T5" fmla="*/ 0 h 13"/>
              <a:gd name="T6" fmla="*/ 0 60000 65536"/>
              <a:gd name="T7" fmla="*/ 0 60000 65536"/>
              <a:gd name="T8" fmla="*/ 0 60000 65536"/>
              <a:gd name="T9" fmla="*/ 0 w 17"/>
              <a:gd name="T10" fmla="*/ 0 h 13"/>
              <a:gd name="T11" fmla="*/ 17 w 17"/>
              <a:gd name="T12" fmla="*/ 13 h 1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13">
                <a:moveTo>
                  <a:pt x="0" y="13"/>
                </a:moveTo>
                <a:lnTo>
                  <a:pt x="8" y="8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69" name="Line 645"/>
          <p:cNvSpPr>
            <a:spLocks noChangeShapeType="1"/>
          </p:cNvSpPr>
          <p:nvPr/>
        </p:nvSpPr>
        <p:spPr bwMode="auto">
          <a:xfrm flipV="1">
            <a:off x="5389563" y="4878388"/>
            <a:ext cx="9525" cy="1428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70" name="Freeform 646"/>
          <p:cNvSpPr>
            <a:spLocks/>
          </p:cNvSpPr>
          <p:nvPr/>
        </p:nvSpPr>
        <p:spPr bwMode="auto">
          <a:xfrm>
            <a:off x="5399088" y="4865688"/>
            <a:ext cx="12700" cy="12700"/>
          </a:xfrm>
          <a:custGeom>
            <a:avLst/>
            <a:gdLst>
              <a:gd name="T0" fmla="*/ 0 w 16"/>
              <a:gd name="T1" fmla="*/ 2147483646 h 17"/>
              <a:gd name="T2" fmla="*/ 2147483646 w 16"/>
              <a:gd name="T3" fmla="*/ 2147483646 h 17"/>
              <a:gd name="T4" fmla="*/ 2147483646 w 16"/>
              <a:gd name="T5" fmla="*/ 0 h 17"/>
              <a:gd name="T6" fmla="*/ 0 60000 65536"/>
              <a:gd name="T7" fmla="*/ 0 60000 65536"/>
              <a:gd name="T8" fmla="*/ 0 60000 65536"/>
              <a:gd name="T9" fmla="*/ 0 w 16"/>
              <a:gd name="T10" fmla="*/ 0 h 17"/>
              <a:gd name="T11" fmla="*/ 16 w 16"/>
              <a:gd name="T12" fmla="*/ 17 h 1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17">
                <a:moveTo>
                  <a:pt x="0" y="17"/>
                </a:moveTo>
                <a:lnTo>
                  <a:pt x="8" y="8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71" name="Line 647"/>
          <p:cNvSpPr>
            <a:spLocks noChangeShapeType="1"/>
          </p:cNvSpPr>
          <p:nvPr/>
        </p:nvSpPr>
        <p:spPr bwMode="auto">
          <a:xfrm flipV="1">
            <a:off x="5411788" y="4848225"/>
            <a:ext cx="9525" cy="17463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72" name="Freeform 648"/>
          <p:cNvSpPr>
            <a:spLocks/>
          </p:cNvSpPr>
          <p:nvPr/>
        </p:nvSpPr>
        <p:spPr bwMode="auto">
          <a:xfrm>
            <a:off x="5421313" y="4827588"/>
            <a:ext cx="12700" cy="20637"/>
          </a:xfrm>
          <a:custGeom>
            <a:avLst/>
            <a:gdLst>
              <a:gd name="T0" fmla="*/ 0 w 17"/>
              <a:gd name="T1" fmla="*/ 2147483646 h 26"/>
              <a:gd name="T2" fmla="*/ 2147483646 w 17"/>
              <a:gd name="T3" fmla="*/ 2147483646 h 26"/>
              <a:gd name="T4" fmla="*/ 2147483646 w 17"/>
              <a:gd name="T5" fmla="*/ 0 h 26"/>
              <a:gd name="T6" fmla="*/ 0 60000 65536"/>
              <a:gd name="T7" fmla="*/ 0 60000 65536"/>
              <a:gd name="T8" fmla="*/ 0 60000 65536"/>
              <a:gd name="T9" fmla="*/ 0 w 17"/>
              <a:gd name="T10" fmla="*/ 0 h 26"/>
              <a:gd name="T11" fmla="*/ 17 w 17"/>
              <a:gd name="T12" fmla="*/ 26 h 2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26">
                <a:moveTo>
                  <a:pt x="0" y="26"/>
                </a:moveTo>
                <a:lnTo>
                  <a:pt x="9" y="13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73" name="Freeform 649"/>
          <p:cNvSpPr>
            <a:spLocks/>
          </p:cNvSpPr>
          <p:nvPr/>
        </p:nvSpPr>
        <p:spPr bwMode="auto">
          <a:xfrm>
            <a:off x="5434013" y="4800600"/>
            <a:ext cx="9525" cy="26988"/>
          </a:xfrm>
          <a:custGeom>
            <a:avLst/>
            <a:gdLst>
              <a:gd name="T0" fmla="*/ 0 w 12"/>
              <a:gd name="T1" fmla="*/ 2147483646 h 34"/>
              <a:gd name="T2" fmla="*/ 2147483646 w 12"/>
              <a:gd name="T3" fmla="*/ 2147483646 h 34"/>
              <a:gd name="T4" fmla="*/ 2147483646 w 12"/>
              <a:gd name="T5" fmla="*/ 0 h 34"/>
              <a:gd name="T6" fmla="*/ 0 60000 65536"/>
              <a:gd name="T7" fmla="*/ 0 60000 65536"/>
              <a:gd name="T8" fmla="*/ 0 60000 65536"/>
              <a:gd name="T9" fmla="*/ 0 w 12"/>
              <a:gd name="T10" fmla="*/ 0 h 34"/>
              <a:gd name="T11" fmla="*/ 12 w 12"/>
              <a:gd name="T12" fmla="*/ 34 h 3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" h="34">
                <a:moveTo>
                  <a:pt x="0" y="34"/>
                </a:moveTo>
                <a:lnTo>
                  <a:pt x="4" y="17"/>
                </a:lnTo>
                <a:lnTo>
                  <a:pt x="12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74" name="Freeform 650"/>
          <p:cNvSpPr>
            <a:spLocks/>
          </p:cNvSpPr>
          <p:nvPr/>
        </p:nvSpPr>
        <p:spPr bwMode="auto">
          <a:xfrm>
            <a:off x="5443538" y="4773613"/>
            <a:ext cx="14287" cy="26987"/>
          </a:xfrm>
          <a:custGeom>
            <a:avLst/>
            <a:gdLst>
              <a:gd name="T0" fmla="*/ 0 w 17"/>
              <a:gd name="T1" fmla="*/ 2147483646 h 34"/>
              <a:gd name="T2" fmla="*/ 2147483646 w 17"/>
              <a:gd name="T3" fmla="*/ 2147483646 h 34"/>
              <a:gd name="T4" fmla="*/ 2147483646 w 17"/>
              <a:gd name="T5" fmla="*/ 0 h 34"/>
              <a:gd name="T6" fmla="*/ 0 60000 65536"/>
              <a:gd name="T7" fmla="*/ 0 60000 65536"/>
              <a:gd name="T8" fmla="*/ 0 60000 65536"/>
              <a:gd name="T9" fmla="*/ 0 w 17"/>
              <a:gd name="T10" fmla="*/ 0 h 34"/>
              <a:gd name="T11" fmla="*/ 17 w 17"/>
              <a:gd name="T12" fmla="*/ 34 h 3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34">
                <a:moveTo>
                  <a:pt x="0" y="34"/>
                </a:moveTo>
                <a:lnTo>
                  <a:pt x="8" y="16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75" name="Line 651"/>
          <p:cNvSpPr>
            <a:spLocks noChangeShapeType="1"/>
          </p:cNvSpPr>
          <p:nvPr/>
        </p:nvSpPr>
        <p:spPr bwMode="auto">
          <a:xfrm flipV="1">
            <a:off x="5457825" y="4738688"/>
            <a:ext cx="9525" cy="3492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76" name="Freeform 652"/>
          <p:cNvSpPr>
            <a:spLocks/>
          </p:cNvSpPr>
          <p:nvPr/>
        </p:nvSpPr>
        <p:spPr bwMode="auto">
          <a:xfrm>
            <a:off x="5467350" y="4702175"/>
            <a:ext cx="12700" cy="36513"/>
          </a:xfrm>
          <a:custGeom>
            <a:avLst/>
            <a:gdLst>
              <a:gd name="T0" fmla="*/ 0 w 15"/>
              <a:gd name="T1" fmla="*/ 2147483646 h 47"/>
              <a:gd name="T2" fmla="*/ 2147483646 w 15"/>
              <a:gd name="T3" fmla="*/ 2147483646 h 47"/>
              <a:gd name="T4" fmla="*/ 2147483646 w 15"/>
              <a:gd name="T5" fmla="*/ 0 h 47"/>
              <a:gd name="T6" fmla="*/ 0 60000 65536"/>
              <a:gd name="T7" fmla="*/ 0 60000 65536"/>
              <a:gd name="T8" fmla="*/ 0 60000 65536"/>
              <a:gd name="T9" fmla="*/ 0 w 15"/>
              <a:gd name="T10" fmla="*/ 0 h 47"/>
              <a:gd name="T11" fmla="*/ 15 w 15"/>
              <a:gd name="T12" fmla="*/ 47 h 4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47">
                <a:moveTo>
                  <a:pt x="0" y="47"/>
                </a:moveTo>
                <a:lnTo>
                  <a:pt x="8" y="27"/>
                </a:lnTo>
                <a:lnTo>
                  <a:pt x="15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77" name="Line 653"/>
          <p:cNvSpPr>
            <a:spLocks noChangeShapeType="1"/>
          </p:cNvSpPr>
          <p:nvPr/>
        </p:nvSpPr>
        <p:spPr bwMode="auto">
          <a:xfrm flipV="1">
            <a:off x="5480050" y="4659313"/>
            <a:ext cx="9525" cy="42862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78" name="Line 654"/>
          <p:cNvSpPr>
            <a:spLocks noChangeShapeType="1"/>
          </p:cNvSpPr>
          <p:nvPr/>
        </p:nvSpPr>
        <p:spPr bwMode="auto">
          <a:xfrm flipV="1">
            <a:off x="5489575" y="4611688"/>
            <a:ext cx="12700" cy="4762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79" name="Freeform 655"/>
          <p:cNvSpPr>
            <a:spLocks/>
          </p:cNvSpPr>
          <p:nvPr/>
        </p:nvSpPr>
        <p:spPr bwMode="auto">
          <a:xfrm>
            <a:off x="5502275" y="4564063"/>
            <a:ext cx="12700" cy="47625"/>
          </a:xfrm>
          <a:custGeom>
            <a:avLst/>
            <a:gdLst>
              <a:gd name="T0" fmla="*/ 0 w 17"/>
              <a:gd name="T1" fmla="*/ 2147483646 h 59"/>
              <a:gd name="T2" fmla="*/ 2147483646 w 17"/>
              <a:gd name="T3" fmla="*/ 2147483646 h 59"/>
              <a:gd name="T4" fmla="*/ 2147483646 w 17"/>
              <a:gd name="T5" fmla="*/ 0 h 59"/>
              <a:gd name="T6" fmla="*/ 0 60000 65536"/>
              <a:gd name="T7" fmla="*/ 0 60000 65536"/>
              <a:gd name="T8" fmla="*/ 0 60000 65536"/>
              <a:gd name="T9" fmla="*/ 0 w 17"/>
              <a:gd name="T10" fmla="*/ 0 h 59"/>
              <a:gd name="T11" fmla="*/ 17 w 17"/>
              <a:gd name="T12" fmla="*/ 59 h 5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59">
                <a:moveTo>
                  <a:pt x="0" y="59"/>
                </a:moveTo>
                <a:lnTo>
                  <a:pt x="8" y="29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80" name="Line 656"/>
          <p:cNvSpPr>
            <a:spLocks noChangeShapeType="1"/>
          </p:cNvSpPr>
          <p:nvPr/>
        </p:nvSpPr>
        <p:spPr bwMode="auto">
          <a:xfrm flipV="1">
            <a:off x="5514975" y="4510088"/>
            <a:ext cx="9525" cy="5397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81" name="Freeform 657"/>
          <p:cNvSpPr>
            <a:spLocks/>
          </p:cNvSpPr>
          <p:nvPr/>
        </p:nvSpPr>
        <p:spPr bwMode="auto">
          <a:xfrm>
            <a:off x="5524500" y="4452938"/>
            <a:ext cx="14288" cy="57150"/>
          </a:xfrm>
          <a:custGeom>
            <a:avLst/>
            <a:gdLst>
              <a:gd name="T0" fmla="*/ 0 w 16"/>
              <a:gd name="T1" fmla="*/ 2147483646 h 73"/>
              <a:gd name="T2" fmla="*/ 2147483646 w 16"/>
              <a:gd name="T3" fmla="*/ 2147483646 h 73"/>
              <a:gd name="T4" fmla="*/ 2147483646 w 16"/>
              <a:gd name="T5" fmla="*/ 0 h 73"/>
              <a:gd name="T6" fmla="*/ 0 60000 65536"/>
              <a:gd name="T7" fmla="*/ 0 60000 65536"/>
              <a:gd name="T8" fmla="*/ 0 60000 65536"/>
              <a:gd name="T9" fmla="*/ 0 w 16"/>
              <a:gd name="T10" fmla="*/ 0 h 73"/>
              <a:gd name="T11" fmla="*/ 16 w 16"/>
              <a:gd name="T12" fmla="*/ 73 h 7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73">
                <a:moveTo>
                  <a:pt x="0" y="73"/>
                </a:moveTo>
                <a:lnTo>
                  <a:pt x="8" y="38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82" name="Line 658"/>
          <p:cNvSpPr>
            <a:spLocks noChangeShapeType="1"/>
          </p:cNvSpPr>
          <p:nvPr/>
        </p:nvSpPr>
        <p:spPr bwMode="auto">
          <a:xfrm flipV="1">
            <a:off x="5538788" y="4392613"/>
            <a:ext cx="9525" cy="6032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83" name="Freeform 659"/>
          <p:cNvSpPr>
            <a:spLocks/>
          </p:cNvSpPr>
          <p:nvPr/>
        </p:nvSpPr>
        <p:spPr bwMode="auto">
          <a:xfrm>
            <a:off x="5548313" y="4332288"/>
            <a:ext cx="12700" cy="60325"/>
          </a:xfrm>
          <a:custGeom>
            <a:avLst/>
            <a:gdLst>
              <a:gd name="T0" fmla="*/ 0 w 17"/>
              <a:gd name="T1" fmla="*/ 2147483646 h 78"/>
              <a:gd name="T2" fmla="*/ 2147483646 w 17"/>
              <a:gd name="T3" fmla="*/ 2147483646 h 78"/>
              <a:gd name="T4" fmla="*/ 2147483646 w 17"/>
              <a:gd name="T5" fmla="*/ 0 h 78"/>
              <a:gd name="T6" fmla="*/ 0 60000 65536"/>
              <a:gd name="T7" fmla="*/ 0 60000 65536"/>
              <a:gd name="T8" fmla="*/ 0 60000 65536"/>
              <a:gd name="T9" fmla="*/ 0 w 17"/>
              <a:gd name="T10" fmla="*/ 0 h 78"/>
              <a:gd name="T11" fmla="*/ 17 w 17"/>
              <a:gd name="T12" fmla="*/ 78 h 7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78">
                <a:moveTo>
                  <a:pt x="0" y="78"/>
                </a:moveTo>
                <a:lnTo>
                  <a:pt x="9" y="38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84" name="Line 660"/>
          <p:cNvSpPr>
            <a:spLocks noChangeShapeType="1"/>
          </p:cNvSpPr>
          <p:nvPr/>
        </p:nvSpPr>
        <p:spPr bwMode="auto">
          <a:xfrm flipV="1">
            <a:off x="5561013" y="4275138"/>
            <a:ext cx="9525" cy="57150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85" name="Freeform 661"/>
          <p:cNvSpPr>
            <a:spLocks/>
          </p:cNvSpPr>
          <p:nvPr/>
        </p:nvSpPr>
        <p:spPr bwMode="auto">
          <a:xfrm>
            <a:off x="5570538" y="4214813"/>
            <a:ext cx="12700" cy="60325"/>
          </a:xfrm>
          <a:custGeom>
            <a:avLst/>
            <a:gdLst>
              <a:gd name="T0" fmla="*/ 0 w 17"/>
              <a:gd name="T1" fmla="*/ 2147483646 h 76"/>
              <a:gd name="T2" fmla="*/ 2147483646 w 17"/>
              <a:gd name="T3" fmla="*/ 2147483646 h 76"/>
              <a:gd name="T4" fmla="*/ 2147483646 w 17"/>
              <a:gd name="T5" fmla="*/ 0 h 76"/>
              <a:gd name="T6" fmla="*/ 0 60000 65536"/>
              <a:gd name="T7" fmla="*/ 0 60000 65536"/>
              <a:gd name="T8" fmla="*/ 0 60000 65536"/>
              <a:gd name="T9" fmla="*/ 0 w 17"/>
              <a:gd name="T10" fmla="*/ 0 h 76"/>
              <a:gd name="T11" fmla="*/ 17 w 17"/>
              <a:gd name="T12" fmla="*/ 76 h 7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76">
                <a:moveTo>
                  <a:pt x="0" y="76"/>
                </a:moveTo>
                <a:lnTo>
                  <a:pt x="8" y="38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86" name="Freeform 662"/>
          <p:cNvSpPr>
            <a:spLocks/>
          </p:cNvSpPr>
          <p:nvPr/>
        </p:nvSpPr>
        <p:spPr bwMode="auto">
          <a:xfrm>
            <a:off x="5583238" y="4160838"/>
            <a:ext cx="9525" cy="53975"/>
          </a:xfrm>
          <a:custGeom>
            <a:avLst/>
            <a:gdLst>
              <a:gd name="T0" fmla="*/ 0 w 12"/>
              <a:gd name="T1" fmla="*/ 2147483646 h 68"/>
              <a:gd name="T2" fmla="*/ 2147483646 w 12"/>
              <a:gd name="T3" fmla="*/ 2147483646 h 68"/>
              <a:gd name="T4" fmla="*/ 2147483646 w 12"/>
              <a:gd name="T5" fmla="*/ 0 h 68"/>
              <a:gd name="T6" fmla="*/ 0 60000 65536"/>
              <a:gd name="T7" fmla="*/ 0 60000 65536"/>
              <a:gd name="T8" fmla="*/ 0 60000 65536"/>
              <a:gd name="T9" fmla="*/ 0 w 12"/>
              <a:gd name="T10" fmla="*/ 0 h 68"/>
              <a:gd name="T11" fmla="*/ 12 w 12"/>
              <a:gd name="T12" fmla="*/ 68 h 6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" h="68">
                <a:moveTo>
                  <a:pt x="0" y="68"/>
                </a:moveTo>
                <a:lnTo>
                  <a:pt x="3" y="34"/>
                </a:lnTo>
                <a:lnTo>
                  <a:pt x="12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87" name="Freeform 663"/>
          <p:cNvSpPr>
            <a:spLocks/>
          </p:cNvSpPr>
          <p:nvPr/>
        </p:nvSpPr>
        <p:spPr bwMode="auto">
          <a:xfrm>
            <a:off x="5592763" y="4105275"/>
            <a:ext cx="14287" cy="55563"/>
          </a:xfrm>
          <a:custGeom>
            <a:avLst/>
            <a:gdLst>
              <a:gd name="T0" fmla="*/ 0 w 16"/>
              <a:gd name="T1" fmla="*/ 2147483646 h 68"/>
              <a:gd name="T2" fmla="*/ 2147483646 w 16"/>
              <a:gd name="T3" fmla="*/ 2147483646 h 68"/>
              <a:gd name="T4" fmla="*/ 2147483646 w 16"/>
              <a:gd name="T5" fmla="*/ 0 h 68"/>
              <a:gd name="T6" fmla="*/ 0 60000 65536"/>
              <a:gd name="T7" fmla="*/ 0 60000 65536"/>
              <a:gd name="T8" fmla="*/ 0 60000 65536"/>
              <a:gd name="T9" fmla="*/ 0 w 16"/>
              <a:gd name="T10" fmla="*/ 0 h 68"/>
              <a:gd name="T11" fmla="*/ 16 w 16"/>
              <a:gd name="T12" fmla="*/ 68 h 6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68">
                <a:moveTo>
                  <a:pt x="0" y="68"/>
                </a:moveTo>
                <a:lnTo>
                  <a:pt x="8" y="34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88" name="Line 664"/>
          <p:cNvSpPr>
            <a:spLocks noChangeShapeType="1"/>
          </p:cNvSpPr>
          <p:nvPr/>
        </p:nvSpPr>
        <p:spPr bwMode="auto">
          <a:xfrm flipV="1">
            <a:off x="5607050" y="4059238"/>
            <a:ext cx="9525" cy="4603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89" name="Freeform 665"/>
          <p:cNvSpPr>
            <a:spLocks/>
          </p:cNvSpPr>
          <p:nvPr/>
        </p:nvSpPr>
        <p:spPr bwMode="auto">
          <a:xfrm>
            <a:off x="5616575" y="4017963"/>
            <a:ext cx="12700" cy="41275"/>
          </a:xfrm>
          <a:custGeom>
            <a:avLst/>
            <a:gdLst>
              <a:gd name="T0" fmla="*/ 0 w 17"/>
              <a:gd name="T1" fmla="*/ 2147483646 h 50"/>
              <a:gd name="T2" fmla="*/ 2147483646 w 17"/>
              <a:gd name="T3" fmla="*/ 2147483646 h 50"/>
              <a:gd name="T4" fmla="*/ 2147483646 w 17"/>
              <a:gd name="T5" fmla="*/ 0 h 50"/>
              <a:gd name="T6" fmla="*/ 0 60000 65536"/>
              <a:gd name="T7" fmla="*/ 0 60000 65536"/>
              <a:gd name="T8" fmla="*/ 0 60000 65536"/>
              <a:gd name="T9" fmla="*/ 0 w 17"/>
              <a:gd name="T10" fmla="*/ 0 h 50"/>
              <a:gd name="T11" fmla="*/ 17 w 17"/>
              <a:gd name="T12" fmla="*/ 50 h 5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50">
                <a:moveTo>
                  <a:pt x="0" y="50"/>
                </a:moveTo>
                <a:lnTo>
                  <a:pt x="9" y="25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90" name="Freeform 666"/>
          <p:cNvSpPr>
            <a:spLocks/>
          </p:cNvSpPr>
          <p:nvPr/>
        </p:nvSpPr>
        <p:spPr bwMode="auto">
          <a:xfrm>
            <a:off x="5629275" y="3987800"/>
            <a:ext cx="9525" cy="30163"/>
          </a:xfrm>
          <a:custGeom>
            <a:avLst/>
            <a:gdLst>
              <a:gd name="T0" fmla="*/ 0 w 12"/>
              <a:gd name="T1" fmla="*/ 2147483646 h 38"/>
              <a:gd name="T2" fmla="*/ 2147483646 w 12"/>
              <a:gd name="T3" fmla="*/ 2147483646 h 38"/>
              <a:gd name="T4" fmla="*/ 2147483646 w 12"/>
              <a:gd name="T5" fmla="*/ 0 h 38"/>
              <a:gd name="T6" fmla="*/ 0 60000 65536"/>
              <a:gd name="T7" fmla="*/ 0 60000 65536"/>
              <a:gd name="T8" fmla="*/ 0 60000 65536"/>
              <a:gd name="T9" fmla="*/ 0 w 12"/>
              <a:gd name="T10" fmla="*/ 0 h 38"/>
              <a:gd name="T11" fmla="*/ 12 w 12"/>
              <a:gd name="T12" fmla="*/ 38 h 3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" h="38">
                <a:moveTo>
                  <a:pt x="0" y="38"/>
                </a:moveTo>
                <a:lnTo>
                  <a:pt x="4" y="16"/>
                </a:lnTo>
                <a:lnTo>
                  <a:pt x="12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91" name="Freeform 667"/>
          <p:cNvSpPr>
            <a:spLocks/>
          </p:cNvSpPr>
          <p:nvPr/>
        </p:nvSpPr>
        <p:spPr bwMode="auto">
          <a:xfrm>
            <a:off x="5638800" y="3960813"/>
            <a:ext cx="12700" cy="26987"/>
          </a:xfrm>
          <a:custGeom>
            <a:avLst/>
            <a:gdLst>
              <a:gd name="T0" fmla="*/ 0 w 17"/>
              <a:gd name="T1" fmla="*/ 2147483646 h 34"/>
              <a:gd name="T2" fmla="*/ 2147483646 w 17"/>
              <a:gd name="T3" fmla="*/ 2147483646 h 34"/>
              <a:gd name="T4" fmla="*/ 2147483646 w 17"/>
              <a:gd name="T5" fmla="*/ 0 h 34"/>
              <a:gd name="T6" fmla="*/ 0 60000 65536"/>
              <a:gd name="T7" fmla="*/ 0 60000 65536"/>
              <a:gd name="T8" fmla="*/ 0 60000 65536"/>
              <a:gd name="T9" fmla="*/ 0 w 17"/>
              <a:gd name="T10" fmla="*/ 0 h 34"/>
              <a:gd name="T11" fmla="*/ 17 w 17"/>
              <a:gd name="T12" fmla="*/ 34 h 3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34">
                <a:moveTo>
                  <a:pt x="0" y="34"/>
                </a:moveTo>
                <a:lnTo>
                  <a:pt x="8" y="16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92" name="Freeform 668"/>
          <p:cNvSpPr>
            <a:spLocks/>
          </p:cNvSpPr>
          <p:nvPr/>
        </p:nvSpPr>
        <p:spPr bwMode="auto">
          <a:xfrm>
            <a:off x="5651500" y="3946525"/>
            <a:ext cx="9525" cy="14288"/>
          </a:xfrm>
          <a:custGeom>
            <a:avLst/>
            <a:gdLst>
              <a:gd name="T0" fmla="*/ 0 w 12"/>
              <a:gd name="T1" fmla="*/ 2147483646 h 18"/>
              <a:gd name="T2" fmla="*/ 2147483646 w 12"/>
              <a:gd name="T3" fmla="*/ 2147483646 h 18"/>
              <a:gd name="T4" fmla="*/ 2147483646 w 12"/>
              <a:gd name="T5" fmla="*/ 0 h 18"/>
              <a:gd name="T6" fmla="*/ 0 60000 65536"/>
              <a:gd name="T7" fmla="*/ 0 60000 65536"/>
              <a:gd name="T8" fmla="*/ 0 60000 65536"/>
              <a:gd name="T9" fmla="*/ 0 w 12"/>
              <a:gd name="T10" fmla="*/ 0 h 18"/>
              <a:gd name="T11" fmla="*/ 12 w 12"/>
              <a:gd name="T12" fmla="*/ 18 h 1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" h="18">
                <a:moveTo>
                  <a:pt x="0" y="18"/>
                </a:moveTo>
                <a:lnTo>
                  <a:pt x="3" y="9"/>
                </a:lnTo>
                <a:lnTo>
                  <a:pt x="12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93" name="Freeform 669"/>
          <p:cNvSpPr>
            <a:spLocks/>
          </p:cNvSpPr>
          <p:nvPr/>
        </p:nvSpPr>
        <p:spPr bwMode="auto">
          <a:xfrm>
            <a:off x="5661025" y="3944938"/>
            <a:ext cx="14288" cy="1587"/>
          </a:xfrm>
          <a:custGeom>
            <a:avLst/>
            <a:gdLst>
              <a:gd name="T0" fmla="*/ 0 w 16"/>
              <a:gd name="T1" fmla="*/ 2147483646 h 4"/>
              <a:gd name="T2" fmla="*/ 2147483646 w 16"/>
              <a:gd name="T3" fmla="*/ 0 h 4"/>
              <a:gd name="T4" fmla="*/ 2147483646 w 16"/>
              <a:gd name="T5" fmla="*/ 0 h 4"/>
              <a:gd name="T6" fmla="*/ 0 60000 65536"/>
              <a:gd name="T7" fmla="*/ 0 60000 65536"/>
              <a:gd name="T8" fmla="*/ 0 60000 65536"/>
              <a:gd name="T9" fmla="*/ 0 w 16"/>
              <a:gd name="T10" fmla="*/ 0 h 4"/>
              <a:gd name="T11" fmla="*/ 16 w 16"/>
              <a:gd name="T12" fmla="*/ 4 h 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4">
                <a:moveTo>
                  <a:pt x="0" y="4"/>
                </a:moveTo>
                <a:lnTo>
                  <a:pt x="8" y="0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94" name="Freeform 670"/>
          <p:cNvSpPr>
            <a:spLocks/>
          </p:cNvSpPr>
          <p:nvPr/>
        </p:nvSpPr>
        <p:spPr bwMode="auto">
          <a:xfrm>
            <a:off x="5675313" y="3944938"/>
            <a:ext cx="12700" cy="1587"/>
          </a:xfrm>
          <a:custGeom>
            <a:avLst/>
            <a:gdLst>
              <a:gd name="T0" fmla="*/ 0 w 16"/>
              <a:gd name="T1" fmla="*/ 0 h 4"/>
              <a:gd name="T2" fmla="*/ 2147483646 w 16"/>
              <a:gd name="T3" fmla="*/ 0 h 4"/>
              <a:gd name="T4" fmla="*/ 2147483646 w 16"/>
              <a:gd name="T5" fmla="*/ 2147483646 h 4"/>
              <a:gd name="T6" fmla="*/ 0 60000 65536"/>
              <a:gd name="T7" fmla="*/ 0 60000 65536"/>
              <a:gd name="T8" fmla="*/ 0 60000 65536"/>
              <a:gd name="T9" fmla="*/ 0 w 16"/>
              <a:gd name="T10" fmla="*/ 0 h 4"/>
              <a:gd name="T11" fmla="*/ 16 w 16"/>
              <a:gd name="T12" fmla="*/ 4 h 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4">
                <a:moveTo>
                  <a:pt x="0" y="0"/>
                </a:moveTo>
                <a:lnTo>
                  <a:pt x="9" y="0"/>
                </a:lnTo>
                <a:lnTo>
                  <a:pt x="16" y="4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95" name="Freeform 671"/>
          <p:cNvSpPr>
            <a:spLocks/>
          </p:cNvSpPr>
          <p:nvPr/>
        </p:nvSpPr>
        <p:spPr bwMode="auto">
          <a:xfrm>
            <a:off x="5688013" y="3946525"/>
            <a:ext cx="9525" cy="14288"/>
          </a:xfrm>
          <a:custGeom>
            <a:avLst/>
            <a:gdLst>
              <a:gd name="T0" fmla="*/ 0 w 13"/>
              <a:gd name="T1" fmla="*/ 0 h 18"/>
              <a:gd name="T2" fmla="*/ 2147483646 w 13"/>
              <a:gd name="T3" fmla="*/ 2147483646 h 18"/>
              <a:gd name="T4" fmla="*/ 2147483646 w 13"/>
              <a:gd name="T5" fmla="*/ 2147483646 h 18"/>
              <a:gd name="T6" fmla="*/ 0 60000 65536"/>
              <a:gd name="T7" fmla="*/ 0 60000 65536"/>
              <a:gd name="T8" fmla="*/ 0 60000 65536"/>
              <a:gd name="T9" fmla="*/ 0 w 13"/>
              <a:gd name="T10" fmla="*/ 0 h 18"/>
              <a:gd name="T11" fmla="*/ 13 w 13"/>
              <a:gd name="T12" fmla="*/ 18 h 1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3" h="18">
                <a:moveTo>
                  <a:pt x="0" y="0"/>
                </a:moveTo>
                <a:lnTo>
                  <a:pt x="5" y="9"/>
                </a:lnTo>
                <a:lnTo>
                  <a:pt x="13" y="18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96" name="Freeform 672"/>
          <p:cNvSpPr>
            <a:spLocks/>
          </p:cNvSpPr>
          <p:nvPr/>
        </p:nvSpPr>
        <p:spPr bwMode="auto">
          <a:xfrm>
            <a:off x="5697538" y="3960813"/>
            <a:ext cx="12700" cy="26987"/>
          </a:xfrm>
          <a:custGeom>
            <a:avLst/>
            <a:gdLst>
              <a:gd name="T0" fmla="*/ 0 w 16"/>
              <a:gd name="T1" fmla="*/ 0 h 34"/>
              <a:gd name="T2" fmla="*/ 2147483646 w 16"/>
              <a:gd name="T3" fmla="*/ 2147483646 h 34"/>
              <a:gd name="T4" fmla="*/ 2147483646 w 16"/>
              <a:gd name="T5" fmla="*/ 2147483646 h 34"/>
              <a:gd name="T6" fmla="*/ 0 60000 65536"/>
              <a:gd name="T7" fmla="*/ 0 60000 65536"/>
              <a:gd name="T8" fmla="*/ 0 60000 65536"/>
              <a:gd name="T9" fmla="*/ 0 w 16"/>
              <a:gd name="T10" fmla="*/ 0 h 34"/>
              <a:gd name="T11" fmla="*/ 16 w 16"/>
              <a:gd name="T12" fmla="*/ 34 h 3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34">
                <a:moveTo>
                  <a:pt x="0" y="0"/>
                </a:moveTo>
                <a:lnTo>
                  <a:pt x="9" y="16"/>
                </a:lnTo>
                <a:lnTo>
                  <a:pt x="16" y="34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97" name="Freeform 673"/>
          <p:cNvSpPr>
            <a:spLocks/>
          </p:cNvSpPr>
          <p:nvPr/>
        </p:nvSpPr>
        <p:spPr bwMode="auto">
          <a:xfrm>
            <a:off x="5710238" y="3987800"/>
            <a:ext cx="9525" cy="30163"/>
          </a:xfrm>
          <a:custGeom>
            <a:avLst/>
            <a:gdLst>
              <a:gd name="T0" fmla="*/ 0 w 13"/>
              <a:gd name="T1" fmla="*/ 0 h 38"/>
              <a:gd name="T2" fmla="*/ 2147483646 w 13"/>
              <a:gd name="T3" fmla="*/ 2147483646 h 38"/>
              <a:gd name="T4" fmla="*/ 2147483646 w 13"/>
              <a:gd name="T5" fmla="*/ 2147483646 h 38"/>
              <a:gd name="T6" fmla="*/ 0 60000 65536"/>
              <a:gd name="T7" fmla="*/ 0 60000 65536"/>
              <a:gd name="T8" fmla="*/ 0 60000 65536"/>
              <a:gd name="T9" fmla="*/ 0 w 13"/>
              <a:gd name="T10" fmla="*/ 0 h 38"/>
              <a:gd name="T11" fmla="*/ 13 w 13"/>
              <a:gd name="T12" fmla="*/ 38 h 3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3" h="38">
                <a:moveTo>
                  <a:pt x="0" y="0"/>
                </a:moveTo>
                <a:lnTo>
                  <a:pt x="5" y="16"/>
                </a:lnTo>
                <a:lnTo>
                  <a:pt x="13" y="38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98" name="Freeform 674"/>
          <p:cNvSpPr>
            <a:spLocks/>
          </p:cNvSpPr>
          <p:nvPr/>
        </p:nvSpPr>
        <p:spPr bwMode="auto">
          <a:xfrm>
            <a:off x="5719763" y="4017963"/>
            <a:ext cx="12700" cy="41275"/>
          </a:xfrm>
          <a:custGeom>
            <a:avLst/>
            <a:gdLst>
              <a:gd name="T0" fmla="*/ 0 w 15"/>
              <a:gd name="T1" fmla="*/ 0 h 50"/>
              <a:gd name="T2" fmla="*/ 2147483646 w 15"/>
              <a:gd name="T3" fmla="*/ 2147483646 h 50"/>
              <a:gd name="T4" fmla="*/ 2147483646 w 15"/>
              <a:gd name="T5" fmla="*/ 2147483646 h 50"/>
              <a:gd name="T6" fmla="*/ 0 60000 65536"/>
              <a:gd name="T7" fmla="*/ 0 60000 65536"/>
              <a:gd name="T8" fmla="*/ 0 60000 65536"/>
              <a:gd name="T9" fmla="*/ 0 w 15"/>
              <a:gd name="T10" fmla="*/ 0 h 50"/>
              <a:gd name="T11" fmla="*/ 15 w 15"/>
              <a:gd name="T12" fmla="*/ 50 h 5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50">
                <a:moveTo>
                  <a:pt x="0" y="0"/>
                </a:moveTo>
                <a:lnTo>
                  <a:pt x="8" y="25"/>
                </a:lnTo>
                <a:lnTo>
                  <a:pt x="15" y="5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299" name="Line 675"/>
          <p:cNvSpPr>
            <a:spLocks noChangeShapeType="1"/>
          </p:cNvSpPr>
          <p:nvPr/>
        </p:nvSpPr>
        <p:spPr bwMode="auto">
          <a:xfrm>
            <a:off x="5732463" y="4059238"/>
            <a:ext cx="11112" cy="4603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00" name="Freeform 676"/>
          <p:cNvSpPr>
            <a:spLocks/>
          </p:cNvSpPr>
          <p:nvPr/>
        </p:nvSpPr>
        <p:spPr bwMode="auto">
          <a:xfrm>
            <a:off x="5743575" y="4105275"/>
            <a:ext cx="12700" cy="55563"/>
          </a:xfrm>
          <a:custGeom>
            <a:avLst/>
            <a:gdLst>
              <a:gd name="T0" fmla="*/ 0 w 15"/>
              <a:gd name="T1" fmla="*/ 0 h 68"/>
              <a:gd name="T2" fmla="*/ 2147483646 w 15"/>
              <a:gd name="T3" fmla="*/ 2147483646 h 68"/>
              <a:gd name="T4" fmla="*/ 2147483646 w 15"/>
              <a:gd name="T5" fmla="*/ 2147483646 h 68"/>
              <a:gd name="T6" fmla="*/ 0 60000 65536"/>
              <a:gd name="T7" fmla="*/ 0 60000 65536"/>
              <a:gd name="T8" fmla="*/ 0 60000 65536"/>
              <a:gd name="T9" fmla="*/ 0 w 15"/>
              <a:gd name="T10" fmla="*/ 0 h 68"/>
              <a:gd name="T11" fmla="*/ 15 w 15"/>
              <a:gd name="T12" fmla="*/ 68 h 6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68">
                <a:moveTo>
                  <a:pt x="0" y="0"/>
                </a:moveTo>
                <a:lnTo>
                  <a:pt x="7" y="34"/>
                </a:lnTo>
                <a:lnTo>
                  <a:pt x="15" y="68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01" name="Freeform 677"/>
          <p:cNvSpPr>
            <a:spLocks/>
          </p:cNvSpPr>
          <p:nvPr/>
        </p:nvSpPr>
        <p:spPr bwMode="auto">
          <a:xfrm>
            <a:off x="5756275" y="4160838"/>
            <a:ext cx="9525" cy="53975"/>
          </a:xfrm>
          <a:custGeom>
            <a:avLst/>
            <a:gdLst>
              <a:gd name="T0" fmla="*/ 0 w 13"/>
              <a:gd name="T1" fmla="*/ 0 h 68"/>
              <a:gd name="T2" fmla="*/ 2147483646 w 13"/>
              <a:gd name="T3" fmla="*/ 2147483646 h 68"/>
              <a:gd name="T4" fmla="*/ 2147483646 w 13"/>
              <a:gd name="T5" fmla="*/ 2147483646 h 68"/>
              <a:gd name="T6" fmla="*/ 0 60000 65536"/>
              <a:gd name="T7" fmla="*/ 0 60000 65536"/>
              <a:gd name="T8" fmla="*/ 0 60000 65536"/>
              <a:gd name="T9" fmla="*/ 0 w 13"/>
              <a:gd name="T10" fmla="*/ 0 h 68"/>
              <a:gd name="T11" fmla="*/ 13 w 13"/>
              <a:gd name="T12" fmla="*/ 68 h 6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3" h="68">
                <a:moveTo>
                  <a:pt x="0" y="0"/>
                </a:moveTo>
                <a:lnTo>
                  <a:pt x="5" y="34"/>
                </a:lnTo>
                <a:lnTo>
                  <a:pt x="13" y="68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02" name="Freeform 678"/>
          <p:cNvSpPr>
            <a:spLocks/>
          </p:cNvSpPr>
          <p:nvPr/>
        </p:nvSpPr>
        <p:spPr bwMode="auto">
          <a:xfrm>
            <a:off x="5765800" y="4214813"/>
            <a:ext cx="12700" cy="60325"/>
          </a:xfrm>
          <a:custGeom>
            <a:avLst/>
            <a:gdLst>
              <a:gd name="T0" fmla="*/ 0 w 16"/>
              <a:gd name="T1" fmla="*/ 0 h 76"/>
              <a:gd name="T2" fmla="*/ 2147483646 w 16"/>
              <a:gd name="T3" fmla="*/ 2147483646 h 76"/>
              <a:gd name="T4" fmla="*/ 2147483646 w 16"/>
              <a:gd name="T5" fmla="*/ 2147483646 h 76"/>
              <a:gd name="T6" fmla="*/ 0 60000 65536"/>
              <a:gd name="T7" fmla="*/ 0 60000 65536"/>
              <a:gd name="T8" fmla="*/ 0 60000 65536"/>
              <a:gd name="T9" fmla="*/ 0 w 16"/>
              <a:gd name="T10" fmla="*/ 0 h 76"/>
              <a:gd name="T11" fmla="*/ 16 w 16"/>
              <a:gd name="T12" fmla="*/ 76 h 7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76">
                <a:moveTo>
                  <a:pt x="0" y="0"/>
                </a:moveTo>
                <a:lnTo>
                  <a:pt x="7" y="38"/>
                </a:lnTo>
                <a:lnTo>
                  <a:pt x="16" y="76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03" name="Line 679"/>
          <p:cNvSpPr>
            <a:spLocks noChangeShapeType="1"/>
          </p:cNvSpPr>
          <p:nvPr/>
        </p:nvSpPr>
        <p:spPr bwMode="auto">
          <a:xfrm>
            <a:off x="5778500" y="4275138"/>
            <a:ext cx="9525" cy="57150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04" name="Freeform 680"/>
          <p:cNvSpPr>
            <a:spLocks/>
          </p:cNvSpPr>
          <p:nvPr/>
        </p:nvSpPr>
        <p:spPr bwMode="auto">
          <a:xfrm>
            <a:off x="5788025" y="4332288"/>
            <a:ext cx="12700" cy="60325"/>
          </a:xfrm>
          <a:custGeom>
            <a:avLst/>
            <a:gdLst>
              <a:gd name="T0" fmla="*/ 0 w 16"/>
              <a:gd name="T1" fmla="*/ 0 h 78"/>
              <a:gd name="T2" fmla="*/ 2147483646 w 16"/>
              <a:gd name="T3" fmla="*/ 2147483646 h 78"/>
              <a:gd name="T4" fmla="*/ 2147483646 w 16"/>
              <a:gd name="T5" fmla="*/ 2147483646 h 78"/>
              <a:gd name="T6" fmla="*/ 0 60000 65536"/>
              <a:gd name="T7" fmla="*/ 0 60000 65536"/>
              <a:gd name="T8" fmla="*/ 0 60000 65536"/>
              <a:gd name="T9" fmla="*/ 0 w 16"/>
              <a:gd name="T10" fmla="*/ 0 h 78"/>
              <a:gd name="T11" fmla="*/ 16 w 16"/>
              <a:gd name="T12" fmla="*/ 78 h 7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78">
                <a:moveTo>
                  <a:pt x="0" y="0"/>
                </a:moveTo>
                <a:lnTo>
                  <a:pt x="7" y="38"/>
                </a:lnTo>
                <a:lnTo>
                  <a:pt x="16" y="78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05" name="Line 681"/>
          <p:cNvSpPr>
            <a:spLocks noChangeShapeType="1"/>
          </p:cNvSpPr>
          <p:nvPr/>
        </p:nvSpPr>
        <p:spPr bwMode="auto">
          <a:xfrm>
            <a:off x="5800725" y="4392613"/>
            <a:ext cx="11113" cy="6032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06" name="Freeform 682"/>
          <p:cNvSpPr>
            <a:spLocks/>
          </p:cNvSpPr>
          <p:nvPr/>
        </p:nvSpPr>
        <p:spPr bwMode="auto">
          <a:xfrm>
            <a:off x="5811838" y="4452938"/>
            <a:ext cx="12700" cy="57150"/>
          </a:xfrm>
          <a:custGeom>
            <a:avLst/>
            <a:gdLst>
              <a:gd name="T0" fmla="*/ 0 w 15"/>
              <a:gd name="T1" fmla="*/ 0 h 73"/>
              <a:gd name="T2" fmla="*/ 2147483646 w 15"/>
              <a:gd name="T3" fmla="*/ 2147483646 h 73"/>
              <a:gd name="T4" fmla="*/ 2147483646 w 15"/>
              <a:gd name="T5" fmla="*/ 2147483646 h 73"/>
              <a:gd name="T6" fmla="*/ 0 60000 65536"/>
              <a:gd name="T7" fmla="*/ 0 60000 65536"/>
              <a:gd name="T8" fmla="*/ 0 60000 65536"/>
              <a:gd name="T9" fmla="*/ 0 w 15"/>
              <a:gd name="T10" fmla="*/ 0 h 73"/>
              <a:gd name="T11" fmla="*/ 15 w 15"/>
              <a:gd name="T12" fmla="*/ 73 h 7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" h="73">
                <a:moveTo>
                  <a:pt x="0" y="0"/>
                </a:moveTo>
                <a:lnTo>
                  <a:pt x="7" y="38"/>
                </a:lnTo>
                <a:lnTo>
                  <a:pt x="15" y="73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07" name="Line 683"/>
          <p:cNvSpPr>
            <a:spLocks noChangeShapeType="1"/>
          </p:cNvSpPr>
          <p:nvPr/>
        </p:nvSpPr>
        <p:spPr bwMode="auto">
          <a:xfrm>
            <a:off x="5824538" y="4510088"/>
            <a:ext cx="9525" cy="5397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08" name="Freeform 684"/>
          <p:cNvSpPr>
            <a:spLocks/>
          </p:cNvSpPr>
          <p:nvPr/>
        </p:nvSpPr>
        <p:spPr bwMode="auto">
          <a:xfrm>
            <a:off x="5834063" y="4564063"/>
            <a:ext cx="12700" cy="47625"/>
          </a:xfrm>
          <a:custGeom>
            <a:avLst/>
            <a:gdLst>
              <a:gd name="T0" fmla="*/ 0 w 17"/>
              <a:gd name="T1" fmla="*/ 0 h 59"/>
              <a:gd name="T2" fmla="*/ 2147483646 w 17"/>
              <a:gd name="T3" fmla="*/ 2147483646 h 59"/>
              <a:gd name="T4" fmla="*/ 2147483646 w 17"/>
              <a:gd name="T5" fmla="*/ 2147483646 h 59"/>
              <a:gd name="T6" fmla="*/ 0 60000 65536"/>
              <a:gd name="T7" fmla="*/ 0 60000 65536"/>
              <a:gd name="T8" fmla="*/ 0 60000 65536"/>
              <a:gd name="T9" fmla="*/ 0 w 17"/>
              <a:gd name="T10" fmla="*/ 0 h 59"/>
              <a:gd name="T11" fmla="*/ 17 w 17"/>
              <a:gd name="T12" fmla="*/ 59 h 5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59">
                <a:moveTo>
                  <a:pt x="0" y="0"/>
                </a:moveTo>
                <a:lnTo>
                  <a:pt x="9" y="29"/>
                </a:lnTo>
                <a:lnTo>
                  <a:pt x="17" y="59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09" name="Line 685"/>
          <p:cNvSpPr>
            <a:spLocks noChangeShapeType="1"/>
          </p:cNvSpPr>
          <p:nvPr/>
        </p:nvSpPr>
        <p:spPr bwMode="auto">
          <a:xfrm>
            <a:off x="5846763" y="4611688"/>
            <a:ext cx="12700" cy="4762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10" name="Line 686"/>
          <p:cNvSpPr>
            <a:spLocks noChangeShapeType="1"/>
          </p:cNvSpPr>
          <p:nvPr/>
        </p:nvSpPr>
        <p:spPr bwMode="auto">
          <a:xfrm>
            <a:off x="5859463" y="4659313"/>
            <a:ext cx="9525" cy="42862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11" name="Freeform 687"/>
          <p:cNvSpPr>
            <a:spLocks/>
          </p:cNvSpPr>
          <p:nvPr/>
        </p:nvSpPr>
        <p:spPr bwMode="auto">
          <a:xfrm>
            <a:off x="5868988" y="4702175"/>
            <a:ext cx="14287" cy="36513"/>
          </a:xfrm>
          <a:custGeom>
            <a:avLst/>
            <a:gdLst>
              <a:gd name="T0" fmla="*/ 0 w 16"/>
              <a:gd name="T1" fmla="*/ 0 h 47"/>
              <a:gd name="T2" fmla="*/ 2147483646 w 16"/>
              <a:gd name="T3" fmla="*/ 2147483646 h 47"/>
              <a:gd name="T4" fmla="*/ 2147483646 w 16"/>
              <a:gd name="T5" fmla="*/ 2147483646 h 47"/>
              <a:gd name="T6" fmla="*/ 0 60000 65536"/>
              <a:gd name="T7" fmla="*/ 0 60000 65536"/>
              <a:gd name="T8" fmla="*/ 0 60000 65536"/>
              <a:gd name="T9" fmla="*/ 0 w 16"/>
              <a:gd name="T10" fmla="*/ 0 h 47"/>
              <a:gd name="T11" fmla="*/ 16 w 16"/>
              <a:gd name="T12" fmla="*/ 47 h 4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47">
                <a:moveTo>
                  <a:pt x="0" y="0"/>
                </a:moveTo>
                <a:lnTo>
                  <a:pt x="8" y="27"/>
                </a:lnTo>
                <a:lnTo>
                  <a:pt x="16" y="47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12" name="Line 688"/>
          <p:cNvSpPr>
            <a:spLocks noChangeShapeType="1"/>
          </p:cNvSpPr>
          <p:nvPr/>
        </p:nvSpPr>
        <p:spPr bwMode="auto">
          <a:xfrm>
            <a:off x="5883275" y="4738688"/>
            <a:ext cx="9525" cy="3492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13" name="Freeform 689"/>
          <p:cNvSpPr>
            <a:spLocks/>
          </p:cNvSpPr>
          <p:nvPr/>
        </p:nvSpPr>
        <p:spPr bwMode="auto">
          <a:xfrm>
            <a:off x="5892800" y="4773613"/>
            <a:ext cx="12700" cy="26987"/>
          </a:xfrm>
          <a:custGeom>
            <a:avLst/>
            <a:gdLst>
              <a:gd name="T0" fmla="*/ 0 w 17"/>
              <a:gd name="T1" fmla="*/ 0 h 34"/>
              <a:gd name="T2" fmla="*/ 2147483646 w 17"/>
              <a:gd name="T3" fmla="*/ 2147483646 h 34"/>
              <a:gd name="T4" fmla="*/ 2147483646 w 17"/>
              <a:gd name="T5" fmla="*/ 2147483646 h 34"/>
              <a:gd name="T6" fmla="*/ 0 60000 65536"/>
              <a:gd name="T7" fmla="*/ 0 60000 65536"/>
              <a:gd name="T8" fmla="*/ 0 60000 65536"/>
              <a:gd name="T9" fmla="*/ 0 w 17"/>
              <a:gd name="T10" fmla="*/ 0 h 34"/>
              <a:gd name="T11" fmla="*/ 17 w 17"/>
              <a:gd name="T12" fmla="*/ 34 h 3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34">
                <a:moveTo>
                  <a:pt x="0" y="0"/>
                </a:moveTo>
                <a:lnTo>
                  <a:pt x="9" y="16"/>
                </a:lnTo>
                <a:lnTo>
                  <a:pt x="17" y="34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14" name="Freeform 690"/>
          <p:cNvSpPr>
            <a:spLocks/>
          </p:cNvSpPr>
          <p:nvPr/>
        </p:nvSpPr>
        <p:spPr bwMode="auto">
          <a:xfrm>
            <a:off x="5905500" y="4800600"/>
            <a:ext cx="9525" cy="26988"/>
          </a:xfrm>
          <a:custGeom>
            <a:avLst/>
            <a:gdLst>
              <a:gd name="T0" fmla="*/ 0 w 12"/>
              <a:gd name="T1" fmla="*/ 0 h 34"/>
              <a:gd name="T2" fmla="*/ 2147483646 w 12"/>
              <a:gd name="T3" fmla="*/ 2147483646 h 34"/>
              <a:gd name="T4" fmla="*/ 2147483646 w 12"/>
              <a:gd name="T5" fmla="*/ 2147483646 h 34"/>
              <a:gd name="T6" fmla="*/ 0 60000 65536"/>
              <a:gd name="T7" fmla="*/ 0 60000 65536"/>
              <a:gd name="T8" fmla="*/ 0 60000 65536"/>
              <a:gd name="T9" fmla="*/ 0 w 12"/>
              <a:gd name="T10" fmla="*/ 0 h 34"/>
              <a:gd name="T11" fmla="*/ 12 w 12"/>
              <a:gd name="T12" fmla="*/ 34 h 3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" h="34">
                <a:moveTo>
                  <a:pt x="0" y="0"/>
                </a:moveTo>
                <a:lnTo>
                  <a:pt x="4" y="17"/>
                </a:lnTo>
                <a:lnTo>
                  <a:pt x="12" y="34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15" name="Freeform 691"/>
          <p:cNvSpPr>
            <a:spLocks/>
          </p:cNvSpPr>
          <p:nvPr/>
        </p:nvSpPr>
        <p:spPr bwMode="auto">
          <a:xfrm>
            <a:off x="5915025" y="4827588"/>
            <a:ext cx="12700" cy="20637"/>
          </a:xfrm>
          <a:custGeom>
            <a:avLst/>
            <a:gdLst>
              <a:gd name="T0" fmla="*/ 0 w 17"/>
              <a:gd name="T1" fmla="*/ 0 h 26"/>
              <a:gd name="T2" fmla="*/ 2147483646 w 17"/>
              <a:gd name="T3" fmla="*/ 2147483646 h 26"/>
              <a:gd name="T4" fmla="*/ 2147483646 w 17"/>
              <a:gd name="T5" fmla="*/ 2147483646 h 26"/>
              <a:gd name="T6" fmla="*/ 0 60000 65536"/>
              <a:gd name="T7" fmla="*/ 0 60000 65536"/>
              <a:gd name="T8" fmla="*/ 0 60000 65536"/>
              <a:gd name="T9" fmla="*/ 0 w 17"/>
              <a:gd name="T10" fmla="*/ 0 h 26"/>
              <a:gd name="T11" fmla="*/ 17 w 17"/>
              <a:gd name="T12" fmla="*/ 26 h 2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26">
                <a:moveTo>
                  <a:pt x="0" y="0"/>
                </a:moveTo>
                <a:lnTo>
                  <a:pt x="8" y="13"/>
                </a:lnTo>
                <a:lnTo>
                  <a:pt x="17" y="26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16" name="Line 692"/>
          <p:cNvSpPr>
            <a:spLocks noChangeShapeType="1"/>
          </p:cNvSpPr>
          <p:nvPr/>
        </p:nvSpPr>
        <p:spPr bwMode="auto">
          <a:xfrm>
            <a:off x="5927725" y="4848225"/>
            <a:ext cx="9525" cy="17463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17" name="Freeform 693"/>
          <p:cNvSpPr>
            <a:spLocks/>
          </p:cNvSpPr>
          <p:nvPr/>
        </p:nvSpPr>
        <p:spPr bwMode="auto">
          <a:xfrm>
            <a:off x="5937250" y="4865688"/>
            <a:ext cx="14288" cy="12700"/>
          </a:xfrm>
          <a:custGeom>
            <a:avLst/>
            <a:gdLst>
              <a:gd name="T0" fmla="*/ 0 w 16"/>
              <a:gd name="T1" fmla="*/ 0 h 17"/>
              <a:gd name="T2" fmla="*/ 2147483646 w 16"/>
              <a:gd name="T3" fmla="*/ 2147483646 h 17"/>
              <a:gd name="T4" fmla="*/ 2147483646 w 16"/>
              <a:gd name="T5" fmla="*/ 2147483646 h 17"/>
              <a:gd name="T6" fmla="*/ 0 60000 65536"/>
              <a:gd name="T7" fmla="*/ 0 60000 65536"/>
              <a:gd name="T8" fmla="*/ 0 60000 65536"/>
              <a:gd name="T9" fmla="*/ 0 w 16"/>
              <a:gd name="T10" fmla="*/ 0 h 17"/>
              <a:gd name="T11" fmla="*/ 16 w 16"/>
              <a:gd name="T12" fmla="*/ 17 h 1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17">
                <a:moveTo>
                  <a:pt x="0" y="0"/>
                </a:moveTo>
                <a:lnTo>
                  <a:pt x="8" y="8"/>
                </a:lnTo>
                <a:lnTo>
                  <a:pt x="16" y="17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18" name="Line 694"/>
          <p:cNvSpPr>
            <a:spLocks noChangeShapeType="1"/>
          </p:cNvSpPr>
          <p:nvPr/>
        </p:nvSpPr>
        <p:spPr bwMode="auto">
          <a:xfrm>
            <a:off x="5951538" y="4878388"/>
            <a:ext cx="9525" cy="1428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19" name="Freeform 695"/>
          <p:cNvSpPr>
            <a:spLocks/>
          </p:cNvSpPr>
          <p:nvPr/>
        </p:nvSpPr>
        <p:spPr bwMode="auto">
          <a:xfrm>
            <a:off x="5961063" y="4892675"/>
            <a:ext cx="12700" cy="9525"/>
          </a:xfrm>
          <a:custGeom>
            <a:avLst/>
            <a:gdLst>
              <a:gd name="T0" fmla="*/ 0 w 17"/>
              <a:gd name="T1" fmla="*/ 0 h 13"/>
              <a:gd name="T2" fmla="*/ 2147483646 w 17"/>
              <a:gd name="T3" fmla="*/ 2147483646 h 13"/>
              <a:gd name="T4" fmla="*/ 2147483646 w 17"/>
              <a:gd name="T5" fmla="*/ 2147483646 h 13"/>
              <a:gd name="T6" fmla="*/ 0 60000 65536"/>
              <a:gd name="T7" fmla="*/ 0 60000 65536"/>
              <a:gd name="T8" fmla="*/ 0 60000 65536"/>
              <a:gd name="T9" fmla="*/ 0 w 17"/>
              <a:gd name="T10" fmla="*/ 0 h 13"/>
              <a:gd name="T11" fmla="*/ 17 w 17"/>
              <a:gd name="T12" fmla="*/ 13 h 1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13">
                <a:moveTo>
                  <a:pt x="0" y="0"/>
                </a:moveTo>
                <a:lnTo>
                  <a:pt x="9" y="8"/>
                </a:lnTo>
                <a:lnTo>
                  <a:pt x="17" y="13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20" name="Line 696"/>
          <p:cNvSpPr>
            <a:spLocks noChangeShapeType="1"/>
          </p:cNvSpPr>
          <p:nvPr/>
        </p:nvSpPr>
        <p:spPr bwMode="auto">
          <a:xfrm>
            <a:off x="5973763" y="4902200"/>
            <a:ext cx="9525" cy="6350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21" name="Freeform 697"/>
          <p:cNvSpPr>
            <a:spLocks/>
          </p:cNvSpPr>
          <p:nvPr/>
        </p:nvSpPr>
        <p:spPr bwMode="auto">
          <a:xfrm>
            <a:off x="5983288" y="4908550"/>
            <a:ext cx="12700" cy="6350"/>
          </a:xfrm>
          <a:custGeom>
            <a:avLst/>
            <a:gdLst>
              <a:gd name="T0" fmla="*/ 0 w 17"/>
              <a:gd name="T1" fmla="*/ 0 h 9"/>
              <a:gd name="T2" fmla="*/ 2147483646 w 17"/>
              <a:gd name="T3" fmla="*/ 2147483646 h 9"/>
              <a:gd name="T4" fmla="*/ 2147483646 w 17"/>
              <a:gd name="T5" fmla="*/ 2147483646 h 9"/>
              <a:gd name="T6" fmla="*/ 0 60000 65536"/>
              <a:gd name="T7" fmla="*/ 0 60000 65536"/>
              <a:gd name="T8" fmla="*/ 0 60000 65536"/>
              <a:gd name="T9" fmla="*/ 0 w 17"/>
              <a:gd name="T10" fmla="*/ 0 h 9"/>
              <a:gd name="T11" fmla="*/ 17 w 17"/>
              <a:gd name="T12" fmla="*/ 9 h 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9">
                <a:moveTo>
                  <a:pt x="0" y="0"/>
                </a:moveTo>
                <a:lnTo>
                  <a:pt x="8" y="6"/>
                </a:lnTo>
                <a:lnTo>
                  <a:pt x="17" y="9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22" name="Line 698"/>
          <p:cNvSpPr>
            <a:spLocks noChangeShapeType="1"/>
          </p:cNvSpPr>
          <p:nvPr/>
        </p:nvSpPr>
        <p:spPr bwMode="auto">
          <a:xfrm>
            <a:off x="5995988" y="4914900"/>
            <a:ext cx="9525" cy="7938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23" name="Line 699"/>
          <p:cNvSpPr>
            <a:spLocks noChangeShapeType="1"/>
          </p:cNvSpPr>
          <p:nvPr/>
        </p:nvSpPr>
        <p:spPr bwMode="auto">
          <a:xfrm>
            <a:off x="6005513" y="4922838"/>
            <a:ext cx="14287" cy="158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24" name="Line 700"/>
          <p:cNvSpPr>
            <a:spLocks noChangeShapeType="1"/>
          </p:cNvSpPr>
          <p:nvPr/>
        </p:nvSpPr>
        <p:spPr bwMode="auto">
          <a:xfrm>
            <a:off x="6019800" y="4924425"/>
            <a:ext cx="12700" cy="3175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25" name="Line 701"/>
          <p:cNvSpPr>
            <a:spLocks noChangeShapeType="1"/>
          </p:cNvSpPr>
          <p:nvPr/>
        </p:nvSpPr>
        <p:spPr bwMode="auto">
          <a:xfrm>
            <a:off x="6032500" y="4927600"/>
            <a:ext cx="9525" cy="1588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26" name="Freeform 702"/>
          <p:cNvSpPr>
            <a:spLocks/>
          </p:cNvSpPr>
          <p:nvPr/>
        </p:nvSpPr>
        <p:spPr bwMode="auto">
          <a:xfrm>
            <a:off x="6042025" y="4927600"/>
            <a:ext cx="12700" cy="4763"/>
          </a:xfrm>
          <a:custGeom>
            <a:avLst/>
            <a:gdLst>
              <a:gd name="T0" fmla="*/ 0 w 17"/>
              <a:gd name="T1" fmla="*/ 0 h 5"/>
              <a:gd name="T2" fmla="*/ 2147483646 w 17"/>
              <a:gd name="T3" fmla="*/ 0 h 5"/>
              <a:gd name="T4" fmla="*/ 2147483646 w 17"/>
              <a:gd name="T5" fmla="*/ 2147483646 h 5"/>
              <a:gd name="T6" fmla="*/ 0 60000 65536"/>
              <a:gd name="T7" fmla="*/ 0 60000 65536"/>
              <a:gd name="T8" fmla="*/ 0 60000 65536"/>
              <a:gd name="T9" fmla="*/ 0 w 17"/>
              <a:gd name="T10" fmla="*/ 0 h 5"/>
              <a:gd name="T11" fmla="*/ 17 w 17"/>
              <a:gd name="T12" fmla="*/ 5 h 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5">
                <a:moveTo>
                  <a:pt x="0" y="0"/>
                </a:moveTo>
                <a:lnTo>
                  <a:pt x="8" y="0"/>
                </a:lnTo>
                <a:lnTo>
                  <a:pt x="17" y="5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27" name="Line 703"/>
          <p:cNvSpPr>
            <a:spLocks noChangeShapeType="1"/>
          </p:cNvSpPr>
          <p:nvPr/>
        </p:nvSpPr>
        <p:spPr bwMode="auto">
          <a:xfrm>
            <a:off x="6054725" y="4932363"/>
            <a:ext cx="9525" cy="158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28" name="Freeform 704"/>
          <p:cNvSpPr>
            <a:spLocks/>
          </p:cNvSpPr>
          <p:nvPr/>
        </p:nvSpPr>
        <p:spPr bwMode="auto">
          <a:xfrm>
            <a:off x="6064250" y="4932363"/>
            <a:ext cx="12700" cy="1587"/>
          </a:xfrm>
          <a:custGeom>
            <a:avLst/>
            <a:gdLst>
              <a:gd name="T0" fmla="*/ 0 w 16"/>
              <a:gd name="T1" fmla="*/ 0 h 1587"/>
              <a:gd name="T2" fmla="*/ 2147483646 w 16"/>
              <a:gd name="T3" fmla="*/ 0 h 1587"/>
              <a:gd name="T4" fmla="*/ 2147483646 w 16"/>
              <a:gd name="T5" fmla="*/ 0 h 1587"/>
              <a:gd name="T6" fmla="*/ 0 60000 65536"/>
              <a:gd name="T7" fmla="*/ 0 60000 65536"/>
              <a:gd name="T8" fmla="*/ 0 60000 65536"/>
              <a:gd name="T9" fmla="*/ 0 w 16"/>
              <a:gd name="T10" fmla="*/ 0 h 1587"/>
              <a:gd name="T11" fmla="*/ 16 w 16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" h="1587">
                <a:moveTo>
                  <a:pt x="0" y="0"/>
                </a:moveTo>
                <a:lnTo>
                  <a:pt x="8" y="0"/>
                </a:lnTo>
                <a:lnTo>
                  <a:pt x="16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29" name="Freeform 705"/>
          <p:cNvSpPr>
            <a:spLocks/>
          </p:cNvSpPr>
          <p:nvPr/>
        </p:nvSpPr>
        <p:spPr bwMode="auto">
          <a:xfrm>
            <a:off x="6076950" y="4932363"/>
            <a:ext cx="9525" cy="3175"/>
          </a:xfrm>
          <a:custGeom>
            <a:avLst/>
            <a:gdLst>
              <a:gd name="T0" fmla="*/ 0 w 12"/>
              <a:gd name="T1" fmla="*/ 0 h 4"/>
              <a:gd name="T2" fmla="*/ 2147483646 w 12"/>
              <a:gd name="T3" fmla="*/ 0 h 4"/>
              <a:gd name="T4" fmla="*/ 2147483646 w 12"/>
              <a:gd name="T5" fmla="*/ 2147483646 h 4"/>
              <a:gd name="T6" fmla="*/ 0 60000 65536"/>
              <a:gd name="T7" fmla="*/ 0 60000 65536"/>
              <a:gd name="T8" fmla="*/ 0 60000 65536"/>
              <a:gd name="T9" fmla="*/ 0 w 12"/>
              <a:gd name="T10" fmla="*/ 0 h 4"/>
              <a:gd name="T11" fmla="*/ 12 w 12"/>
              <a:gd name="T12" fmla="*/ 4 h 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" h="4">
                <a:moveTo>
                  <a:pt x="0" y="0"/>
                </a:moveTo>
                <a:lnTo>
                  <a:pt x="5" y="0"/>
                </a:lnTo>
                <a:lnTo>
                  <a:pt x="12" y="4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30" name="Freeform 706"/>
          <p:cNvSpPr>
            <a:spLocks/>
          </p:cNvSpPr>
          <p:nvPr/>
        </p:nvSpPr>
        <p:spPr bwMode="auto">
          <a:xfrm>
            <a:off x="6086475" y="4935538"/>
            <a:ext cx="14288" cy="1587"/>
          </a:xfrm>
          <a:custGeom>
            <a:avLst/>
            <a:gdLst>
              <a:gd name="T0" fmla="*/ 0 w 17"/>
              <a:gd name="T1" fmla="*/ 0 h 1587"/>
              <a:gd name="T2" fmla="*/ 2147483646 w 17"/>
              <a:gd name="T3" fmla="*/ 0 h 1587"/>
              <a:gd name="T4" fmla="*/ 2147483646 w 17"/>
              <a:gd name="T5" fmla="*/ 0 h 1587"/>
              <a:gd name="T6" fmla="*/ 0 60000 65536"/>
              <a:gd name="T7" fmla="*/ 0 60000 65536"/>
              <a:gd name="T8" fmla="*/ 0 60000 65536"/>
              <a:gd name="T9" fmla="*/ 0 w 17"/>
              <a:gd name="T10" fmla="*/ 0 h 1587"/>
              <a:gd name="T11" fmla="*/ 17 w 17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" h="1587">
                <a:moveTo>
                  <a:pt x="0" y="0"/>
                </a:moveTo>
                <a:lnTo>
                  <a:pt x="9" y="0"/>
                </a:lnTo>
                <a:lnTo>
                  <a:pt x="17" y="0"/>
                </a:lnTo>
              </a:path>
            </a:pathLst>
          </a:cu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31" name="Line 707"/>
          <p:cNvSpPr>
            <a:spLocks noChangeShapeType="1"/>
          </p:cNvSpPr>
          <p:nvPr/>
        </p:nvSpPr>
        <p:spPr bwMode="auto">
          <a:xfrm>
            <a:off x="6100763" y="4935538"/>
            <a:ext cx="9525" cy="158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32" name="Line 708"/>
          <p:cNvSpPr>
            <a:spLocks noChangeShapeType="1"/>
          </p:cNvSpPr>
          <p:nvPr/>
        </p:nvSpPr>
        <p:spPr bwMode="auto">
          <a:xfrm>
            <a:off x="6110288" y="4935538"/>
            <a:ext cx="12700" cy="1587"/>
          </a:xfrm>
          <a:prstGeom prst="line">
            <a:avLst/>
          </a:prstGeom>
          <a:noFill/>
          <a:ln w="3175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333" name="Rectangle 709"/>
          <p:cNvSpPr>
            <a:spLocks noChangeArrowheads="1"/>
          </p:cNvSpPr>
          <p:nvPr/>
        </p:nvSpPr>
        <p:spPr bwMode="auto">
          <a:xfrm>
            <a:off x="4970463" y="4972050"/>
            <a:ext cx="46037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">
                <a:solidFill>
                  <a:srgbClr val="FFFFFF"/>
                </a:solidFill>
              </a:rPr>
              <a:t>-6</a:t>
            </a:r>
            <a:endParaRPr lang="en-US" altLang="en-US" sz="1800"/>
          </a:p>
        </p:txBody>
      </p:sp>
      <p:sp>
        <p:nvSpPr>
          <p:cNvPr id="44334" name="Rectangle 710"/>
          <p:cNvSpPr>
            <a:spLocks noChangeArrowheads="1"/>
          </p:cNvSpPr>
          <p:nvPr/>
        </p:nvSpPr>
        <p:spPr bwMode="auto">
          <a:xfrm>
            <a:off x="5200650" y="4972050"/>
            <a:ext cx="46038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">
                <a:solidFill>
                  <a:srgbClr val="FFFFFF"/>
                </a:solidFill>
              </a:rPr>
              <a:t>-4</a:t>
            </a:r>
            <a:endParaRPr lang="en-US" altLang="en-US" sz="1800"/>
          </a:p>
        </p:txBody>
      </p:sp>
      <p:sp>
        <p:nvSpPr>
          <p:cNvPr id="44335" name="Rectangle 711"/>
          <p:cNvSpPr>
            <a:spLocks noChangeArrowheads="1"/>
          </p:cNvSpPr>
          <p:nvPr/>
        </p:nvSpPr>
        <p:spPr bwMode="auto">
          <a:xfrm>
            <a:off x="5427663" y="4972050"/>
            <a:ext cx="46037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">
                <a:solidFill>
                  <a:srgbClr val="FFFFFF"/>
                </a:solidFill>
              </a:rPr>
              <a:t>-2</a:t>
            </a:r>
            <a:endParaRPr lang="en-US" altLang="en-US" sz="1800"/>
          </a:p>
        </p:txBody>
      </p:sp>
      <p:sp>
        <p:nvSpPr>
          <p:cNvPr id="44336" name="Rectangle 712"/>
          <p:cNvSpPr>
            <a:spLocks noChangeArrowheads="1"/>
          </p:cNvSpPr>
          <p:nvPr/>
        </p:nvSpPr>
        <p:spPr bwMode="auto">
          <a:xfrm>
            <a:off x="5665788" y="4972050"/>
            <a:ext cx="28575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">
                <a:solidFill>
                  <a:srgbClr val="FFFFFF"/>
                </a:solidFill>
              </a:rPr>
              <a:t>0</a:t>
            </a:r>
            <a:endParaRPr lang="en-US" altLang="en-US" sz="1800"/>
          </a:p>
        </p:txBody>
      </p:sp>
      <p:sp>
        <p:nvSpPr>
          <p:cNvPr id="44337" name="Rectangle 713"/>
          <p:cNvSpPr>
            <a:spLocks noChangeArrowheads="1"/>
          </p:cNvSpPr>
          <p:nvPr/>
        </p:nvSpPr>
        <p:spPr bwMode="auto">
          <a:xfrm>
            <a:off x="5894388" y="4972050"/>
            <a:ext cx="28575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">
                <a:solidFill>
                  <a:srgbClr val="FFFFFF"/>
                </a:solidFill>
              </a:rPr>
              <a:t>2</a:t>
            </a:r>
            <a:endParaRPr lang="en-US" altLang="en-US" sz="1800"/>
          </a:p>
        </p:txBody>
      </p:sp>
      <p:sp>
        <p:nvSpPr>
          <p:cNvPr id="44338" name="Rectangle 714"/>
          <p:cNvSpPr>
            <a:spLocks noChangeArrowheads="1"/>
          </p:cNvSpPr>
          <p:nvPr/>
        </p:nvSpPr>
        <p:spPr bwMode="auto">
          <a:xfrm>
            <a:off x="6122988" y="4972050"/>
            <a:ext cx="28575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">
                <a:solidFill>
                  <a:srgbClr val="FFFFFF"/>
                </a:solidFill>
              </a:rPr>
              <a:t>4</a:t>
            </a:r>
            <a:endParaRPr lang="en-US" altLang="en-US" sz="1800"/>
          </a:p>
        </p:txBody>
      </p:sp>
      <p:sp>
        <p:nvSpPr>
          <p:cNvPr id="44339" name="Rectangle 715"/>
          <p:cNvSpPr>
            <a:spLocks noChangeArrowheads="1"/>
          </p:cNvSpPr>
          <p:nvPr/>
        </p:nvSpPr>
        <p:spPr bwMode="auto">
          <a:xfrm>
            <a:off x="6353175" y="4972050"/>
            <a:ext cx="28575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">
                <a:solidFill>
                  <a:srgbClr val="FFFFFF"/>
                </a:solidFill>
              </a:rPr>
              <a:t>6</a:t>
            </a:r>
            <a:endParaRPr lang="en-US" altLang="en-US" sz="1800"/>
          </a:p>
        </p:txBody>
      </p:sp>
      <p:sp>
        <p:nvSpPr>
          <p:cNvPr id="44340" name="Rectangle 716"/>
          <p:cNvSpPr>
            <a:spLocks noChangeArrowheads="1"/>
          </p:cNvSpPr>
          <p:nvPr/>
        </p:nvSpPr>
        <p:spPr bwMode="auto">
          <a:xfrm>
            <a:off x="3222625" y="5133975"/>
            <a:ext cx="10953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 i="1">
                <a:solidFill>
                  <a:srgbClr val="000000"/>
                </a:solidFill>
                <a:latin typeface="Times New Roman" panose="02020603050405020304" pitchFamily="18" charset="0"/>
              </a:rPr>
              <a:t>U</a:t>
            </a:r>
            <a:endParaRPr lang="en-US" altLang="en-US" sz="1800"/>
          </a:p>
        </p:txBody>
      </p:sp>
      <p:sp>
        <p:nvSpPr>
          <p:cNvPr id="44341" name="Rectangle 717"/>
          <p:cNvSpPr>
            <a:spLocks noChangeArrowheads="1"/>
          </p:cNvSpPr>
          <p:nvPr/>
        </p:nvSpPr>
        <p:spPr bwMode="auto">
          <a:xfrm>
            <a:off x="3325813" y="5221288"/>
            <a:ext cx="57150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solidFill>
                  <a:srgbClr val="000000"/>
                </a:solidFill>
              </a:rPr>
              <a:t>1</a:t>
            </a:r>
            <a:endParaRPr lang="en-US" altLang="en-US" sz="1800"/>
          </a:p>
        </p:txBody>
      </p:sp>
      <p:sp>
        <p:nvSpPr>
          <p:cNvPr id="44342" name="Rectangle 718"/>
          <p:cNvSpPr>
            <a:spLocks noChangeArrowheads="1"/>
          </p:cNvSpPr>
          <p:nvPr/>
        </p:nvSpPr>
        <p:spPr bwMode="auto">
          <a:xfrm>
            <a:off x="5554663" y="5040313"/>
            <a:ext cx="109537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 i="1">
                <a:solidFill>
                  <a:srgbClr val="000000"/>
                </a:solidFill>
                <a:latin typeface="Times New Roman" panose="02020603050405020304" pitchFamily="18" charset="0"/>
              </a:rPr>
              <a:t>U</a:t>
            </a:r>
            <a:endParaRPr lang="en-US" altLang="en-US" sz="1800"/>
          </a:p>
        </p:txBody>
      </p:sp>
      <p:sp>
        <p:nvSpPr>
          <p:cNvPr id="44343" name="Rectangle 719"/>
          <p:cNvSpPr>
            <a:spLocks noChangeArrowheads="1"/>
          </p:cNvSpPr>
          <p:nvPr/>
        </p:nvSpPr>
        <p:spPr bwMode="auto">
          <a:xfrm>
            <a:off x="5657850" y="5127625"/>
            <a:ext cx="57150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solidFill>
                  <a:srgbClr val="000000"/>
                </a:solidFill>
              </a:rPr>
              <a:t>2</a:t>
            </a:r>
            <a:endParaRPr lang="en-US" altLang="en-US" sz="1800"/>
          </a:p>
        </p:txBody>
      </p:sp>
      <p:sp>
        <p:nvSpPr>
          <p:cNvPr id="44344" name="Freeform 720"/>
          <p:cNvSpPr>
            <a:spLocks noEditPoints="1"/>
          </p:cNvSpPr>
          <p:nvPr/>
        </p:nvSpPr>
        <p:spPr bwMode="auto">
          <a:xfrm>
            <a:off x="2978150" y="3336925"/>
            <a:ext cx="106363" cy="473075"/>
          </a:xfrm>
          <a:custGeom>
            <a:avLst/>
            <a:gdLst>
              <a:gd name="T0" fmla="*/ 2147483646 w 134"/>
              <a:gd name="T1" fmla="*/ 2147483646 h 597"/>
              <a:gd name="T2" fmla="*/ 2147483646 w 134"/>
              <a:gd name="T3" fmla="*/ 2147483646 h 597"/>
              <a:gd name="T4" fmla="*/ 2147483646 w 134"/>
              <a:gd name="T5" fmla="*/ 2147483646 h 597"/>
              <a:gd name="T6" fmla="*/ 2147483646 w 134"/>
              <a:gd name="T7" fmla="*/ 2147483646 h 597"/>
              <a:gd name="T8" fmla="*/ 2147483646 w 134"/>
              <a:gd name="T9" fmla="*/ 2147483646 h 597"/>
              <a:gd name="T10" fmla="*/ 2147483646 w 134"/>
              <a:gd name="T11" fmla="*/ 0 h 597"/>
              <a:gd name="T12" fmla="*/ 2147483646 w 134"/>
              <a:gd name="T13" fmla="*/ 2147483646 h 597"/>
              <a:gd name="T14" fmla="*/ 2147483646 w 134"/>
              <a:gd name="T15" fmla="*/ 2147483646 h 597"/>
              <a:gd name="T16" fmla="*/ 2147483646 w 134"/>
              <a:gd name="T17" fmla="*/ 2147483646 h 597"/>
              <a:gd name="T18" fmla="*/ 2147483646 w 134"/>
              <a:gd name="T19" fmla="*/ 2147483646 h 597"/>
              <a:gd name="T20" fmla="*/ 2147483646 w 134"/>
              <a:gd name="T21" fmla="*/ 2147483646 h 597"/>
              <a:gd name="T22" fmla="*/ 2147483646 w 134"/>
              <a:gd name="T23" fmla="*/ 2147483646 h 597"/>
              <a:gd name="T24" fmla="*/ 2147483646 w 134"/>
              <a:gd name="T25" fmla="*/ 2147483646 h 597"/>
              <a:gd name="T26" fmla="*/ 2147483646 w 134"/>
              <a:gd name="T27" fmla="*/ 2147483646 h 597"/>
              <a:gd name="T28" fmla="*/ 2147483646 w 134"/>
              <a:gd name="T29" fmla="*/ 2147483646 h 597"/>
              <a:gd name="T30" fmla="*/ 2147483646 w 134"/>
              <a:gd name="T31" fmla="*/ 2147483646 h 597"/>
              <a:gd name="T32" fmla="*/ 2147483646 w 134"/>
              <a:gd name="T33" fmla="*/ 2147483646 h 597"/>
              <a:gd name="T34" fmla="*/ 2147483646 w 134"/>
              <a:gd name="T35" fmla="*/ 2147483646 h 597"/>
              <a:gd name="T36" fmla="*/ 2147483646 w 134"/>
              <a:gd name="T37" fmla="*/ 2147483646 h 597"/>
              <a:gd name="T38" fmla="*/ 2147483646 w 134"/>
              <a:gd name="T39" fmla="*/ 2147483646 h 597"/>
              <a:gd name="T40" fmla="*/ 2147483646 w 134"/>
              <a:gd name="T41" fmla="*/ 2147483646 h 597"/>
              <a:gd name="T42" fmla="*/ 0 w 134"/>
              <a:gd name="T43" fmla="*/ 2147483646 h 597"/>
              <a:gd name="T44" fmla="*/ 0 w 134"/>
              <a:gd name="T45" fmla="*/ 2147483646 h 597"/>
              <a:gd name="T46" fmla="*/ 2147483646 w 134"/>
              <a:gd name="T47" fmla="*/ 2147483646 h 597"/>
              <a:gd name="T48" fmla="*/ 2147483646 w 134"/>
              <a:gd name="T49" fmla="*/ 2147483646 h 597"/>
              <a:gd name="T50" fmla="*/ 2147483646 w 134"/>
              <a:gd name="T51" fmla="*/ 2147483646 h 597"/>
              <a:gd name="T52" fmla="*/ 0 w 134"/>
              <a:gd name="T53" fmla="*/ 2147483646 h 597"/>
              <a:gd name="T54" fmla="*/ 0 w 134"/>
              <a:gd name="T55" fmla="*/ 2147483646 h 597"/>
              <a:gd name="T56" fmla="*/ 2147483646 w 134"/>
              <a:gd name="T57" fmla="*/ 2147483646 h 597"/>
              <a:gd name="T58" fmla="*/ 2147483646 w 134"/>
              <a:gd name="T59" fmla="*/ 2147483646 h 597"/>
              <a:gd name="T60" fmla="*/ 2147483646 w 134"/>
              <a:gd name="T61" fmla="*/ 2147483646 h 597"/>
              <a:gd name="T62" fmla="*/ 2147483646 w 134"/>
              <a:gd name="T63" fmla="*/ 2147483646 h 597"/>
              <a:gd name="T64" fmla="*/ 2147483646 w 134"/>
              <a:gd name="T65" fmla="*/ 2147483646 h 597"/>
              <a:gd name="T66" fmla="*/ 2147483646 w 134"/>
              <a:gd name="T67" fmla="*/ 2147483646 h 597"/>
              <a:gd name="T68" fmla="*/ 2147483646 w 134"/>
              <a:gd name="T69" fmla="*/ 2147483646 h 597"/>
              <a:gd name="T70" fmla="*/ 2147483646 w 134"/>
              <a:gd name="T71" fmla="*/ 2147483646 h 597"/>
              <a:gd name="T72" fmla="*/ 2147483646 w 134"/>
              <a:gd name="T73" fmla="*/ 2147483646 h 597"/>
              <a:gd name="T74" fmla="*/ 2147483646 w 134"/>
              <a:gd name="T75" fmla="*/ 2147483646 h 597"/>
              <a:gd name="T76" fmla="*/ 2147483646 w 134"/>
              <a:gd name="T77" fmla="*/ 2147483646 h 597"/>
              <a:gd name="T78" fmla="*/ 2147483646 w 134"/>
              <a:gd name="T79" fmla="*/ 2147483646 h 597"/>
              <a:gd name="T80" fmla="*/ 2147483646 w 134"/>
              <a:gd name="T81" fmla="*/ 2147483646 h 597"/>
              <a:gd name="T82" fmla="*/ 2147483646 w 134"/>
              <a:gd name="T83" fmla="*/ 2147483646 h 597"/>
              <a:gd name="T84" fmla="*/ 2147483646 w 134"/>
              <a:gd name="T85" fmla="*/ 2147483646 h 597"/>
              <a:gd name="T86" fmla="*/ 2147483646 w 134"/>
              <a:gd name="T87" fmla="*/ 2147483646 h 597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4"/>
              <a:gd name="T133" fmla="*/ 0 h 597"/>
              <a:gd name="T134" fmla="*/ 134 w 134"/>
              <a:gd name="T135" fmla="*/ 597 h 597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4" h="597">
                <a:moveTo>
                  <a:pt x="83" y="31"/>
                </a:moveTo>
                <a:lnTo>
                  <a:pt x="83" y="566"/>
                </a:lnTo>
                <a:lnTo>
                  <a:pt x="72" y="566"/>
                </a:lnTo>
                <a:lnTo>
                  <a:pt x="72" y="31"/>
                </a:lnTo>
                <a:lnTo>
                  <a:pt x="83" y="31"/>
                </a:lnTo>
                <a:close/>
                <a:moveTo>
                  <a:pt x="62" y="31"/>
                </a:moveTo>
                <a:lnTo>
                  <a:pt x="62" y="566"/>
                </a:lnTo>
                <a:lnTo>
                  <a:pt x="53" y="566"/>
                </a:lnTo>
                <a:lnTo>
                  <a:pt x="53" y="31"/>
                </a:lnTo>
                <a:lnTo>
                  <a:pt x="62" y="31"/>
                </a:lnTo>
                <a:close/>
                <a:moveTo>
                  <a:pt x="3" y="117"/>
                </a:moveTo>
                <a:lnTo>
                  <a:pt x="67" y="0"/>
                </a:lnTo>
                <a:lnTo>
                  <a:pt x="133" y="117"/>
                </a:lnTo>
                <a:lnTo>
                  <a:pt x="134" y="121"/>
                </a:lnTo>
                <a:lnTo>
                  <a:pt x="134" y="124"/>
                </a:lnTo>
                <a:lnTo>
                  <a:pt x="134" y="126"/>
                </a:lnTo>
                <a:lnTo>
                  <a:pt x="134" y="130"/>
                </a:lnTo>
                <a:lnTo>
                  <a:pt x="133" y="133"/>
                </a:lnTo>
                <a:lnTo>
                  <a:pt x="132" y="135"/>
                </a:lnTo>
                <a:lnTo>
                  <a:pt x="129" y="138"/>
                </a:lnTo>
                <a:lnTo>
                  <a:pt x="127" y="140"/>
                </a:lnTo>
                <a:lnTo>
                  <a:pt x="125" y="141"/>
                </a:lnTo>
                <a:lnTo>
                  <a:pt x="121" y="141"/>
                </a:lnTo>
                <a:lnTo>
                  <a:pt x="119" y="141"/>
                </a:lnTo>
                <a:lnTo>
                  <a:pt x="116" y="141"/>
                </a:lnTo>
                <a:lnTo>
                  <a:pt x="113" y="140"/>
                </a:lnTo>
                <a:lnTo>
                  <a:pt x="110" y="139"/>
                </a:lnTo>
                <a:lnTo>
                  <a:pt x="109" y="136"/>
                </a:lnTo>
                <a:lnTo>
                  <a:pt x="107" y="134"/>
                </a:lnTo>
                <a:lnTo>
                  <a:pt x="54" y="39"/>
                </a:lnTo>
                <a:lnTo>
                  <a:pt x="80" y="39"/>
                </a:lnTo>
                <a:lnTo>
                  <a:pt x="28" y="134"/>
                </a:lnTo>
                <a:lnTo>
                  <a:pt x="27" y="136"/>
                </a:lnTo>
                <a:lnTo>
                  <a:pt x="24" y="139"/>
                </a:lnTo>
                <a:lnTo>
                  <a:pt x="22" y="140"/>
                </a:lnTo>
                <a:lnTo>
                  <a:pt x="19" y="141"/>
                </a:lnTo>
                <a:lnTo>
                  <a:pt x="16" y="141"/>
                </a:lnTo>
                <a:lnTo>
                  <a:pt x="13" y="141"/>
                </a:lnTo>
                <a:lnTo>
                  <a:pt x="10" y="141"/>
                </a:lnTo>
                <a:lnTo>
                  <a:pt x="7" y="140"/>
                </a:lnTo>
                <a:lnTo>
                  <a:pt x="5" y="138"/>
                </a:lnTo>
                <a:lnTo>
                  <a:pt x="3" y="135"/>
                </a:lnTo>
                <a:lnTo>
                  <a:pt x="1" y="133"/>
                </a:lnTo>
                <a:lnTo>
                  <a:pt x="0" y="130"/>
                </a:lnTo>
                <a:lnTo>
                  <a:pt x="0" y="126"/>
                </a:lnTo>
                <a:lnTo>
                  <a:pt x="0" y="124"/>
                </a:lnTo>
                <a:lnTo>
                  <a:pt x="0" y="121"/>
                </a:lnTo>
                <a:lnTo>
                  <a:pt x="3" y="117"/>
                </a:lnTo>
                <a:close/>
                <a:moveTo>
                  <a:pt x="133" y="479"/>
                </a:moveTo>
                <a:lnTo>
                  <a:pt x="67" y="597"/>
                </a:lnTo>
                <a:lnTo>
                  <a:pt x="3" y="479"/>
                </a:lnTo>
                <a:lnTo>
                  <a:pt x="0" y="477"/>
                </a:lnTo>
                <a:lnTo>
                  <a:pt x="0" y="473"/>
                </a:lnTo>
                <a:lnTo>
                  <a:pt x="0" y="470"/>
                </a:lnTo>
                <a:lnTo>
                  <a:pt x="0" y="467"/>
                </a:lnTo>
                <a:lnTo>
                  <a:pt x="1" y="464"/>
                </a:lnTo>
                <a:lnTo>
                  <a:pt x="3" y="461"/>
                </a:lnTo>
                <a:lnTo>
                  <a:pt x="5" y="459"/>
                </a:lnTo>
                <a:lnTo>
                  <a:pt x="7" y="458"/>
                </a:lnTo>
                <a:lnTo>
                  <a:pt x="10" y="456"/>
                </a:lnTo>
                <a:lnTo>
                  <a:pt x="13" y="455"/>
                </a:lnTo>
                <a:lnTo>
                  <a:pt x="16" y="455"/>
                </a:lnTo>
                <a:lnTo>
                  <a:pt x="19" y="455"/>
                </a:lnTo>
                <a:lnTo>
                  <a:pt x="22" y="456"/>
                </a:lnTo>
                <a:lnTo>
                  <a:pt x="24" y="459"/>
                </a:lnTo>
                <a:lnTo>
                  <a:pt x="27" y="460"/>
                </a:lnTo>
                <a:lnTo>
                  <a:pt x="28" y="463"/>
                </a:lnTo>
                <a:lnTo>
                  <a:pt x="80" y="558"/>
                </a:lnTo>
                <a:lnTo>
                  <a:pt x="54" y="558"/>
                </a:lnTo>
                <a:lnTo>
                  <a:pt x="107" y="463"/>
                </a:lnTo>
                <a:lnTo>
                  <a:pt x="109" y="460"/>
                </a:lnTo>
                <a:lnTo>
                  <a:pt x="110" y="459"/>
                </a:lnTo>
                <a:lnTo>
                  <a:pt x="113" y="456"/>
                </a:lnTo>
                <a:lnTo>
                  <a:pt x="116" y="455"/>
                </a:lnTo>
                <a:lnTo>
                  <a:pt x="119" y="455"/>
                </a:lnTo>
                <a:lnTo>
                  <a:pt x="121" y="455"/>
                </a:lnTo>
                <a:lnTo>
                  <a:pt x="125" y="456"/>
                </a:lnTo>
                <a:lnTo>
                  <a:pt x="127" y="458"/>
                </a:lnTo>
                <a:lnTo>
                  <a:pt x="129" y="459"/>
                </a:lnTo>
                <a:lnTo>
                  <a:pt x="132" y="461"/>
                </a:lnTo>
                <a:lnTo>
                  <a:pt x="133" y="464"/>
                </a:lnTo>
                <a:lnTo>
                  <a:pt x="134" y="467"/>
                </a:lnTo>
                <a:lnTo>
                  <a:pt x="134" y="470"/>
                </a:lnTo>
                <a:lnTo>
                  <a:pt x="134" y="473"/>
                </a:lnTo>
                <a:lnTo>
                  <a:pt x="134" y="477"/>
                </a:lnTo>
                <a:lnTo>
                  <a:pt x="133" y="479"/>
                </a:lnTo>
                <a:close/>
              </a:path>
            </a:pathLst>
          </a:custGeom>
          <a:solidFill>
            <a:srgbClr val="000000"/>
          </a:solidFill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4345" name="Freeform 721"/>
          <p:cNvSpPr>
            <a:spLocks noEditPoints="1"/>
          </p:cNvSpPr>
          <p:nvPr/>
        </p:nvSpPr>
        <p:spPr bwMode="auto">
          <a:xfrm>
            <a:off x="5578475" y="3289300"/>
            <a:ext cx="106363" cy="474663"/>
          </a:xfrm>
          <a:custGeom>
            <a:avLst/>
            <a:gdLst>
              <a:gd name="T0" fmla="*/ 2147483646 w 135"/>
              <a:gd name="T1" fmla="*/ 2147483646 h 599"/>
              <a:gd name="T2" fmla="*/ 2147483646 w 135"/>
              <a:gd name="T3" fmla="*/ 2147483646 h 599"/>
              <a:gd name="T4" fmla="*/ 2147483646 w 135"/>
              <a:gd name="T5" fmla="*/ 2147483646 h 599"/>
              <a:gd name="T6" fmla="*/ 2147483646 w 135"/>
              <a:gd name="T7" fmla="*/ 2147483646 h 599"/>
              <a:gd name="T8" fmla="*/ 2147483646 w 135"/>
              <a:gd name="T9" fmla="*/ 2147483646 h 599"/>
              <a:gd name="T10" fmla="*/ 2147483646 w 135"/>
              <a:gd name="T11" fmla="*/ 0 h 599"/>
              <a:gd name="T12" fmla="*/ 2147483646 w 135"/>
              <a:gd name="T13" fmla="*/ 2147483646 h 599"/>
              <a:gd name="T14" fmla="*/ 2147483646 w 135"/>
              <a:gd name="T15" fmla="*/ 2147483646 h 599"/>
              <a:gd name="T16" fmla="*/ 2147483646 w 135"/>
              <a:gd name="T17" fmla="*/ 2147483646 h 599"/>
              <a:gd name="T18" fmla="*/ 2147483646 w 135"/>
              <a:gd name="T19" fmla="*/ 2147483646 h 599"/>
              <a:gd name="T20" fmla="*/ 2147483646 w 135"/>
              <a:gd name="T21" fmla="*/ 2147483646 h 599"/>
              <a:gd name="T22" fmla="*/ 2147483646 w 135"/>
              <a:gd name="T23" fmla="*/ 2147483646 h 599"/>
              <a:gd name="T24" fmla="*/ 2147483646 w 135"/>
              <a:gd name="T25" fmla="*/ 2147483646 h 599"/>
              <a:gd name="T26" fmla="*/ 2147483646 w 135"/>
              <a:gd name="T27" fmla="*/ 2147483646 h 599"/>
              <a:gd name="T28" fmla="*/ 2147483646 w 135"/>
              <a:gd name="T29" fmla="*/ 2147483646 h 599"/>
              <a:gd name="T30" fmla="*/ 2147483646 w 135"/>
              <a:gd name="T31" fmla="*/ 2147483646 h 599"/>
              <a:gd name="T32" fmla="*/ 2147483646 w 135"/>
              <a:gd name="T33" fmla="*/ 2147483646 h 599"/>
              <a:gd name="T34" fmla="*/ 2147483646 w 135"/>
              <a:gd name="T35" fmla="*/ 2147483646 h 599"/>
              <a:gd name="T36" fmla="*/ 2147483646 w 135"/>
              <a:gd name="T37" fmla="*/ 2147483646 h 599"/>
              <a:gd name="T38" fmla="*/ 2147483646 w 135"/>
              <a:gd name="T39" fmla="*/ 2147483646 h 599"/>
              <a:gd name="T40" fmla="*/ 2147483646 w 135"/>
              <a:gd name="T41" fmla="*/ 2147483646 h 599"/>
              <a:gd name="T42" fmla="*/ 2147483646 w 135"/>
              <a:gd name="T43" fmla="*/ 2147483646 h 599"/>
              <a:gd name="T44" fmla="*/ 2147483646 w 135"/>
              <a:gd name="T45" fmla="*/ 2147483646 h 599"/>
              <a:gd name="T46" fmla="*/ 2147483646 w 135"/>
              <a:gd name="T47" fmla="*/ 2147483646 h 599"/>
              <a:gd name="T48" fmla="*/ 2147483646 w 135"/>
              <a:gd name="T49" fmla="*/ 2147483646 h 599"/>
              <a:gd name="T50" fmla="*/ 2147483646 w 135"/>
              <a:gd name="T51" fmla="*/ 2147483646 h 599"/>
              <a:gd name="T52" fmla="*/ 2147483646 w 135"/>
              <a:gd name="T53" fmla="*/ 2147483646 h 599"/>
              <a:gd name="T54" fmla="*/ 2147483646 w 135"/>
              <a:gd name="T55" fmla="*/ 2147483646 h 599"/>
              <a:gd name="T56" fmla="*/ 2147483646 w 135"/>
              <a:gd name="T57" fmla="*/ 2147483646 h 599"/>
              <a:gd name="T58" fmla="*/ 2147483646 w 135"/>
              <a:gd name="T59" fmla="*/ 2147483646 h 599"/>
              <a:gd name="T60" fmla="*/ 2147483646 w 135"/>
              <a:gd name="T61" fmla="*/ 2147483646 h 599"/>
              <a:gd name="T62" fmla="*/ 2147483646 w 135"/>
              <a:gd name="T63" fmla="*/ 2147483646 h 599"/>
              <a:gd name="T64" fmla="*/ 2147483646 w 135"/>
              <a:gd name="T65" fmla="*/ 2147483646 h 599"/>
              <a:gd name="T66" fmla="*/ 2147483646 w 135"/>
              <a:gd name="T67" fmla="*/ 2147483646 h 599"/>
              <a:gd name="T68" fmla="*/ 2147483646 w 135"/>
              <a:gd name="T69" fmla="*/ 2147483646 h 599"/>
              <a:gd name="T70" fmla="*/ 2147483646 w 135"/>
              <a:gd name="T71" fmla="*/ 2147483646 h 599"/>
              <a:gd name="T72" fmla="*/ 2147483646 w 135"/>
              <a:gd name="T73" fmla="*/ 2147483646 h 599"/>
              <a:gd name="T74" fmla="*/ 2147483646 w 135"/>
              <a:gd name="T75" fmla="*/ 2147483646 h 599"/>
              <a:gd name="T76" fmla="*/ 2147483646 w 135"/>
              <a:gd name="T77" fmla="*/ 2147483646 h 599"/>
              <a:gd name="T78" fmla="*/ 2147483646 w 135"/>
              <a:gd name="T79" fmla="*/ 2147483646 h 599"/>
              <a:gd name="T80" fmla="*/ 2147483646 w 135"/>
              <a:gd name="T81" fmla="*/ 2147483646 h 599"/>
              <a:gd name="T82" fmla="*/ 2147483646 w 135"/>
              <a:gd name="T83" fmla="*/ 2147483646 h 599"/>
              <a:gd name="T84" fmla="*/ 2147483646 w 135"/>
              <a:gd name="T85" fmla="*/ 2147483646 h 599"/>
              <a:gd name="T86" fmla="*/ 2147483646 w 135"/>
              <a:gd name="T87" fmla="*/ 2147483646 h 599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35"/>
              <a:gd name="T133" fmla="*/ 0 h 599"/>
              <a:gd name="T134" fmla="*/ 135 w 135"/>
              <a:gd name="T135" fmla="*/ 599 h 599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35" h="599">
                <a:moveTo>
                  <a:pt x="82" y="32"/>
                </a:moveTo>
                <a:lnTo>
                  <a:pt x="82" y="567"/>
                </a:lnTo>
                <a:lnTo>
                  <a:pt x="72" y="567"/>
                </a:lnTo>
                <a:lnTo>
                  <a:pt x="72" y="32"/>
                </a:lnTo>
                <a:lnTo>
                  <a:pt x="82" y="32"/>
                </a:lnTo>
                <a:close/>
                <a:moveTo>
                  <a:pt x="63" y="32"/>
                </a:moveTo>
                <a:lnTo>
                  <a:pt x="63" y="567"/>
                </a:lnTo>
                <a:lnTo>
                  <a:pt x="52" y="567"/>
                </a:lnTo>
                <a:lnTo>
                  <a:pt x="52" y="32"/>
                </a:lnTo>
                <a:lnTo>
                  <a:pt x="63" y="32"/>
                </a:lnTo>
                <a:close/>
                <a:moveTo>
                  <a:pt x="2" y="119"/>
                </a:moveTo>
                <a:lnTo>
                  <a:pt x="68" y="0"/>
                </a:lnTo>
                <a:lnTo>
                  <a:pt x="132" y="119"/>
                </a:lnTo>
                <a:lnTo>
                  <a:pt x="133" y="122"/>
                </a:lnTo>
                <a:lnTo>
                  <a:pt x="135" y="124"/>
                </a:lnTo>
                <a:lnTo>
                  <a:pt x="135" y="128"/>
                </a:lnTo>
                <a:lnTo>
                  <a:pt x="135" y="131"/>
                </a:lnTo>
                <a:lnTo>
                  <a:pt x="133" y="133"/>
                </a:lnTo>
                <a:lnTo>
                  <a:pt x="131" y="136"/>
                </a:lnTo>
                <a:lnTo>
                  <a:pt x="130" y="138"/>
                </a:lnTo>
                <a:lnTo>
                  <a:pt x="127" y="141"/>
                </a:lnTo>
                <a:lnTo>
                  <a:pt x="124" y="142"/>
                </a:lnTo>
                <a:lnTo>
                  <a:pt x="121" y="142"/>
                </a:lnTo>
                <a:lnTo>
                  <a:pt x="119" y="142"/>
                </a:lnTo>
                <a:lnTo>
                  <a:pt x="116" y="142"/>
                </a:lnTo>
                <a:lnTo>
                  <a:pt x="113" y="141"/>
                </a:lnTo>
                <a:lnTo>
                  <a:pt x="111" y="139"/>
                </a:lnTo>
                <a:lnTo>
                  <a:pt x="108" y="137"/>
                </a:lnTo>
                <a:lnTo>
                  <a:pt x="107" y="134"/>
                </a:lnTo>
                <a:lnTo>
                  <a:pt x="55" y="40"/>
                </a:lnTo>
                <a:lnTo>
                  <a:pt x="81" y="40"/>
                </a:lnTo>
                <a:lnTo>
                  <a:pt x="28" y="134"/>
                </a:lnTo>
                <a:lnTo>
                  <a:pt x="26" y="137"/>
                </a:lnTo>
                <a:lnTo>
                  <a:pt x="23" y="139"/>
                </a:lnTo>
                <a:lnTo>
                  <a:pt x="21" y="141"/>
                </a:lnTo>
                <a:lnTo>
                  <a:pt x="19" y="142"/>
                </a:lnTo>
                <a:lnTo>
                  <a:pt x="16" y="142"/>
                </a:lnTo>
                <a:lnTo>
                  <a:pt x="13" y="142"/>
                </a:lnTo>
                <a:lnTo>
                  <a:pt x="10" y="142"/>
                </a:lnTo>
                <a:lnTo>
                  <a:pt x="8" y="141"/>
                </a:lnTo>
                <a:lnTo>
                  <a:pt x="6" y="138"/>
                </a:lnTo>
                <a:lnTo>
                  <a:pt x="3" y="136"/>
                </a:lnTo>
                <a:lnTo>
                  <a:pt x="2" y="133"/>
                </a:lnTo>
                <a:lnTo>
                  <a:pt x="1" y="131"/>
                </a:lnTo>
                <a:lnTo>
                  <a:pt x="0" y="128"/>
                </a:lnTo>
                <a:lnTo>
                  <a:pt x="1" y="124"/>
                </a:lnTo>
                <a:lnTo>
                  <a:pt x="1" y="122"/>
                </a:lnTo>
                <a:lnTo>
                  <a:pt x="2" y="119"/>
                </a:lnTo>
                <a:close/>
                <a:moveTo>
                  <a:pt x="132" y="480"/>
                </a:moveTo>
                <a:lnTo>
                  <a:pt x="68" y="599"/>
                </a:lnTo>
                <a:lnTo>
                  <a:pt x="2" y="480"/>
                </a:lnTo>
                <a:lnTo>
                  <a:pt x="1" y="477"/>
                </a:lnTo>
                <a:lnTo>
                  <a:pt x="1" y="473"/>
                </a:lnTo>
                <a:lnTo>
                  <a:pt x="0" y="471"/>
                </a:lnTo>
                <a:lnTo>
                  <a:pt x="1" y="468"/>
                </a:lnTo>
                <a:lnTo>
                  <a:pt x="2" y="465"/>
                </a:lnTo>
                <a:lnTo>
                  <a:pt x="3" y="462"/>
                </a:lnTo>
                <a:lnTo>
                  <a:pt x="6" y="460"/>
                </a:lnTo>
                <a:lnTo>
                  <a:pt x="8" y="458"/>
                </a:lnTo>
                <a:lnTo>
                  <a:pt x="10" y="457"/>
                </a:lnTo>
                <a:lnTo>
                  <a:pt x="13" y="456"/>
                </a:lnTo>
                <a:lnTo>
                  <a:pt x="16" y="456"/>
                </a:lnTo>
                <a:lnTo>
                  <a:pt x="19" y="457"/>
                </a:lnTo>
                <a:lnTo>
                  <a:pt x="21" y="457"/>
                </a:lnTo>
                <a:lnTo>
                  <a:pt x="23" y="460"/>
                </a:lnTo>
                <a:lnTo>
                  <a:pt x="26" y="461"/>
                </a:lnTo>
                <a:lnTo>
                  <a:pt x="28" y="463"/>
                </a:lnTo>
                <a:lnTo>
                  <a:pt x="81" y="558"/>
                </a:lnTo>
                <a:lnTo>
                  <a:pt x="55" y="558"/>
                </a:lnTo>
                <a:lnTo>
                  <a:pt x="107" y="463"/>
                </a:lnTo>
                <a:lnTo>
                  <a:pt x="108" y="461"/>
                </a:lnTo>
                <a:lnTo>
                  <a:pt x="111" y="460"/>
                </a:lnTo>
                <a:lnTo>
                  <a:pt x="113" y="457"/>
                </a:lnTo>
                <a:lnTo>
                  <a:pt x="116" y="457"/>
                </a:lnTo>
                <a:lnTo>
                  <a:pt x="119" y="456"/>
                </a:lnTo>
                <a:lnTo>
                  <a:pt x="121" y="456"/>
                </a:lnTo>
                <a:lnTo>
                  <a:pt x="124" y="457"/>
                </a:lnTo>
                <a:lnTo>
                  <a:pt x="127" y="458"/>
                </a:lnTo>
                <a:lnTo>
                  <a:pt x="130" y="460"/>
                </a:lnTo>
                <a:lnTo>
                  <a:pt x="131" y="462"/>
                </a:lnTo>
                <a:lnTo>
                  <a:pt x="133" y="465"/>
                </a:lnTo>
                <a:lnTo>
                  <a:pt x="135" y="468"/>
                </a:lnTo>
                <a:lnTo>
                  <a:pt x="135" y="471"/>
                </a:lnTo>
                <a:lnTo>
                  <a:pt x="135" y="473"/>
                </a:lnTo>
                <a:lnTo>
                  <a:pt x="133" y="477"/>
                </a:lnTo>
                <a:lnTo>
                  <a:pt x="132" y="480"/>
                </a:lnTo>
                <a:close/>
              </a:path>
            </a:pathLst>
          </a:custGeom>
          <a:solidFill>
            <a:srgbClr val="000000"/>
          </a:solidFill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4346" name="Rectangle 722"/>
          <p:cNvSpPr>
            <a:spLocks noChangeArrowheads="1"/>
          </p:cNvSpPr>
          <p:nvPr/>
        </p:nvSpPr>
        <p:spPr bwMode="auto">
          <a:xfrm>
            <a:off x="6227763" y="3379788"/>
            <a:ext cx="287337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</a:rPr>
              <a:t>One</a:t>
            </a:r>
            <a:endParaRPr lang="en-US" altLang="en-US" sz="1800"/>
          </a:p>
        </p:txBody>
      </p:sp>
      <p:sp>
        <p:nvSpPr>
          <p:cNvPr id="44347" name="Rectangle 723"/>
          <p:cNvSpPr>
            <a:spLocks noChangeArrowheads="1"/>
          </p:cNvSpPr>
          <p:nvPr/>
        </p:nvSpPr>
        <p:spPr bwMode="auto">
          <a:xfrm>
            <a:off x="6496050" y="3379788"/>
            <a:ext cx="508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</a:rPr>
              <a:t>-</a:t>
            </a:r>
            <a:endParaRPr lang="en-US" altLang="en-US" sz="1800"/>
          </a:p>
        </p:txBody>
      </p:sp>
      <p:sp>
        <p:nvSpPr>
          <p:cNvPr id="44348" name="Rectangle 724"/>
          <p:cNvSpPr>
            <a:spLocks noChangeArrowheads="1"/>
          </p:cNvSpPr>
          <p:nvPr/>
        </p:nvSpPr>
        <p:spPr bwMode="auto">
          <a:xfrm>
            <a:off x="6543675" y="3379788"/>
            <a:ext cx="1270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</a:rPr>
              <a:t>to</a:t>
            </a:r>
            <a:endParaRPr lang="en-US" altLang="en-US" sz="1800"/>
          </a:p>
        </p:txBody>
      </p:sp>
      <p:sp>
        <p:nvSpPr>
          <p:cNvPr id="44349" name="Rectangle 725"/>
          <p:cNvSpPr>
            <a:spLocks noChangeArrowheads="1"/>
          </p:cNvSpPr>
          <p:nvPr/>
        </p:nvSpPr>
        <p:spPr bwMode="auto">
          <a:xfrm>
            <a:off x="6662738" y="3379788"/>
            <a:ext cx="508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</a:rPr>
              <a:t>-</a:t>
            </a:r>
            <a:endParaRPr lang="en-US" altLang="en-US" sz="1800"/>
          </a:p>
        </p:txBody>
      </p:sp>
      <p:sp>
        <p:nvSpPr>
          <p:cNvPr id="44350" name="Rectangle 726"/>
          <p:cNvSpPr>
            <a:spLocks noChangeArrowheads="1"/>
          </p:cNvSpPr>
          <p:nvPr/>
        </p:nvSpPr>
        <p:spPr bwMode="auto">
          <a:xfrm>
            <a:off x="6708775" y="3379788"/>
            <a:ext cx="29527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</a:rPr>
              <a:t>one </a:t>
            </a:r>
            <a:endParaRPr lang="en-US" altLang="en-US" sz="1800"/>
          </a:p>
        </p:txBody>
      </p:sp>
      <p:sp>
        <p:nvSpPr>
          <p:cNvPr id="44351" name="Rectangle 727"/>
          <p:cNvSpPr>
            <a:spLocks noChangeArrowheads="1"/>
          </p:cNvSpPr>
          <p:nvPr/>
        </p:nvSpPr>
        <p:spPr bwMode="auto">
          <a:xfrm>
            <a:off x="6227763" y="3560763"/>
            <a:ext cx="65722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</a:rPr>
              <a:t>mappings</a:t>
            </a:r>
            <a:endParaRPr lang="en-US" altLang="en-US" sz="1800"/>
          </a:p>
        </p:txBody>
      </p:sp>
      <p:sp>
        <p:nvSpPr>
          <p:cNvPr id="44352" name="Freeform 728"/>
          <p:cNvSpPr>
            <a:spLocks noEditPoints="1"/>
          </p:cNvSpPr>
          <p:nvPr/>
        </p:nvSpPr>
        <p:spPr bwMode="auto">
          <a:xfrm>
            <a:off x="4506913" y="5273675"/>
            <a:ext cx="946150" cy="346075"/>
          </a:xfrm>
          <a:custGeom>
            <a:avLst/>
            <a:gdLst>
              <a:gd name="T0" fmla="*/ 2147483646 w 1192"/>
              <a:gd name="T1" fmla="*/ 2147483646 h 435"/>
              <a:gd name="T2" fmla="*/ 2147483646 w 1192"/>
              <a:gd name="T3" fmla="*/ 2147483646 h 435"/>
              <a:gd name="T4" fmla="*/ 2147483646 w 1192"/>
              <a:gd name="T5" fmla="*/ 2147483646 h 435"/>
              <a:gd name="T6" fmla="*/ 2147483646 w 1192"/>
              <a:gd name="T7" fmla="*/ 2147483646 h 435"/>
              <a:gd name="T8" fmla="*/ 2147483646 w 1192"/>
              <a:gd name="T9" fmla="*/ 2147483646 h 435"/>
              <a:gd name="T10" fmla="*/ 2147483646 w 1192"/>
              <a:gd name="T11" fmla="*/ 2147483646 h 435"/>
              <a:gd name="T12" fmla="*/ 2147483646 w 1192"/>
              <a:gd name="T13" fmla="*/ 2147483646 h 435"/>
              <a:gd name="T14" fmla="*/ 2147483646 w 1192"/>
              <a:gd name="T15" fmla="*/ 2147483646 h 435"/>
              <a:gd name="T16" fmla="*/ 2147483646 w 1192"/>
              <a:gd name="T17" fmla="*/ 2147483646 h 435"/>
              <a:gd name="T18" fmla="*/ 2147483646 w 1192"/>
              <a:gd name="T19" fmla="*/ 2147483646 h 435"/>
              <a:gd name="T20" fmla="*/ 2147483646 w 1192"/>
              <a:gd name="T21" fmla="*/ 2147483646 h 435"/>
              <a:gd name="T22" fmla="*/ 2147483646 w 1192"/>
              <a:gd name="T23" fmla="*/ 2147483646 h 435"/>
              <a:gd name="T24" fmla="*/ 2147483646 w 1192"/>
              <a:gd name="T25" fmla="*/ 2147483646 h 435"/>
              <a:gd name="T26" fmla="*/ 2147483646 w 1192"/>
              <a:gd name="T27" fmla="*/ 2147483646 h 435"/>
              <a:gd name="T28" fmla="*/ 2147483646 w 1192"/>
              <a:gd name="T29" fmla="*/ 2147483646 h 435"/>
              <a:gd name="T30" fmla="*/ 0 w 1192"/>
              <a:gd name="T31" fmla="*/ 2147483646 h 435"/>
              <a:gd name="T32" fmla="*/ 2147483646 w 1192"/>
              <a:gd name="T33" fmla="*/ 2147483646 h 435"/>
              <a:gd name="T34" fmla="*/ 2147483646 w 1192"/>
              <a:gd name="T35" fmla="*/ 2147483646 h 435"/>
              <a:gd name="T36" fmla="*/ 2147483646 w 1192"/>
              <a:gd name="T37" fmla="*/ 2147483646 h 435"/>
              <a:gd name="T38" fmla="*/ 2147483646 w 1192"/>
              <a:gd name="T39" fmla="*/ 2147483646 h 435"/>
              <a:gd name="T40" fmla="*/ 2147483646 w 1192"/>
              <a:gd name="T41" fmla="*/ 0 h 435"/>
              <a:gd name="T42" fmla="*/ 2147483646 w 1192"/>
              <a:gd name="T43" fmla="*/ 2147483646 h 435"/>
              <a:gd name="T44" fmla="*/ 2147483646 w 1192"/>
              <a:gd name="T45" fmla="*/ 2147483646 h 435"/>
              <a:gd name="T46" fmla="*/ 2147483646 w 1192"/>
              <a:gd name="T47" fmla="*/ 0 h 435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w 1192"/>
              <a:gd name="T73" fmla="*/ 0 h 435"/>
              <a:gd name="T74" fmla="*/ 1192 w 1192"/>
              <a:gd name="T75" fmla="*/ 435 h 435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T72" t="T73" r="T74" b="T75"/>
            <a:pathLst>
              <a:path w="1192" h="435">
                <a:moveTo>
                  <a:pt x="3" y="425"/>
                </a:moveTo>
                <a:lnTo>
                  <a:pt x="1143" y="23"/>
                </a:lnTo>
                <a:lnTo>
                  <a:pt x="1145" y="21"/>
                </a:lnTo>
                <a:lnTo>
                  <a:pt x="1147" y="23"/>
                </a:lnTo>
                <a:lnTo>
                  <a:pt x="1149" y="24"/>
                </a:lnTo>
                <a:lnTo>
                  <a:pt x="1150" y="25"/>
                </a:lnTo>
                <a:lnTo>
                  <a:pt x="1150" y="28"/>
                </a:lnTo>
                <a:lnTo>
                  <a:pt x="1149" y="29"/>
                </a:lnTo>
                <a:lnTo>
                  <a:pt x="1147" y="30"/>
                </a:lnTo>
                <a:lnTo>
                  <a:pt x="1146" y="32"/>
                </a:lnTo>
                <a:lnTo>
                  <a:pt x="7" y="435"/>
                </a:lnTo>
                <a:lnTo>
                  <a:pt x="4" y="435"/>
                </a:lnTo>
                <a:lnTo>
                  <a:pt x="3" y="434"/>
                </a:lnTo>
                <a:lnTo>
                  <a:pt x="1" y="433"/>
                </a:lnTo>
                <a:lnTo>
                  <a:pt x="1" y="431"/>
                </a:lnTo>
                <a:lnTo>
                  <a:pt x="0" y="429"/>
                </a:lnTo>
                <a:lnTo>
                  <a:pt x="1" y="428"/>
                </a:lnTo>
                <a:lnTo>
                  <a:pt x="2" y="425"/>
                </a:lnTo>
                <a:lnTo>
                  <a:pt x="3" y="425"/>
                </a:lnTo>
                <a:close/>
                <a:moveTo>
                  <a:pt x="1126" y="0"/>
                </a:moveTo>
                <a:lnTo>
                  <a:pt x="1192" y="10"/>
                </a:lnTo>
                <a:lnTo>
                  <a:pt x="1145" y="61"/>
                </a:lnTo>
                <a:lnTo>
                  <a:pt x="1126" y="0"/>
                </a:lnTo>
                <a:close/>
              </a:path>
            </a:pathLst>
          </a:custGeom>
          <a:solidFill>
            <a:srgbClr val="000000"/>
          </a:solidFill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4353" name="Freeform 729"/>
          <p:cNvSpPr>
            <a:spLocks noEditPoints="1"/>
          </p:cNvSpPr>
          <p:nvPr/>
        </p:nvSpPr>
        <p:spPr bwMode="auto">
          <a:xfrm>
            <a:off x="3614738" y="5184775"/>
            <a:ext cx="900112" cy="434975"/>
          </a:xfrm>
          <a:custGeom>
            <a:avLst/>
            <a:gdLst>
              <a:gd name="T0" fmla="*/ 2147483646 w 1134"/>
              <a:gd name="T1" fmla="*/ 2147483646 h 548"/>
              <a:gd name="T2" fmla="*/ 2147483646 w 1134"/>
              <a:gd name="T3" fmla="*/ 2147483646 h 548"/>
              <a:gd name="T4" fmla="*/ 2147483646 w 1134"/>
              <a:gd name="T5" fmla="*/ 2147483646 h 548"/>
              <a:gd name="T6" fmla="*/ 2147483646 w 1134"/>
              <a:gd name="T7" fmla="*/ 2147483646 h 548"/>
              <a:gd name="T8" fmla="*/ 2147483646 w 1134"/>
              <a:gd name="T9" fmla="*/ 2147483646 h 548"/>
              <a:gd name="T10" fmla="*/ 2147483646 w 1134"/>
              <a:gd name="T11" fmla="*/ 2147483646 h 548"/>
              <a:gd name="T12" fmla="*/ 2147483646 w 1134"/>
              <a:gd name="T13" fmla="*/ 2147483646 h 548"/>
              <a:gd name="T14" fmla="*/ 2147483646 w 1134"/>
              <a:gd name="T15" fmla="*/ 2147483646 h 548"/>
              <a:gd name="T16" fmla="*/ 2147483646 w 1134"/>
              <a:gd name="T17" fmla="*/ 2147483646 h 548"/>
              <a:gd name="T18" fmla="*/ 2147483646 w 1134"/>
              <a:gd name="T19" fmla="*/ 2147483646 h 548"/>
              <a:gd name="T20" fmla="*/ 2147483646 w 1134"/>
              <a:gd name="T21" fmla="*/ 2147483646 h 548"/>
              <a:gd name="T22" fmla="*/ 2147483646 w 1134"/>
              <a:gd name="T23" fmla="*/ 2147483646 h 548"/>
              <a:gd name="T24" fmla="*/ 2147483646 w 1134"/>
              <a:gd name="T25" fmla="*/ 2147483646 h 548"/>
              <a:gd name="T26" fmla="*/ 2147483646 w 1134"/>
              <a:gd name="T27" fmla="*/ 2147483646 h 548"/>
              <a:gd name="T28" fmla="*/ 2147483646 w 1134"/>
              <a:gd name="T29" fmla="*/ 2147483646 h 548"/>
              <a:gd name="T30" fmla="*/ 2147483646 w 1134"/>
              <a:gd name="T31" fmla="*/ 2147483646 h 548"/>
              <a:gd name="T32" fmla="*/ 2147483646 w 1134"/>
              <a:gd name="T33" fmla="*/ 2147483646 h 548"/>
              <a:gd name="T34" fmla="*/ 2147483646 w 1134"/>
              <a:gd name="T35" fmla="*/ 2147483646 h 548"/>
              <a:gd name="T36" fmla="*/ 2147483646 w 1134"/>
              <a:gd name="T37" fmla="*/ 2147483646 h 548"/>
              <a:gd name="T38" fmla="*/ 2147483646 w 1134"/>
              <a:gd name="T39" fmla="*/ 2147483646 h 548"/>
              <a:gd name="T40" fmla="*/ 2147483646 w 1134"/>
              <a:gd name="T41" fmla="*/ 2147483646 h 548"/>
              <a:gd name="T42" fmla="*/ 0 w 1134"/>
              <a:gd name="T43" fmla="*/ 2147483646 h 548"/>
              <a:gd name="T44" fmla="*/ 2147483646 w 1134"/>
              <a:gd name="T45" fmla="*/ 0 h 548"/>
              <a:gd name="T46" fmla="*/ 2147483646 w 1134"/>
              <a:gd name="T47" fmla="*/ 2147483646 h 54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w 1134"/>
              <a:gd name="T73" fmla="*/ 0 h 548"/>
              <a:gd name="T74" fmla="*/ 1134 w 1134"/>
              <a:gd name="T75" fmla="*/ 548 h 548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T72" t="T73" r="T74" b="T75"/>
            <a:pathLst>
              <a:path w="1134" h="548">
                <a:moveTo>
                  <a:pt x="1127" y="547"/>
                </a:moveTo>
                <a:lnTo>
                  <a:pt x="43" y="29"/>
                </a:lnTo>
                <a:lnTo>
                  <a:pt x="41" y="28"/>
                </a:lnTo>
                <a:lnTo>
                  <a:pt x="40" y="27"/>
                </a:lnTo>
                <a:lnTo>
                  <a:pt x="40" y="24"/>
                </a:lnTo>
                <a:lnTo>
                  <a:pt x="40" y="23"/>
                </a:lnTo>
                <a:lnTo>
                  <a:pt x="41" y="21"/>
                </a:lnTo>
                <a:lnTo>
                  <a:pt x="43" y="21"/>
                </a:lnTo>
                <a:lnTo>
                  <a:pt x="45" y="19"/>
                </a:lnTo>
                <a:lnTo>
                  <a:pt x="47" y="21"/>
                </a:lnTo>
                <a:lnTo>
                  <a:pt x="1131" y="538"/>
                </a:lnTo>
                <a:lnTo>
                  <a:pt x="1133" y="539"/>
                </a:lnTo>
                <a:lnTo>
                  <a:pt x="1133" y="541"/>
                </a:lnTo>
                <a:lnTo>
                  <a:pt x="1134" y="543"/>
                </a:lnTo>
                <a:lnTo>
                  <a:pt x="1133" y="544"/>
                </a:lnTo>
                <a:lnTo>
                  <a:pt x="1132" y="547"/>
                </a:lnTo>
                <a:lnTo>
                  <a:pt x="1131" y="547"/>
                </a:lnTo>
                <a:lnTo>
                  <a:pt x="1128" y="548"/>
                </a:lnTo>
                <a:lnTo>
                  <a:pt x="1127" y="547"/>
                </a:lnTo>
                <a:close/>
                <a:moveTo>
                  <a:pt x="41" y="59"/>
                </a:moveTo>
                <a:lnTo>
                  <a:pt x="0" y="4"/>
                </a:lnTo>
                <a:lnTo>
                  <a:pt x="67" y="0"/>
                </a:lnTo>
                <a:lnTo>
                  <a:pt x="41" y="59"/>
                </a:lnTo>
                <a:close/>
              </a:path>
            </a:pathLst>
          </a:custGeom>
          <a:solidFill>
            <a:srgbClr val="000000"/>
          </a:solidFill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4354" name="Rectangle 730"/>
          <p:cNvSpPr>
            <a:spLocks noChangeArrowheads="1"/>
          </p:cNvSpPr>
          <p:nvPr/>
        </p:nvSpPr>
        <p:spPr bwMode="auto">
          <a:xfrm>
            <a:off x="4165600" y="5656263"/>
            <a:ext cx="78422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</a:rPr>
              <a:t>Correlation </a:t>
            </a:r>
            <a:endParaRPr lang="en-US" altLang="en-US" sz="1800"/>
          </a:p>
        </p:txBody>
      </p:sp>
      <p:sp>
        <p:nvSpPr>
          <p:cNvPr id="44355" name="Rectangle 731"/>
          <p:cNvSpPr>
            <a:spLocks noChangeArrowheads="1"/>
          </p:cNvSpPr>
          <p:nvPr/>
        </p:nvSpPr>
        <p:spPr bwMode="auto">
          <a:xfrm>
            <a:off x="4165600" y="5837238"/>
            <a:ext cx="79375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</a:rPr>
              <a:t>Assumption</a:t>
            </a:r>
            <a:endParaRPr lang="en-US" altLang="en-US" sz="1800"/>
          </a:p>
        </p:txBody>
      </p:sp>
      <p:sp>
        <p:nvSpPr>
          <p:cNvPr id="44356" name="Freeform 732"/>
          <p:cNvSpPr>
            <a:spLocks/>
          </p:cNvSpPr>
          <p:nvPr/>
        </p:nvSpPr>
        <p:spPr bwMode="auto">
          <a:xfrm>
            <a:off x="2352675" y="2085975"/>
            <a:ext cx="1581150" cy="771525"/>
          </a:xfrm>
          <a:custGeom>
            <a:avLst/>
            <a:gdLst>
              <a:gd name="T0" fmla="*/ 0 w 996"/>
              <a:gd name="T1" fmla="*/ 2147483646 h 486"/>
              <a:gd name="T2" fmla="*/ 2147483646 w 996"/>
              <a:gd name="T3" fmla="*/ 2147483646 h 486"/>
              <a:gd name="T4" fmla="*/ 2147483646 w 996"/>
              <a:gd name="T5" fmla="*/ 2147483646 h 486"/>
              <a:gd name="T6" fmla="*/ 2147483646 w 996"/>
              <a:gd name="T7" fmla="*/ 2147483646 h 486"/>
              <a:gd name="T8" fmla="*/ 2147483646 w 996"/>
              <a:gd name="T9" fmla="*/ 2147483646 h 486"/>
              <a:gd name="T10" fmla="*/ 2147483646 w 996"/>
              <a:gd name="T11" fmla="*/ 2147483646 h 486"/>
              <a:gd name="T12" fmla="*/ 2147483646 w 996"/>
              <a:gd name="T13" fmla="*/ 2147483646 h 486"/>
              <a:gd name="T14" fmla="*/ 2147483646 w 996"/>
              <a:gd name="T15" fmla="*/ 2147483646 h 486"/>
              <a:gd name="T16" fmla="*/ 2147483646 w 996"/>
              <a:gd name="T17" fmla="*/ 0 h 486"/>
              <a:gd name="T18" fmla="*/ 2147483646 w 996"/>
              <a:gd name="T19" fmla="*/ 2147483646 h 486"/>
              <a:gd name="T20" fmla="*/ 2147483646 w 996"/>
              <a:gd name="T21" fmla="*/ 2147483646 h 486"/>
              <a:gd name="T22" fmla="*/ 2147483646 w 996"/>
              <a:gd name="T23" fmla="*/ 2147483646 h 486"/>
              <a:gd name="T24" fmla="*/ 2147483646 w 996"/>
              <a:gd name="T25" fmla="*/ 2147483646 h 486"/>
              <a:gd name="T26" fmla="*/ 2147483646 w 996"/>
              <a:gd name="T27" fmla="*/ 2147483646 h 486"/>
              <a:gd name="T28" fmla="*/ 2147483646 w 996"/>
              <a:gd name="T29" fmla="*/ 2147483646 h 486"/>
              <a:gd name="T30" fmla="*/ 2147483646 w 996"/>
              <a:gd name="T31" fmla="*/ 2147483646 h 486"/>
              <a:gd name="T32" fmla="*/ 2147483646 w 996"/>
              <a:gd name="T33" fmla="*/ 2147483646 h 48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996"/>
              <a:gd name="T52" fmla="*/ 0 h 486"/>
              <a:gd name="T53" fmla="*/ 996 w 996"/>
              <a:gd name="T54" fmla="*/ 486 h 48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996" h="486">
                <a:moveTo>
                  <a:pt x="0" y="474"/>
                </a:moveTo>
                <a:cubicBezTo>
                  <a:pt x="108" y="456"/>
                  <a:pt x="5" y="458"/>
                  <a:pt x="204" y="450"/>
                </a:cubicBezTo>
                <a:cubicBezTo>
                  <a:pt x="216" y="442"/>
                  <a:pt x="228" y="434"/>
                  <a:pt x="240" y="426"/>
                </a:cubicBezTo>
                <a:cubicBezTo>
                  <a:pt x="251" y="419"/>
                  <a:pt x="252" y="390"/>
                  <a:pt x="252" y="390"/>
                </a:cubicBezTo>
                <a:cubicBezTo>
                  <a:pt x="254" y="354"/>
                  <a:pt x="248" y="317"/>
                  <a:pt x="258" y="282"/>
                </a:cubicBezTo>
                <a:cubicBezTo>
                  <a:pt x="268" y="247"/>
                  <a:pt x="336" y="222"/>
                  <a:pt x="360" y="198"/>
                </a:cubicBezTo>
                <a:cubicBezTo>
                  <a:pt x="376" y="182"/>
                  <a:pt x="374" y="160"/>
                  <a:pt x="390" y="144"/>
                </a:cubicBezTo>
                <a:cubicBezTo>
                  <a:pt x="433" y="101"/>
                  <a:pt x="412" y="157"/>
                  <a:pt x="468" y="72"/>
                </a:cubicBezTo>
                <a:cubicBezTo>
                  <a:pt x="489" y="40"/>
                  <a:pt x="512" y="17"/>
                  <a:pt x="546" y="0"/>
                </a:cubicBezTo>
                <a:cubicBezTo>
                  <a:pt x="554" y="4"/>
                  <a:pt x="562" y="9"/>
                  <a:pt x="570" y="12"/>
                </a:cubicBezTo>
                <a:cubicBezTo>
                  <a:pt x="582" y="17"/>
                  <a:pt x="606" y="24"/>
                  <a:pt x="606" y="24"/>
                </a:cubicBezTo>
                <a:cubicBezTo>
                  <a:pt x="644" y="81"/>
                  <a:pt x="609" y="165"/>
                  <a:pt x="690" y="192"/>
                </a:cubicBezTo>
                <a:cubicBezTo>
                  <a:pt x="701" y="208"/>
                  <a:pt x="706" y="215"/>
                  <a:pt x="714" y="234"/>
                </a:cubicBezTo>
                <a:cubicBezTo>
                  <a:pt x="721" y="252"/>
                  <a:pt x="719" y="275"/>
                  <a:pt x="732" y="288"/>
                </a:cubicBezTo>
                <a:cubicBezTo>
                  <a:pt x="758" y="314"/>
                  <a:pt x="807" y="349"/>
                  <a:pt x="840" y="360"/>
                </a:cubicBezTo>
                <a:cubicBezTo>
                  <a:pt x="848" y="383"/>
                  <a:pt x="847" y="436"/>
                  <a:pt x="870" y="450"/>
                </a:cubicBezTo>
                <a:cubicBezTo>
                  <a:pt x="899" y="468"/>
                  <a:pt x="963" y="486"/>
                  <a:pt x="996" y="486"/>
                </a:cubicBezTo>
              </a:path>
            </a:pathLst>
          </a:cu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2075" tIns="46038" rIns="92075" bIns="46038">
            <a:spAutoFit/>
          </a:bodyPr>
          <a:lstStyle/>
          <a:p>
            <a:endParaRPr lang="en-US"/>
          </a:p>
        </p:txBody>
      </p:sp>
      <p:sp>
        <p:nvSpPr>
          <p:cNvPr id="44357" name="Freeform 733"/>
          <p:cNvSpPr>
            <a:spLocks/>
          </p:cNvSpPr>
          <p:nvPr/>
        </p:nvSpPr>
        <p:spPr bwMode="auto">
          <a:xfrm>
            <a:off x="4848225" y="1979613"/>
            <a:ext cx="1390650" cy="935037"/>
          </a:xfrm>
          <a:custGeom>
            <a:avLst/>
            <a:gdLst>
              <a:gd name="T0" fmla="*/ 0 w 876"/>
              <a:gd name="T1" fmla="*/ 2147483646 h 589"/>
              <a:gd name="T2" fmla="*/ 2147483646 w 876"/>
              <a:gd name="T3" fmla="*/ 2147483646 h 589"/>
              <a:gd name="T4" fmla="*/ 2147483646 w 876"/>
              <a:gd name="T5" fmla="*/ 2147483646 h 589"/>
              <a:gd name="T6" fmla="*/ 2147483646 w 876"/>
              <a:gd name="T7" fmla="*/ 2147483646 h 589"/>
              <a:gd name="T8" fmla="*/ 2147483646 w 876"/>
              <a:gd name="T9" fmla="*/ 2147483646 h 589"/>
              <a:gd name="T10" fmla="*/ 2147483646 w 876"/>
              <a:gd name="T11" fmla="*/ 2147483646 h 589"/>
              <a:gd name="T12" fmla="*/ 2147483646 w 876"/>
              <a:gd name="T13" fmla="*/ 2147483646 h 589"/>
              <a:gd name="T14" fmla="*/ 2147483646 w 876"/>
              <a:gd name="T15" fmla="*/ 2147483646 h 589"/>
              <a:gd name="T16" fmla="*/ 2147483646 w 876"/>
              <a:gd name="T17" fmla="*/ 2147483646 h 589"/>
              <a:gd name="T18" fmla="*/ 2147483646 w 876"/>
              <a:gd name="T19" fmla="*/ 2147483646 h 589"/>
              <a:gd name="T20" fmla="*/ 2147483646 w 876"/>
              <a:gd name="T21" fmla="*/ 2147483646 h 589"/>
              <a:gd name="T22" fmla="*/ 2147483646 w 876"/>
              <a:gd name="T23" fmla="*/ 2147483646 h 589"/>
              <a:gd name="T24" fmla="*/ 2147483646 w 876"/>
              <a:gd name="T25" fmla="*/ 2147483646 h 589"/>
              <a:gd name="T26" fmla="*/ 2147483646 w 876"/>
              <a:gd name="T27" fmla="*/ 2147483646 h 589"/>
              <a:gd name="T28" fmla="*/ 2147483646 w 876"/>
              <a:gd name="T29" fmla="*/ 2147483646 h 589"/>
              <a:gd name="T30" fmla="*/ 2147483646 w 876"/>
              <a:gd name="T31" fmla="*/ 2147483646 h 589"/>
              <a:gd name="T32" fmla="*/ 2147483646 w 876"/>
              <a:gd name="T33" fmla="*/ 2147483646 h 589"/>
              <a:gd name="T34" fmla="*/ 2147483646 w 876"/>
              <a:gd name="T35" fmla="*/ 2147483646 h 589"/>
              <a:gd name="T36" fmla="*/ 2147483646 w 876"/>
              <a:gd name="T37" fmla="*/ 2147483646 h 589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w 876"/>
              <a:gd name="T58" fmla="*/ 0 h 589"/>
              <a:gd name="T59" fmla="*/ 876 w 876"/>
              <a:gd name="T60" fmla="*/ 589 h 589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T57" t="T58" r="T59" b="T60"/>
            <a:pathLst>
              <a:path w="876" h="589">
                <a:moveTo>
                  <a:pt x="0" y="535"/>
                </a:moveTo>
                <a:cubicBezTo>
                  <a:pt x="9" y="522"/>
                  <a:pt x="21" y="512"/>
                  <a:pt x="30" y="499"/>
                </a:cubicBezTo>
                <a:cubicBezTo>
                  <a:pt x="42" y="481"/>
                  <a:pt x="41" y="453"/>
                  <a:pt x="48" y="433"/>
                </a:cubicBezTo>
                <a:cubicBezTo>
                  <a:pt x="50" y="415"/>
                  <a:pt x="53" y="397"/>
                  <a:pt x="54" y="379"/>
                </a:cubicBezTo>
                <a:cubicBezTo>
                  <a:pt x="57" y="277"/>
                  <a:pt x="55" y="175"/>
                  <a:pt x="60" y="73"/>
                </a:cubicBezTo>
                <a:cubicBezTo>
                  <a:pt x="62" y="36"/>
                  <a:pt x="87" y="12"/>
                  <a:pt x="120" y="1"/>
                </a:cubicBezTo>
                <a:cubicBezTo>
                  <a:pt x="158" y="3"/>
                  <a:pt x="197" y="0"/>
                  <a:pt x="234" y="7"/>
                </a:cubicBezTo>
                <a:cubicBezTo>
                  <a:pt x="252" y="10"/>
                  <a:pt x="265" y="24"/>
                  <a:pt x="282" y="31"/>
                </a:cubicBezTo>
                <a:cubicBezTo>
                  <a:pt x="311" y="43"/>
                  <a:pt x="345" y="52"/>
                  <a:pt x="372" y="67"/>
                </a:cubicBezTo>
                <a:cubicBezTo>
                  <a:pt x="400" y="82"/>
                  <a:pt x="431" y="117"/>
                  <a:pt x="462" y="127"/>
                </a:cubicBezTo>
                <a:cubicBezTo>
                  <a:pt x="487" y="135"/>
                  <a:pt x="530" y="157"/>
                  <a:pt x="552" y="175"/>
                </a:cubicBezTo>
                <a:cubicBezTo>
                  <a:pt x="570" y="190"/>
                  <a:pt x="606" y="217"/>
                  <a:pt x="606" y="217"/>
                </a:cubicBezTo>
                <a:cubicBezTo>
                  <a:pt x="612" y="235"/>
                  <a:pt x="618" y="253"/>
                  <a:pt x="624" y="271"/>
                </a:cubicBezTo>
                <a:cubicBezTo>
                  <a:pt x="626" y="277"/>
                  <a:pt x="630" y="289"/>
                  <a:pt x="630" y="289"/>
                </a:cubicBezTo>
                <a:cubicBezTo>
                  <a:pt x="632" y="313"/>
                  <a:pt x="634" y="390"/>
                  <a:pt x="648" y="421"/>
                </a:cubicBezTo>
                <a:cubicBezTo>
                  <a:pt x="657" y="441"/>
                  <a:pt x="684" y="449"/>
                  <a:pt x="702" y="457"/>
                </a:cubicBezTo>
                <a:cubicBezTo>
                  <a:pt x="751" y="478"/>
                  <a:pt x="784" y="485"/>
                  <a:pt x="822" y="523"/>
                </a:cubicBezTo>
                <a:cubicBezTo>
                  <a:pt x="826" y="535"/>
                  <a:pt x="829" y="550"/>
                  <a:pt x="840" y="559"/>
                </a:cubicBezTo>
                <a:cubicBezTo>
                  <a:pt x="876" y="589"/>
                  <a:pt x="856" y="555"/>
                  <a:pt x="870" y="583"/>
                </a:cubicBezTo>
              </a:path>
            </a:pathLst>
          </a:cu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2075" tIns="46038" rIns="92075" bIns="46038">
            <a:spAutoFit/>
          </a:bodyPr>
          <a:lstStyle/>
          <a:p>
            <a:endParaRPr lang="en-US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dirty="0"/>
              <a:t>Example </a:t>
            </a:r>
            <a:r>
              <a:rPr lang="en-US" altLang="en-US" sz="2400" dirty="0"/>
              <a:t>(Figure 9.2)</a:t>
            </a:r>
          </a:p>
        </p:txBody>
      </p:sp>
      <p:sp>
        <p:nvSpPr>
          <p:cNvPr id="46083" name="Footer Placeholder 2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46084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AA5EB13-3458-4483-B37B-0F240C563C86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15</a:t>
            </a:fld>
            <a:endParaRPr lang="en-US" altLang="en-US" sz="1800"/>
          </a:p>
        </p:txBody>
      </p:sp>
      <p:pic>
        <p:nvPicPr>
          <p:cNvPr id="46085" name="Picture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2938" y="2643188"/>
            <a:ext cx="3429000" cy="2063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</p:pic>
      <p:pic>
        <p:nvPicPr>
          <p:cNvPr id="46086" name="Picture 5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00563" y="2571750"/>
            <a:ext cx="3560762" cy="2143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</p:pic>
      <p:sp>
        <p:nvSpPr>
          <p:cNvPr id="21" name="TextBox 20"/>
          <p:cNvSpPr txBox="1"/>
          <p:nvPr/>
        </p:nvSpPr>
        <p:spPr>
          <a:xfrm>
            <a:off x="1857375" y="5143500"/>
            <a:ext cx="714375" cy="36988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i="1" dirty="0">
                <a:latin typeface="+mj-lt"/>
              </a:rPr>
              <a:t>V</a:t>
            </a:r>
            <a:r>
              <a:rPr lang="en-US" baseline="-25000" dirty="0">
                <a:latin typeface="Arial" charset="0"/>
              </a:rPr>
              <a:t>1</a:t>
            </a:r>
            <a:endParaRPr lang="en-US" dirty="0">
              <a:latin typeface="Arial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5643563" y="5143500"/>
            <a:ext cx="785812" cy="36988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i="1" dirty="0">
                <a:latin typeface="+mj-lt"/>
              </a:rPr>
              <a:t>V</a:t>
            </a:r>
            <a:r>
              <a:rPr lang="en-US" baseline="-25000" dirty="0">
                <a:latin typeface="Arial" charset="0"/>
              </a:rPr>
              <a:t>2</a:t>
            </a:r>
            <a:endParaRPr lang="en-US" dirty="0">
              <a:latin typeface="Arial" charset="0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i="1"/>
              <a:t>V</a:t>
            </a:r>
            <a:r>
              <a:rPr lang="en-US" altLang="en-US" baseline="-25000"/>
              <a:t>1</a:t>
            </a:r>
            <a:r>
              <a:rPr lang="en-US" altLang="en-US"/>
              <a:t> Mapping to </a:t>
            </a:r>
            <a:r>
              <a:rPr lang="en-US" altLang="en-US" i="1"/>
              <a:t>U</a:t>
            </a:r>
            <a:r>
              <a:rPr lang="en-US" altLang="en-US" baseline="-25000"/>
              <a:t>1</a:t>
            </a:r>
            <a:endParaRPr lang="en-US" altLang="en-US"/>
          </a:p>
        </p:txBody>
      </p:sp>
      <p:sp>
        <p:nvSpPr>
          <p:cNvPr id="48131" name="Footer Placeholder 2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48132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34A5BBA-4D58-40F1-9126-5ADA674B08F0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16</a:t>
            </a:fld>
            <a:endParaRPr lang="en-US" altLang="en-US" sz="1800"/>
          </a:p>
        </p:txBody>
      </p:sp>
      <p:graphicFrame>
        <p:nvGraphicFramePr>
          <p:cNvPr id="5" name="Table 4"/>
          <p:cNvGraphicFramePr>
            <a:graphicFrameLocks noGrp="1"/>
          </p:cNvGraphicFramePr>
          <p:nvPr/>
        </p:nvGraphicFramePr>
        <p:xfrm>
          <a:off x="1214438" y="3000375"/>
          <a:ext cx="6096000" cy="1854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i="1" dirty="0">
                          <a:latin typeface="+mj-lt"/>
                        </a:rPr>
                        <a:t>V</a:t>
                      </a:r>
                      <a:r>
                        <a:rPr lang="en-US" baseline="-25000" dirty="0"/>
                        <a:t>1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Percentile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i="1" dirty="0">
                          <a:latin typeface="+mj-lt"/>
                        </a:rPr>
                        <a:t>U</a:t>
                      </a:r>
                      <a:r>
                        <a:rPr lang="en-US" baseline="-25000" dirty="0"/>
                        <a:t>1</a:t>
                      </a:r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0.2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20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-0.84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0.4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55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0.13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0.6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80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0.84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0.8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95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1.64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i="1"/>
              <a:t>V</a:t>
            </a:r>
            <a:r>
              <a:rPr lang="en-US" altLang="en-US" baseline="-25000"/>
              <a:t>2</a:t>
            </a:r>
            <a:r>
              <a:rPr lang="en-US" altLang="en-US"/>
              <a:t> Mapping to </a:t>
            </a:r>
            <a:r>
              <a:rPr lang="en-US" altLang="en-US" i="1"/>
              <a:t>U</a:t>
            </a:r>
            <a:r>
              <a:rPr lang="en-US" altLang="en-US" baseline="-25000"/>
              <a:t>2</a:t>
            </a:r>
            <a:endParaRPr lang="en-US" altLang="en-US"/>
          </a:p>
        </p:txBody>
      </p:sp>
      <p:sp>
        <p:nvSpPr>
          <p:cNvPr id="50179" name="Footer Placeholder 2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50180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17AD6D6-C668-4605-A82C-8EE79AD2B6C4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17</a:t>
            </a:fld>
            <a:endParaRPr lang="en-US" altLang="en-US" sz="1800"/>
          </a:p>
        </p:txBody>
      </p:sp>
      <p:graphicFrame>
        <p:nvGraphicFramePr>
          <p:cNvPr id="5" name="Table 4"/>
          <p:cNvGraphicFramePr>
            <a:graphicFrameLocks noGrp="1"/>
          </p:cNvGraphicFramePr>
          <p:nvPr/>
        </p:nvGraphicFramePr>
        <p:xfrm>
          <a:off x="1214438" y="3000375"/>
          <a:ext cx="6096000" cy="1854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i="1" dirty="0">
                          <a:latin typeface="+mj-lt"/>
                        </a:rPr>
                        <a:t>V</a:t>
                      </a:r>
                      <a:r>
                        <a:rPr lang="en-US" i="0" baseline="-25000" dirty="0">
                          <a:latin typeface="+mn-lt"/>
                        </a:rPr>
                        <a:t>2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Percentile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i="1" dirty="0">
                          <a:latin typeface="+mj-lt"/>
                        </a:rPr>
                        <a:t>U</a:t>
                      </a:r>
                      <a:r>
                        <a:rPr lang="en-US" i="0" baseline="-25000" dirty="0">
                          <a:latin typeface="+mn-lt"/>
                        </a:rPr>
                        <a:t>2</a:t>
                      </a:r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0.2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−1.41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0.4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32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−0.47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0.6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68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0.47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0.8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92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1.41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Example of Calculation of Joint Cumulative Distribution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>
          <a:xfrm>
            <a:off x="685800" y="2000250"/>
            <a:ext cx="7029450" cy="4262438"/>
          </a:xfrm>
        </p:spPr>
        <p:txBody>
          <a:bodyPr/>
          <a:lstStyle/>
          <a:p>
            <a:pPr eaLnBrk="1" hangingPunct="1">
              <a:defRPr/>
            </a:pPr>
            <a:r>
              <a:rPr lang="en-US" sz="2800" dirty="0"/>
              <a:t>Probability that </a:t>
            </a:r>
            <a:r>
              <a:rPr lang="en-US" sz="2800" i="1" dirty="0">
                <a:latin typeface="+mj-lt"/>
              </a:rPr>
              <a:t>V</a:t>
            </a:r>
            <a:r>
              <a:rPr lang="en-US" sz="2800" baseline="-25000" dirty="0">
                <a:latin typeface="+mj-lt"/>
              </a:rPr>
              <a:t>1</a:t>
            </a:r>
            <a:r>
              <a:rPr lang="en-US" sz="2800" dirty="0"/>
              <a:t> and </a:t>
            </a:r>
            <a:r>
              <a:rPr lang="en-US" sz="2800" i="1" dirty="0">
                <a:latin typeface="+mj-lt"/>
              </a:rPr>
              <a:t>V</a:t>
            </a:r>
            <a:r>
              <a:rPr lang="en-US" sz="2800" baseline="-25000" dirty="0">
                <a:latin typeface="+mj-lt"/>
              </a:rPr>
              <a:t>2</a:t>
            </a:r>
            <a:r>
              <a:rPr lang="en-US" sz="2800" dirty="0"/>
              <a:t> are both less than 0.2 is the probability that </a:t>
            </a:r>
            <a:r>
              <a:rPr lang="en-US" sz="2800" i="1" dirty="0">
                <a:latin typeface="+mj-lt"/>
              </a:rPr>
              <a:t>U</a:t>
            </a:r>
            <a:r>
              <a:rPr lang="en-US" sz="2800" baseline="-25000" dirty="0">
                <a:latin typeface="+mj-lt"/>
              </a:rPr>
              <a:t>1 </a:t>
            </a:r>
            <a:r>
              <a:rPr lang="en-US" sz="2800" dirty="0"/>
              <a:t>&lt; −0.84 and </a:t>
            </a:r>
            <a:r>
              <a:rPr lang="en-US" sz="2800" i="1" dirty="0">
                <a:latin typeface="+mj-lt"/>
              </a:rPr>
              <a:t>U</a:t>
            </a:r>
            <a:r>
              <a:rPr lang="en-US" sz="2800" baseline="-25000" dirty="0">
                <a:latin typeface="+mj-lt"/>
              </a:rPr>
              <a:t>2 </a:t>
            </a:r>
            <a:r>
              <a:rPr lang="en-US" sz="2800" dirty="0"/>
              <a:t>&lt; −1.41</a:t>
            </a:r>
          </a:p>
          <a:p>
            <a:pPr eaLnBrk="1" hangingPunct="1">
              <a:defRPr/>
            </a:pPr>
            <a:r>
              <a:rPr lang="en-US" sz="2800" dirty="0"/>
              <a:t>When copula correlation is 0.5 this is </a:t>
            </a:r>
          </a:p>
          <a:p>
            <a:pPr eaLnBrk="1" hangingPunct="1">
              <a:buFontTx/>
              <a:buNone/>
              <a:defRPr/>
            </a:pPr>
            <a:r>
              <a:rPr lang="en-US" sz="2800" i="1" dirty="0">
                <a:latin typeface="+mj-lt"/>
              </a:rPr>
              <a:t>	M</a:t>
            </a:r>
            <a:r>
              <a:rPr lang="en-US" sz="2800" dirty="0"/>
              <a:t>( −0.84, −1.41, 0.5) = 0.043</a:t>
            </a:r>
          </a:p>
          <a:p>
            <a:pPr eaLnBrk="1" hangingPunct="1">
              <a:buFontTx/>
              <a:buNone/>
              <a:defRPr/>
            </a:pPr>
            <a:r>
              <a:rPr lang="en-US" sz="2800" i="1" dirty="0">
                <a:latin typeface="+mj-lt"/>
              </a:rPr>
              <a:t>	</a:t>
            </a:r>
            <a:r>
              <a:rPr lang="en-US" sz="2800" dirty="0"/>
              <a:t>where</a:t>
            </a:r>
            <a:r>
              <a:rPr lang="en-US" sz="2800" dirty="0">
                <a:latin typeface="+mj-lt"/>
              </a:rPr>
              <a:t> </a:t>
            </a:r>
            <a:r>
              <a:rPr lang="en-US" sz="2800" i="1" dirty="0">
                <a:latin typeface="+mj-lt"/>
              </a:rPr>
              <a:t>M</a:t>
            </a:r>
            <a:r>
              <a:rPr lang="en-US" sz="2800" dirty="0"/>
              <a:t> is the cumulative distribution function for the bivariate normal distribution</a:t>
            </a:r>
          </a:p>
        </p:txBody>
      </p:sp>
      <p:sp>
        <p:nvSpPr>
          <p:cNvPr id="52228" name="Footer Placeholder 2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52229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006595C-1F19-42BB-9434-777CD5F463B6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18</a:t>
            </a:fld>
            <a:endParaRPr lang="en-US" altLang="en-US" sz="1800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Other Copulas</a:t>
            </a:r>
          </a:p>
        </p:txBody>
      </p:sp>
      <p:sp>
        <p:nvSpPr>
          <p:cNvPr id="54275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r>
              <a:rPr lang="en-US" altLang="en-US">
                <a:cs typeface="Arial" panose="020B0604020202020204" pitchFamily="34" charset="0"/>
              </a:rPr>
              <a:t>Instead of a bivariate normal distribution for 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U</a:t>
            </a:r>
            <a:r>
              <a:rPr lang="en-US" altLang="en-US" baseline="-25000">
                <a:cs typeface="Arial" panose="020B0604020202020204" pitchFamily="34" charset="0"/>
              </a:rPr>
              <a:t>1</a:t>
            </a:r>
            <a:r>
              <a:rPr lang="en-US" altLang="en-US">
                <a:cs typeface="Arial" panose="020B0604020202020204" pitchFamily="34" charset="0"/>
              </a:rPr>
              <a:t> and 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U</a:t>
            </a:r>
            <a:r>
              <a:rPr lang="en-US" altLang="en-US" baseline="-25000">
                <a:cs typeface="Arial" panose="020B0604020202020204" pitchFamily="34" charset="0"/>
              </a:rPr>
              <a:t>2</a:t>
            </a:r>
            <a:r>
              <a:rPr lang="en-US" altLang="en-US">
                <a:cs typeface="Arial" panose="020B0604020202020204" pitchFamily="34" charset="0"/>
              </a:rPr>
              <a:t> we can assume any other joint distribution</a:t>
            </a:r>
          </a:p>
          <a:p>
            <a:pPr eaLnBrk="1" hangingPunct="1"/>
            <a:r>
              <a:rPr lang="en-US" altLang="en-US">
                <a:cs typeface="Arial" panose="020B0604020202020204" pitchFamily="34" charset="0"/>
              </a:rPr>
              <a:t>One possibility is the bivariate Student t distribution</a:t>
            </a:r>
          </a:p>
        </p:txBody>
      </p:sp>
      <p:sp>
        <p:nvSpPr>
          <p:cNvPr id="54276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54277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A1A6753-32DB-4FDE-BC08-D0520D966D55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19</a:t>
            </a:fld>
            <a:endParaRPr lang="en-US" altLang="en-US" sz="180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2"/>
          <p:cNvSpPr>
            <a:spLocks noGrp="1" noChangeArrowheads="1"/>
          </p:cNvSpPr>
          <p:nvPr>
            <p:ph type="title"/>
          </p:nvPr>
        </p:nvSpPr>
        <p:spPr>
          <a:xfrm>
            <a:off x="381000" y="623888"/>
            <a:ext cx="7543800" cy="1295400"/>
          </a:xfrm>
        </p:spPr>
        <p:txBody>
          <a:bodyPr/>
          <a:lstStyle/>
          <a:p>
            <a:pPr eaLnBrk="1" hangingPunct="1"/>
            <a:r>
              <a:rPr lang="en-US" altLang="en-US" dirty="0"/>
              <a:t>5000 Random Samples from the Bivariate Normal. Correlation =0.5. </a:t>
            </a:r>
            <a:r>
              <a:rPr lang="en-US" altLang="en-US" sz="2400" dirty="0"/>
              <a:t>(Figure 9.4)</a:t>
            </a:r>
          </a:p>
        </p:txBody>
      </p:sp>
      <p:sp>
        <p:nvSpPr>
          <p:cNvPr id="56324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56325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F75256D-D779-4504-BE20-799D53B1D638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20</a:t>
            </a:fld>
            <a:endParaRPr lang="en-US" altLang="en-US" sz="1800"/>
          </a:p>
        </p:txBody>
      </p:sp>
      <p:grpSp>
        <p:nvGrpSpPr>
          <p:cNvPr id="2" name="Group 4"/>
          <p:cNvGrpSpPr>
            <a:grpSpLocks noChangeAspect="1"/>
          </p:cNvGrpSpPr>
          <p:nvPr/>
        </p:nvGrpSpPr>
        <p:grpSpPr bwMode="auto">
          <a:xfrm>
            <a:off x="2228850" y="2128838"/>
            <a:ext cx="4686300" cy="3590925"/>
            <a:chOff x="1404" y="1341"/>
            <a:chExt cx="2952" cy="2262"/>
          </a:xfrm>
        </p:grpSpPr>
        <p:sp>
          <p:nvSpPr>
            <p:cNvPr id="3" name="AutoShape 3"/>
            <p:cNvSpPr>
              <a:spLocks noChangeAspect="1" noChangeArrowheads="1" noTextEdit="1"/>
            </p:cNvSpPr>
            <p:nvPr/>
          </p:nvSpPr>
          <p:spPr bwMode="auto">
            <a:xfrm>
              <a:off x="1404" y="1341"/>
              <a:ext cx="2952" cy="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grpSp>
          <p:nvGrpSpPr>
            <p:cNvPr id="4" name="Group 205"/>
            <p:cNvGrpSpPr>
              <a:grpSpLocks/>
            </p:cNvGrpSpPr>
            <p:nvPr/>
          </p:nvGrpSpPr>
          <p:grpSpPr bwMode="auto">
            <a:xfrm>
              <a:off x="1434" y="1371"/>
              <a:ext cx="2892" cy="2208"/>
              <a:chOff x="1434" y="1371"/>
              <a:chExt cx="2892" cy="2208"/>
            </a:xfrm>
          </p:grpSpPr>
          <p:sp>
            <p:nvSpPr>
              <p:cNvPr id="61152" name="Rectangle 5"/>
              <p:cNvSpPr>
                <a:spLocks noChangeArrowheads="1"/>
              </p:cNvSpPr>
              <p:nvPr/>
            </p:nvSpPr>
            <p:spPr bwMode="auto">
              <a:xfrm>
                <a:off x="1434" y="1371"/>
                <a:ext cx="2892" cy="220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53" name="Rectangle 6"/>
              <p:cNvSpPr>
                <a:spLocks noChangeArrowheads="1"/>
              </p:cNvSpPr>
              <p:nvPr/>
            </p:nvSpPr>
            <p:spPr bwMode="auto">
              <a:xfrm>
                <a:off x="1536" y="1497"/>
                <a:ext cx="2682" cy="1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54" name="Line 7"/>
              <p:cNvSpPr>
                <a:spLocks noChangeShapeType="1"/>
              </p:cNvSpPr>
              <p:nvPr/>
            </p:nvSpPr>
            <p:spPr bwMode="auto">
              <a:xfrm>
                <a:off x="1536" y="3441"/>
                <a:ext cx="2682" cy="0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55" name="Line 8"/>
              <p:cNvSpPr>
                <a:spLocks noChangeShapeType="1"/>
              </p:cNvSpPr>
              <p:nvPr/>
            </p:nvSpPr>
            <p:spPr bwMode="auto">
              <a:xfrm>
                <a:off x="1536" y="3249"/>
                <a:ext cx="2682" cy="0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56" name="Line 9"/>
              <p:cNvSpPr>
                <a:spLocks noChangeShapeType="1"/>
              </p:cNvSpPr>
              <p:nvPr/>
            </p:nvSpPr>
            <p:spPr bwMode="auto">
              <a:xfrm>
                <a:off x="1536" y="3051"/>
                <a:ext cx="2682" cy="0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57" name="Line 10"/>
              <p:cNvSpPr>
                <a:spLocks noChangeShapeType="1"/>
              </p:cNvSpPr>
              <p:nvPr/>
            </p:nvSpPr>
            <p:spPr bwMode="auto">
              <a:xfrm>
                <a:off x="1536" y="2859"/>
                <a:ext cx="2682" cy="0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58" name="Line 11"/>
              <p:cNvSpPr>
                <a:spLocks noChangeShapeType="1"/>
              </p:cNvSpPr>
              <p:nvPr/>
            </p:nvSpPr>
            <p:spPr bwMode="auto">
              <a:xfrm>
                <a:off x="1536" y="2661"/>
                <a:ext cx="2682" cy="0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59" name="Line 12"/>
              <p:cNvSpPr>
                <a:spLocks noChangeShapeType="1"/>
              </p:cNvSpPr>
              <p:nvPr/>
            </p:nvSpPr>
            <p:spPr bwMode="auto">
              <a:xfrm>
                <a:off x="1536" y="2277"/>
                <a:ext cx="2682" cy="0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0" name="Line 13"/>
              <p:cNvSpPr>
                <a:spLocks noChangeShapeType="1"/>
              </p:cNvSpPr>
              <p:nvPr/>
            </p:nvSpPr>
            <p:spPr bwMode="auto">
              <a:xfrm>
                <a:off x="1536" y="2079"/>
                <a:ext cx="2682" cy="0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1" name="Line 14"/>
              <p:cNvSpPr>
                <a:spLocks noChangeShapeType="1"/>
              </p:cNvSpPr>
              <p:nvPr/>
            </p:nvSpPr>
            <p:spPr bwMode="auto">
              <a:xfrm>
                <a:off x="1536" y="1887"/>
                <a:ext cx="2682" cy="0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2" name="Line 15"/>
              <p:cNvSpPr>
                <a:spLocks noChangeShapeType="1"/>
              </p:cNvSpPr>
              <p:nvPr/>
            </p:nvSpPr>
            <p:spPr bwMode="auto">
              <a:xfrm>
                <a:off x="1536" y="1689"/>
                <a:ext cx="2682" cy="0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3" name="Line 16"/>
              <p:cNvSpPr>
                <a:spLocks noChangeShapeType="1"/>
              </p:cNvSpPr>
              <p:nvPr/>
            </p:nvSpPr>
            <p:spPr bwMode="auto">
              <a:xfrm>
                <a:off x="1536" y="1497"/>
                <a:ext cx="2682" cy="0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4" name="Rectangle 17"/>
              <p:cNvSpPr>
                <a:spLocks noChangeArrowheads="1"/>
              </p:cNvSpPr>
              <p:nvPr/>
            </p:nvSpPr>
            <p:spPr bwMode="auto">
              <a:xfrm>
                <a:off x="1536" y="1497"/>
                <a:ext cx="2682" cy="1944"/>
              </a:xfrm>
              <a:prstGeom prst="rect">
                <a:avLst/>
              </a:prstGeom>
              <a:noFill/>
              <a:ln w="9525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5" name="Line 18"/>
              <p:cNvSpPr>
                <a:spLocks noChangeShapeType="1"/>
              </p:cNvSpPr>
              <p:nvPr/>
            </p:nvSpPr>
            <p:spPr bwMode="auto">
              <a:xfrm>
                <a:off x="2880" y="1497"/>
                <a:ext cx="0" cy="194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6" name="Line 19"/>
              <p:cNvSpPr>
                <a:spLocks noChangeShapeType="1"/>
              </p:cNvSpPr>
              <p:nvPr/>
            </p:nvSpPr>
            <p:spPr bwMode="auto">
              <a:xfrm>
                <a:off x="2856" y="3441"/>
                <a:ext cx="4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7" name="Line 20"/>
              <p:cNvSpPr>
                <a:spLocks noChangeShapeType="1"/>
              </p:cNvSpPr>
              <p:nvPr/>
            </p:nvSpPr>
            <p:spPr bwMode="auto">
              <a:xfrm>
                <a:off x="2856" y="3249"/>
                <a:ext cx="4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8" name="Line 21"/>
              <p:cNvSpPr>
                <a:spLocks noChangeShapeType="1"/>
              </p:cNvSpPr>
              <p:nvPr/>
            </p:nvSpPr>
            <p:spPr bwMode="auto">
              <a:xfrm>
                <a:off x="2856" y="3051"/>
                <a:ext cx="4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9" name="Line 22"/>
              <p:cNvSpPr>
                <a:spLocks noChangeShapeType="1"/>
              </p:cNvSpPr>
              <p:nvPr/>
            </p:nvSpPr>
            <p:spPr bwMode="auto">
              <a:xfrm>
                <a:off x="2856" y="2859"/>
                <a:ext cx="4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0" name="Line 23"/>
              <p:cNvSpPr>
                <a:spLocks noChangeShapeType="1"/>
              </p:cNvSpPr>
              <p:nvPr/>
            </p:nvSpPr>
            <p:spPr bwMode="auto">
              <a:xfrm>
                <a:off x="2856" y="2661"/>
                <a:ext cx="4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1" name="Line 24"/>
              <p:cNvSpPr>
                <a:spLocks noChangeShapeType="1"/>
              </p:cNvSpPr>
              <p:nvPr/>
            </p:nvSpPr>
            <p:spPr bwMode="auto">
              <a:xfrm>
                <a:off x="2856" y="2469"/>
                <a:ext cx="4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2" name="Line 25"/>
              <p:cNvSpPr>
                <a:spLocks noChangeShapeType="1"/>
              </p:cNvSpPr>
              <p:nvPr/>
            </p:nvSpPr>
            <p:spPr bwMode="auto">
              <a:xfrm>
                <a:off x="2856" y="2277"/>
                <a:ext cx="4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3" name="Line 26"/>
              <p:cNvSpPr>
                <a:spLocks noChangeShapeType="1"/>
              </p:cNvSpPr>
              <p:nvPr/>
            </p:nvSpPr>
            <p:spPr bwMode="auto">
              <a:xfrm>
                <a:off x="2856" y="2079"/>
                <a:ext cx="4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4" name="Line 27"/>
              <p:cNvSpPr>
                <a:spLocks noChangeShapeType="1"/>
              </p:cNvSpPr>
              <p:nvPr/>
            </p:nvSpPr>
            <p:spPr bwMode="auto">
              <a:xfrm>
                <a:off x="2856" y="1887"/>
                <a:ext cx="4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5" name="Line 28"/>
              <p:cNvSpPr>
                <a:spLocks noChangeShapeType="1"/>
              </p:cNvSpPr>
              <p:nvPr/>
            </p:nvSpPr>
            <p:spPr bwMode="auto">
              <a:xfrm>
                <a:off x="2856" y="1689"/>
                <a:ext cx="4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6" name="Line 29"/>
              <p:cNvSpPr>
                <a:spLocks noChangeShapeType="1"/>
              </p:cNvSpPr>
              <p:nvPr/>
            </p:nvSpPr>
            <p:spPr bwMode="auto">
              <a:xfrm>
                <a:off x="2856" y="1497"/>
                <a:ext cx="4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7" name="Line 30"/>
              <p:cNvSpPr>
                <a:spLocks noChangeShapeType="1"/>
              </p:cNvSpPr>
              <p:nvPr/>
            </p:nvSpPr>
            <p:spPr bwMode="auto">
              <a:xfrm>
                <a:off x="1536" y="2469"/>
                <a:ext cx="268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8" name="Line 31"/>
              <p:cNvSpPr>
                <a:spLocks noChangeShapeType="1"/>
              </p:cNvSpPr>
              <p:nvPr/>
            </p:nvSpPr>
            <p:spPr bwMode="auto">
              <a:xfrm flipV="1">
                <a:off x="1536" y="2445"/>
                <a:ext cx="0" cy="4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9" name="Line 32"/>
              <p:cNvSpPr>
                <a:spLocks noChangeShapeType="1"/>
              </p:cNvSpPr>
              <p:nvPr/>
            </p:nvSpPr>
            <p:spPr bwMode="auto">
              <a:xfrm flipV="1">
                <a:off x="1806" y="2445"/>
                <a:ext cx="0" cy="4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0" name="Line 33"/>
              <p:cNvSpPr>
                <a:spLocks noChangeShapeType="1"/>
              </p:cNvSpPr>
              <p:nvPr/>
            </p:nvSpPr>
            <p:spPr bwMode="auto">
              <a:xfrm flipV="1">
                <a:off x="2070" y="2445"/>
                <a:ext cx="0" cy="4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1" name="Line 34"/>
              <p:cNvSpPr>
                <a:spLocks noChangeShapeType="1"/>
              </p:cNvSpPr>
              <p:nvPr/>
            </p:nvSpPr>
            <p:spPr bwMode="auto">
              <a:xfrm flipV="1">
                <a:off x="2340" y="2445"/>
                <a:ext cx="0" cy="4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2" name="Line 35"/>
              <p:cNvSpPr>
                <a:spLocks noChangeShapeType="1"/>
              </p:cNvSpPr>
              <p:nvPr/>
            </p:nvSpPr>
            <p:spPr bwMode="auto">
              <a:xfrm flipV="1">
                <a:off x="2610" y="2445"/>
                <a:ext cx="0" cy="4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3" name="Line 36"/>
              <p:cNvSpPr>
                <a:spLocks noChangeShapeType="1"/>
              </p:cNvSpPr>
              <p:nvPr/>
            </p:nvSpPr>
            <p:spPr bwMode="auto">
              <a:xfrm flipV="1">
                <a:off x="2880" y="2445"/>
                <a:ext cx="0" cy="4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4" name="Line 37"/>
              <p:cNvSpPr>
                <a:spLocks noChangeShapeType="1"/>
              </p:cNvSpPr>
              <p:nvPr/>
            </p:nvSpPr>
            <p:spPr bwMode="auto">
              <a:xfrm flipV="1">
                <a:off x="3144" y="2445"/>
                <a:ext cx="0" cy="4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5" name="Line 38"/>
              <p:cNvSpPr>
                <a:spLocks noChangeShapeType="1"/>
              </p:cNvSpPr>
              <p:nvPr/>
            </p:nvSpPr>
            <p:spPr bwMode="auto">
              <a:xfrm flipV="1">
                <a:off x="3414" y="2445"/>
                <a:ext cx="0" cy="4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6" name="Line 39"/>
              <p:cNvSpPr>
                <a:spLocks noChangeShapeType="1"/>
              </p:cNvSpPr>
              <p:nvPr/>
            </p:nvSpPr>
            <p:spPr bwMode="auto">
              <a:xfrm flipV="1">
                <a:off x="3684" y="2445"/>
                <a:ext cx="0" cy="4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7" name="Line 40"/>
              <p:cNvSpPr>
                <a:spLocks noChangeShapeType="1"/>
              </p:cNvSpPr>
              <p:nvPr/>
            </p:nvSpPr>
            <p:spPr bwMode="auto">
              <a:xfrm flipV="1">
                <a:off x="3948" y="2445"/>
                <a:ext cx="0" cy="4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8" name="Line 41"/>
              <p:cNvSpPr>
                <a:spLocks noChangeShapeType="1"/>
              </p:cNvSpPr>
              <p:nvPr/>
            </p:nvSpPr>
            <p:spPr bwMode="auto">
              <a:xfrm flipV="1">
                <a:off x="4218" y="2445"/>
                <a:ext cx="0" cy="4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9" name="Freeform 42"/>
              <p:cNvSpPr>
                <a:spLocks/>
              </p:cNvSpPr>
              <p:nvPr/>
            </p:nvSpPr>
            <p:spPr bwMode="auto">
              <a:xfrm>
                <a:off x="2826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0" name="Freeform 43"/>
              <p:cNvSpPr>
                <a:spLocks/>
              </p:cNvSpPr>
              <p:nvPr/>
            </p:nvSpPr>
            <p:spPr bwMode="auto">
              <a:xfrm>
                <a:off x="3186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1" name="Freeform 44"/>
              <p:cNvSpPr>
                <a:spLocks/>
              </p:cNvSpPr>
              <p:nvPr/>
            </p:nvSpPr>
            <p:spPr bwMode="auto">
              <a:xfrm>
                <a:off x="2772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2" name="Freeform 45"/>
              <p:cNvSpPr>
                <a:spLocks/>
              </p:cNvSpPr>
              <p:nvPr/>
            </p:nvSpPr>
            <p:spPr bwMode="auto">
              <a:xfrm>
                <a:off x="2850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3" name="Freeform 46"/>
              <p:cNvSpPr>
                <a:spLocks/>
              </p:cNvSpPr>
              <p:nvPr/>
            </p:nvSpPr>
            <p:spPr bwMode="auto">
              <a:xfrm>
                <a:off x="2940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4" name="Freeform 47"/>
              <p:cNvSpPr>
                <a:spLocks/>
              </p:cNvSpPr>
              <p:nvPr/>
            </p:nvSpPr>
            <p:spPr bwMode="auto">
              <a:xfrm>
                <a:off x="2706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5" name="Freeform 48"/>
              <p:cNvSpPr>
                <a:spLocks/>
              </p:cNvSpPr>
              <p:nvPr/>
            </p:nvSpPr>
            <p:spPr bwMode="auto">
              <a:xfrm>
                <a:off x="2538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6" name="Freeform 49"/>
              <p:cNvSpPr>
                <a:spLocks/>
              </p:cNvSpPr>
              <p:nvPr/>
            </p:nvSpPr>
            <p:spPr bwMode="auto">
              <a:xfrm>
                <a:off x="3114" y="27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7" name="Freeform 50"/>
              <p:cNvSpPr>
                <a:spLocks/>
              </p:cNvSpPr>
              <p:nvPr/>
            </p:nvSpPr>
            <p:spPr bwMode="auto">
              <a:xfrm>
                <a:off x="3072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8" name="Freeform 51"/>
              <p:cNvSpPr>
                <a:spLocks/>
              </p:cNvSpPr>
              <p:nvPr/>
            </p:nvSpPr>
            <p:spPr bwMode="auto">
              <a:xfrm>
                <a:off x="3312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9" name="Freeform 52"/>
              <p:cNvSpPr>
                <a:spLocks/>
              </p:cNvSpPr>
              <p:nvPr/>
            </p:nvSpPr>
            <p:spPr bwMode="auto">
              <a:xfrm>
                <a:off x="2784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00" name="Freeform 53"/>
              <p:cNvSpPr>
                <a:spLocks/>
              </p:cNvSpPr>
              <p:nvPr/>
            </p:nvSpPr>
            <p:spPr bwMode="auto">
              <a:xfrm>
                <a:off x="2694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01" name="Freeform 54"/>
              <p:cNvSpPr>
                <a:spLocks/>
              </p:cNvSpPr>
              <p:nvPr/>
            </p:nvSpPr>
            <p:spPr bwMode="auto">
              <a:xfrm>
                <a:off x="3048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02" name="Freeform 55"/>
              <p:cNvSpPr>
                <a:spLocks/>
              </p:cNvSpPr>
              <p:nvPr/>
            </p:nvSpPr>
            <p:spPr bwMode="auto">
              <a:xfrm>
                <a:off x="2694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03" name="Freeform 56"/>
              <p:cNvSpPr>
                <a:spLocks/>
              </p:cNvSpPr>
              <p:nvPr/>
            </p:nvSpPr>
            <p:spPr bwMode="auto">
              <a:xfrm>
                <a:off x="3048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04" name="Freeform 57"/>
              <p:cNvSpPr>
                <a:spLocks/>
              </p:cNvSpPr>
              <p:nvPr/>
            </p:nvSpPr>
            <p:spPr bwMode="auto">
              <a:xfrm>
                <a:off x="2700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05" name="Freeform 58"/>
              <p:cNvSpPr>
                <a:spLocks/>
              </p:cNvSpPr>
              <p:nvPr/>
            </p:nvSpPr>
            <p:spPr bwMode="auto">
              <a:xfrm>
                <a:off x="2472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06" name="Freeform 59"/>
              <p:cNvSpPr>
                <a:spLocks/>
              </p:cNvSpPr>
              <p:nvPr/>
            </p:nvSpPr>
            <p:spPr bwMode="auto">
              <a:xfrm>
                <a:off x="2892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07" name="Freeform 60"/>
              <p:cNvSpPr>
                <a:spLocks/>
              </p:cNvSpPr>
              <p:nvPr/>
            </p:nvSpPr>
            <p:spPr bwMode="auto">
              <a:xfrm>
                <a:off x="2964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08" name="Freeform 61"/>
              <p:cNvSpPr>
                <a:spLocks/>
              </p:cNvSpPr>
              <p:nvPr/>
            </p:nvSpPr>
            <p:spPr bwMode="auto">
              <a:xfrm>
                <a:off x="3210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09" name="Freeform 62"/>
              <p:cNvSpPr>
                <a:spLocks/>
              </p:cNvSpPr>
              <p:nvPr/>
            </p:nvSpPr>
            <p:spPr bwMode="auto">
              <a:xfrm>
                <a:off x="2652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0" name="Freeform 63"/>
              <p:cNvSpPr>
                <a:spLocks/>
              </p:cNvSpPr>
              <p:nvPr/>
            </p:nvSpPr>
            <p:spPr bwMode="auto">
              <a:xfrm>
                <a:off x="2568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1" name="Freeform 64"/>
              <p:cNvSpPr>
                <a:spLocks/>
              </p:cNvSpPr>
              <p:nvPr/>
            </p:nvSpPr>
            <p:spPr bwMode="auto">
              <a:xfrm>
                <a:off x="3030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2" name="Freeform 65"/>
              <p:cNvSpPr>
                <a:spLocks/>
              </p:cNvSpPr>
              <p:nvPr/>
            </p:nvSpPr>
            <p:spPr bwMode="auto">
              <a:xfrm>
                <a:off x="2946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3" name="Freeform 66"/>
              <p:cNvSpPr>
                <a:spLocks/>
              </p:cNvSpPr>
              <p:nvPr/>
            </p:nvSpPr>
            <p:spPr bwMode="auto">
              <a:xfrm>
                <a:off x="2850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4" name="Freeform 67"/>
              <p:cNvSpPr>
                <a:spLocks/>
              </p:cNvSpPr>
              <p:nvPr/>
            </p:nvSpPr>
            <p:spPr bwMode="auto">
              <a:xfrm>
                <a:off x="3078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5" name="Freeform 68"/>
              <p:cNvSpPr>
                <a:spLocks/>
              </p:cNvSpPr>
              <p:nvPr/>
            </p:nvSpPr>
            <p:spPr bwMode="auto">
              <a:xfrm>
                <a:off x="2682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6" name="Freeform 69"/>
              <p:cNvSpPr>
                <a:spLocks/>
              </p:cNvSpPr>
              <p:nvPr/>
            </p:nvSpPr>
            <p:spPr bwMode="auto">
              <a:xfrm>
                <a:off x="2748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7" name="Freeform 70"/>
              <p:cNvSpPr>
                <a:spLocks/>
              </p:cNvSpPr>
              <p:nvPr/>
            </p:nvSpPr>
            <p:spPr bwMode="auto">
              <a:xfrm>
                <a:off x="2880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8" name="Freeform 71"/>
              <p:cNvSpPr>
                <a:spLocks/>
              </p:cNvSpPr>
              <p:nvPr/>
            </p:nvSpPr>
            <p:spPr bwMode="auto">
              <a:xfrm>
                <a:off x="2574" y="28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9" name="Freeform 72"/>
              <p:cNvSpPr>
                <a:spLocks/>
              </p:cNvSpPr>
              <p:nvPr/>
            </p:nvSpPr>
            <p:spPr bwMode="auto">
              <a:xfrm>
                <a:off x="3192" y="27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0" name="Freeform 73"/>
              <p:cNvSpPr>
                <a:spLocks/>
              </p:cNvSpPr>
              <p:nvPr/>
            </p:nvSpPr>
            <p:spPr bwMode="auto">
              <a:xfrm>
                <a:off x="2358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1" name="Freeform 74"/>
              <p:cNvSpPr>
                <a:spLocks/>
              </p:cNvSpPr>
              <p:nvPr/>
            </p:nvSpPr>
            <p:spPr bwMode="auto">
              <a:xfrm>
                <a:off x="2748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2" name="Freeform 75"/>
              <p:cNvSpPr>
                <a:spLocks/>
              </p:cNvSpPr>
              <p:nvPr/>
            </p:nvSpPr>
            <p:spPr bwMode="auto">
              <a:xfrm>
                <a:off x="2940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3" name="Freeform 76"/>
              <p:cNvSpPr>
                <a:spLocks/>
              </p:cNvSpPr>
              <p:nvPr/>
            </p:nvSpPr>
            <p:spPr bwMode="auto">
              <a:xfrm>
                <a:off x="2748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4" name="Freeform 77"/>
              <p:cNvSpPr>
                <a:spLocks/>
              </p:cNvSpPr>
              <p:nvPr/>
            </p:nvSpPr>
            <p:spPr bwMode="auto">
              <a:xfrm>
                <a:off x="2718" y="27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5" name="Freeform 78"/>
              <p:cNvSpPr>
                <a:spLocks/>
              </p:cNvSpPr>
              <p:nvPr/>
            </p:nvSpPr>
            <p:spPr bwMode="auto">
              <a:xfrm>
                <a:off x="2946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6" name="Freeform 79"/>
              <p:cNvSpPr>
                <a:spLocks/>
              </p:cNvSpPr>
              <p:nvPr/>
            </p:nvSpPr>
            <p:spPr bwMode="auto">
              <a:xfrm>
                <a:off x="3144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7" name="Freeform 80"/>
              <p:cNvSpPr>
                <a:spLocks/>
              </p:cNvSpPr>
              <p:nvPr/>
            </p:nvSpPr>
            <p:spPr bwMode="auto">
              <a:xfrm>
                <a:off x="310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8" name="Freeform 81"/>
              <p:cNvSpPr>
                <a:spLocks/>
              </p:cNvSpPr>
              <p:nvPr/>
            </p:nvSpPr>
            <p:spPr bwMode="auto">
              <a:xfrm>
                <a:off x="2520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9" name="Freeform 82"/>
              <p:cNvSpPr>
                <a:spLocks/>
              </p:cNvSpPr>
              <p:nvPr/>
            </p:nvSpPr>
            <p:spPr bwMode="auto">
              <a:xfrm>
                <a:off x="2994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0" name="Freeform 83"/>
              <p:cNvSpPr>
                <a:spLocks/>
              </p:cNvSpPr>
              <p:nvPr/>
            </p:nvSpPr>
            <p:spPr bwMode="auto">
              <a:xfrm>
                <a:off x="2856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1" name="Freeform 84"/>
              <p:cNvSpPr>
                <a:spLocks/>
              </p:cNvSpPr>
              <p:nvPr/>
            </p:nvSpPr>
            <p:spPr bwMode="auto">
              <a:xfrm>
                <a:off x="2448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2" name="Freeform 85"/>
              <p:cNvSpPr>
                <a:spLocks/>
              </p:cNvSpPr>
              <p:nvPr/>
            </p:nvSpPr>
            <p:spPr bwMode="auto">
              <a:xfrm>
                <a:off x="3096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3" name="Freeform 86"/>
              <p:cNvSpPr>
                <a:spLocks/>
              </p:cNvSpPr>
              <p:nvPr/>
            </p:nvSpPr>
            <p:spPr bwMode="auto">
              <a:xfrm>
                <a:off x="3210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4" name="Freeform 87"/>
              <p:cNvSpPr>
                <a:spLocks/>
              </p:cNvSpPr>
              <p:nvPr/>
            </p:nvSpPr>
            <p:spPr bwMode="auto">
              <a:xfrm>
                <a:off x="2232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5" name="Freeform 88"/>
              <p:cNvSpPr>
                <a:spLocks/>
              </p:cNvSpPr>
              <p:nvPr/>
            </p:nvSpPr>
            <p:spPr bwMode="auto">
              <a:xfrm>
                <a:off x="2580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6" name="Freeform 89"/>
              <p:cNvSpPr>
                <a:spLocks/>
              </p:cNvSpPr>
              <p:nvPr/>
            </p:nvSpPr>
            <p:spPr bwMode="auto">
              <a:xfrm>
                <a:off x="2340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7" name="Freeform 90"/>
              <p:cNvSpPr>
                <a:spLocks/>
              </p:cNvSpPr>
              <p:nvPr/>
            </p:nvSpPr>
            <p:spPr bwMode="auto">
              <a:xfrm>
                <a:off x="2874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8" name="Freeform 91"/>
              <p:cNvSpPr>
                <a:spLocks/>
              </p:cNvSpPr>
              <p:nvPr/>
            </p:nvSpPr>
            <p:spPr bwMode="auto">
              <a:xfrm>
                <a:off x="3438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9" name="Freeform 92"/>
              <p:cNvSpPr>
                <a:spLocks/>
              </p:cNvSpPr>
              <p:nvPr/>
            </p:nvSpPr>
            <p:spPr bwMode="auto">
              <a:xfrm>
                <a:off x="2736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0" name="Freeform 93"/>
              <p:cNvSpPr>
                <a:spLocks/>
              </p:cNvSpPr>
              <p:nvPr/>
            </p:nvSpPr>
            <p:spPr bwMode="auto">
              <a:xfrm>
                <a:off x="2724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1" name="Freeform 94"/>
              <p:cNvSpPr>
                <a:spLocks/>
              </p:cNvSpPr>
              <p:nvPr/>
            </p:nvSpPr>
            <p:spPr bwMode="auto">
              <a:xfrm>
                <a:off x="2916" y="19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2" name="Freeform 95"/>
              <p:cNvSpPr>
                <a:spLocks/>
              </p:cNvSpPr>
              <p:nvPr/>
            </p:nvSpPr>
            <p:spPr bwMode="auto">
              <a:xfrm>
                <a:off x="2742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3" name="Freeform 96"/>
              <p:cNvSpPr>
                <a:spLocks/>
              </p:cNvSpPr>
              <p:nvPr/>
            </p:nvSpPr>
            <p:spPr bwMode="auto">
              <a:xfrm>
                <a:off x="2274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4" name="Freeform 97"/>
              <p:cNvSpPr>
                <a:spLocks/>
              </p:cNvSpPr>
              <p:nvPr/>
            </p:nvSpPr>
            <p:spPr bwMode="auto">
              <a:xfrm>
                <a:off x="2292" y="27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5" name="Freeform 98"/>
              <p:cNvSpPr>
                <a:spLocks/>
              </p:cNvSpPr>
              <p:nvPr/>
            </p:nvSpPr>
            <p:spPr bwMode="auto">
              <a:xfrm>
                <a:off x="2946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6" name="Freeform 99"/>
              <p:cNvSpPr>
                <a:spLocks/>
              </p:cNvSpPr>
              <p:nvPr/>
            </p:nvSpPr>
            <p:spPr bwMode="auto">
              <a:xfrm>
                <a:off x="2880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7" name="Freeform 100"/>
              <p:cNvSpPr>
                <a:spLocks/>
              </p:cNvSpPr>
              <p:nvPr/>
            </p:nvSpPr>
            <p:spPr bwMode="auto">
              <a:xfrm>
                <a:off x="255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8" name="Freeform 101"/>
              <p:cNvSpPr>
                <a:spLocks/>
              </p:cNvSpPr>
              <p:nvPr/>
            </p:nvSpPr>
            <p:spPr bwMode="auto">
              <a:xfrm>
                <a:off x="2736" y="27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9" name="Freeform 102"/>
              <p:cNvSpPr>
                <a:spLocks/>
              </p:cNvSpPr>
              <p:nvPr/>
            </p:nvSpPr>
            <p:spPr bwMode="auto">
              <a:xfrm>
                <a:off x="2994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0" name="Freeform 103"/>
              <p:cNvSpPr>
                <a:spLocks/>
              </p:cNvSpPr>
              <p:nvPr/>
            </p:nvSpPr>
            <p:spPr bwMode="auto">
              <a:xfrm>
                <a:off x="2514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1" name="Freeform 104"/>
              <p:cNvSpPr>
                <a:spLocks/>
              </p:cNvSpPr>
              <p:nvPr/>
            </p:nvSpPr>
            <p:spPr bwMode="auto">
              <a:xfrm>
                <a:off x="2544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2" name="Freeform 105"/>
              <p:cNvSpPr>
                <a:spLocks/>
              </p:cNvSpPr>
              <p:nvPr/>
            </p:nvSpPr>
            <p:spPr bwMode="auto">
              <a:xfrm>
                <a:off x="3006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3" name="Freeform 106"/>
              <p:cNvSpPr>
                <a:spLocks/>
              </p:cNvSpPr>
              <p:nvPr/>
            </p:nvSpPr>
            <p:spPr bwMode="auto">
              <a:xfrm>
                <a:off x="2790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4" name="Freeform 107"/>
              <p:cNvSpPr>
                <a:spLocks/>
              </p:cNvSpPr>
              <p:nvPr/>
            </p:nvSpPr>
            <p:spPr bwMode="auto">
              <a:xfrm>
                <a:off x="2532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5" name="Freeform 108"/>
              <p:cNvSpPr>
                <a:spLocks/>
              </p:cNvSpPr>
              <p:nvPr/>
            </p:nvSpPr>
            <p:spPr bwMode="auto">
              <a:xfrm>
                <a:off x="2802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6" name="Freeform 109"/>
              <p:cNvSpPr>
                <a:spLocks/>
              </p:cNvSpPr>
              <p:nvPr/>
            </p:nvSpPr>
            <p:spPr bwMode="auto">
              <a:xfrm>
                <a:off x="2952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7" name="Freeform 110"/>
              <p:cNvSpPr>
                <a:spLocks/>
              </p:cNvSpPr>
              <p:nvPr/>
            </p:nvSpPr>
            <p:spPr bwMode="auto">
              <a:xfrm>
                <a:off x="2604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8" name="Freeform 111"/>
              <p:cNvSpPr>
                <a:spLocks/>
              </p:cNvSpPr>
              <p:nvPr/>
            </p:nvSpPr>
            <p:spPr bwMode="auto">
              <a:xfrm>
                <a:off x="2652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9" name="Freeform 112"/>
              <p:cNvSpPr>
                <a:spLocks/>
              </p:cNvSpPr>
              <p:nvPr/>
            </p:nvSpPr>
            <p:spPr bwMode="auto">
              <a:xfrm>
                <a:off x="3162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0" name="Freeform 113"/>
              <p:cNvSpPr>
                <a:spLocks/>
              </p:cNvSpPr>
              <p:nvPr/>
            </p:nvSpPr>
            <p:spPr bwMode="auto">
              <a:xfrm>
                <a:off x="2730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1" name="Freeform 114"/>
              <p:cNvSpPr>
                <a:spLocks/>
              </p:cNvSpPr>
              <p:nvPr/>
            </p:nvSpPr>
            <p:spPr bwMode="auto">
              <a:xfrm>
                <a:off x="2310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2" name="Freeform 115"/>
              <p:cNvSpPr>
                <a:spLocks/>
              </p:cNvSpPr>
              <p:nvPr/>
            </p:nvSpPr>
            <p:spPr bwMode="auto">
              <a:xfrm>
                <a:off x="2742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3" name="Freeform 116"/>
              <p:cNvSpPr>
                <a:spLocks/>
              </p:cNvSpPr>
              <p:nvPr/>
            </p:nvSpPr>
            <p:spPr bwMode="auto">
              <a:xfrm>
                <a:off x="2970" y="29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4" name="Freeform 117"/>
              <p:cNvSpPr>
                <a:spLocks/>
              </p:cNvSpPr>
              <p:nvPr/>
            </p:nvSpPr>
            <p:spPr bwMode="auto">
              <a:xfrm>
                <a:off x="3084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5" name="Freeform 118"/>
              <p:cNvSpPr>
                <a:spLocks/>
              </p:cNvSpPr>
              <p:nvPr/>
            </p:nvSpPr>
            <p:spPr bwMode="auto">
              <a:xfrm>
                <a:off x="3048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6" name="Freeform 119"/>
              <p:cNvSpPr>
                <a:spLocks/>
              </p:cNvSpPr>
              <p:nvPr/>
            </p:nvSpPr>
            <p:spPr bwMode="auto">
              <a:xfrm>
                <a:off x="3030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7" name="Freeform 120"/>
              <p:cNvSpPr>
                <a:spLocks/>
              </p:cNvSpPr>
              <p:nvPr/>
            </p:nvSpPr>
            <p:spPr bwMode="auto">
              <a:xfrm>
                <a:off x="3546" y="20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8" name="Freeform 121"/>
              <p:cNvSpPr>
                <a:spLocks/>
              </p:cNvSpPr>
              <p:nvPr/>
            </p:nvSpPr>
            <p:spPr bwMode="auto">
              <a:xfrm>
                <a:off x="2952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9" name="Freeform 122"/>
              <p:cNvSpPr>
                <a:spLocks/>
              </p:cNvSpPr>
              <p:nvPr/>
            </p:nvSpPr>
            <p:spPr bwMode="auto">
              <a:xfrm>
                <a:off x="3072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0" name="Freeform 123"/>
              <p:cNvSpPr>
                <a:spLocks/>
              </p:cNvSpPr>
              <p:nvPr/>
            </p:nvSpPr>
            <p:spPr bwMode="auto">
              <a:xfrm>
                <a:off x="2244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1" name="Freeform 124"/>
              <p:cNvSpPr>
                <a:spLocks/>
              </p:cNvSpPr>
              <p:nvPr/>
            </p:nvSpPr>
            <p:spPr bwMode="auto">
              <a:xfrm>
                <a:off x="3030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2" name="Freeform 125"/>
              <p:cNvSpPr>
                <a:spLocks/>
              </p:cNvSpPr>
              <p:nvPr/>
            </p:nvSpPr>
            <p:spPr bwMode="auto">
              <a:xfrm>
                <a:off x="3288" y="22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3" name="Freeform 126"/>
              <p:cNvSpPr>
                <a:spLocks/>
              </p:cNvSpPr>
              <p:nvPr/>
            </p:nvSpPr>
            <p:spPr bwMode="auto">
              <a:xfrm>
                <a:off x="2964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4" name="Freeform 127"/>
              <p:cNvSpPr>
                <a:spLocks/>
              </p:cNvSpPr>
              <p:nvPr/>
            </p:nvSpPr>
            <p:spPr bwMode="auto">
              <a:xfrm>
                <a:off x="2460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5" name="Freeform 128"/>
              <p:cNvSpPr>
                <a:spLocks/>
              </p:cNvSpPr>
              <p:nvPr/>
            </p:nvSpPr>
            <p:spPr bwMode="auto">
              <a:xfrm>
                <a:off x="2592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6" name="Freeform 129"/>
              <p:cNvSpPr>
                <a:spLocks/>
              </p:cNvSpPr>
              <p:nvPr/>
            </p:nvSpPr>
            <p:spPr bwMode="auto">
              <a:xfrm>
                <a:off x="3456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7" name="Freeform 130"/>
              <p:cNvSpPr>
                <a:spLocks/>
              </p:cNvSpPr>
              <p:nvPr/>
            </p:nvSpPr>
            <p:spPr bwMode="auto">
              <a:xfrm>
                <a:off x="2844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8" name="Freeform 131"/>
              <p:cNvSpPr>
                <a:spLocks/>
              </p:cNvSpPr>
              <p:nvPr/>
            </p:nvSpPr>
            <p:spPr bwMode="auto">
              <a:xfrm>
                <a:off x="2910" y="27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9" name="Freeform 132"/>
              <p:cNvSpPr>
                <a:spLocks/>
              </p:cNvSpPr>
              <p:nvPr/>
            </p:nvSpPr>
            <p:spPr bwMode="auto">
              <a:xfrm>
                <a:off x="2766" y="27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0" name="Freeform 133"/>
              <p:cNvSpPr>
                <a:spLocks/>
              </p:cNvSpPr>
              <p:nvPr/>
            </p:nvSpPr>
            <p:spPr bwMode="auto">
              <a:xfrm>
                <a:off x="2820" y="27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1" name="Freeform 134"/>
              <p:cNvSpPr>
                <a:spLocks/>
              </p:cNvSpPr>
              <p:nvPr/>
            </p:nvSpPr>
            <p:spPr bwMode="auto">
              <a:xfrm>
                <a:off x="3162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2" name="Freeform 135"/>
              <p:cNvSpPr>
                <a:spLocks/>
              </p:cNvSpPr>
              <p:nvPr/>
            </p:nvSpPr>
            <p:spPr bwMode="auto">
              <a:xfrm>
                <a:off x="2910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3" name="Freeform 136"/>
              <p:cNvSpPr>
                <a:spLocks/>
              </p:cNvSpPr>
              <p:nvPr/>
            </p:nvSpPr>
            <p:spPr bwMode="auto">
              <a:xfrm>
                <a:off x="2694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4" name="Freeform 137"/>
              <p:cNvSpPr>
                <a:spLocks/>
              </p:cNvSpPr>
              <p:nvPr/>
            </p:nvSpPr>
            <p:spPr bwMode="auto">
              <a:xfrm>
                <a:off x="2838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5" name="Freeform 138"/>
              <p:cNvSpPr>
                <a:spLocks/>
              </p:cNvSpPr>
              <p:nvPr/>
            </p:nvSpPr>
            <p:spPr bwMode="auto">
              <a:xfrm>
                <a:off x="3210" y="20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6" name="Freeform 139"/>
              <p:cNvSpPr>
                <a:spLocks/>
              </p:cNvSpPr>
              <p:nvPr/>
            </p:nvSpPr>
            <p:spPr bwMode="auto">
              <a:xfrm>
                <a:off x="2850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7" name="Freeform 140"/>
              <p:cNvSpPr>
                <a:spLocks/>
              </p:cNvSpPr>
              <p:nvPr/>
            </p:nvSpPr>
            <p:spPr bwMode="auto">
              <a:xfrm>
                <a:off x="2916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8" name="Freeform 141"/>
              <p:cNvSpPr>
                <a:spLocks/>
              </p:cNvSpPr>
              <p:nvPr/>
            </p:nvSpPr>
            <p:spPr bwMode="auto">
              <a:xfrm>
                <a:off x="3204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9" name="Freeform 142"/>
              <p:cNvSpPr>
                <a:spLocks/>
              </p:cNvSpPr>
              <p:nvPr/>
            </p:nvSpPr>
            <p:spPr bwMode="auto">
              <a:xfrm>
                <a:off x="3336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0" name="Freeform 143"/>
              <p:cNvSpPr>
                <a:spLocks/>
              </p:cNvSpPr>
              <p:nvPr/>
            </p:nvSpPr>
            <p:spPr bwMode="auto">
              <a:xfrm>
                <a:off x="2580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1" name="Freeform 144"/>
              <p:cNvSpPr>
                <a:spLocks/>
              </p:cNvSpPr>
              <p:nvPr/>
            </p:nvSpPr>
            <p:spPr bwMode="auto">
              <a:xfrm>
                <a:off x="2904" y="27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2" name="Freeform 145"/>
              <p:cNvSpPr>
                <a:spLocks/>
              </p:cNvSpPr>
              <p:nvPr/>
            </p:nvSpPr>
            <p:spPr bwMode="auto">
              <a:xfrm>
                <a:off x="3114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3" name="Freeform 146"/>
              <p:cNvSpPr>
                <a:spLocks/>
              </p:cNvSpPr>
              <p:nvPr/>
            </p:nvSpPr>
            <p:spPr bwMode="auto">
              <a:xfrm>
                <a:off x="2874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4" name="Freeform 147"/>
              <p:cNvSpPr>
                <a:spLocks/>
              </p:cNvSpPr>
              <p:nvPr/>
            </p:nvSpPr>
            <p:spPr bwMode="auto">
              <a:xfrm>
                <a:off x="2868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5" name="Freeform 148"/>
              <p:cNvSpPr>
                <a:spLocks/>
              </p:cNvSpPr>
              <p:nvPr/>
            </p:nvSpPr>
            <p:spPr bwMode="auto">
              <a:xfrm>
                <a:off x="2814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6" name="Freeform 149"/>
              <p:cNvSpPr>
                <a:spLocks/>
              </p:cNvSpPr>
              <p:nvPr/>
            </p:nvSpPr>
            <p:spPr bwMode="auto">
              <a:xfrm>
                <a:off x="2328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7" name="Freeform 150"/>
              <p:cNvSpPr>
                <a:spLocks/>
              </p:cNvSpPr>
              <p:nvPr/>
            </p:nvSpPr>
            <p:spPr bwMode="auto">
              <a:xfrm>
                <a:off x="2742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8" name="Freeform 151"/>
              <p:cNvSpPr>
                <a:spLocks/>
              </p:cNvSpPr>
              <p:nvPr/>
            </p:nvSpPr>
            <p:spPr bwMode="auto">
              <a:xfrm>
                <a:off x="2994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9" name="Freeform 152"/>
              <p:cNvSpPr>
                <a:spLocks/>
              </p:cNvSpPr>
              <p:nvPr/>
            </p:nvSpPr>
            <p:spPr bwMode="auto">
              <a:xfrm>
                <a:off x="2748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0" name="Freeform 153"/>
              <p:cNvSpPr>
                <a:spLocks/>
              </p:cNvSpPr>
              <p:nvPr/>
            </p:nvSpPr>
            <p:spPr bwMode="auto">
              <a:xfrm>
                <a:off x="2964" y="21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1" name="Freeform 154"/>
              <p:cNvSpPr>
                <a:spLocks/>
              </p:cNvSpPr>
              <p:nvPr/>
            </p:nvSpPr>
            <p:spPr bwMode="auto">
              <a:xfrm>
                <a:off x="2898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2" name="Freeform 155"/>
              <p:cNvSpPr>
                <a:spLocks/>
              </p:cNvSpPr>
              <p:nvPr/>
            </p:nvSpPr>
            <p:spPr bwMode="auto">
              <a:xfrm>
                <a:off x="2652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3" name="Freeform 156"/>
              <p:cNvSpPr>
                <a:spLocks/>
              </p:cNvSpPr>
              <p:nvPr/>
            </p:nvSpPr>
            <p:spPr bwMode="auto">
              <a:xfrm>
                <a:off x="2676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4" name="Freeform 157"/>
              <p:cNvSpPr>
                <a:spLocks/>
              </p:cNvSpPr>
              <p:nvPr/>
            </p:nvSpPr>
            <p:spPr bwMode="auto">
              <a:xfrm>
                <a:off x="2802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5" name="Freeform 158"/>
              <p:cNvSpPr>
                <a:spLocks/>
              </p:cNvSpPr>
              <p:nvPr/>
            </p:nvSpPr>
            <p:spPr bwMode="auto">
              <a:xfrm>
                <a:off x="3030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6" name="Freeform 159"/>
              <p:cNvSpPr>
                <a:spLocks/>
              </p:cNvSpPr>
              <p:nvPr/>
            </p:nvSpPr>
            <p:spPr bwMode="auto">
              <a:xfrm>
                <a:off x="3066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7" name="Freeform 160"/>
              <p:cNvSpPr>
                <a:spLocks/>
              </p:cNvSpPr>
              <p:nvPr/>
            </p:nvSpPr>
            <p:spPr bwMode="auto">
              <a:xfrm>
                <a:off x="2952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8" name="Freeform 161"/>
              <p:cNvSpPr>
                <a:spLocks/>
              </p:cNvSpPr>
              <p:nvPr/>
            </p:nvSpPr>
            <p:spPr bwMode="auto">
              <a:xfrm>
                <a:off x="2418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9" name="Freeform 162"/>
              <p:cNvSpPr>
                <a:spLocks/>
              </p:cNvSpPr>
              <p:nvPr/>
            </p:nvSpPr>
            <p:spPr bwMode="auto">
              <a:xfrm>
                <a:off x="2964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0" name="Freeform 163"/>
              <p:cNvSpPr>
                <a:spLocks/>
              </p:cNvSpPr>
              <p:nvPr/>
            </p:nvSpPr>
            <p:spPr bwMode="auto">
              <a:xfrm>
                <a:off x="2706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1" name="Freeform 164"/>
              <p:cNvSpPr>
                <a:spLocks/>
              </p:cNvSpPr>
              <p:nvPr/>
            </p:nvSpPr>
            <p:spPr bwMode="auto">
              <a:xfrm>
                <a:off x="2628" y="29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2" name="Freeform 165"/>
              <p:cNvSpPr>
                <a:spLocks/>
              </p:cNvSpPr>
              <p:nvPr/>
            </p:nvSpPr>
            <p:spPr bwMode="auto">
              <a:xfrm>
                <a:off x="2796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3" name="Freeform 166"/>
              <p:cNvSpPr>
                <a:spLocks/>
              </p:cNvSpPr>
              <p:nvPr/>
            </p:nvSpPr>
            <p:spPr bwMode="auto">
              <a:xfrm>
                <a:off x="2730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4" name="Freeform 167"/>
              <p:cNvSpPr>
                <a:spLocks/>
              </p:cNvSpPr>
              <p:nvPr/>
            </p:nvSpPr>
            <p:spPr bwMode="auto">
              <a:xfrm>
                <a:off x="3510" y="20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5" name="Freeform 168"/>
              <p:cNvSpPr>
                <a:spLocks/>
              </p:cNvSpPr>
              <p:nvPr/>
            </p:nvSpPr>
            <p:spPr bwMode="auto">
              <a:xfrm>
                <a:off x="2874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6" name="Freeform 169"/>
              <p:cNvSpPr>
                <a:spLocks/>
              </p:cNvSpPr>
              <p:nvPr/>
            </p:nvSpPr>
            <p:spPr bwMode="auto">
              <a:xfrm>
                <a:off x="3066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7" name="Freeform 170"/>
              <p:cNvSpPr>
                <a:spLocks/>
              </p:cNvSpPr>
              <p:nvPr/>
            </p:nvSpPr>
            <p:spPr bwMode="auto">
              <a:xfrm>
                <a:off x="2718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8" name="Freeform 171"/>
              <p:cNvSpPr>
                <a:spLocks/>
              </p:cNvSpPr>
              <p:nvPr/>
            </p:nvSpPr>
            <p:spPr bwMode="auto">
              <a:xfrm>
                <a:off x="2820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9" name="Freeform 172"/>
              <p:cNvSpPr>
                <a:spLocks/>
              </p:cNvSpPr>
              <p:nvPr/>
            </p:nvSpPr>
            <p:spPr bwMode="auto">
              <a:xfrm>
                <a:off x="2862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0" name="Freeform 173"/>
              <p:cNvSpPr>
                <a:spLocks/>
              </p:cNvSpPr>
              <p:nvPr/>
            </p:nvSpPr>
            <p:spPr bwMode="auto">
              <a:xfrm>
                <a:off x="3150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1" name="Freeform 174"/>
              <p:cNvSpPr>
                <a:spLocks/>
              </p:cNvSpPr>
              <p:nvPr/>
            </p:nvSpPr>
            <p:spPr bwMode="auto">
              <a:xfrm>
                <a:off x="3144" y="20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2" name="Freeform 175"/>
              <p:cNvSpPr>
                <a:spLocks/>
              </p:cNvSpPr>
              <p:nvPr/>
            </p:nvSpPr>
            <p:spPr bwMode="auto">
              <a:xfrm>
                <a:off x="2934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3" name="Freeform 176"/>
              <p:cNvSpPr>
                <a:spLocks/>
              </p:cNvSpPr>
              <p:nvPr/>
            </p:nvSpPr>
            <p:spPr bwMode="auto">
              <a:xfrm>
                <a:off x="2664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4" name="Freeform 177"/>
              <p:cNvSpPr>
                <a:spLocks/>
              </p:cNvSpPr>
              <p:nvPr/>
            </p:nvSpPr>
            <p:spPr bwMode="auto">
              <a:xfrm>
                <a:off x="2526" y="27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5" name="Freeform 178"/>
              <p:cNvSpPr>
                <a:spLocks/>
              </p:cNvSpPr>
              <p:nvPr/>
            </p:nvSpPr>
            <p:spPr bwMode="auto">
              <a:xfrm>
                <a:off x="3282" y="28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6" name="Freeform 179"/>
              <p:cNvSpPr>
                <a:spLocks/>
              </p:cNvSpPr>
              <p:nvPr/>
            </p:nvSpPr>
            <p:spPr bwMode="auto">
              <a:xfrm>
                <a:off x="2670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7" name="Freeform 180"/>
              <p:cNvSpPr>
                <a:spLocks/>
              </p:cNvSpPr>
              <p:nvPr/>
            </p:nvSpPr>
            <p:spPr bwMode="auto">
              <a:xfrm>
                <a:off x="2646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8" name="Freeform 181"/>
              <p:cNvSpPr>
                <a:spLocks/>
              </p:cNvSpPr>
              <p:nvPr/>
            </p:nvSpPr>
            <p:spPr bwMode="auto">
              <a:xfrm>
                <a:off x="2658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9" name="Freeform 182"/>
              <p:cNvSpPr>
                <a:spLocks/>
              </p:cNvSpPr>
              <p:nvPr/>
            </p:nvSpPr>
            <p:spPr bwMode="auto">
              <a:xfrm>
                <a:off x="3006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0" name="Freeform 183"/>
              <p:cNvSpPr>
                <a:spLocks/>
              </p:cNvSpPr>
              <p:nvPr/>
            </p:nvSpPr>
            <p:spPr bwMode="auto">
              <a:xfrm>
                <a:off x="2724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1" name="Freeform 184"/>
              <p:cNvSpPr>
                <a:spLocks/>
              </p:cNvSpPr>
              <p:nvPr/>
            </p:nvSpPr>
            <p:spPr bwMode="auto">
              <a:xfrm>
                <a:off x="3054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2" name="Freeform 185"/>
              <p:cNvSpPr>
                <a:spLocks/>
              </p:cNvSpPr>
              <p:nvPr/>
            </p:nvSpPr>
            <p:spPr bwMode="auto">
              <a:xfrm>
                <a:off x="3102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3" name="Freeform 186"/>
              <p:cNvSpPr>
                <a:spLocks/>
              </p:cNvSpPr>
              <p:nvPr/>
            </p:nvSpPr>
            <p:spPr bwMode="auto">
              <a:xfrm>
                <a:off x="2796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4" name="Freeform 187"/>
              <p:cNvSpPr>
                <a:spLocks/>
              </p:cNvSpPr>
              <p:nvPr/>
            </p:nvSpPr>
            <p:spPr bwMode="auto">
              <a:xfrm>
                <a:off x="2766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5" name="Freeform 188"/>
              <p:cNvSpPr>
                <a:spLocks/>
              </p:cNvSpPr>
              <p:nvPr/>
            </p:nvSpPr>
            <p:spPr bwMode="auto">
              <a:xfrm>
                <a:off x="2424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6" name="Freeform 189"/>
              <p:cNvSpPr>
                <a:spLocks/>
              </p:cNvSpPr>
              <p:nvPr/>
            </p:nvSpPr>
            <p:spPr bwMode="auto">
              <a:xfrm>
                <a:off x="3174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7" name="Freeform 190"/>
              <p:cNvSpPr>
                <a:spLocks/>
              </p:cNvSpPr>
              <p:nvPr/>
            </p:nvSpPr>
            <p:spPr bwMode="auto">
              <a:xfrm>
                <a:off x="3342" y="21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8" name="Freeform 191"/>
              <p:cNvSpPr>
                <a:spLocks/>
              </p:cNvSpPr>
              <p:nvPr/>
            </p:nvSpPr>
            <p:spPr bwMode="auto">
              <a:xfrm>
                <a:off x="3072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9" name="Freeform 192"/>
              <p:cNvSpPr>
                <a:spLocks/>
              </p:cNvSpPr>
              <p:nvPr/>
            </p:nvSpPr>
            <p:spPr bwMode="auto">
              <a:xfrm>
                <a:off x="2892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0" name="Freeform 193"/>
              <p:cNvSpPr>
                <a:spLocks/>
              </p:cNvSpPr>
              <p:nvPr/>
            </p:nvSpPr>
            <p:spPr bwMode="auto">
              <a:xfrm>
                <a:off x="2676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1" name="Freeform 194"/>
              <p:cNvSpPr>
                <a:spLocks/>
              </p:cNvSpPr>
              <p:nvPr/>
            </p:nvSpPr>
            <p:spPr bwMode="auto">
              <a:xfrm>
                <a:off x="2922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2" name="Freeform 195"/>
              <p:cNvSpPr>
                <a:spLocks/>
              </p:cNvSpPr>
              <p:nvPr/>
            </p:nvSpPr>
            <p:spPr bwMode="auto">
              <a:xfrm>
                <a:off x="3054" y="19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3" name="Freeform 196"/>
              <p:cNvSpPr>
                <a:spLocks/>
              </p:cNvSpPr>
              <p:nvPr/>
            </p:nvSpPr>
            <p:spPr bwMode="auto">
              <a:xfrm>
                <a:off x="2922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4" name="Freeform 197"/>
              <p:cNvSpPr>
                <a:spLocks/>
              </p:cNvSpPr>
              <p:nvPr/>
            </p:nvSpPr>
            <p:spPr bwMode="auto">
              <a:xfrm>
                <a:off x="2658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5" name="Freeform 198"/>
              <p:cNvSpPr>
                <a:spLocks/>
              </p:cNvSpPr>
              <p:nvPr/>
            </p:nvSpPr>
            <p:spPr bwMode="auto">
              <a:xfrm>
                <a:off x="2316" y="28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6" name="Freeform 199"/>
              <p:cNvSpPr>
                <a:spLocks/>
              </p:cNvSpPr>
              <p:nvPr/>
            </p:nvSpPr>
            <p:spPr bwMode="auto">
              <a:xfrm>
                <a:off x="2820" y="29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7" name="Freeform 200"/>
              <p:cNvSpPr>
                <a:spLocks/>
              </p:cNvSpPr>
              <p:nvPr/>
            </p:nvSpPr>
            <p:spPr bwMode="auto">
              <a:xfrm>
                <a:off x="3054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8" name="Freeform 201"/>
              <p:cNvSpPr>
                <a:spLocks/>
              </p:cNvSpPr>
              <p:nvPr/>
            </p:nvSpPr>
            <p:spPr bwMode="auto">
              <a:xfrm>
                <a:off x="2646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9" name="Freeform 202"/>
              <p:cNvSpPr>
                <a:spLocks/>
              </p:cNvSpPr>
              <p:nvPr/>
            </p:nvSpPr>
            <p:spPr bwMode="auto">
              <a:xfrm>
                <a:off x="3018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50" name="Freeform 203"/>
              <p:cNvSpPr>
                <a:spLocks/>
              </p:cNvSpPr>
              <p:nvPr/>
            </p:nvSpPr>
            <p:spPr bwMode="auto">
              <a:xfrm>
                <a:off x="3114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51" name="Freeform 204"/>
              <p:cNvSpPr>
                <a:spLocks/>
              </p:cNvSpPr>
              <p:nvPr/>
            </p:nvSpPr>
            <p:spPr bwMode="auto">
              <a:xfrm>
                <a:off x="2832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5" name="Group 406"/>
            <p:cNvGrpSpPr>
              <a:grpSpLocks/>
            </p:cNvGrpSpPr>
            <p:nvPr/>
          </p:nvGrpSpPr>
          <p:grpSpPr bwMode="auto">
            <a:xfrm>
              <a:off x="2052" y="1989"/>
              <a:ext cx="1500" cy="1032"/>
              <a:chOff x="2052" y="1989"/>
              <a:chExt cx="1500" cy="1032"/>
            </a:xfrm>
          </p:grpSpPr>
          <p:sp>
            <p:nvSpPr>
              <p:cNvPr id="60952" name="Freeform 206"/>
              <p:cNvSpPr>
                <a:spLocks/>
              </p:cNvSpPr>
              <p:nvPr/>
            </p:nvSpPr>
            <p:spPr bwMode="auto">
              <a:xfrm>
                <a:off x="2496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53" name="Freeform 207"/>
              <p:cNvSpPr>
                <a:spLocks/>
              </p:cNvSpPr>
              <p:nvPr/>
            </p:nvSpPr>
            <p:spPr bwMode="auto">
              <a:xfrm>
                <a:off x="3018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54" name="Freeform 208"/>
              <p:cNvSpPr>
                <a:spLocks/>
              </p:cNvSpPr>
              <p:nvPr/>
            </p:nvSpPr>
            <p:spPr bwMode="auto">
              <a:xfrm>
                <a:off x="3282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55" name="Freeform 209"/>
              <p:cNvSpPr>
                <a:spLocks/>
              </p:cNvSpPr>
              <p:nvPr/>
            </p:nvSpPr>
            <p:spPr bwMode="auto">
              <a:xfrm>
                <a:off x="2718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56" name="Freeform 210"/>
              <p:cNvSpPr>
                <a:spLocks/>
              </p:cNvSpPr>
              <p:nvPr/>
            </p:nvSpPr>
            <p:spPr bwMode="auto">
              <a:xfrm>
                <a:off x="2892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57" name="Freeform 211"/>
              <p:cNvSpPr>
                <a:spLocks/>
              </p:cNvSpPr>
              <p:nvPr/>
            </p:nvSpPr>
            <p:spPr bwMode="auto">
              <a:xfrm>
                <a:off x="3156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58" name="Freeform 212"/>
              <p:cNvSpPr>
                <a:spLocks/>
              </p:cNvSpPr>
              <p:nvPr/>
            </p:nvSpPr>
            <p:spPr bwMode="auto">
              <a:xfrm>
                <a:off x="2862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59" name="Freeform 213"/>
              <p:cNvSpPr>
                <a:spLocks/>
              </p:cNvSpPr>
              <p:nvPr/>
            </p:nvSpPr>
            <p:spPr bwMode="auto">
              <a:xfrm>
                <a:off x="2868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0" name="Freeform 214"/>
              <p:cNvSpPr>
                <a:spLocks/>
              </p:cNvSpPr>
              <p:nvPr/>
            </p:nvSpPr>
            <p:spPr bwMode="auto">
              <a:xfrm>
                <a:off x="2706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1" name="Freeform 215"/>
              <p:cNvSpPr>
                <a:spLocks/>
              </p:cNvSpPr>
              <p:nvPr/>
            </p:nvSpPr>
            <p:spPr bwMode="auto">
              <a:xfrm>
                <a:off x="2784" y="28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2" name="Freeform 216"/>
              <p:cNvSpPr>
                <a:spLocks/>
              </p:cNvSpPr>
              <p:nvPr/>
            </p:nvSpPr>
            <p:spPr bwMode="auto">
              <a:xfrm>
                <a:off x="2496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3" name="Freeform 217"/>
              <p:cNvSpPr>
                <a:spLocks/>
              </p:cNvSpPr>
              <p:nvPr/>
            </p:nvSpPr>
            <p:spPr bwMode="auto">
              <a:xfrm>
                <a:off x="2670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4" name="Freeform 218"/>
              <p:cNvSpPr>
                <a:spLocks/>
              </p:cNvSpPr>
              <p:nvPr/>
            </p:nvSpPr>
            <p:spPr bwMode="auto">
              <a:xfrm>
                <a:off x="2808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5" name="Freeform 219"/>
              <p:cNvSpPr>
                <a:spLocks/>
              </p:cNvSpPr>
              <p:nvPr/>
            </p:nvSpPr>
            <p:spPr bwMode="auto">
              <a:xfrm>
                <a:off x="2688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6" name="Freeform 220"/>
              <p:cNvSpPr>
                <a:spLocks/>
              </p:cNvSpPr>
              <p:nvPr/>
            </p:nvSpPr>
            <p:spPr bwMode="auto">
              <a:xfrm>
                <a:off x="298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7" name="Freeform 221"/>
              <p:cNvSpPr>
                <a:spLocks/>
              </p:cNvSpPr>
              <p:nvPr/>
            </p:nvSpPr>
            <p:spPr bwMode="auto">
              <a:xfrm>
                <a:off x="2916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8" name="Freeform 222"/>
              <p:cNvSpPr>
                <a:spLocks/>
              </p:cNvSpPr>
              <p:nvPr/>
            </p:nvSpPr>
            <p:spPr bwMode="auto">
              <a:xfrm>
                <a:off x="2922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9" name="Freeform 223"/>
              <p:cNvSpPr>
                <a:spLocks/>
              </p:cNvSpPr>
              <p:nvPr/>
            </p:nvSpPr>
            <p:spPr bwMode="auto">
              <a:xfrm>
                <a:off x="3012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0" name="Freeform 224"/>
              <p:cNvSpPr>
                <a:spLocks/>
              </p:cNvSpPr>
              <p:nvPr/>
            </p:nvSpPr>
            <p:spPr bwMode="auto">
              <a:xfrm>
                <a:off x="2838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1" name="Freeform 225"/>
              <p:cNvSpPr>
                <a:spLocks/>
              </p:cNvSpPr>
              <p:nvPr/>
            </p:nvSpPr>
            <p:spPr bwMode="auto">
              <a:xfrm>
                <a:off x="3024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2" name="Freeform 226"/>
              <p:cNvSpPr>
                <a:spLocks/>
              </p:cNvSpPr>
              <p:nvPr/>
            </p:nvSpPr>
            <p:spPr bwMode="auto">
              <a:xfrm>
                <a:off x="2850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3" name="Freeform 227"/>
              <p:cNvSpPr>
                <a:spLocks/>
              </p:cNvSpPr>
              <p:nvPr/>
            </p:nvSpPr>
            <p:spPr bwMode="auto">
              <a:xfrm>
                <a:off x="3084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4" name="Freeform 228"/>
              <p:cNvSpPr>
                <a:spLocks/>
              </p:cNvSpPr>
              <p:nvPr/>
            </p:nvSpPr>
            <p:spPr bwMode="auto">
              <a:xfrm>
                <a:off x="3042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5" name="Freeform 229"/>
              <p:cNvSpPr>
                <a:spLocks/>
              </p:cNvSpPr>
              <p:nvPr/>
            </p:nvSpPr>
            <p:spPr bwMode="auto">
              <a:xfrm>
                <a:off x="2988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6" name="Freeform 230"/>
              <p:cNvSpPr>
                <a:spLocks/>
              </p:cNvSpPr>
              <p:nvPr/>
            </p:nvSpPr>
            <p:spPr bwMode="auto">
              <a:xfrm>
                <a:off x="3282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7" name="Freeform 231"/>
              <p:cNvSpPr>
                <a:spLocks/>
              </p:cNvSpPr>
              <p:nvPr/>
            </p:nvSpPr>
            <p:spPr bwMode="auto">
              <a:xfrm>
                <a:off x="3186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8" name="Freeform 232"/>
              <p:cNvSpPr>
                <a:spLocks/>
              </p:cNvSpPr>
              <p:nvPr/>
            </p:nvSpPr>
            <p:spPr bwMode="auto">
              <a:xfrm>
                <a:off x="2754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9" name="Freeform 233"/>
              <p:cNvSpPr>
                <a:spLocks/>
              </p:cNvSpPr>
              <p:nvPr/>
            </p:nvSpPr>
            <p:spPr bwMode="auto">
              <a:xfrm>
                <a:off x="2976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0" name="Freeform 234"/>
              <p:cNvSpPr>
                <a:spLocks/>
              </p:cNvSpPr>
              <p:nvPr/>
            </p:nvSpPr>
            <p:spPr bwMode="auto">
              <a:xfrm>
                <a:off x="2988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1" name="Freeform 235"/>
              <p:cNvSpPr>
                <a:spLocks/>
              </p:cNvSpPr>
              <p:nvPr/>
            </p:nvSpPr>
            <p:spPr bwMode="auto">
              <a:xfrm>
                <a:off x="3030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2" name="Freeform 236"/>
              <p:cNvSpPr>
                <a:spLocks/>
              </p:cNvSpPr>
              <p:nvPr/>
            </p:nvSpPr>
            <p:spPr bwMode="auto">
              <a:xfrm>
                <a:off x="2988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3" name="Freeform 237"/>
              <p:cNvSpPr>
                <a:spLocks/>
              </p:cNvSpPr>
              <p:nvPr/>
            </p:nvSpPr>
            <p:spPr bwMode="auto">
              <a:xfrm>
                <a:off x="2556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4" name="Freeform 238"/>
              <p:cNvSpPr>
                <a:spLocks/>
              </p:cNvSpPr>
              <p:nvPr/>
            </p:nvSpPr>
            <p:spPr bwMode="auto">
              <a:xfrm>
                <a:off x="3132" y="21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5" name="Freeform 239"/>
              <p:cNvSpPr>
                <a:spLocks/>
              </p:cNvSpPr>
              <p:nvPr/>
            </p:nvSpPr>
            <p:spPr bwMode="auto">
              <a:xfrm>
                <a:off x="2718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6" name="Freeform 240"/>
              <p:cNvSpPr>
                <a:spLocks/>
              </p:cNvSpPr>
              <p:nvPr/>
            </p:nvSpPr>
            <p:spPr bwMode="auto">
              <a:xfrm>
                <a:off x="3246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7" name="Freeform 241"/>
              <p:cNvSpPr>
                <a:spLocks/>
              </p:cNvSpPr>
              <p:nvPr/>
            </p:nvSpPr>
            <p:spPr bwMode="auto">
              <a:xfrm>
                <a:off x="2766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8" name="Freeform 242"/>
              <p:cNvSpPr>
                <a:spLocks/>
              </p:cNvSpPr>
              <p:nvPr/>
            </p:nvSpPr>
            <p:spPr bwMode="auto">
              <a:xfrm>
                <a:off x="2556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9" name="Freeform 243"/>
              <p:cNvSpPr>
                <a:spLocks/>
              </p:cNvSpPr>
              <p:nvPr/>
            </p:nvSpPr>
            <p:spPr bwMode="auto">
              <a:xfrm>
                <a:off x="2952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0" name="Freeform 244"/>
              <p:cNvSpPr>
                <a:spLocks/>
              </p:cNvSpPr>
              <p:nvPr/>
            </p:nvSpPr>
            <p:spPr bwMode="auto">
              <a:xfrm>
                <a:off x="2814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1" name="Freeform 245"/>
              <p:cNvSpPr>
                <a:spLocks/>
              </p:cNvSpPr>
              <p:nvPr/>
            </p:nvSpPr>
            <p:spPr bwMode="auto">
              <a:xfrm>
                <a:off x="2850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2" name="Freeform 246"/>
              <p:cNvSpPr>
                <a:spLocks/>
              </p:cNvSpPr>
              <p:nvPr/>
            </p:nvSpPr>
            <p:spPr bwMode="auto">
              <a:xfrm>
                <a:off x="2658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3" name="Freeform 247"/>
              <p:cNvSpPr>
                <a:spLocks/>
              </p:cNvSpPr>
              <p:nvPr/>
            </p:nvSpPr>
            <p:spPr bwMode="auto">
              <a:xfrm>
                <a:off x="2970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4" name="Freeform 248"/>
              <p:cNvSpPr>
                <a:spLocks/>
              </p:cNvSpPr>
              <p:nvPr/>
            </p:nvSpPr>
            <p:spPr bwMode="auto">
              <a:xfrm>
                <a:off x="2982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5" name="Freeform 249"/>
              <p:cNvSpPr>
                <a:spLocks/>
              </p:cNvSpPr>
              <p:nvPr/>
            </p:nvSpPr>
            <p:spPr bwMode="auto">
              <a:xfrm>
                <a:off x="2862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6" name="Freeform 250"/>
              <p:cNvSpPr>
                <a:spLocks/>
              </p:cNvSpPr>
              <p:nvPr/>
            </p:nvSpPr>
            <p:spPr bwMode="auto">
              <a:xfrm>
                <a:off x="2700" y="28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7" name="Freeform 251"/>
              <p:cNvSpPr>
                <a:spLocks/>
              </p:cNvSpPr>
              <p:nvPr/>
            </p:nvSpPr>
            <p:spPr bwMode="auto">
              <a:xfrm>
                <a:off x="2808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8" name="Freeform 252"/>
              <p:cNvSpPr>
                <a:spLocks/>
              </p:cNvSpPr>
              <p:nvPr/>
            </p:nvSpPr>
            <p:spPr bwMode="auto">
              <a:xfrm>
                <a:off x="2502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9" name="Freeform 253"/>
              <p:cNvSpPr>
                <a:spLocks/>
              </p:cNvSpPr>
              <p:nvPr/>
            </p:nvSpPr>
            <p:spPr bwMode="auto">
              <a:xfrm>
                <a:off x="2910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00" name="Freeform 254"/>
              <p:cNvSpPr>
                <a:spLocks/>
              </p:cNvSpPr>
              <p:nvPr/>
            </p:nvSpPr>
            <p:spPr bwMode="auto">
              <a:xfrm>
                <a:off x="3090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01" name="Freeform 255"/>
              <p:cNvSpPr>
                <a:spLocks/>
              </p:cNvSpPr>
              <p:nvPr/>
            </p:nvSpPr>
            <p:spPr bwMode="auto">
              <a:xfrm>
                <a:off x="3024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02" name="Freeform 256"/>
              <p:cNvSpPr>
                <a:spLocks/>
              </p:cNvSpPr>
              <p:nvPr/>
            </p:nvSpPr>
            <p:spPr bwMode="auto">
              <a:xfrm>
                <a:off x="2694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03" name="Freeform 257"/>
              <p:cNvSpPr>
                <a:spLocks/>
              </p:cNvSpPr>
              <p:nvPr/>
            </p:nvSpPr>
            <p:spPr bwMode="auto">
              <a:xfrm>
                <a:off x="2664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04" name="Freeform 258"/>
              <p:cNvSpPr>
                <a:spLocks/>
              </p:cNvSpPr>
              <p:nvPr/>
            </p:nvSpPr>
            <p:spPr bwMode="auto">
              <a:xfrm>
                <a:off x="2730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05" name="Freeform 259"/>
              <p:cNvSpPr>
                <a:spLocks/>
              </p:cNvSpPr>
              <p:nvPr/>
            </p:nvSpPr>
            <p:spPr bwMode="auto">
              <a:xfrm>
                <a:off x="2748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06" name="Freeform 260"/>
              <p:cNvSpPr>
                <a:spLocks/>
              </p:cNvSpPr>
              <p:nvPr/>
            </p:nvSpPr>
            <p:spPr bwMode="auto">
              <a:xfrm>
                <a:off x="2478" y="28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07" name="Freeform 261"/>
              <p:cNvSpPr>
                <a:spLocks/>
              </p:cNvSpPr>
              <p:nvPr/>
            </p:nvSpPr>
            <p:spPr bwMode="auto">
              <a:xfrm>
                <a:off x="2892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08" name="Freeform 262"/>
              <p:cNvSpPr>
                <a:spLocks/>
              </p:cNvSpPr>
              <p:nvPr/>
            </p:nvSpPr>
            <p:spPr bwMode="auto">
              <a:xfrm>
                <a:off x="3294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09" name="Freeform 263"/>
              <p:cNvSpPr>
                <a:spLocks/>
              </p:cNvSpPr>
              <p:nvPr/>
            </p:nvSpPr>
            <p:spPr bwMode="auto">
              <a:xfrm>
                <a:off x="3060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0" name="Freeform 264"/>
              <p:cNvSpPr>
                <a:spLocks/>
              </p:cNvSpPr>
              <p:nvPr/>
            </p:nvSpPr>
            <p:spPr bwMode="auto">
              <a:xfrm>
                <a:off x="2508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1" name="Freeform 265"/>
              <p:cNvSpPr>
                <a:spLocks/>
              </p:cNvSpPr>
              <p:nvPr/>
            </p:nvSpPr>
            <p:spPr bwMode="auto">
              <a:xfrm>
                <a:off x="3240" y="21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2" name="Freeform 266"/>
              <p:cNvSpPr>
                <a:spLocks/>
              </p:cNvSpPr>
              <p:nvPr/>
            </p:nvSpPr>
            <p:spPr bwMode="auto">
              <a:xfrm>
                <a:off x="3066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3" name="Freeform 267"/>
              <p:cNvSpPr>
                <a:spLocks/>
              </p:cNvSpPr>
              <p:nvPr/>
            </p:nvSpPr>
            <p:spPr bwMode="auto">
              <a:xfrm>
                <a:off x="2802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4" name="Freeform 268"/>
              <p:cNvSpPr>
                <a:spLocks/>
              </p:cNvSpPr>
              <p:nvPr/>
            </p:nvSpPr>
            <p:spPr bwMode="auto">
              <a:xfrm>
                <a:off x="3126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5" name="Freeform 269"/>
              <p:cNvSpPr>
                <a:spLocks/>
              </p:cNvSpPr>
              <p:nvPr/>
            </p:nvSpPr>
            <p:spPr bwMode="auto">
              <a:xfrm>
                <a:off x="2934" y="20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6" name="Freeform 270"/>
              <p:cNvSpPr>
                <a:spLocks/>
              </p:cNvSpPr>
              <p:nvPr/>
            </p:nvSpPr>
            <p:spPr bwMode="auto">
              <a:xfrm>
                <a:off x="2622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7" name="Freeform 271"/>
              <p:cNvSpPr>
                <a:spLocks/>
              </p:cNvSpPr>
              <p:nvPr/>
            </p:nvSpPr>
            <p:spPr bwMode="auto">
              <a:xfrm>
                <a:off x="3330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8" name="Freeform 272"/>
              <p:cNvSpPr>
                <a:spLocks/>
              </p:cNvSpPr>
              <p:nvPr/>
            </p:nvSpPr>
            <p:spPr bwMode="auto">
              <a:xfrm>
                <a:off x="2622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9" name="Freeform 273"/>
              <p:cNvSpPr>
                <a:spLocks/>
              </p:cNvSpPr>
              <p:nvPr/>
            </p:nvSpPr>
            <p:spPr bwMode="auto">
              <a:xfrm>
                <a:off x="3180" y="20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0" name="Freeform 274"/>
              <p:cNvSpPr>
                <a:spLocks/>
              </p:cNvSpPr>
              <p:nvPr/>
            </p:nvSpPr>
            <p:spPr bwMode="auto">
              <a:xfrm>
                <a:off x="2958" y="27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1" name="Freeform 275"/>
              <p:cNvSpPr>
                <a:spLocks/>
              </p:cNvSpPr>
              <p:nvPr/>
            </p:nvSpPr>
            <p:spPr bwMode="auto">
              <a:xfrm>
                <a:off x="3006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2" name="Freeform 276"/>
              <p:cNvSpPr>
                <a:spLocks/>
              </p:cNvSpPr>
              <p:nvPr/>
            </p:nvSpPr>
            <p:spPr bwMode="auto">
              <a:xfrm>
                <a:off x="3216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3" name="Freeform 277"/>
              <p:cNvSpPr>
                <a:spLocks/>
              </p:cNvSpPr>
              <p:nvPr/>
            </p:nvSpPr>
            <p:spPr bwMode="auto">
              <a:xfrm>
                <a:off x="3042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4" name="Freeform 278"/>
              <p:cNvSpPr>
                <a:spLocks/>
              </p:cNvSpPr>
              <p:nvPr/>
            </p:nvSpPr>
            <p:spPr bwMode="auto">
              <a:xfrm>
                <a:off x="3114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5" name="Freeform 279"/>
              <p:cNvSpPr>
                <a:spLocks/>
              </p:cNvSpPr>
              <p:nvPr/>
            </p:nvSpPr>
            <p:spPr bwMode="auto">
              <a:xfrm>
                <a:off x="2784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6" name="Freeform 280"/>
              <p:cNvSpPr>
                <a:spLocks/>
              </p:cNvSpPr>
              <p:nvPr/>
            </p:nvSpPr>
            <p:spPr bwMode="auto">
              <a:xfrm>
                <a:off x="3246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7" name="Freeform 281"/>
              <p:cNvSpPr>
                <a:spLocks/>
              </p:cNvSpPr>
              <p:nvPr/>
            </p:nvSpPr>
            <p:spPr bwMode="auto">
              <a:xfrm>
                <a:off x="3072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8" name="Freeform 282"/>
              <p:cNvSpPr>
                <a:spLocks/>
              </p:cNvSpPr>
              <p:nvPr/>
            </p:nvSpPr>
            <p:spPr bwMode="auto">
              <a:xfrm>
                <a:off x="2652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9" name="Freeform 283"/>
              <p:cNvSpPr>
                <a:spLocks/>
              </p:cNvSpPr>
              <p:nvPr/>
            </p:nvSpPr>
            <p:spPr bwMode="auto">
              <a:xfrm>
                <a:off x="3378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0" name="Freeform 284"/>
              <p:cNvSpPr>
                <a:spLocks/>
              </p:cNvSpPr>
              <p:nvPr/>
            </p:nvSpPr>
            <p:spPr bwMode="auto">
              <a:xfrm>
                <a:off x="2850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1" name="Freeform 285"/>
              <p:cNvSpPr>
                <a:spLocks/>
              </p:cNvSpPr>
              <p:nvPr/>
            </p:nvSpPr>
            <p:spPr bwMode="auto">
              <a:xfrm>
                <a:off x="2844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2" name="Freeform 286"/>
              <p:cNvSpPr>
                <a:spLocks/>
              </p:cNvSpPr>
              <p:nvPr/>
            </p:nvSpPr>
            <p:spPr bwMode="auto">
              <a:xfrm>
                <a:off x="2934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3" name="Freeform 287"/>
              <p:cNvSpPr>
                <a:spLocks/>
              </p:cNvSpPr>
              <p:nvPr/>
            </p:nvSpPr>
            <p:spPr bwMode="auto">
              <a:xfrm>
                <a:off x="2766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4" name="Freeform 288"/>
              <p:cNvSpPr>
                <a:spLocks/>
              </p:cNvSpPr>
              <p:nvPr/>
            </p:nvSpPr>
            <p:spPr bwMode="auto">
              <a:xfrm>
                <a:off x="3114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5" name="Freeform 289"/>
              <p:cNvSpPr>
                <a:spLocks/>
              </p:cNvSpPr>
              <p:nvPr/>
            </p:nvSpPr>
            <p:spPr bwMode="auto">
              <a:xfrm>
                <a:off x="2544" y="28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6" name="Freeform 290"/>
              <p:cNvSpPr>
                <a:spLocks/>
              </p:cNvSpPr>
              <p:nvPr/>
            </p:nvSpPr>
            <p:spPr bwMode="auto">
              <a:xfrm>
                <a:off x="3408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7" name="Freeform 291"/>
              <p:cNvSpPr>
                <a:spLocks/>
              </p:cNvSpPr>
              <p:nvPr/>
            </p:nvSpPr>
            <p:spPr bwMode="auto">
              <a:xfrm>
                <a:off x="3306" y="19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8" name="Freeform 292"/>
              <p:cNvSpPr>
                <a:spLocks/>
              </p:cNvSpPr>
              <p:nvPr/>
            </p:nvSpPr>
            <p:spPr bwMode="auto">
              <a:xfrm>
                <a:off x="3036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9" name="Freeform 293"/>
              <p:cNvSpPr>
                <a:spLocks/>
              </p:cNvSpPr>
              <p:nvPr/>
            </p:nvSpPr>
            <p:spPr bwMode="auto">
              <a:xfrm>
                <a:off x="3420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0" name="Freeform 294"/>
              <p:cNvSpPr>
                <a:spLocks/>
              </p:cNvSpPr>
              <p:nvPr/>
            </p:nvSpPr>
            <p:spPr bwMode="auto">
              <a:xfrm>
                <a:off x="2796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1" name="Freeform 295"/>
              <p:cNvSpPr>
                <a:spLocks/>
              </p:cNvSpPr>
              <p:nvPr/>
            </p:nvSpPr>
            <p:spPr bwMode="auto">
              <a:xfrm>
                <a:off x="3162" y="20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2" name="Freeform 296"/>
              <p:cNvSpPr>
                <a:spLocks/>
              </p:cNvSpPr>
              <p:nvPr/>
            </p:nvSpPr>
            <p:spPr bwMode="auto">
              <a:xfrm>
                <a:off x="2784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3" name="Freeform 297"/>
              <p:cNvSpPr>
                <a:spLocks/>
              </p:cNvSpPr>
              <p:nvPr/>
            </p:nvSpPr>
            <p:spPr bwMode="auto">
              <a:xfrm>
                <a:off x="2466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4" name="Freeform 298"/>
              <p:cNvSpPr>
                <a:spLocks/>
              </p:cNvSpPr>
              <p:nvPr/>
            </p:nvSpPr>
            <p:spPr bwMode="auto">
              <a:xfrm>
                <a:off x="3156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5" name="Freeform 299"/>
              <p:cNvSpPr>
                <a:spLocks/>
              </p:cNvSpPr>
              <p:nvPr/>
            </p:nvSpPr>
            <p:spPr bwMode="auto">
              <a:xfrm>
                <a:off x="2868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6" name="Freeform 300"/>
              <p:cNvSpPr>
                <a:spLocks/>
              </p:cNvSpPr>
              <p:nvPr/>
            </p:nvSpPr>
            <p:spPr bwMode="auto">
              <a:xfrm>
                <a:off x="2700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7" name="Freeform 301"/>
              <p:cNvSpPr>
                <a:spLocks/>
              </p:cNvSpPr>
              <p:nvPr/>
            </p:nvSpPr>
            <p:spPr bwMode="auto">
              <a:xfrm>
                <a:off x="2940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8" name="Freeform 302"/>
              <p:cNvSpPr>
                <a:spLocks/>
              </p:cNvSpPr>
              <p:nvPr/>
            </p:nvSpPr>
            <p:spPr bwMode="auto">
              <a:xfrm>
                <a:off x="2814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9" name="Freeform 303"/>
              <p:cNvSpPr>
                <a:spLocks/>
              </p:cNvSpPr>
              <p:nvPr/>
            </p:nvSpPr>
            <p:spPr bwMode="auto">
              <a:xfrm>
                <a:off x="2802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0" name="Freeform 304"/>
              <p:cNvSpPr>
                <a:spLocks/>
              </p:cNvSpPr>
              <p:nvPr/>
            </p:nvSpPr>
            <p:spPr bwMode="auto">
              <a:xfrm>
                <a:off x="2682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1" name="Freeform 305"/>
              <p:cNvSpPr>
                <a:spLocks/>
              </p:cNvSpPr>
              <p:nvPr/>
            </p:nvSpPr>
            <p:spPr bwMode="auto">
              <a:xfrm>
                <a:off x="2580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2" name="Freeform 306"/>
              <p:cNvSpPr>
                <a:spLocks/>
              </p:cNvSpPr>
              <p:nvPr/>
            </p:nvSpPr>
            <p:spPr bwMode="auto">
              <a:xfrm>
                <a:off x="2748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3" name="Freeform 307"/>
              <p:cNvSpPr>
                <a:spLocks/>
              </p:cNvSpPr>
              <p:nvPr/>
            </p:nvSpPr>
            <p:spPr bwMode="auto">
              <a:xfrm>
                <a:off x="2934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4" name="Freeform 308"/>
              <p:cNvSpPr>
                <a:spLocks/>
              </p:cNvSpPr>
              <p:nvPr/>
            </p:nvSpPr>
            <p:spPr bwMode="auto">
              <a:xfrm>
                <a:off x="2724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5" name="Freeform 309"/>
              <p:cNvSpPr>
                <a:spLocks/>
              </p:cNvSpPr>
              <p:nvPr/>
            </p:nvSpPr>
            <p:spPr bwMode="auto">
              <a:xfrm>
                <a:off x="2934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6" name="Freeform 310"/>
              <p:cNvSpPr>
                <a:spLocks/>
              </p:cNvSpPr>
              <p:nvPr/>
            </p:nvSpPr>
            <p:spPr bwMode="auto">
              <a:xfrm>
                <a:off x="2052" y="28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7" name="Freeform 311"/>
              <p:cNvSpPr>
                <a:spLocks/>
              </p:cNvSpPr>
              <p:nvPr/>
            </p:nvSpPr>
            <p:spPr bwMode="auto">
              <a:xfrm>
                <a:off x="3168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8" name="Freeform 312"/>
              <p:cNvSpPr>
                <a:spLocks/>
              </p:cNvSpPr>
              <p:nvPr/>
            </p:nvSpPr>
            <p:spPr bwMode="auto">
              <a:xfrm>
                <a:off x="3144" y="20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9" name="Freeform 313"/>
              <p:cNvSpPr>
                <a:spLocks/>
              </p:cNvSpPr>
              <p:nvPr/>
            </p:nvSpPr>
            <p:spPr bwMode="auto">
              <a:xfrm>
                <a:off x="2616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0" name="Freeform 314"/>
              <p:cNvSpPr>
                <a:spLocks/>
              </p:cNvSpPr>
              <p:nvPr/>
            </p:nvSpPr>
            <p:spPr bwMode="auto">
              <a:xfrm>
                <a:off x="3144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1" name="Freeform 315"/>
              <p:cNvSpPr>
                <a:spLocks/>
              </p:cNvSpPr>
              <p:nvPr/>
            </p:nvSpPr>
            <p:spPr bwMode="auto">
              <a:xfrm>
                <a:off x="3450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2" name="Freeform 316"/>
              <p:cNvSpPr>
                <a:spLocks/>
              </p:cNvSpPr>
              <p:nvPr/>
            </p:nvSpPr>
            <p:spPr bwMode="auto">
              <a:xfrm>
                <a:off x="3132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3" name="Freeform 317"/>
              <p:cNvSpPr>
                <a:spLocks/>
              </p:cNvSpPr>
              <p:nvPr/>
            </p:nvSpPr>
            <p:spPr bwMode="auto">
              <a:xfrm>
                <a:off x="2796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4" name="Freeform 318"/>
              <p:cNvSpPr>
                <a:spLocks/>
              </p:cNvSpPr>
              <p:nvPr/>
            </p:nvSpPr>
            <p:spPr bwMode="auto">
              <a:xfrm>
                <a:off x="2880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5" name="Freeform 319"/>
              <p:cNvSpPr>
                <a:spLocks/>
              </p:cNvSpPr>
              <p:nvPr/>
            </p:nvSpPr>
            <p:spPr bwMode="auto">
              <a:xfrm>
                <a:off x="2832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6" name="Freeform 320"/>
              <p:cNvSpPr>
                <a:spLocks/>
              </p:cNvSpPr>
              <p:nvPr/>
            </p:nvSpPr>
            <p:spPr bwMode="auto">
              <a:xfrm>
                <a:off x="2622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7" name="Freeform 321"/>
              <p:cNvSpPr>
                <a:spLocks/>
              </p:cNvSpPr>
              <p:nvPr/>
            </p:nvSpPr>
            <p:spPr bwMode="auto">
              <a:xfrm>
                <a:off x="2790" y="19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8" name="Freeform 322"/>
              <p:cNvSpPr>
                <a:spLocks/>
              </p:cNvSpPr>
              <p:nvPr/>
            </p:nvSpPr>
            <p:spPr bwMode="auto">
              <a:xfrm>
                <a:off x="3210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9" name="Freeform 323"/>
              <p:cNvSpPr>
                <a:spLocks/>
              </p:cNvSpPr>
              <p:nvPr/>
            </p:nvSpPr>
            <p:spPr bwMode="auto">
              <a:xfrm>
                <a:off x="3096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0" name="Freeform 324"/>
              <p:cNvSpPr>
                <a:spLocks/>
              </p:cNvSpPr>
              <p:nvPr/>
            </p:nvSpPr>
            <p:spPr bwMode="auto">
              <a:xfrm>
                <a:off x="3018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1" name="Freeform 325"/>
              <p:cNvSpPr>
                <a:spLocks/>
              </p:cNvSpPr>
              <p:nvPr/>
            </p:nvSpPr>
            <p:spPr bwMode="auto">
              <a:xfrm>
                <a:off x="2802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2" name="Freeform 326"/>
              <p:cNvSpPr>
                <a:spLocks/>
              </p:cNvSpPr>
              <p:nvPr/>
            </p:nvSpPr>
            <p:spPr bwMode="auto">
              <a:xfrm>
                <a:off x="2922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3" name="Freeform 327"/>
              <p:cNvSpPr>
                <a:spLocks/>
              </p:cNvSpPr>
              <p:nvPr/>
            </p:nvSpPr>
            <p:spPr bwMode="auto">
              <a:xfrm>
                <a:off x="3276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4" name="Freeform 328"/>
              <p:cNvSpPr>
                <a:spLocks/>
              </p:cNvSpPr>
              <p:nvPr/>
            </p:nvSpPr>
            <p:spPr bwMode="auto">
              <a:xfrm>
                <a:off x="3282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5" name="Freeform 329"/>
              <p:cNvSpPr>
                <a:spLocks/>
              </p:cNvSpPr>
              <p:nvPr/>
            </p:nvSpPr>
            <p:spPr bwMode="auto">
              <a:xfrm>
                <a:off x="2664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6" name="Freeform 330"/>
              <p:cNvSpPr>
                <a:spLocks/>
              </p:cNvSpPr>
              <p:nvPr/>
            </p:nvSpPr>
            <p:spPr bwMode="auto">
              <a:xfrm>
                <a:off x="2934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7" name="Freeform 331"/>
              <p:cNvSpPr>
                <a:spLocks/>
              </p:cNvSpPr>
              <p:nvPr/>
            </p:nvSpPr>
            <p:spPr bwMode="auto">
              <a:xfrm>
                <a:off x="2964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8" name="Freeform 332"/>
              <p:cNvSpPr>
                <a:spLocks/>
              </p:cNvSpPr>
              <p:nvPr/>
            </p:nvSpPr>
            <p:spPr bwMode="auto">
              <a:xfrm>
                <a:off x="2778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9" name="Freeform 333"/>
              <p:cNvSpPr>
                <a:spLocks/>
              </p:cNvSpPr>
              <p:nvPr/>
            </p:nvSpPr>
            <p:spPr bwMode="auto">
              <a:xfrm>
                <a:off x="2748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0" name="Freeform 334"/>
              <p:cNvSpPr>
                <a:spLocks/>
              </p:cNvSpPr>
              <p:nvPr/>
            </p:nvSpPr>
            <p:spPr bwMode="auto">
              <a:xfrm>
                <a:off x="2730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1" name="Freeform 335"/>
              <p:cNvSpPr>
                <a:spLocks/>
              </p:cNvSpPr>
              <p:nvPr/>
            </p:nvSpPr>
            <p:spPr bwMode="auto">
              <a:xfrm>
                <a:off x="2856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2" name="Freeform 336"/>
              <p:cNvSpPr>
                <a:spLocks/>
              </p:cNvSpPr>
              <p:nvPr/>
            </p:nvSpPr>
            <p:spPr bwMode="auto">
              <a:xfrm>
                <a:off x="2802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3" name="Freeform 337"/>
              <p:cNvSpPr>
                <a:spLocks/>
              </p:cNvSpPr>
              <p:nvPr/>
            </p:nvSpPr>
            <p:spPr bwMode="auto">
              <a:xfrm>
                <a:off x="2640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4" name="Freeform 338"/>
              <p:cNvSpPr>
                <a:spLocks/>
              </p:cNvSpPr>
              <p:nvPr/>
            </p:nvSpPr>
            <p:spPr bwMode="auto">
              <a:xfrm>
                <a:off x="2700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5" name="Freeform 339"/>
              <p:cNvSpPr>
                <a:spLocks/>
              </p:cNvSpPr>
              <p:nvPr/>
            </p:nvSpPr>
            <p:spPr bwMode="auto">
              <a:xfrm>
                <a:off x="2898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6" name="Freeform 340"/>
              <p:cNvSpPr>
                <a:spLocks/>
              </p:cNvSpPr>
              <p:nvPr/>
            </p:nvSpPr>
            <p:spPr bwMode="auto">
              <a:xfrm>
                <a:off x="2940" y="27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7" name="Freeform 341"/>
              <p:cNvSpPr>
                <a:spLocks/>
              </p:cNvSpPr>
              <p:nvPr/>
            </p:nvSpPr>
            <p:spPr bwMode="auto">
              <a:xfrm>
                <a:off x="2490" y="28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8" name="Freeform 342"/>
              <p:cNvSpPr>
                <a:spLocks/>
              </p:cNvSpPr>
              <p:nvPr/>
            </p:nvSpPr>
            <p:spPr bwMode="auto">
              <a:xfrm>
                <a:off x="3084" y="22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9" name="Freeform 343"/>
              <p:cNvSpPr>
                <a:spLocks/>
              </p:cNvSpPr>
              <p:nvPr/>
            </p:nvSpPr>
            <p:spPr bwMode="auto">
              <a:xfrm>
                <a:off x="2928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0" name="Freeform 344"/>
              <p:cNvSpPr>
                <a:spLocks/>
              </p:cNvSpPr>
              <p:nvPr/>
            </p:nvSpPr>
            <p:spPr bwMode="auto">
              <a:xfrm>
                <a:off x="2916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1" name="Freeform 345"/>
              <p:cNvSpPr>
                <a:spLocks/>
              </p:cNvSpPr>
              <p:nvPr/>
            </p:nvSpPr>
            <p:spPr bwMode="auto">
              <a:xfrm>
                <a:off x="2886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2" name="Freeform 346"/>
              <p:cNvSpPr>
                <a:spLocks/>
              </p:cNvSpPr>
              <p:nvPr/>
            </p:nvSpPr>
            <p:spPr bwMode="auto">
              <a:xfrm>
                <a:off x="2430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3" name="Freeform 347"/>
              <p:cNvSpPr>
                <a:spLocks/>
              </p:cNvSpPr>
              <p:nvPr/>
            </p:nvSpPr>
            <p:spPr bwMode="auto">
              <a:xfrm>
                <a:off x="3378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4" name="Freeform 348"/>
              <p:cNvSpPr>
                <a:spLocks/>
              </p:cNvSpPr>
              <p:nvPr/>
            </p:nvSpPr>
            <p:spPr bwMode="auto">
              <a:xfrm>
                <a:off x="2946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5" name="Freeform 349"/>
              <p:cNvSpPr>
                <a:spLocks/>
              </p:cNvSpPr>
              <p:nvPr/>
            </p:nvSpPr>
            <p:spPr bwMode="auto">
              <a:xfrm>
                <a:off x="3090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6" name="Freeform 350"/>
              <p:cNvSpPr>
                <a:spLocks/>
              </p:cNvSpPr>
              <p:nvPr/>
            </p:nvSpPr>
            <p:spPr bwMode="auto">
              <a:xfrm>
                <a:off x="2682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7" name="Freeform 351"/>
              <p:cNvSpPr>
                <a:spLocks/>
              </p:cNvSpPr>
              <p:nvPr/>
            </p:nvSpPr>
            <p:spPr bwMode="auto">
              <a:xfrm>
                <a:off x="2400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8" name="Freeform 352"/>
              <p:cNvSpPr>
                <a:spLocks/>
              </p:cNvSpPr>
              <p:nvPr/>
            </p:nvSpPr>
            <p:spPr bwMode="auto">
              <a:xfrm>
                <a:off x="3042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9" name="Freeform 353"/>
              <p:cNvSpPr>
                <a:spLocks/>
              </p:cNvSpPr>
              <p:nvPr/>
            </p:nvSpPr>
            <p:spPr bwMode="auto">
              <a:xfrm>
                <a:off x="2970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0" name="Freeform 354"/>
              <p:cNvSpPr>
                <a:spLocks/>
              </p:cNvSpPr>
              <p:nvPr/>
            </p:nvSpPr>
            <p:spPr bwMode="auto">
              <a:xfrm>
                <a:off x="2742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1" name="Freeform 355"/>
              <p:cNvSpPr>
                <a:spLocks/>
              </p:cNvSpPr>
              <p:nvPr/>
            </p:nvSpPr>
            <p:spPr bwMode="auto">
              <a:xfrm>
                <a:off x="2958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2" name="Freeform 356"/>
              <p:cNvSpPr>
                <a:spLocks/>
              </p:cNvSpPr>
              <p:nvPr/>
            </p:nvSpPr>
            <p:spPr bwMode="auto">
              <a:xfrm>
                <a:off x="2928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3" name="Freeform 357"/>
              <p:cNvSpPr>
                <a:spLocks/>
              </p:cNvSpPr>
              <p:nvPr/>
            </p:nvSpPr>
            <p:spPr bwMode="auto">
              <a:xfrm>
                <a:off x="2766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4" name="Freeform 358"/>
              <p:cNvSpPr>
                <a:spLocks/>
              </p:cNvSpPr>
              <p:nvPr/>
            </p:nvSpPr>
            <p:spPr bwMode="auto">
              <a:xfrm>
                <a:off x="2898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5" name="Freeform 359"/>
              <p:cNvSpPr>
                <a:spLocks/>
              </p:cNvSpPr>
              <p:nvPr/>
            </p:nvSpPr>
            <p:spPr bwMode="auto">
              <a:xfrm>
                <a:off x="2550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6" name="Freeform 360"/>
              <p:cNvSpPr>
                <a:spLocks/>
              </p:cNvSpPr>
              <p:nvPr/>
            </p:nvSpPr>
            <p:spPr bwMode="auto">
              <a:xfrm>
                <a:off x="3060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7" name="Freeform 361"/>
              <p:cNvSpPr>
                <a:spLocks/>
              </p:cNvSpPr>
              <p:nvPr/>
            </p:nvSpPr>
            <p:spPr bwMode="auto">
              <a:xfrm>
                <a:off x="2814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8" name="Freeform 362"/>
              <p:cNvSpPr>
                <a:spLocks/>
              </p:cNvSpPr>
              <p:nvPr/>
            </p:nvSpPr>
            <p:spPr bwMode="auto">
              <a:xfrm>
                <a:off x="3180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9" name="Freeform 363"/>
              <p:cNvSpPr>
                <a:spLocks/>
              </p:cNvSpPr>
              <p:nvPr/>
            </p:nvSpPr>
            <p:spPr bwMode="auto">
              <a:xfrm>
                <a:off x="2652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0" name="Freeform 364"/>
              <p:cNvSpPr>
                <a:spLocks/>
              </p:cNvSpPr>
              <p:nvPr/>
            </p:nvSpPr>
            <p:spPr bwMode="auto">
              <a:xfrm>
                <a:off x="2802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1" name="Freeform 365"/>
              <p:cNvSpPr>
                <a:spLocks/>
              </p:cNvSpPr>
              <p:nvPr/>
            </p:nvSpPr>
            <p:spPr bwMode="auto">
              <a:xfrm>
                <a:off x="2292" y="30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2" name="Freeform 366"/>
              <p:cNvSpPr>
                <a:spLocks/>
              </p:cNvSpPr>
              <p:nvPr/>
            </p:nvSpPr>
            <p:spPr bwMode="auto">
              <a:xfrm>
                <a:off x="2340" y="28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3" name="Freeform 367"/>
              <p:cNvSpPr>
                <a:spLocks/>
              </p:cNvSpPr>
              <p:nvPr/>
            </p:nvSpPr>
            <p:spPr bwMode="auto">
              <a:xfrm>
                <a:off x="3540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4" name="Freeform 368"/>
              <p:cNvSpPr>
                <a:spLocks/>
              </p:cNvSpPr>
              <p:nvPr/>
            </p:nvSpPr>
            <p:spPr bwMode="auto">
              <a:xfrm>
                <a:off x="3012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5" name="Freeform 369"/>
              <p:cNvSpPr>
                <a:spLocks/>
              </p:cNvSpPr>
              <p:nvPr/>
            </p:nvSpPr>
            <p:spPr bwMode="auto">
              <a:xfrm>
                <a:off x="2880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6" name="Freeform 370"/>
              <p:cNvSpPr>
                <a:spLocks/>
              </p:cNvSpPr>
              <p:nvPr/>
            </p:nvSpPr>
            <p:spPr bwMode="auto">
              <a:xfrm>
                <a:off x="2946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7" name="Freeform 371"/>
              <p:cNvSpPr>
                <a:spLocks/>
              </p:cNvSpPr>
              <p:nvPr/>
            </p:nvSpPr>
            <p:spPr bwMode="auto">
              <a:xfrm>
                <a:off x="2592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8" name="Freeform 372"/>
              <p:cNvSpPr>
                <a:spLocks/>
              </p:cNvSpPr>
              <p:nvPr/>
            </p:nvSpPr>
            <p:spPr bwMode="auto">
              <a:xfrm>
                <a:off x="2892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9" name="Freeform 373"/>
              <p:cNvSpPr>
                <a:spLocks/>
              </p:cNvSpPr>
              <p:nvPr/>
            </p:nvSpPr>
            <p:spPr bwMode="auto">
              <a:xfrm>
                <a:off x="3072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0" name="Freeform 374"/>
              <p:cNvSpPr>
                <a:spLocks/>
              </p:cNvSpPr>
              <p:nvPr/>
            </p:nvSpPr>
            <p:spPr bwMode="auto">
              <a:xfrm>
                <a:off x="3084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1" name="Freeform 375"/>
              <p:cNvSpPr>
                <a:spLocks/>
              </p:cNvSpPr>
              <p:nvPr/>
            </p:nvSpPr>
            <p:spPr bwMode="auto">
              <a:xfrm>
                <a:off x="2670" y="21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2" name="Freeform 376"/>
              <p:cNvSpPr>
                <a:spLocks/>
              </p:cNvSpPr>
              <p:nvPr/>
            </p:nvSpPr>
            <p:spPr bwMode="auto">
              <a:xfrm>
                <a:off x="2436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3" name="Freeform 377"/>
              <p:cNvSpPr>
                <a:spLocks/>
              </p:cNvSpPr>
              <p:nvPr/>
            </p:nvSpPr>
            <p:spPr bwMode="auto">
              <a:xfrm>
                <a:off x="2880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4" name="Freeform 378"/>
              <p:cNvSpPr>
                <a:spLocks/>
              </p:cNvSpPr>
              <p:nvPr/>
            </p:nvSpPr>
            <p:spPr bwMode="auto">
              <a:xfrm>
                <a:off x="3222" y="20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5" name="Freeform 379"/>
              <p:cNvSpPr>
                <a:spLocks/>
              </p:cNvSpPr>
              <p:nvPr/>
            </p:nvSpPr>
            <p:spPr bwMode="auto">
              <a:xfrm>
                <a:off x="2886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6" name="Freeform 380"/>
              <p:cNvSpPr>
                <a:spLocks/>
              </p:cNvSpPr>
              <p:nvPr/>
            </p:nvSpPr>
            <p:spPr bwMode="auto">
              <a:xfrm>
                <a:off x="2634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7" name="Freeform 381"/>
              <p:cNvSpPr>
                <a:spLocks/>
              </p:cNvSpPr>
              <p:nvPr/>
            </p:nvSpPr>
            <p:spPr bwMode="auto">
              <a:xfrm>
                <a:off x="2784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8" name="Freeform 382"/>
              <p:cNvSpPr>
                <a:spLocks/>
              </p:cNvSpPr>
              <p:nvPr/>
            </p:nvSpPr>
            <p:spPr bwMode="auto">
              <a:xfrm>
                <a:off x="2670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9" name="Freeform 383"/>
              <p:cNvSpPr>
                <a:spLocks/>
              </p:cNvSpPr>
              <p:nvPr/>
            </p:nvSpPr>
            <p:spPr bwMode="auto">
              <a:xfrm>
                <a:off x="2844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0" name="Freeform 384"/>
              <p:cNvSpPr>
                <a:spLocks/>
              </p:cNvSpPr>
              <p:nvPr/>
            </p:nvSpPr>
            <p:spPr bwMode="auto">
              <a:xfrm>
                <a:off x="2754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1" name="Freeform 385"/>
              <p:cNvSpPr>
                <a:spLocks/>
              </p:cNvSpPr>
              <p:nvPr/>
            </p:nvSpPr>
            <p:spPr bwMode="auto">
              <a:xfrm>
                <a:off x="2832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2" name="Freeform 386"/>
              <p:cNvSpPr>
                <a:spLocks/>
              </p:cNvSpPr>
              <p:nvPr/>
            </p:nvSpPr>
            <p:spPr bwMode="auto">
              <a:xfrm>
                <a:off x="2970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3" name="Freeform 387"/>
              <p:cNvSpPr>
                <a:spLocks/>
              </p:cNvSpPr>
              <p:nvPr/>
            </p:nvSpPr>
            <p:spPr bwMode="auto">
              <a:xfrm>
                <a:off x="2742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4" name="Freeform 388"/>
              <p:cNvSpPr>
                <a:spLocks/>
              </p:cNvSpPr>
              <p:nvPr/>
            </p:nvSpPr>
            <p:spPr bwMode="auto">
              <a:xfrm>
                <a:off x="2712" y="21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5" name="Freeform 389"/>
              <p:cNvSpPr>
                <a:spLocks/>
              </p:cNvSpPr>
              <p:nvPr/>
            </p:nvSpPr>
            <p:spPr bwMode="auto">
              <a:xfrm>
                <a:off x="2334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6" name="Freeform 390"/>
              <p:cNvSpPr>
                <a:spLocks/>
              </p:cNvSpPr>
              <p:nvPr/>
            </p:nvSpPr>
            <p:spPr bwMode="auto">
              <a:xfrm>
                <a:off x="2952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7" name="Freeform 391"/>
              <p:cNvSpPr>
                <a:spLocks/>
              </p:cNvSpPr>
              <p:nvPr/>
            </p:nvSpPr>
            <p:spPr bwMode="auto">
              <a:xfrm>
                <a:off x="2928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8" name="Freeform 392"/>
              <p:cNvSpPr>
                <a:spLocks/>
              </p:cNvSpPr>
              <p:nvPr/>
            </p:nvSpPr>
            <p:spPr bwMode="auto">
              <a:xfrm>
                <a:off x="2910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9" name="Freeform 393"/>
              <p:cNvSpPr>
                <a:spLocks/>
              </p:cNvSpPr>
              <p:nvPr/>
            </p:nvSpPr>
            <p:spPr bwMode="auto">
              <a:xfrm>
                <a:off x="3024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0" name="Freeform 394"/>
              <p:cNvSpPr>
                <a:spLocks/>
              </p:cNvSpPr>
              <p:nvPr/>
            </p:nvSpPr>
            <p:spPr bwMode="auto">
              <a:xfrm>
                <a:off x="2940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1" name="Freeform 395"/>
              <p:cNvSpPr>
                <a:spLocks/>
              </p:cNvSpPr>
              <p:nvPr/>
            </p:nvSpPr>
            <p:spPr bwMode="auto">
              <a:xfrm>
                <a:off x="2688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2" name="Freeform 396"/>
              <p:cNvSpPr>
                <a:spLocks/>
              </p:cNvSpPr>
              <p:nvPr/>
            </p:nvSpPr>
            <p:spPr bwMode="auto">
              <a:xfrm>
                <a:off x="2904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3" name="Freeform 397"/>
              <p:cNvSpPr>
                <a:spLocks/>
              </p:cNvSpPr>
              <p:nvPr/>
            </p:nvSpPr>
            <p:spPr bwMode="auto">
              <a:xfrm>
                <a:off x="2724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4" name="Freeform 398"/>
              <p:cNvSpPr>
                <a:spLocks/>
              </p:cNvSpPr>
              <p:nvPr/>
            </p:nvSpPr>
            <p:spPr bwMode="auto">
              <a:xfrm>
                <a:off x="2802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5" name="Freeform 399"/>
              <p:cNvSpPr>
                <a:spLocks/>
              </p:cNvSpPr>
              <p:nvPr/>
            </p:nvSpPr>
            <p:spPr bwMode="auto">
              <a:xfrm>
                <a:off x="2676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6" name="Freeform 400"/>
              <p:cNvSpPr>
                <a:spLocks/>
              </p:cNvSpPr>
              <p:nvPr/>
            </p:nvSpPr>
            <p:spPr bwMode="auto">
              <a:xfrm>
                <a:off x="2640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7" name="Freeform 401"/>
              <p:cNvSpPr>
                <a:spLocks/>
              </p:cNvSpPr>
              <p:nvPr/>
            </p:nvSpPr>
            <p:spPr bwMode="auto">
              <a:xfrm>
                <a:off x="2700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8" name="Freeform 402"/>
              <p:cNvSpPr>
                <a:spLocks/>
              </p:cNvSpPr>
              <p:nvPr/>
            </p:nvSpPr>
            <p:spPr bwMode="auto">
              <a:xfrm>
                <a:off x="2688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9" name="Freeform 403"/>
              <p:cNvSpPr>
                <a:spLocks/>
              </p:cNvSpPr>
              <p:nvPr/>
            </p:nvSpPr>
            <p:spPr bwMode="auto">
              <a:xfrm>
                <a:off x="2928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50" name="Freeform 404"/>
              <p:cNvSpPr>
                <a:spLocks/>
              </p:cNvSpPr>
              <p:nvPr/>
            </p:nvSpPr>
            <p:spPr bwMode="auto">
              <a:xfrm>
                <a:off x="2874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51" name="Freeform 405"/>
              <p:cNvSpPr>
                <a:spLocks/>
              </p:cNvSpPr>
              <p:nvPr/>
            </p:nvSpPr>
            <p:spPr bwMode="auto">
              <a:xfrm>
                <a:off x="2418" y="28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6" name="Group 607"/>
            <p:cNvGrpSpPr>
              <a:grpSpLocks/>
            </p:cNvGrpSpPr>
            <p:nvPr/>
          </p:nvGrpSpPr>
          <p:grpSpPr bwMode="auto">
            <a:xfrm>
              <a:off x="2316" y="1953"/>
              <a:ext cx="1308" cy="960"/>
              <a:chOff x="2316" y="1953"/>
              <a:chExt cx="1308" cy="960"/>
            </a:xfrm>
          </p:grpSpPr>
          <p:sp>
            <p:nvSpPr>
              <p:cNvPr id="60752" name="Freeform 407"/>
              <p:cNvSpPr>
                <a:spLocks/>
              </p:cNvSpPr>
              <p:nvPr/>
            </p:nvSpPr>
            <p:spPr bwMode="auto">
              <a:xfrm>
                <a:off x="3078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53" name="Freeform 408"/>
              <p:cNvSpPr>
                <a:spLocks/>
              </p:cNvSpPr>
              <p:nvPr/>
            </p:nvSpPr>
            <p:spPr bwMode="auto">
              <a:xfrm>
                <a:off x="325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54" name="Freeform 409"/>
              <p:cNvSpPr>
                <a:spLocks/>
              </p:cNvSpPr>
              <p:nvPr/>
            </p:nvSpPr>
            <p:spPr bwMode="auto">
              <a:xfrm>
                <a:off x="2982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55" name="Freeform 410"/>
              <p:cNvSpPr>
                <a:spLocks/>
              </p:cNvSpPr>
              <p:nvPr/>
            </p:nvSpPr>
            <p:spPr bwMode="auto">
              <a:xfrm>
                <a:off x="2796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56" name="Freeform 411"/>
              <p:cNvSpPr>
                <a:spLocks/>
              </p:cNvSpPr>
              <p:nvPr/>
            </p:nvSpPr>
            <p:spPr bwMode="auto">
              <a:xfrm>
                <a:off x="2898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57" name="Freeform 412"/>
              <p:cNvSpPr>
                <a:spLocks/>
              </p:cNvSpPr>
              <p:nvPr/>
            </p:nvSpPr>
            <p:spPr bwMode="auto">
              <a:xfrm>
                <a:off x="2850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58" name="Freeform 413"/>
              <p:cNvSpPr>
                <a:spLocks/>
              </p:cNvSpPr>
              <p:nvPr/>
            </p:nvSpPr>
            <p:spPr bwMode="auto">
              <a:xfrm>
                <a:off x="2448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59" name="Freeform 414"/>
              <p:cNvSpPr>
                <a:spLocks/>
              </p:cNvSpPr>
              <p:nvPr/>
            </p:nvSpPr>
            <p:spPr bwMode="auto">
              <a:xfrm>
                <a:off x="2586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0" name="Freeform 415"/>
              <p:cNvSpPr>
                <a:spLocks/>
              </p:cNvSpPr>
              <p:nvPr/>
            </p:nvSpPr>
            <p:spPr bwMode="auto">
              <a:xfrm>
                <a:off x="2712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1" name="Freeform 416"/>
              <p:cNvSpPr>
                <a:spLocks/>
              </p:cNvSpPr>
              <p:nvPr/>
            </p:nvSpPr>
            <p:spPr bwMode="auto">
              <a:xfrm>
                <a:off x="3156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2" name="Freeform 417"/>
              <p:cNvSpPr>
                <a:spLocks/>
              </p:cNvSpPr>
              <p:nvPr/>
            </p:nvSpPr>
            <p:spPr bwMode="auto">
              <a:xfrm>
                <a:off x="2862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3" name="Freeform 418"/>
              <p:cNvSpPr>
                <a:spLocks/>
              </p:cNvSpPr>
              <p:nvPr/>
            </p:nvSpPr>
            <p:spPr bwMode="auto">
              <a:xfrm>
                <a:off x="2892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4" name="Freeform 419"/>
              <p:cNvSpPr>
                <a:spLocks/>
              </p:cNvSpPr>
              <p:nvPr/>
            </p:nvSpPr>
            <p:spPr bwMode="auto">
              <a:xfrm>
                <a:off x="2784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5" name="Freeform 420"/>
              <p:cNvSpPr>
                <a:spLocks/>
              </p:cNvSpPr>
              <p:nvPr/>
            </p:nvSpPr>
            <p:spPr bwMode="auto">
              <a:xfrm>
                <a:off x="3030" y="21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6" name="Freeform 421"/>
              <p:cNvSpPr>
                <a:spLocks/>
              </p:cNvSpPr>
              <p:nvPr/>
            </p:nvSpPr>
            <p:spPr bwMode="auto">
              <a:xfrm>
                <a:off x="2592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7" name="Freeform 422"/>
              <p:cNvSpPr>
                <a:spLocks/>
              </p:cNvSpPr>
              <p:nvPr/>
            </p:nvSpPr>
            <p:spPr bwMode="auto">
              <a:xfrm>
                <a:off x="2574" y="27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8" name="Freeform 423"/>
              <p:cNvSpPr>
                <a:spLocks/>
              </p:cNvSpPr>
              <p:nvPr/>
            </p:nvSpPr>
            <p:spPr bwMode="auto">
              <a:xfrm>
                <a:off x="2376" y="27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9" name="Freeform 424"/>
              <p:cNvSpPr>
                <a:spLocks/>
              </p:cNvSpPr>
              <p:nvPr/>
            </p:nvSpPr>
            <p:spPr bwMode="auto">
              <a:xfrm>
                <a:off x="2514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0" name="Freeform 425"/>
              <p:cNvSpPr>
                <a:spLocks/>
              </p:cNvSpPr>
              <p:nvPr/>
            </p:nvSpPr>
            <p:spPr bwMode="auto">
              <a:xfrm>
                <a:off x="3078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1" name="Freeform 426"/>
              <p:cNvSpPr>
                <a:spLocks/>
              </p:cNvSpPr>
              <p:nvPr/>
            </p:nvSpPr>
            <p:spPr bwMode="auto">
              <a:xfrm>
                <a:off x="3390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2" name="Freeform 427"/>
              <p:cNvSpPr>
                <a:spLocks/>
              </p:cNvSpPr>
              <p:nvPr/>
            </p:nvSpPr>
            <p:spPr bwMode="auto">
              <a:xfrm>
                <a:off x="2880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3" name="Freeform 428"/>
              <p:cNvSpPr>
                <a:spLocks/>
              </p:cNvSpPr>
              <p:nvPr/>
            </p:nvSpPr>
            <p:spPr bwMode="auto">
              <a:xfrm>
                <a:off x="3612" y="21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4" name="Freeform 429"/>
              <p:cNvSpPr>
                <a:spLocks/>
              </p:cNvSpPr>
              <p:nvPr/>
            </p:nvSpPr>
            <p:spPr bwMode="auto">
              <a:xfrm>
                <a:off x="2322" y="28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5" name="Freeform 430"/>
              <p:cNvSpPr>
                <a:spLocks/>
              </p:cNvSpPr>
              <p:nvPr/>
            </p:nvSpPr>
            <p:spPr bwMode="auto">
              <a:xfrm>
                <a:off x="3324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6" name="Freeform 431"/>
              <p:cNvSpPr>
                <a:spLocks/>
              </p:cNvSpPr>
              <p:nvPr/>
            </p:nvSpPr>
            <p:spPr bwMode="auto">
              <a:xfrm>
                <a:off x="2790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7" name="Freeform 432"/>
              <p:cNvSpPr>
                <a:spLocks/>
              </p:cNvSpPr>
              <p:nvPr/>
            </p:nvSpPr>
            <p:spPr bwMode="auto">
              <a:xfrm>
                <a:off x="2352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8" name="Freeform 433"/>
              <p:cNvSpPr>
                <a:spLocks/>
              </p:cNvSpPr>
              <p:nvPr/>
            </p:nvSpPr>
            <p:spPr bwMode="auto">
              <a:xfrm>
                <a:off x="2472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9" name="Freeform 434"/>
              <p:cNvSpPr>
                <a:spLocks/>
              </p:cNvSpPr>
              <p:nvPr/>
            </p:nvSpPr>
            <p:spPr bwMode="auto">
              <a:xfrm>
                <a:off x="2964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0" name="Freeform 435"/>
              <p:cNvSpPr>
                <a:spLocks/>
              </p:cNvSpPr>
              <p:nvPr/>
            </p:nvSpPr>
            <p:spPr bwMode="auto">
              <a:xfrm>
                <a:off x="2574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1" name="Freeform 436"/>
              <p:cNvSpPr>
                <a:spLocks/>
              </p:cNvSpPr>
              <p:nvPr/>
            </p:nvSpPr>
            <p:spPr bwMode="auto">
              <a:xfrm>
                <a:off x="2808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2" name="Freeform 437"/>
              <p:cNvSpPr>
                <a:spLocks/>
              </p:cNvSpPr>
              <p:nvPr/>
            </p:nvSpPr>
            <p:spPr bwMode="auto">
              <a:xfrm>
                <a:off x="2814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3" name="Freeform 438"/>
              <p:cNvSpPr>
                <a:spLocks/>
              </p:cNvSpPr>
              <p:nvPr/>
            </p:nvSpPr>
            <p:spPr bwMode="auto">
              <a:xfrm>
                <a:off x="2742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4" name="Freeform 439"/>
              <p:cNvSpPr>
                <a:spLocks/>
              </p:cNvSpPr>
              <p:nvPr/>
            </p:nvSpPr>
            <p:spPr bwMode="auto">
              <a:xfrm>
                <a:off x="3048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5" name="Freeform 440"/>
              <p:cNvSpPr>
                <a:spLocks/>
              </p:cNvSpPr>
              <p:nvPr/>
            </p:nvSpPr>
            <p:spPr bwMode="auto">
              <a:xfrm>
                <a:off x="2868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6" name="Freeform 441"/>
              <p:cNvSpPr>
                <a:spLocks/>
              </p:cNvSpPr>
              <p:nvPr/>
            </p:nvSpPr>
            <p:spPr bwMode="auto">
              <a:xfrm>
                <a:off x="3156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7" name="Freeform 442"/>
              <p:cNvSpPr>
                <a:spLocks/>
              </p:cNvSpPr>
              <p:nvPr/>
            </p:nvSpPr>
            <p:spPr bwMode="auto">
              <a:xfrm>
                <a:off x="264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8" name="Freeform 443"/>
              <p:cNvSpPr>
                <a:spLocks/>
              </p:cNvSpPr>
              <p:nvPr/>
            </p:nvSpPr>
            <p:spPr bwMode="auto">
              <a:xfrm>
                <a:off x="3078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9" name="Freeform 444"/>
              <p:cNvSpPr>
                <a:spLocks/>
              </p:cNvSpPr>
              <p:nvPr/>
            </p:nvSpPr>
            <p:spPr bwMode="auto">
              <a:xfrm>
                <a:off x="3132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0" name="Freeform 445"/>
              <p:cNvSpPr>
                <a:spLocks/>
              </p:cNvSpPr>
              <p:nvPr/>
            </p:nvSpPr>
            <p:spPr bwMode="auto">
              <a:xfrm>
                <a:off x="2952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1" name="Freeform 446"/>
              <p:cNvSpPr>
                <a:spLocks/>
              </p:cNvSpPr>
              <p:nvPr/>
            </p:nvSpPr>
            <p:spPr bwMode="auto">
              <a:xfrm>
                <a:off x="2946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2" name="Freeform 447"/>
              <p:cNvSpPr>
                <a:spLocks/>
              </p:cNvSpPr>
              <p:nvPr/>
            </p:nvSpPr>
            <p:spPr bwMode="auto">
              <a:xfrm>
                <a:off x="2562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3" name="Freeform 448"/>
              <p:cNvSpPr>
                <a:spLocks/>
              </p:cNvSpPr>
              <p:nvPr/>
            </p:nvSpPr>
            <p:spPr bwMode="auto">
              <a:xfrm>
                <a:off x="2772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4" name="Freeform 449"/>
              <p:cNvSpPr>
                <a:spLocks/>
              </p:cNvSpPr>
              <p:nvPr/>
            </p:nvSpPr>
            <p:spPr bwMode="auto">
              <a:xfrm>
                <a:off x="2850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5" name="Freeform 450"/>
              <p:cNvSpPr>
                <a:spLocks/>
              </p:cNvSpPr>
              <p:nvPr/>
            </p:nvSpPr>
            <p:spPr bwMode="auto">
              <a:xfrm>
                <a:off x="3048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6" name="Freeform 451"/>
              <p:cNvSpPr>
                <a:spLocks/>
              </p:cNvSpPr>
              <p:nvPr/>
            </p:nvSpPr>
            <p:spPr bwMode="auto">
              <a:xfrm>
                <a:off x="2574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7" name="Freeform 452"/>
              <p:cNvSpPr>
                <a:spLocks/>
              </p:cNvSpPr>
              <p:nvPr/>
            </p:nvSpPr>
            <p:spPr bwMode="auto">
              <a:xfrm>
                <a:off x="3108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8" name="Freeform 453"/>
              <p:cNvSpPr>
                <a:spLocks/>
              </p:cNvSpPr>
              <p:nvPr/>
            </p:nvSpPr>
            <p:spPr bwMode="auto">
              <a:xfrm>
                <a:off x="3006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9" name="Freeform 454"/>
              <p:cNvSpPr>
                <a:spLocks/>
              </p:cNvSpPr>
              <p:nvPr/>
            </p:nvSpPr>
            <p:spPr bwMode="auto">
              <a:xfrm>
                <a:off x="2508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00" name="Freeform 455"/>
              <p:cNvSpPr>
                <a:spLocks/>
              </p:cNvSpPr>
              <p:nvPr/>
            </p:nvSpPr>
            <p:spPr bwMode="auto">
              <a:xfrm>
                <a:off x="2820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01" name="Freeform 456"/>
              <p:cNvSpPr>
                <a:spLocks/>
              </p:cNvSpPr>
              <p:nvPr/>
            </p:nvSpPr>
            <p:spPr bwMode="auto">
              <a:xfrm>
                <a:off x="2598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02" name="Freeform 457"/>
              <p:cNvSpPr>
                <a:spLocks/>
              </p:cNvSpPr>
              <p:nvPr/>
            </p:nvSpPr>
            <p:spPr bwMode="auto">
              <a:xfrm>
                <a:off x="2910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03" name="Freeform 458"/>
              <p:cNvSpPr>
                <a:spLocks/>
              </p:cNvSpPr>
              <p:nvPr/>
            </p:nvSpPr>
            <p:spPr bwMode="auto">
              <a:xfrm>
                <a:off x="3000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04" name="Freeform 459"/>
              <p:cNvSpPr>
                <a:spLocks/>
              </p:cNvSpPr>
              <p:nvPr/>
            </p:nvSpPr>
            <p:spPr bwMode="auto">
              <a:xfrm>
                <a:off x="2892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05" name="Freeform 460"/>
              <p:cNvSpPr>
                <a:spLocks/>
              </p:cNvSpPr>
              <p:nvPr/>
            </p:nvSpPr>
            <p:spPr bwMode="auto">
              <a:xfrm>
                <a:off x="2550" y="27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06" name="Freeform 461"/>
              <p:cNvSpPr>
                <a:spLocks/>
              </p:cNvSpPr>
              <p:nvPr/>
            </p:nvSpPr>
            <p:spPr bwMode="auto">
              <a:xfrm>
                <a:off x="3186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07" name="Freeform 462"/>
              <p:cNvSpPr>
                <a:spLocks/>
              </p:cNvSpPr>
              <p:nvPr/>
            </p:nvSpPr>
            <p:spPr bwMode="auto">
              <a:xfrm>
                <a:off x="2904" y="28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08" name="Freeform 463"/>
              <p:cNvSpPr>
                <a:spLocks/>
              </p:cNvSpPr>
              <p:nvPr/>
            </p:nvSpPr>
            <p:spPr bwMode="auto">
              <a:xfrm>
                <a:off x="3078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09" name="Freeform 464"/>
              <p:cNvSpPr>
                <a:spLocks/>
              </p:cNvSpPr>
              <p:nvPr/>
            </p:nvSpPr>
            <p:spPr bwMode="auto">
              <a:xfrm>
                <a:off x="3054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0" name="Freeform 465"/>
              <p:cNvSpPr>
                <a:spLocks/>
              </p:cNvSpPr>
              <p:nvPr/>
            </p:nvSpPr>
            <p:spPr bwMode="auto">
              <a:xfrm>
                <a:off x="3096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1" name="Freeform 466"/>
              <p:cNvSpPr>
                <a:spLocks/>
              </p:cNvSpPr>
              <p:nvPr/>
            </p:nvSpPr>
            <p:spPr bwMode="auto">
              <a:xfrm>
                <a:off x="2808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2" name="Freeform 467"/>
              <p:cNvSpPr>
                <a:spLocks/>
              </p:cNvSpPr>
              <p:nvPr/>
            </p:nvSpPr>
            <p:spPr bwMode="auto">
              <a:xfrm>
                <a:off x="2424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3" name="Freeform 468"/>
              <p:cNvSpPr>
                <a:spLocks/>
              </p:cNvSpPr>
              <p:nvPr/>
            </p:nvSpPr>
            <p:spPr bwMode="auto">
              <a:xfrm>
                <a:off x="3276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4" name="Freeform 469"/>
              <p:cNvSpPr>
                <a:spLocks/>
              </p:cNvSpPr>
              <p:nvPr/>
            </p:nvSpPr>
            <p:spPr bwMode="auto">
              <a:xfrm>
                <a:off x="2946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5" name="Freeform 470"/>
              <p:cNvSpPr>
                <a:spLocks/>
              </p:cNvSpPr>
              <p:nvPr/>
            </p:nvSpPr>
            <p:spPr bwMode="auto">
              <a:xfrm>
                <a:off x="2634" y="29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6" name="Freeform 471"/>
              <p:cNvSpPr>
                <a:spLocks/>
              </p:cNvSpPr>
              <p:nvPr/>
            </p:nvSpPr>
            <p:spPr bwMode="auto">
              <a:xfrm>
                <a:off x="3216" y="20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7" name="Freeform 472"/>
              <p:cNvSpPr>
                <a:spLocks/>
              </p:cNvSpPr>
              <p:nvPr/>
            </p:nvSpPr>
            <p:spPr bwMode="auto">
              <a:xfrm>
                <a:off x="2904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8" name="Freeform 473"/>
              <p:cNvSpPr>
                <a:spLocks/>
              </p:cNvSpPr>
              <p:nvPr/>
            </p:nvSpPr>
            <p:spPr bwMode="auto">
              <a:xfrm>
                <a:off x="3216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9" name="Freeform 474"/>
              <p:cNvSpPr>
                <a:spLocks/>
              </p:cNvSpPr>
              <p:nvPr/>
            </p:nvSpPr>
            <p:spPr bwMode="auto">
              <a:xfrm>
                <a:off x="3066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0" name="Freeform 475"/>
              <p:cNvSpPr>
                <a:spLocks/>
              </p:cNvSpPr>
              <p:nvPr/>
            </p:nvSpPr>
            <p:spPr bwMode="auto">
              <a:xfrm>
                <a:off x="3486" y="21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1" name="Freeform 476"/>
              <p:cNvSpPr>
                <a:spLocks/>
              </p:cNvSpPr>
              <p:nvPr/>
            </p:nvSpPr>
            <p:spPr bwMode="auto">
              <a:xfrm>
                <a:off x="3066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2" name="Freeform 477"/>
              <p:cNvSpPr>
                <a:spLocks/>
              </p:cNvSpPr>
              <p:nvPr/>
            </p:nvSpPr>
            <p:spPr bwMode="auto">
              <a:xfrm>
                <a:off x="2640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3" name="Freeform 478"/>
              <p:cNvSpPr>
                <a:spLocks/>
              </p:cNvSpPr>
              <p:nvPr/>
            </p:nvSpPr>
            <p:spPr bwMode="auto">
              <a:xfrm>
                <a:off x="3204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4" name="Freeform 479"/>
              <p:cNvSpPr>
                <a:spLocks/>
              </p:cNvSpPr>
              <p:nvPr/>
            </p:nvSpPr>
            <p:spPr bwMode="auto">
              <a:xfrm>
                <a:off x="3120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5" name="Freeform 480"/>
              <p:cNvSpPr>
                <a:spLocks/>
              </p:cNvSpPr>
              <p:nvPr/>
            </p:nvSpPr>
            <p:spPr bwMode="auto">
              <a:xfrm>
                <a:off x="2364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6" name="Freeform 481"/>
              <p:cNvSpPr>
                <a:spLocks/>
              </p:cNvSpPr>
              <p:nvPr/>
            </p:nvSpPr>
            <p:spPr bwMode="auto">
              <a:xfrm>
                <a:off x="2910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7" name="Freeform 482"/>
              <p:cNvSpPr>
                <a:spLocks/>
              </p:cNvSpPr>
              <p:nvPr/>
            </p:nvSpPr>
            <p:spPr bwMode="auto">
              <a:xfrm>
                <a:off x="2892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8" name="Freeform 483"/>
              <p:cNvSpPr>
                <a:spLocks/>
              </p:cNvSpPr>
              <p:nvPr/>
            </p:nvSpPr>
            <p:spPr bwMode="auto">
              <a:xfrm>
                <a:off x="2886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9" name="Freeform 484"/>
              <p:cNvSpPr>
                <a:spLocks/>
              </p:cNvSpPr>
              <p:nvPr/>
            </p:nvSpPr>
            <p:spPr bwMode="auto">
              <a:xfrm>
                <a:off x="2436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0" name="Freeform 485"/>
              <p:cNvSpPr>
                <a:spLocks/>
              </p:cNvSpPr>
              <p:nvPr/>
            </p:nvSpPr>
            <p:spPr bwMode="auto">
              <a:xfrm>
                <a:off x="3084" y="21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1" name="Freeform 486"/>
              <p:cNvSpPr>
                <a:spLocks/>
              </p:cNvSpPr>
              <p:nvPr/>
            </p:nvSpPr>
            <p:spPr bwMode="auto">
              <a:xfrm>
                <a:off x="3246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2" name="Freeform 487"/>
              <p:cNvSpPr>
                <a:spLocks/>
              </p:cNvSpPr>
              <p:nvPr/>
            </p:nvSpPr>
            <p:spPr bwMode="auto">
              <a:xfrm>
                <a:off x="2928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3" name="Freeform 488"/>
              <p:cNvSpPr>
                <a:spLocks/>
              </p:cNvSpPr>
              <p:nvPr/>
            </p:nvSpPr>
            <p:spPr bwMode="auto">
              <a:xfrm>
                <a:off x="3168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4" name="Freeform 489"/>
              <p:cNvSpPr>
                <a:spLocks/>
              </p:cNvSpPr>
              <p:nvPr/>
            </p:nvSpPr>
            <p:spPr bwMode="auto">
              <a:xfrm>
                <a:off x="3144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5" name="Freeform 490"/>
              <p:cNvSpPr>
                <a:spLocks/>
              </p:cNvSpPr>
              <p:nvPr/>
            </p:nvSpPr>
            <p:spPr bwMode="auto">
              <a:xfrm>
                <a:off x="3054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6" name="Freeform 491"/>
              <p:cNvSpPr>
                <a:spLocks/>
              </p:cNvSpPr>
              <p:nvPr/>
            </p:nvSpPr>
            <p:spPr bwMode="auto">
              <a:xfrm>
                <a:off x="2994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7" name="Freeform 492"/>
              <p:cNvSpPr>
                <a:spLocks/>
              </p:cNvSpPr>
              <p:nvPr/>
            </p:nvSpPr>
            <p:spPr bwMode="auto">
              <a:xfrm>
                <a:off x="3198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8" name="Freeform 493"/>
              <p:cNvSpPr>
                <a:spLocks/>
              </p:cNvSpPr>
              <p:nvPr/>
            </p:nvSpPr>
            <p:spPr bwMode="auto">
              <a:xfrm>
                <a:off x="2496" y="28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9" name="Freeform 494"/>
              <p:cNvSpPr>
                <a:spLocks/>
              </p:cNvSpPr>
              <p:nvPr/>
            </p:nvSpPr>
            <p:spPr bwMode="auto">
              <a:xfrm>
                <a:off x="2664" y="21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0" name="Freeform 495"/>
              <p:cNvSpPr>
                <a:spLocks/>
              </p:cNvSpPr>
              <p:nvPr/>
            </p:nvSpPr>
            <p:spPr bwMode="auto">
              <a:xfrm>
                <a:off x="2964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1" name="Freeform 496"/>
              <p:cNvSpPr>
                <a:spLocks/>
              </p:cNvSpPr>
              <p:nvPr/>
            </p:nvSpPr>
            <p:spPr bwMode="auto">
              <a:xfrm>
                <a:off x="3270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2" name="Freeform 497"/>
              <p:cNvSpPr>
                <a:spLocks/>
              </p:cNvSpPr>
              <p:nvPr/>
            </p:nvSpPr>
            <p:spPr bwMode="auto">
              <a:xfrm>
                <a:off x="2850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3" name="Freeform 498"/>
              <p:cNvSpPr>
                <a:spLocks/>
              </p:cNvSpPr>
              <p:nvPr/>
            </p:nvSpPr>
            <p:spPr bwMode="auto">
              <a:xfrm>
                <a:off x="2982" y="21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4" name="Freeform 499"/>
              <p:cNvSpPr>
                <a:spLocks/>
              </p:cNvSpPr>
              <p:nvPr/>
            </p:nvSpPr>
            <p:spPr bwMode="auto">
              <a:xfrm>
                <a:off x="3042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5" name="Freeform 500"/>
              <p:cNvSpPr>
                <a:spLocks/>
              </p:cNvSpPr>
              <p:nvPr/>
            </p:nvSpPr>
            <p:spPr bwMode="auto">
              <a:xfrm>
                <a:off x="3126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6" name="Freeform 501"/>
              <p:cNvSpPr>
                <a:spLocks/>
              </p:cNvSpPr>
              <p:nvPr/>
            </p:nvSpPr>
            <p:spPr bwMode="auto">
              <a:xfrm>
                <a:off x="2886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7" name="Freeform 502"/>
              <p:cNvSpPr>
                <a:spLocks/>
              </p:cNvSpPr>
              <p:nvPr/>
            </p:nvSpPr>
            <p:spPr bwMode="auto">
              <a:xfrm>
                <a:off x="2598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8" name="Freeform 503"/>
              <p:cNvSpPr>
                <a:spLocks/>
              </p:cNvSpPr>
              <p:nvPr/>
            </p:nvSpPr>
            <p:spPr bwMode="auto">
              <a:xfrm>
                <a:off x="2544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9" name="Freeform 504"/>
              <p:cNvSpPr>
                <a:spLocks/>
              </p:cNvSpPr>
              <p:nvPr/>
            </p:nvSpPr>
            <p:spPr bwMode="auto">
              <a:xfrm>
                <a:off x="3252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0" name="Freeform 505"/>
              <p:cNvSpPr>
                <a:spLocks/>
              </p:cNvSpPr>
              <p:nvPr/>
            </p:nvSpPr>
            <p:spPr bwMode="auto">
              <a:xfrm>
                <a:off x="2640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1" name="Freeform 506"/>
              <p:cNvSpPr>
                <a:spLocks/>
              </p:cNvSpPr>
              <p:nvPr/>
            </p:nvSpPr>
            <p:spPr bwMode="auto">
              <a:xfrm>
                <a:off x="3018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2" name="Freeform 507"/>
              <p:cNvSpPr>
                <a:spLocks/>
              </p:cNvSpPr>
              <p:nvPr/>
            </p:nvSpPr>
            <p:spPr bwMode="auto">
              <a:xfrm>
                <a:off x="2742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3" name="Freeform 508"/>
              <p:cNvSpPr>
                <a:spLocks/>
              </p:cNvSpPr>
              <p:nvPr/>
            </p:nvSpPr>
            <p:spPr bwMode="auto">
              <a:xfrm>
                <a:off x="3258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4" name="Freeform 509"/>
              <p:cNvSpPr>
                <a:spLocks/>
              </p:cNvSpPr>
              <p:nvPr/>
            </p:nvSpPr>
            <p:spPr bwMode="auto">
              <a:xfrm>
                <a:off x="2844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5" name="Freeform 510"/>
              <p:cNvSpPr>
                <a:spLocks/>
              </p:cNvSpPr>
              <p:nvPr/>
            </p:nvSpPr>
            <p:spPr bwMode="auto">
              <a:xfrm>
                <a:off x="2316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6" name="Freeform 511"/>
              <p:cNvSpPr>
                <a:spLocks/>
              </p:cNvSpPr>
              <p:nvPr/>
            </p:nvSpPr>
            <p:spPr bwMode="auto">
              <a:xfrm>
                <a:off x="3066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7" name="Freeform 512"/>
              <p:cNvSpPr>
                <a:spLocks/>
              </p:cNvSpPr>
              <p:nvPr/>
            </p:nvSpPr>
            <p:spPr bwMode="auto">
              <a:xfrm>
                <a:off x="2898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8" name="Freeform 513"/>
              <p:cNvSpPr>
                <a:spLocks/>
              </p:cNvSpPr>
              <p:nvPr/>
            </p:nvSpPr>
            <p:spPr bwMode="auto">
              <a:xfrm>
                <a:off x="3006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9" name="Freeform 514"/>
              <p:cNvSpPr>
                <a:spLocks/>
              </p:cNvSpPr>
              <p:nvPr/>
            </p:nvSpPr>
            <p:spPr bwMode="auto">
              <a:xfrm>
                <a:off x="2826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0" name="Freeform 515"/>
              <p:cNvSpPr>
                <a:spLocks/>
              </p:cNvSpPr>
              <p:nvPr/>
            </p:nvSpPr>
            <p:spPr bwMode="auto">
              <a:xfrm>
                <a:off x="2544" y="27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1" name="Freeform 516"/>
              <p:cNvSpPr>
                <a:spLocks/>
              </p:cNvSpPr>
              <p:nvPr/>
            </p:nvSpPr>
            <p:spPr bwMode="auto">
              <a:xfrm>
                <a:off x="2478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2" name="Freeform 517"/>
              <p:cNvSpPr>
                <a:spLocks/>
              </p:cNvSpPr>
              <p:nvPr/>
            </p:nvSpPr>
            <p:spPr bwMode="auto">
              <a:xfrm>
                <a:off x="2874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3" name="Freeform 518"/>
              <p:cNvSpPr>
                <a:spLocks/>
              </p:cNvSpPr>
              <p:nvPr/>
            </p:nvSpPr>
            <p:spPr bwMode="auto">
              <a:xfrm>
                <a:off x="2730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4" name="Freeform 519"/>
              <p:cNvSpPr>
                <a:spLocks/>
              </p:cNvSpPr>
              <p:nvPr/>
            </p:nvSpPr>
            <p:spPr bwMode="auto">
              <a:xfrm>
                <a:off x="3156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5" name="Freeform 520"/>
              <p:cNvSpPr>
                <a:spLocks/>
              </p:cNvSpPr>
              <p:nvPr/>
            </p:nvSpPr>
            <p:spPr bwMode="auto">
              <a:xfrm>
                <a:off x="2844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6" name="Freeform 521"/>
              <p:cNvSpPr>
                <a:spLocks/>
              </p:cNvSpPr>
              <p:nvPr/>
            </p:nvSpPr>
            <p:spPr bwMode="auto">
              <a:xfrm>
                <a:off x="2586" y="28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7" name="Freeform 522"/>
              <p:cNvSpPr>
                <a:spLocks/>
              </p:cNvSpPr>
              <p:nvPr/>
            </p:nvSpPr>
            <p:spPr bwMode="auto">
              <a:xfrm>
                <a:off x="2958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8" name="Freeform 523"/>
              <p:cNvSpPr>
                <a:spLocks/>
              </p:cNvSpPr>
              <p:nvPr/>
            </p:nvSpPr>
            <p:spPr bwMode="auto">
              <a:xfrm>
                <a:off x="3228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9" name="Freeform 524"/>
              <p:cNvSpPr>
                <a:spLocks/>
              </p:cNvSpPr>
              <p:nvPr/>
            </p:nvSpPr>
            <p:spPr bwMode="auto">
              <a:xfrm>
                <a:off x="3030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0" name="Freeform 525"/>
              <p:cNvSpPr>
                <a:spLocks/>
              </p:cNvSpPr>
              <p:nvPr/>
            </p:nvSpPr>
            <p:spPr bwMode="auto">
              <a:xfrm>
                <a:off x="2424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1" name="Freeform 526"/>
              <p:cNvSpPr>
                <a:spLocks/>
              </p:cNvSpPr>
              <p:nvPr/>
            </p:nvSpPr>
            <p:spPr bwMode="auto">
              <a:xfrm>
                <a:off x="2736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2" name="Freeform 527"/>
              <p:cNvSpPr>
                <a:spLocks/>
              </p:cNvSpPr>
              <p:nvPr/>
            </p:nvSpPr>
            <p:spPr bwMode="auto">
              <a:xfrm>
                <a:off x="2856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3" name="Freeform 528"/>
              <p:cNvSpPr>
                <a:spLocks/>
              </p:cNvSpPr>
              <p:nvPr/>
            </p:nvSpPr>
            <p:spPr bwMode="auto">
              <a:xfrm>
                <a:off x="2676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4" name="Freeform 529"/>
              <p:cNvSpPr>
                <a:spLocks/>
              </p:cNvSpPr>
              <p:nvPr/>
            </p:nvSpPr>
            <p:spPr bwMode="auto">
              <a:xfrm>
                <a:off x="2748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5" name="Freeform 530"/>
              <p:cNvSpPr>
                <a:spLocks/>
              </p:cNvSpPr>
              <p:nvPr/>
            </p:nvSpPr>
            <p:spPr bwMode="auto">
              <a:xfrm>
                <a:off x="2712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6" name="Freeform 531"/>
              <p:cNvSpPr>
                <a:spLocks/>
              </p:cNvSpPr>
              <p:nvPr/>
            </p:nvSpPr>
            <p:spPr bwMode="auto">
              <a:xfrm>
                <a:off x="3276" y="20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7" name="Freeform 532"/>
              <p:cNvSpPr>
                <a:spLocks/>
              </p:cNvSpPr>
              <p:nvPr/>
            </p:nvSpPr>
            <p:spPr bwMode="auto">
              <a:xfrm>
                <a:off x="2514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8" name="Freeform 533"/>
              <p:cNvSpPr>
                <a:spLocks/>
              </p:cNvSpPr>
              <p:nvPr/>
            </p:nvSpPr>
            <p:spPr bwMode="auto">
              <a:xfrm>
                <a:off x="2358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9" name="Freeform 534"/>
              <p:cNvSpPr>
                <a:spLocks/>
              </p:cNvSpPr>
              <p:nvPr/>
            </p:nvSpPr>
            <p:spPr bwMode="auto">
              <a:xfrm>
                <a:off x="2886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0" name="Freeform 535"/>
              <p:cNvSpPr>
                <a:spLocks/>
              </p:cNvSpPr>
              <p:nvPr/>
            </p:nvSpPr>
            <p:spPr bwMode="auto">
              <a:xfrm>
                <a:off x="2490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1" name="Freeform 536"/>
              <p:cNvSpPr>
                <a:spLocks/>
              </p:cNvSpPr>
              <p:nvPr/>
            </p:nvSpPr>
            <p:spPr bwMode="auto">
              <a:xfrm>
                <a:off x="2496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2" name="Freeform 537"/>
              <p:cNvSpPr>
                <a:spLocks/>
              </p:cNvSpPr>
              <p:nvPr/>
            </p:nvSpPr>
            <p:spPr bwMode="auto">
              <a:xfrm>
                <a:off x="2586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3" name="Freeform 538"/>
              <p:cNvSpPr>
                <a:spLocks/>
              </p:cNvSpPr>
              <p:nvPr/>
            </p:nvSpPr>
            <p:spPr bwMode="auto">
              <a:xfrm>
                <a:off x="3006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4" name="Freeform 539"/>
              <p:cNvSpPr>
                <a:spLocks/>
              </p:cNvSpPr>
              <p:nvPr/>
            </p:nvSpPr>
            <p:spPr bwMode="auto">
              <a:xfrm>
                <a:off x="294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5" name="Freeform 540"/>
              <p:cNvSpPr>
                <a:spLocks/>
              </p:cNvSpPr>
              <p:nvPr/>
            </p:nvSpPr>
            <p:spPr bwMode="auto">
              <a:xfrm>
                <a:off x="2988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6" name="Freeform 541"/>
              <p:cNvSpPr>
                <a:spLocks/>
              </p:cNvSpPr>
              <p:nvPr/>
            </p:nvSpPr>
            <p:spPr bwMode="auto">
              <a:xfrm>
                <a:off x="2664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7" name="Freeform 542"/>
              <p:cNvSpPr>
                <a:spLocks/>
              </p:cNvSpPr>
              <p:nvPr/>
            </p:nvSpPr>
            <p:spPr bwMode="auto">
              <a:xfrm>
                <a:off x="2796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8" name="Freeform 543"/>
              <p:cNvSpPr>
                <a:spLocks/>
              </p:cNvSpPr>
              <p:nvPr/>
            </p:nvSpPr>
            <p:spPr bwMode="auto">
              <a:xfrm>
                <a:off x="2910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9" name="Freeform 544"/>
              <p:cNvSpPr>
                <a:spLocks/>
              </p:cNvSpPr>
              <p:nvPr/>
            </p:nvSpPr>
            <p:spPr bwMode="auto">
              <a:xfrm>
                <a:off x="3126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0" name="Freeform 545"/>
              <p:cNvSpPr>
                <a:spLocks/>
              </p:cNvSpPr>
              <p:nvPr/>
            </p:nvSpPr>
            <p:spPr bwMode="auto">
              <a:xfrm>
                <a:off x="2754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1" name="Freeform 546"/>
              <p:cNvSpPr>
                <a:spLocks/>
              </p:cNvSpPr>
              <p:nvPr/>
            </p:nvSpPr>
            <p:spPr bwMode="auto">
              <a:xfrm>
                <a:off x="3240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2" name="Freeform 547"/>
              <p:cNvSpPr>
                <a:spLocks/>
              </p:cNvSpPr>
              <p:nvPr/>
            </p:nvSpPr>
            <p:spPr bwMode="auto">
              <a:xfrm>
                <a:off x="2682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3" name="Freeform 548"/>
              <p:cNvSpPr>
                <a:spLocks/>
              </p:cNvSpPr>
              <p:nvPr/>
            </p:nvSpPr>
            <p:spPr bwMode="auto">
              <a:xfrm>
                <a:off x="2772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4" name="Freeform 549"/>
              <p:cNvSpPr>
                <a:spLocks/>
              </p:cNvSpPr>
              <p:nvPr/>
            </p:nvSpPr>
            <p:spPr bwMode="auto">
              <a:xfrm>
                <a:off x="3024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5" name="Freeform 550"/>
              <p:cNvSpPr>
                <a:spLocks/>
              </p:cNvSpPr>
              <p:nvPr/>
            </p:nvSpPr>
            <p:spPr bwMode="auto">
              <a:xfrm>
                <a:off x="3024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6" name="Freeform 551"/>
              <p:cNvSpPr>
                <a:spLocks/>
              </p:cNvSpPr>
              <p:nvPr/>
            </p:nvSpPr>
            <p:spPr bwMode="auto">
              <a:xfrm>
                <a:off x="3360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7" name="Freeform 552"/>
              <p:cNvSpPr>
                <a:spLocks/>
              </p:cNvSpPr>
              <p:nvPr/>
            </p:nvSpPr>
            <p:spPr bwMode="auto">
              <a:xfrm>
                <a:off x="2742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8" name="Freeform 553"/>
              <p:cNvSpPr>
                <a:spLocks/>
              </p:cNvSpPr>
              <p:nvPr/>
            </p:nvSpPr>
            <p:spPr bwMode="auto">
              <a:xfrm>
                <a:off x="279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9" name="Freeform 554"/>
              <p:cNvSpPr>
                <a:spLocks/>
              </p:cNvSpPr>
              <p:nvPr/>
            </p:nvSpPr>
            <p:spPr bwMode="auto">
              <a:xfrm>
                <a:off x="2730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0" name="Freeform 555"/>
              <p:cNvSpPr>
                <a:spLocks/>
              </p:cNvSpPr>
              <p:nvPr/>
            </p:nvSpPr>
            <p:spPr bwMode="auto">
              <a:xfrm>
                <a:off x="2706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1" name="Freeform 556"/>
              <p:cNvSpPr>
                <a:spLocks/>
              </p:cNvSpPr>
              <p:nvPr/>
            </p:nvSpPr>
            <p:spPr bwMode="auto">
              <a:xfrm>
                <a:off x="279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2" name="Freeform 557"/>
              <p:cNvSpPr>
                <a:spLocks/>
              </p:cNvSpPr>
              <p:nvPr/>
            </p:nvSpPr>
            <p:spPr bwMode="auto">
              <a:xfrm>
                <a:off x="2826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3" name="Freeform 558"/>
              <p:cNvSpPr>
                <a:spLocks/>
              </p:cNvSpPr>
              <p:nvPr/>
            </p:nvSpPr>
            <p:spPr bwMode="auto">
              <a:xfrm>
                <a:off x="3072" y="21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4" name="Freeform 559"/>
              <p:cNvSpPr>
                <a:spLocks/>
              </p:cNvSpPr>
              <p:nvPr/>
            </p:nvSpPr>
            <p:spPr bwMode="auto">
              <a:xfrm>
                <a:off x="2910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5" name="Freeform 560"/>
              <p:cNvSpPr>
                <a:spLocks/>
              </p:cNvSpPr>
              <p:nvPr/>
            </p:nvSpPr>
            <p:spPr bwMode="auto">
              <a:xfrm>
                <a:off x="2736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6" name="Freeform 561"/>
              <p:cNvSpPr>
                <a:spLocks/>
              </p:cNvSpPr>
              <p:nvPr/>
            </p:nvSpPr>
            <p:spPr bwMode="auto">
              <a:xfrm>
                <a:off x="3288" y="19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7" name="Freeform 562"/>
              <p:cNvSpPr>
                <a:spLocks/>
              </p:cNvSpPr>
              <p:nvPr/>
            </p:nvSpPr>
            <p:spPr bwMode="auto">
              <a:xfrm>
                <a:off x="2514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8" name="Freeform 563"/>
              <p:cNvSpPr>
                <a:spLocks/>
              </p:cNvSpPr>
              <p:nvPr/>
            </p:nvSpPr>
            <p:spPr bwMode="auto">
              <a:xfrm>
                <a:off x="2802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9" name="Freeform 564"/>
              <p:cNvSpPr>
                <a:spLocks/>
              </p:cNvSpPr>
              <p:nvPr/>
            </p:nvSpPr>
            <p:spPr bwMode="auto">
              <a:xfrm>
                <a:off x="2718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0" name="Freeform 565"/>
              <p:cNvSpPr>
                <a:spLocks/>
              </p:cNvSpPr>
              <p:nvPr/>
            </p:nvSpPr>
            <p:spPr bwMode="auto">
              <a:xfrm>
                <a:off x="2934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1" name="Freeform 566"/>
              <p:cNvSpPr>
                <a:spLocks/>
              </p:cNvSpPr>
              <p:nvPr/>
            </p:nvSpPr>
            <p:spPr bwMode="auto">
              <a:xfrm>
                <a:off x="2634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2" name="Freeform 567"/>
              <p:cNvSpPr>
                <a:spLocks/>
              </p:cNvSpPr>
              <p:nvPr/>
            </p:nvSpPr>
            <p:spPr bwMode="auto">
              <a:xfrm>
                <a:off x="2880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3" name="Freeform 568"/>
              <p:cNvSpPr>
                <a:spLocks/>
              </p:cNvSpPr>
              <p:nvPr/>
            </p:nvSpPr>
            <p:spPr bwMode="auto">
              <a:xfrm>
                <a:off x="2664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4" name="Freeform 569"/>
              <p:cNvSpPr>
                <a:spLocks/>
              </p:cNvSpPr>
              <p:nvPr/>
            </p:nvSpPr>
            <p:spPr bwMode="auto">
              <a:xfrm>
                <a:off x="3264" y="20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5" name="Freeform 570"/>
              <p:cNvSpPr>
                <a:spLocks/>
              </p:cNvSpPr>
              <p:nvPr/>
            </p:nvSpPr>
            <p:spPr bwMode="auto">
              <a:xfrm>
                <a:off x="3018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6" name="Freeform 571"/>
              <p:cNvSpPr>
                <a:spLocks/>
              </p:cNvSpPr>
              <p:nvPr/>
            </p:nvSpPr>
            <p:spPr bwMode="auto">
              <a:xfrm>
                <a:off x="2700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7" name="Freeform 572"/>
              <p:cNvSpPr>
                <a:spLocks/>
              </p:cNvSpPr>
              <p:nvPr/>
            </p:nvSpPr>
            <p:spPr bwMode="auto">
              <a:xfrm>
                <a:off x="2604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8" name="Freeform 573"/>
              <p:cNvSpPr>
                <a:spLocks/>
              </p:cNvSpPr>
              <p:nvPr/>
            </p:nvSpPr>
            <p:spPr bwMode="auto">
              <a:xfrm>
                <a:off x="2964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9" name="Freeform 574"/>
              <p:cNvSpPr>
                <a:spLocks/>
              </p:cNvSpPr>
              <p:nvPr/>
            </p:nvSpPr>
            <p:spPr bwMode="auto">
              <a:xfrm>
                <a:off x="2952" y="21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0" name="Freeform 575"/>
              <p:cNvSpPr>
                <a:spLocks/>
              </p:cNvSpPr>
              <p:nvPr/>
            </p:nvSpPr>
            <p:spPr bwMode="auto">
              <a:xfrm>
                <a:off x="2730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1" name="Freeform 576"/>
              <p:cNvSpPr>
                <a:spLocks/>
              </p:cNvSpPr>
              <p:nvPr/>
            </p:nvSpPr>
            <p:spPr bwMode="auto">
              <a:xfrm>
                <a:off x="2934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2" name="Freeform 577"/>
              <p:cNvSpPr>
                <a:spLocks/>
              </p:cNvSpPr>
              <p:nvPr/>
            </p:nvSpPr>
            <p:spPr bwMode="auto">
              <a:xfrm>
                <a:off x="2862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3" name="Freeform 578"/>
              <p:cNvSpPr>
                <a:spLocks/>
              </p:cNvSpPr>
              <p:nvPr/>
            </p:nvSpPr>
            <p:spPr bwMode="auto">
              <a:xfrm>
                <a:off x="2904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4" name="Freeform 579"/>
              <p:cNvSpPr>
                <a:spLocks/>
              </p:cNvSpPr>
              <p:nvPr/>
            </p:nvSpPr>
            <p:spPr bwMode="auto">
              <a:xfrm>
                <a:off x="2550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5" name="Freeform 580"/>
              <p:cNvSpPr>
                <a:spLocks/>
              </p:cNvSpPr>
              <p:nvPr/>
            </p:nvSpPr>
            <p:spPr bwMode="auto">
              <a:xfrm>
                <a:off x="2604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6" name="Freeform 581"/>
              <p:cNvSpPr>
                <a:spLocks/>
              </p:cNvSpPr>
              <p:nvPr/>
            </p:nvSpPr>
            <p:spPr bwMode="auto">
              <a:xfrm>
                <a:off x="2934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7" name="Freeform 582"/>
              <p:cNvSpPr>
                <a:spLocks/>
              </p:cNvSpPr>
              <p:nvPr/>
            </p:nvSpPr>
            <p:spPr bwMode="auto">
              <a:xfrm>
                <a:off x="2934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8" name="Freeform 583"/>
              <p:cNvSpPr>
                <a:spLocks/>
              </p:cNvSpPr>
              <p:nvPr/>
            </p:nvSpPr>
            <p:spPr bwMode="auto">
              <a:xfrm>
                <a:off x="2748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9" name="Freeform 584"/>
              <p:cNvSpPr>
                <a:spLocks/>
              </p:cNvSpPr>
              <p:nvPr/>
            </p:nvSpPr>
            <p:spPr bwMode="auto">
              <a:xfrm>
                <a:off x="3072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0" name="Freeform 585"/>
              <p:cNvSpPr>
                <a:spLocks/>
              </p:cNvSpPr>
              <p:nvPr/>
            </p:nvSpPr>
            <p:spPr bwMode="auto">
              <a:xfrm>
                <a:off x="2622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1" name="Freeform 586"/>
              <p:cNvSpPr>
                <a:spLocks/>
              </p:cNvSpPr>
              <p:nvPr/>
            </p:nvSpPr>
            <p:spPr bwMode="auto">
              <a:xfrm>
                <a:off x="3120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2" name="Freeform 587"/>
              <p:cNvSpPr>
                <a:spLocks/>
              </p:cNvSpPr>
              <p:nvPr/>
            </p:nvSpPr>
            <p:spPr bwMode="auto">
              <a:xfrm>
                <a:off x="2376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3" name="Freeform 588"/>
              <p:cNvSpPr>
                <a:spLocks/>
              </p:cNvSpPr>
              <p:nvPr/>
            </p:nvSpPr>
            <p:spPr bwMode="auto">
              <a:xfrm>
                <a:off x="2700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4" name="Freeform 589"/>
              <p:cNvSpPr>
                <a:spLocks/>
              </p:cNvSpPr>
              <p:nvPr/>
            </p:nvSpPr>
            <p:spPr bwMode="auto">
              <a:xfrm>
                <a:off x="2820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5" name="Freeform 590"/>
              <p:cNvSpPr>
                <a:spLocks/>
              </p:cNvSpPr>
              <p:nvPr/>
            </p:nvSpPr>
            <p:spPr bwMode="auto">
              <a:xfrm>
                <a:off x="3120" y="22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6" name="Freeform 591"/>
              <p:cNvSpPr>
                <a:spLocks/>
              </p:cNvSpPr>
              <p:nvPr/>
            </p:nvSpPr>
            <p:spPr bwMode="auto">
              <a:xfrm>
                <a:off x="3138" y="20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7" name="Freeform 592"/>
              <p:cNvSpPr>
                <a:spLocks/>
              </p:cNvSpPr>
              <p:nvPr/>
            </p:nvSpPr>
            <p:spPr bwMode="auto">
              <a:xfrm>
                <a:off x="3120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8" name="Freeform 593"/>
              <p:cNvSpPr>
                <a:spLocks/>
              </p:cNvSpPr>
              <p:nvPr/>
            </p:nvSpPr>
            <p:spPr bwMode="auto">
              <a:xfrm>
                <a:off x="2766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9" name="Freeform 594"/>
              <p:cNvSpPr>
                <a:spLocks/>
              </p:cNvSpPr>
              <p:nvPr/>
            </p:nvSpPr>
            <p:spPr bwMode="auto">
              <a:xfrm>
                <a:off x="2718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0" name="Freeform 595"/>
              <p:cNvSpPr>
                <a:spLocks/>
              </p:cNvSpPr>
              <p:nvPr/>
            </p:nvSpPr>
            <p:spPr bwMode="auto">
              <a:xfrm>
                <a:off x="2640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1" name="Freeform 596"/>
              <p:cNvSpPr>
                <a:spLocks/>
              </p:cNvSpPr>
              <p:nvPr/>
            </p:nvSpPr>
            <p:spPr bwMode="auto">
              <a:xfrm>
                <a:off x="2958" y="20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2" name="Freeform 597"/>
              <p:cNvSpPr>
                <a:spLocks/>
              </p:cNvSpPr>
              <p:nvPr/>
            </p:nvSpPr>
            <p:spPr bwMode="auto">
              <a:xfrm>
                <a:off x="2772" y="27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3" name="Freeform 598"/>
              <p:cNvSpPr>
                <a:spLocks/>
              </p:cNvSpPr>
              <p:nvPr/>
            </p:nvSpPr>
            <p:spPr bwMode="auto">
              <a:xfrm>
                <a:off x="2730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4" name="Freeform 599"/>
              <p:cNvSpPr>
                <a:spLocks/>
              </p:cNvSpPr>
              <p:nvPr/>
            </p:nvSpPr>
            <p:spPr bwMode="auto">
              <a:xfrm>
                <a:off x="3132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5" name="Freeform 600"/>
              <p:cNvSpPr>
                <a:spLocks/>
              </p:cNvSpPr>
              <p:nvPr/>
            </p:nvSpPr>
            <p:spPr bwMode="auto">
              <a:xfrm>
                <a:off x="2634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6" name="Freeform 601"/>
              <p:cNvSpPr>
                <a:spLocks/>
              </p:cNvSpPr>
              <p:nvPr/>
            </p:nvSpPr>
            <p:spPr bwMode="auto">
              <a:xfrm>
                <a:off x="2982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7" name="Freeform 602"/>
              <p:cNvSpPr>
                <a:spLocks/>
              </p:cNvSpPr>
              <p:nvPr/>
            </p:nvSpPr>
            <p:spPr bwMode="auto">
              <a:xfrm>
                <a:off x="2976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8" name="Freeform 603"/>
              <p:cNvSpPr>
                <a:spLocks/>
              </p:cNvSpPr>
              <p:nvPr/>
            </p:nvSpPr>
            <p:spPr bwMode="auto">
              <a:xfrm>
                <a:off x="2868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9" name="Freeform 604"/>
              <p:cNvSpPr>
                <a:spLocks/>
              </p:cNvSpPr>
              <p:nvPr/>
            </p:nvSpPr>
            <p:spPr bwMode="auto">
              <a:xfrm>
                <a:off x="2736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50" name="Freeform 605"/>
              <p:cNvSpPr>
                <a:spLocks/>
              </p:cNvSpPr>
              <p:nvPr/>
            </p:nvSpPr>
            <p:spPr bwMode="auto">
              <a:xfrm>
                <a:off x="2730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51" name="Freeform 606"/>
              <p:cNvSpPr>
                <a:spLocks/>
              </p:cNvSpPr>
              <p:nvPr/>
            </p:nvSpPr>
            <p:spPr bwMode="auto">
              <a:xfrm>
                <a:off x="2856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7" name="Group 808"/>
            <p:cNvGrpSpPr>
              <a:grpSpLocks/>
            </p:cNvGrpSpPr>
            <p:nvPr/>
          </p:nvGrpSpPr>
          <p:grpSpPr bwMode="auto">
            <a:xfrm>
              <a:off x="2298" y="1809"/>
              <a:ext cx="1344" cy="1134"/>
              <a:chOff x="2298" y="1809"/>
              <a:chExt cx="1344" cy="1134"/>
            </a:xfrm>
          </p:grpSpPr>
          <p:sp>
            <p:nvSpPr>
              <p:cNvPr id="60552" name="Freeform 608"/>
              <p:cNvSpPr>
                <a:spLocks/>
              </p:cNvSpPr>
              <p:nvPr/>
            </p:nvSpPr>
            <p:spPr bwMode="auto">
              <a:xfrm>
                <a:off x="2436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53" name="Freeform 609"/>
              <p:cNvSpPr>
                <a:spLocks/>
              </p:cNvSpPr>
              <p:nvPr/>
            </p:nvSpPr>
            <p:spPr bwMode="auto">
              <a:xfrm>
                <a:off x="3012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54" name="Freeform 610"/>
              <p:cNvSpPr>
                <a:spLocks/>
              </p:cNvSpPr>
              <p:nvPr/>
            </p:nvSpPr>
            <p:spPr bwMode="auto">
              <a:xfrm>
                <a:off x="2952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55" name="Freeform 611"/>
              <p:cNvSpPr>
                <a:spLocks/>
              </p:cNvSpPr>
              <p:nvPr/>
            </p:nvSpPr>
            <p:spPr bwMode="auto">
              <a:xfrm>
                <a:off x="3138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56" name="Freeform 612"/>
              <p:cNvSpPr>
                <a:spLocks/>
              </p:cNvSpPr>
              <p:nvPr/>
            </p:nvSpPr>
            <p:spPr bwMode="auto">
              <a:xfrm>
                <a:off x="294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57" name="Freeform 613"/>
              <p:cNvSpPr>
                <a:spLocks/>
              </p:cNvSpPr>
              <p:nvPr/>
            </p:nvSpPr>
            <p:spPr bwMode="auto">
              <a:xfrm>
                <a:off x="2400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58" name="Freeform 614"/>
              <p:cNvSpPr>
                <a:spLocks/>
              </p:cNvSpPr>
              <p:nvPr/>
            </p:nvSpPr>
            <p:spPr bwMode="auto">
              <a:xfrm>
                <a:off x="3102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59" name="Freeform 615"/>
              <p:cNvSpPr>
                <a:spLocks/>
              </p:cNvSpPr>
              <p:nvPr/>
            </p:nvSpPr>
            <p:spPr bwMode="auto">
              <a:xfrm>
                <a:off x="3168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0" name="Freeform 616"/>
              <p:cNvSpPr>
                <a:spLocks/>
              </p:cNvSpPr>
              <p:nvPr/>
            </p:nvSpPr>
            <p:spPr bwMode="auto">
              <a:xfrm>
                <a:off x="2904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1" name="Freeform 617"/>
              <p:cNvSpPr>
                <a:spLocks/>
              </p:cNvSpPr>
              <p:nvPr/>
            </p:nvSpPr>
            <p:spPr bwMode="auto">
              <a:xfrm>
                <a:off x="2844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2" name="Freeform 618"/>
              <p:cNvSpPr>
                <a:spLocks/>
              </p:cNvSpPr>
              <p:nvPr/>
            </p:nvSpPr>
            <p:spPr bwMode="auto">
              <a:xfrm>
                <a:off x="2958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3" name="Freeform 619"/>
              <p:cNvSpPr>
                <a:spLocks/>
              </p:cNvSpPr>
              <p:nvPr/>
            </p:nvSpPr>
            <p:spPr bwMode="auto">
              <a:xfrm>
                <a:off x="2928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4" name="Freeform 620"/>
              <p:cNvSpPr>
                <a:spLocks/>
              </p:cNvSpPr>
              <p:nvPr/>
            </p:nvSpPr>
            <p:spPr bwMode="auto">
              <a:xfrm>
                <a:off x="3054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5" name="Freeform 621"/>
              <p:cNvSpPr>
                <a:spLocks/>
              </p:cNvSpPr>
              <p:nvPr/>
            </p:nvSpPr>
            <p:spPr bwMode="auto">
              <a:xfrm>
                <a:off x="3000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6" name="Freeform 622"/>
              <p:cNvSpPr>
                <a:spLocks/>
              </p:cNvSpPr>
              <p:nvPr/>
            </p:nvSpPr>
            <p:spPr bwMode="auto">
              <a:xfrm>
                <a:off x="2928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7" name="Freeform 623"/>
              <p:cNvSpPr>
                <a:spLocks/>
              </p:cNvSpPr>
              <p:nvPr/>
            </p:nvSpPr>
            <p:spPr bwMode="auto">
              <a:xfrm>
                <a:off x="3372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8" name="Freeform 624"/>
              <p:cNvSpPr>
                <a:spLocks/>
              </p:cNvSpPr>
              <p:nvPr/>
            </p:nvSpPr>
            <p:spPr bwMode="auto">
              <a:xfrm>
                <a:off x="2652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9" name="Freeform 625"/>
              <p:cNvSpPr>
                <a:spLocks/>
              </p:cNvSpPr>
              <p:nvPr/>
            </p:nvSpPr>
            <p:spPr bwMode="auto">
              <a:xfrm>
                <a:off x="3072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0" name="Freeform 626"/>
              <p:cNvSpPr>
                <a:spLocks/>
              </p:cNvSpPr>
              <p:nvPr/>
            </p:nvSpPr>
            <p:spPr bwMode="auto">
              <a:xfrm>
                <a:off x="2460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1" name="Freeform 627"/>
              <p:cNvSpPr>
                <a:spLocks/>
              </p:cNvSpPr>
              <p:nvPr/>
            </p:nvSpPr>
            <p:spPr bwMode="auto">
              <a:xfrm>
                <a:off x="2862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2" name="Freeform 628"/>
              <p:cNvSpPr>
                <a:spLocks/>
              </p:cNvSpPr>
              <p:nvPr/>
            </p:nvSpPr>
            <p:spPr bwMode="auto">
              <a:xfrm>
                <a:off x="2400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3" name="Freeform 629"/>
              <p:cNvSpPr>
                <a:spLocks/>
              </p:cNvSpPr>
              <p:nvPr/>
            </p:nvSpPr>
            <p:spPr bwMode="auto">
              <a:xfrm>
                <a:off x="2430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4" name="Freeform 630"/>
              <p:cNvSpPr>
                <a:spLocks/>
              </p:cNvSpPr>
              <p:nvPr/>
            </p:nvSpPr>
            <p:spPr bwMode="auto">
              <a:xfrm>
                <a:off x="2868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5" name="Freeform 631"/>
              <p:cNvSpPr>
                <a:spLocks/>
              </p:cNvSpPr>
              <p:nvPr/>
            </p:nvSpPr>
            <p:spPr bwMode="auto">
              <a:xfrm>
                <a:off x="2670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6" name="Freeform 632"/>
              <p:cNvSpPr>
                <a:spLocks/>
              </p:cNvSpPr>
              <p:nvPr/>
            </p:nvSpPr>
            <p:spPr bwMode="auto">
              <a:xfrm>
                <a:off x="3078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7" name="Freeform 633"/>
              <p:cNvSpPr>
                <a:spLocks/>
              </p:cNvSpPr>
              <p:nvPr/>
            </p:nvSpPr>
            <p:spPr bwMode="auto">
              <a:xfrm>
                <a:off x="3630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8" name="Freeform 634"/>
              <p:cNvSpPr>
                <a:spLocks/>
              </p:cNvSpPr>
              <p:nvPr/>
            </p:nvSpPr>
            <p:spPr bwMode="auto">
              <a:xfrm>
                <a:off x="2862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9" name="Freeform 635"/>
              <p:cNvSpPr>
                <a:spLocks/>
              </p:cNvSpPr>
              <p:nvPr/>
            </p:nvSpPr>
            <p:spPr bwMode="auto">
              <a:xfrm>
                <a:off x="2760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0" name="Freeform 636"/>
              <p:cNvSpPr>
                <a:spLocks/>
              </p:cNvSpPr>
              <p:nvPr/>
            </p:nvSpPr>
            <p:spPr bwMode="auto">
              <a:xfrm>
                <a:off x="2832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1" name="Freeform 637"/>
              <p:cNvSpPr>
                <a:spLocks/>
              </p:cNvSpPr>
              <p:nvPr/>
            </p:nvSpPr>
            <p:spPr bwMode="auto">
              <a:xfrm>
                <a:off x="3174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2" name="Freeform 638"/>
              <p:cNvSpPr>
                <a:spLocks/>
              </p:cNvSpPr>
              <p:nvPr/>
            </p:nvSpPr>
            <p:spPr bwMode="auto">
              <a:xfrm>
                <a:off x="2868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3" name="Freeform 639"/>
              <p:cNvSpPr>
                <a:spLocks/>
              </p:cNvSpPr>
              <p:nvPr/>
            </p:nvSpPr>
            <p:spPr bwMode="auto">
              <a:xfrm>
                <a:off x="2682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4" name="Freeform 640"/>
              <p:cNvSpPr>
                <a:spLocks/>
              </p:cNvSpPr>
              <p:nvPr/>
            </p:nvSpPr>
            <p:spPr bwMode="auto">
              <a:xfrm>
                <a:off x="2970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5" name="Freeform 641"/>
              <p:cNvSpPr>
                <a:spLocks/>
              </p:cNvSpPr>
              <p:nvPr/>
            </p:nvSpPr>
            <p:spPr bwMode="auto">
              <a:xfrm>
                <a:off x="3108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6" name="Freeform 642"/>
              <p:cNvSpPr>
                <a:spLocks/>
              </p:cNvSpPr>
              <p:nvPr/>
            </p:nvSpPr>
            <p:spPr bwMode="auto">
              <a:xfrm>
                <a:off x="2982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7" name="Freeform 643"/>
              <p:cNvSpPr>
                <a:spLocks/>
              </p:cNvSpPr>
              <p:nvPr/>
            </p:nvSpPr>
            <p:spPr bwMode="auto">
              <a:xfrm>
                <a:off x="2646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8" name="Freeform 644"/>
              <p:cNvSpPr>
                <a:spLocks/>
              </p:cNvSpPr>
              <p:nvPr/>
            </p:nvSpPr>
            <p:spPr bwMode="auto">
              <a:xfrm>
                <a:off x="3066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9" name="Freeform 645"/>
              <p:cNvSpPr>
                <a:spLocks/>
              </p:cNvSpPr>
              <p:nvPr/>
            </p:nvSpPr>
            <p:spPr bwMode="auto">
              <a:xfrm>
                <a:off x="3312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0" name="Freeform 646"/>
              <p:cNvSpPr>
                <a:spLocks/>
              </p:cNvSpPr>
              <p:nvPr/>
            </p:nvSpPr>
            <p:spPr bwMode="auto">
              <a:xfrm>
                <a:off x="2646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1" name="Freeform 647"/>
              <p:cNvSpPr>
                <a:spLocks/>
              </p:cNvSpPr>
              <p:nvPr/>
            </p:nvSpPr>
            <p:spPr bwMode="auto">
              <a:xfrm>
                <a:off x="2772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2" name="Freeform 648"/>
              <p:cNvSpPr>
                <a:spLocks/>
              </p:cNvSpPr>
              <p:nvPr/>
            </p:nvSpPr>
            <p:spPr bwMode="auto">
              <a:xfrm>
                <a:off x="270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3" name="Freeform 649"/>
              <p:cNvSpPr>
                <a:spLocks/>
              </p:cNvSpPr>
              <p:nvPr/>
            </p:nvSpPr>
            <p:spPr bwMode="auto">
              <a:xfrm>
                <a:off x="2922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4" name="Freeform 650"/>
              <p:cNvSpPr>
                <a:spLocks/>
              </p:cNvSpPr>
              <p:nvPr/>
            </p:nvSpPr>
            <p:spPr bwMode="auto">
              <a:xfrm>
                <a:off x="3210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5" name="Freeform 651"/>
              <p:cNvSpPr>
                <a:spLocks/>
              </p:cNvSpPr>
              <p:nvPr/>
            </p:nvSpPr>
            <p:spPr bwMode="auto">
              <a:xfrm>
                <a:off x="3000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6" name="Freeform 652"/>
              <p:cNvSpPr>
                <a:spLocks/>
              </p:cNvSpPr>
              <p:nvPr/>
            </p:nvSpPr>
            <p:spPr bwMode="auto">
              <a:xfrm>
                <a:off x="2706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7" name="Freeform 653"/>
              <p:cNvSpPr>
                <a:spLocks/>
              </p:cNvSpPr>
              <p:nvPr/>
            </p:nvSpPr>
            <p:spPr bwMode="auto">
              <a:xfrm>
                <a:off x="3198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8" name="Freeform 654"/>
              <p:cNvSpPr>
                <a:spLocks/>
              </p:cNvSpPr>
              <p:nvPr/>
            </p:nvSpPr>
            <p:spPr bwMode="auto">
              <a:xfrm>
                <a:off x="2616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9" name="Freeform 655"/>
              <p:cNvSpPr>
                <a:spLocks/>
              </p:cNvSpPr>
              <p:nvPr/>
            </p:nvSpPr>
            <p:spPr bwMode="auto">
              <a:xfrm>
                <a:off x="2916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00" name="Freeform 656"/>
              <p:cNvSpPr>
                <a:spLocks/>
              </p:cNvSpPr>
              <p:nvPr/>
            </p:nvSpPr>
            <p:spPr bwMode="auto">
              <a:xfrm>
                <a:off x="2772" y="20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01" name="Freeform 657"/>
              <p:cNvSpPr>
                <a:spLocks/>
              </p:cNvSpPr>
              <p:nvPr/>
            </p:nvSpPr>
            <p:spPr bwMode="auto">
              <a:xfrm>
                <a:off x="2904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02" name="Freeform 658"/>
              <p:cNvSpPr>
                <a:spLocks/>
              </p:cNvSpPr>
              <p:nvPr/>
            </p:nvSpPr>
            <p:spPr bwMode="auto">
              <a:xfrm>
                <a:off x="2370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03" name="Freeform 659"/>
              <p:cNvSpPr>
                <a:spLocks/>
              </p:cNvSpPr>
              <p:nvPr/>
            </p:nvSpPr>
            <p:spPr bwMode="auto">
              <a:xfrm>
                <a:off x="2736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04" name="Freeform 660"/>
              <p:cNvSpPr>
                <a:spLocks/>
              </p:cNvSpPr>
              <p:nvPr/>
            </p:nvSpPr>
            <p:spPr bwMode="auto">
              <a:xfrm>
                <a:off x="2808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05" name="Freeform 661"/>
              <p:cNvSpPr>
                <a:spLocks/>
              </p:cNvSpPr>
              <p:nvPr/>
            </p:nvSpPr>
            <p:spPr bwMode="auto">
              <a:xfrm>
                <a:off x="2640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06" name="Freeform 662"/>
              <p:cNvSpPr>
                <a:spLocks/>
              </p:cNvSpPr>
              <p:nvPr/>
            </p:nvSpPr>
            <p:spPr bwMode="auto">
              <a:xfrm>
                <a:off x="288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07" name="Freeform 663"/>
              <p:cNvSpPr>
                <a:spLocks/>
              </p:cNvSpPr>
              <p:nvPr/>
            </p:nvSpPr>
            <p:spPr bwMode="auto">
              <a:xfrm>
                <a:off x="2856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08" name="Freeform 664"/>
              <p:cNvSpPr>
                <a:spLocks/>
              </p:cNvSpPr>
              <p:nvPr/>
            </p:nvSpPr>
            <p:spPr bwMode="auto">
              <a:xfrm>
                <a:off x="2994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09" name="Freeform 665"/>
              <p:cNvSpPr>
                <a:spLocks/>
              </p:cNvSpPr>
              <p:nvPr/>
            </p:nvSpPr>
            <p:spPr bwMode="auto">
              <a:xfrm>
                <a:off x="3090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0" name="Freeform 666"/>
              <p:cNvSpPr>
                <a:spLocks/>
              </p:cNvSpPr>
              <p:nvPr/>
            </p:nvSpPr>
            <p:spPr bwMode="auto">
              <a:xfrm>
                <a:off x="2922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1" name="Freeform 667"/>
              <p:cNvSpPr>
                <a:spLocks/>
              </p:cNvSpPr>
              <p:nvPr/>
            </p:nvSpPr>
            <p:spPr bwMode="auto">
              <a:xfrm>
                <a:off x="2946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2" name="Freeform 668"/>
              <p:cNvSpPr>
                <a:spLocks/>
              </p:cNvSpPr>
              <p:nvPr/>
            </p:nvSpPr>
            <p:spPr bwMode="auto">
              <a:xfrm>
                <a:off x="2910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3" name="Freeform 669"/>
              <p:cNvSpPr>
                <a:spLocks/>
              </p:cNvSpPr>
              <p:nvPr/>
            </p:nvSpPr>
            <p:spPr bwMode="auto">
              <a:xfrm>
                <a:off x="3402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4" name="Freeform 670"/>
              <p:cNvSpPr>
                <a:spLocks/>
              </p:cNvSpPr>
              <p:nvPr/>
            </p:nvSpPr>
            <p:spPr bwMode="auto">
              <a:xfrm>
                <a:off x="2574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5" name="Freeform 671"/>
              <p:cNvSpPr>
                <a:spLocks/>
              </p:cNvSpPr>
              <p:nvPr/>
            </p:nvSpPr>
            <p:spPr bwMode="auto">
              <a:xfrm>
                <a:off x="3486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6" name="Freeform 672"/>
              <p:cNvSpPr>
                <a:spLocks/>
              </p:cNvSpPr>
              <p:nvPr/>
            </p:nvSpPr>
            <p:spPr bwMode="auto">
              <a:xfrm>
                <a:off x="2970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7" name="Freeform 673"/>
              <p:cNvSpPr>
                <a:spLocks/>
              </p:cNvSpPr>
              <p:nvPr/>
            </p:nvSpPr>
            <p:spPr bwMode="auto">
              <a:xfrm>
                <a:off x="3198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8" name="Freeform 674"/>
              <p:cNvSpPr>
                <a:spLocks/>
              </p:cNvSpPr>
              <p:nvPr/>
            </p:nvSpPr>
            <p:spPr bwMode="auto">
              <a:xfrm>
                <a:off x="2802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9" name="Freeform 675"/>
              <p:cNvSpPr>
                <a:spLocks/>
              </p:cNvSpPr>
              <p:nvPr/>
            </p:nvSpPr>
            <p:spPr bwMode="auto">
              <a:xfrm>
                <a:off x="2934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0" name="Freeform 676"/>
              <p:cNvSpPr>
                <a:spLocks/>
              </p:cNvSpPr>
              <p:nvPr/>
            </p:nvSpPr>
            <p:spPr bwMode="auto">
              <a:xfrm>
                <a:off x="2838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1" name="Freeform 677"/>
              <p:cNvSpPr>
                <a:spLocks/>
              </p:cNvSpPr>
              <p:nvPr/>
            </p:nvSpPr>
            <p:spPr bwMode="auto">
              <a:xfrm>
                <a:off x="2688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2" name="Freeform 678"/>
              <p:cNvSpPr>
                <a:spLocks/>
              </p:cNvSpPr>
              <p:nvPr/>
            </p:nvSpPr>
            <p:spPr bwMode="auto">
              <a:xfrm>
                <a:off x="3060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3" name="Freeform 679"/>
              <p:cNvSpPr>
                <a:spLocks/>
              </p:cNvSpPr>
              <p:nvPr/>
            </p:nvSpPr>
            <p:spPr bwMode="auto">
              <a:xfrm>
                <a:off x="2766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4" name="Freeform 680"/>
              <p:cNvSpPr>
                <a:spLocks/>
              </p:cNvSpPr>
              <p:nvPr/>
            </p:nvSpPr>
            <p:spPr bwMode="auto">
              <a:xfrm>
                <a:off x="2886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5" name="Freeform 681"/>
              <p:cNvSpPr>
                <a:spLocks/>
              </p:cNvSpPr>
              <p:nvPr/>
            </p:nvSpPr>
            <p:spPr bwMode="auto">
              <a:xfrm>
                <a:off x="2646" y="29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6" name="Freeform 682"/>
              <p:cNvSpPr>
                <a:spLocks/>
              </p:cNvSpPr>
              <p:nvPr/>
            </p:nvSpPr>
            <p:spPr bwMode="auto">
              <a:xfrm>
                <a:off x="3120" y="21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7" name="Freeform 683"/>
              <p:cNvSpPr>
                <a:spLocks/>
              </p:cNvSpPr>
              <p:nvPr/>
            </p:nvSpPr>
            <p:spPr bwMode="auto">
              <a:xfrm>
                <a:off x="3012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8" name="Freeform 684"/>
              <p:cNvSpPr>
                <a:spLocks/>
              </p:cNvSpPr>
              <p:nvPr/>
            </p:nvSpPr>
            <p:spPr bwMode="auto">
              <a:xfrm>
                <a:off x="2844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9" name="Freeform 685"/>
              <p:cNvSpPr>
                <a:spLocks/>
              </p:cNvSpPr>
              <p:nvPr/>
            </p:nvSpPr>
            <p:spPr bwMode="auto">
              <a:xfrm>
                <a:off x="2730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0" name="Freeform 686"/>
              <p:cNvSpPr>
                <a:spLocks/>
              </p:cNvSpPr>
              <p:nvPr/>
            </p:nvSpPr>
            <p:spPr bwMode="auto">
              <a:xfrm>
                <a:off x="2580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1" name="Freeform 687"/>
              <p:cNvSpPr>
                <a:spLocks/>
              </p:cNvSpPr>
              <p:nvPr/>
            </p:nvSpPr>
            <p:spPr bwMode="auto">
              <a:xfrm>
                <a:off x="3246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2" name="Freeform 688"/>
              <p:cNvSpPr>
                <a:spLocks/>
              </p:cNvSpPr>
              <p:nvPr/>
            </p:nvSpPr>
            <p:spPr bwMode="auto">
              <a:xfrm>
                <a:off x="3474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3" name="Freeform 689"/>
              <p:cNvSpPr>
                <a:spLocks/>
              </p:cNvSpPr>
              <p:nvPr/>
            </p:nvSpPr>
            <p:spPr bwMode="auto">
              <a:xfrm>
                <a:off x="3426" y="20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4" name="Freeform 690"/>
              <p:cNvSpPr>
                <a:spLocks/>
              </p:cNvSpPr>
              <p:nvPr/>
            </p:nvSpPr>
            <p:spPr bwMode="auto">
              <a:xfrm>
                <a:off x="2592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5" name="Freeform 691"/>
              <p:cNvSpPr>
                <a:spLocks/>
              </p:cNvSpPr>
              <p:nvPr/>
            </p:nvSpPr>
            <p:spPr bwMode="auto">
              <a:xfrm>
                <a:off x="3078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6" name="Freeform 692"/>
              <p:cNvSpPr>
                <a:spLocks/>
              </p:cNvSpPr>
              <p:nvPr/>
            </p:nvSpPr>
            <p:spPr bwMode="auto">
              <a:xfrm>
                <a:off x="2376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7" name="Freeform 693"/>
              <p:cNvSpPr>
                <a:spLocks/>
              </p:cNvSpPr>
              <p:nvPr/>
            </p:nvSpPr>
            <p:spPr bwMode="auto">
              <a:xfrm>
                <a:off x="2784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8" name="Freeform 694"/>
              <p:cNvSpPr>
                <a:spLocks/>
              </p:cNvSpPr>
              <p:nvPr/>
            </p:nvSpPr>
            <p:spPr bwMode="auto">
              <a:xfrm>
                <a:off x="2652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9" name="Freeform 695"/>
              <p:cNvSpPr>
                <a:spLocks/>
              </p:cNvSpPr>
              <p:nvPr/>
            </p:nvSpPr>
            <p:spPr bwMode="auto">
              <a:xfrm>
                <a:off x="2988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0" name="Freeform 696"/>
              <p:cNvSpPr>
                <a:spLocks/>
              </p:cNvSpPr>
              <p:nvPr/>
            </p:nvSpPr>
            <p:spPr bwMode="auto">
              <a:xfrm>
                <a:off x="2814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1" name="Freeform 697"/>
              <p:cNvSpPr>
                <a:spLocks/>
              </p:cNvSpPr>
              <p:nvPr/>
            </p:nvSpPr>
            <p:spPr bwMode="auto">
              <a:xfrm>
                <a:off x="3192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2" name="Freeform 698"/>
              <p:cNvSpPr>
                <a:spLocks/>
              </p:cNvSpPr>
              <p:nvPr/>
            </p:nvSpPr>
            <p:spPr bwMode="auto">
              <a:xfrm>
                <a:off x="2688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3" name="Freeform 699"/>
              <p:cNvSpPr>
                <a:spLocks/>
              </p:cNvSpPr>
              <p:nvPr/>
            </p:nvSpPr>
            <p:spPr bwMode="auto">
              <a:xfrm>
                <a:off x="2814" y="20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4" name="Freeform 700"/>
              <p:cNvSpPr>
                <a:spLocks/>
              </p:cNvSpPr>
              <p:nvPr/>
            </p:nvSpPr>
            <p:spPr bwMode="auto">
              <a:xfrm>
                <a:off x="3198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5" name="Freeform 701"/>
              <p:cNvSpPr>
                <a:spLocks/>
              </p:cNvSpPr>
              <p:nvPr/>
            </p:nvSpPr>
            <p:spPr bwMode="auto">
              <a:xfrm>
                <a:off x="2934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6" name="Freeform 702"/>
              <p:cNvSpPr>
                <a:spLocks/>
              </p:cNvSpPr>
              <p:nvPr/>
            </p:nvSpPr>
            <p:spPr bwMode="auto">
              <a:xfrm>
                <a:off x="2832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7" name="Freeform 703"/>
              <p:cNvSpPr>
                <a:spLocks/>
              </p:cNvSpPr>
              <p:nvPr/>
            </p:nvSpPr>
            <p:spPr bwMode="auto">
              <a:xfrm>
                <a:off x="3120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8" name="Freeform 704"/>
              <p:cNvSpPr>
                <a:spLocks/>
              </p:cNvSpPr>
              <p:nvPr/>
            </p:nvSpPr>
            <p:spPr bwMode="auto">
              <a:xfrm>
                <a:off x="3108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9" name="Freeform 705"/>
              <p:cNvSpPr>
                <a:spLocks/>
              </p:cNvSpPr>
              <p:nvPr/>
            </p:nvSpPr>
            <p:spPr bwMode="auto">
              <a:xfrm>
                <a:off x="2526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0" name="Freeform 706"/>
              <p:cNvSpPr>
                <a:spLocks/>
              </p:cNvSpPr>
              <p:nvPr/>
            </p:nvSpPr>
            <p:spPr bwMode="auto">
              <a:xfrm>
                <a:off x="2490" y="27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1" name="Freeform 707"/>
              <p:cNvSpPr>
                <a:spLocks/>
              </p:cNvSpPr>
              <p:nvPr/>
            </p:nvSpPr>
            <p:spPr bwMode="auto">
              <a:xfrm>
                <a:off x="3306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2" name="Freeform 708"/>
              <p:cNvSpPr>
                <a:spLocks/>
              </p:cNvSpPr>
              <p:nvPr/>
            </p:nvSpPr>
            <p:spPr bwMode="auto">
              <a:xfrm>
                <a:off x="2610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3" name="Freeform 709"/>
              <p:cNvSpPr>
                <a:spLocks/>
              </p:cNvSpPr>
              <p:nvPr/>
            </p:nvSpPr>
            <p:spPr bwMode="auto">
              <a:xfrm>
                <a:off x="2436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4" name="Freeform 710"/>
              <p:cNvSpPr>
                <a:spLocks/>
              </p:cNvSpPr>
              <p:nvPr/>
            </p:nvSpPr>
            <p:spPr bwMode="auto">
              <a:xfrm>
                <a:off x="2532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5" name="Freeform 711"/>
              <p:cNvSpPr>
                <a:spLocks/>
              </p:cNvSpPr>
              <p:nvPr/>
            </p:nvSpPr>
            <p:spPr bwMode="auto">
              <a:xfrm>
                <a:off x="2850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6" name="Freeform 712"/>
              <p:cNvSpPr>
                <a:spLocks/>
              </p:cNvSpPr>
              <p:nvPr/>
            </p:nvSpPr>
            <p:spPr bwMode="auto">
              <a:xfrm>
                <a:off x="2586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7" name="Freeform 713"/>
              <p:cNvSpPr>
                <a:spLocks/>
              </p:cNvSpPr>
              <p:nvPr/>
            </p:nvSpPr>
            <p:spPr bwMode="auto">
              <a:xfrm>
                <a:off x="3042" y="28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8" name="Freeform 714"/>
              <p:cNvSpPr>
                <a:spLocks/>
              </p:cNvSpPr>
              <p:nvPr/>
            </p:nvSpPr>
            <p:spPr bwMode="auto">
              <a:xfrm>
                <a:off x="2610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9" name="Freeform 715"/>
              <p:cNvSpPr>
                <a:spLocks/>
              </p:cNvSpPr>
              <p:nvPr/>
            </p:nvSpPr>
            <p:spPr bwMode="auto">
              <a:xfrm>
                <a:off x="2652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0" name="Freeform 716"/>
              <p:cNvSpPr>
                <a:spLocks/>
              </p:cNvSpPr>
              <p:nvPr/>
            </p:nvSpPr>
            <p:spPr bwMode="auto">
              <a:xfrm>
                <a:off x="2934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1" name="Freeform 717"/>
              <p:cNvSpPr>
                <a:spLocks/>
              </p:cNvSpPr>
              <p:nvPr/>
            </p:nvSpPr>
            <p:spPr bwMode="auto">
              <a:xfrm>
                <a:off x="3456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2" name="Freeform 718"/>
              <p:cNvSpPr>
                <a:spLocks/>
              </p:cNvSpPr>
              <p:nvPr/>
            </p:nvSpPr>
            <p:spPr bwMode="auto">
              <a:xfrm>
                <a:off x="2826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3" name="Freeform 719"/>
              <p:cNvSpPr>
                <a:spLocks/>
              </p:cNvSpPr>
              <p:nvPr/>
            </p:nvSpPr>
            <p:spPr bwMode="auto">
              <a:xfrm>
                <a:off x="2820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4" name="Freeform 720"/>
              <p:cNvSpPr>
                <a:spLocks/>
              </p:cNvSpPr>
              <p:nvPr/>
            </p:nvSpPr>
            <p:spPr bwMode="auto">
              <a:xfrm>
                <a:off x="2724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5" name="Freeform 721"/>
              <p:cNvSpPr>
                <a:spLocks/>
              </p:cNvSpPr>
              <p:nvPr/>
            </p:nvSpPr>
            <p:spPr bwMode="auto">
              <a:xfrm>
                <a:off x="2718" y="29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6" name="Freeform 722"/>
              <p:cNvSpPr>
                <a:spLocks/>
              </p:cNvSpPr>
              <p:nvPr/>
            </p:nvSpPr>
            <p:spPr bwMode="auto">
              <a:xfrm>
                <a:off x="3030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7" name="Freeform 723"/>
              <p:cNvSpPr>
                <a:spLocks/>
              </p:cNvSpPr>
              <p:nvPr/>
            </p:nvSpPr>
            <p:spPr bwMode="auto">
              <a:xfrm>
                <a:off x="3162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8" name="Freeform 724"/>
              <p:cNvSpPr>
                <a:spLocks/>
              </p:cNvSpPr>
              <p:nvPr/>
            </p:nvSpPr>
            <p:spPr bwMode="auto">
              <a:xfrm>
                <a:off x="3312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9" name="Freeform 725"/>
              <p:cNvSpPr>
                <a:spLocks/>
              </p:cNvSpPr>
              <p:nvPr/>
            </p:nvSpPr>
            <p:spPr bwMode="auto">
              <a:xfrm>
                <a:off x="2958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0" name="Freeform 726"/>
              <p:cNvSpPr>
                <a:spLocks/>
              </p:cNvSpPr>
              <p:nvPr/>
            </p:nvSpPr>
            <p:spPr bwMode="auto">
              <a:xfrm>
                <a:off x="2454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1" name="Freeform 727"/>
              <p:cNvSpPr>
                <a:spLocks/>
              </p:cNvSpPr>
              <p:nvPr/>
            </p:nvSpPr>
            <p:spPr bwMode="auto">
              <a:xfrm>
                <a:off x="2622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2" name="Freeform 728"/>
              <p:cNvSpPr>
                <a:spLocks/>
              </p:cNvSpPr>
              <p:nvPr/>
            </p:nvSpPr>
            <p:spPr bwMode="auto">
              <a:xfrm>
                <a:off x="2712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3" name="Freeform 729"/>
              <p:cNvSpPr>
                <a:spLocks/>
              </p:cNvSpPr>
              <p:nvPr/>
            </p:nvSpPr>
            <p:spPr bwMode="auto">
              <a:xfrm>
                <a:off x="2952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4" name="Freeform 730"/>
              <p:cNvSpPr>
                <a:spLocks/>
              </p:cNvSpPr>
              <p:nvPr/>
            </p:nvSpPr>
            <p:spPr bwMode="auto">
              <a:xfrm>
                <a:off x="2676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5" name="Freeform 731"/>
              <p:cNvSpPr>
                <a:spLocks/>
              </p:cNvSpPr>
              <p:nvPr/>
            </p:nvSpPr>
            <p:spPr bwMode="auto">
              <a:xfrm>
                <a:off x="2298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6" name="Freeform 732"/>
              <p:cNvSpPr>
                <a:spLocks/>
              </p:cNvSpPr>
              <p:nvPr/>
            </p:nvSpPr>
            <p:spPr bwMode="auto">
              <a:xfrm>
                <a:off x="3012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7" name="Freeform 733"/>
              <p:cNvSpPr>
                <a:spLocks/>
              </p:cNvSpPr>
              <p:nvPr/>
            </p:nvSpPr>
            <p:spPr bwMode="auto">
              <a:xfrm>
                <a:off x="2802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8" name="Freeform 734"/>
              <p:cNvSpPr>
                <a:spLocks/>
              </p:cNvSpPr>
              <p:nvPr/>
            </p:nvSpPr>
            <p:spPr bwMode="auto">
              <a:xfrm>
                <a:off x="2658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9" name="Freeform 735"/>
              <p:cNvSpPr>
                <a:spLocks/>
              </p:cNvSpPr>
              <p:nvPr/>
            </p:nvSpPr>
            <p:spPr bwMode="auto">
              <a:xfrm>
                <a:off x="2910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0" name="Freeform 736"/>
              <p:cNvSpPr>
                <a:spLocks/>
              </p:cNvSpPr>
              <p:nvPr/>
            </p:nvSpPr>
            <p:spPr bwMode="auto">
              <a:xfrm>
                <a:off x="2538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1" name="Freeform 737"/>
              <p:cNvSpPr>
                <a:spLocks/>
              </p:cNvSpPr>
              <p:nvPr/>
            </p:nvSpPr>
            <p:spPr bwMode="auto">
              <a:xfrm>
                <a:off x="3384" y="18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2" name="Freeform 738"/>
              <p:cNvSpPr>
                <a:spLocks/>
              </p:cNvSpPr>
              <p:nvPr/>
            </p:nvSpPr>
            <p:spPr bwMode="auto">
              <a:xfrm>
                <a:off x="2850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3" name="Freeform 739"/>
              <p:cNvSpPr>
                <a:spLocks/>
              </p:cNvSpPr>
              <p:nvPr/>
            </p:nvSpPr>
            <p:spPr bwMode="auto">
              <a:xfrm>
                <a:off x="3264" y="20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4" name="Freeform 740"/>
              <p:cNvSpPr>
                <a:spLocks/>
              </p:cNvSpPr>
              <p:nvPr/>
            </p:nvSpPr>
            <p:spPr bwMode="auto">
              <a:xfrm>
                <a:off x="2952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5" name="Freeform 741"/>
              <p:cNvSpPr>
                <a:spLocks/>
              </p:cNvSpPr>
              <p:nvPr/>
            </p:nvSpPr>
            <p:spPr bwMode="auto">
              <a:xfrm>
                <a:off x="2826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6" name="Freeform 742"/>
              <p:cNvSpPr>
                <a:spLocks/>
              </p:cNvSpPr>
              <p:nvPr/>
            </p:nvSpPr>
            <p:spPr bwMode="auto">
              <a:xfrm>
                <a:off x="3282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7" name="Freeform 743"/>
              <p:cNvSpPr>
                <a:spLocks/>
              </p:cNvSpPr>
              <p:nvPr/>
            </p:nvSpPr>
            <p:spPr bwMode="auto">
              <a:xfrm>
                <a:off x="2388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8" name="Freeform 744"/>
              <p:cNvSpPr>
                <a:spLocks/>
              </p:cNvSpPr>
              <p:nvPr/>
            </p:nvSpPr>
            <p:spPr bwMode="auto">
              <a:xfrm>
                <a:off x="3012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9" name="Freeform 745"/>
              <p:cNvSpPr>
                <a:spLocks/>
              </p:cNvSpPr>
              <p:nvPr/>
            </p:nvSpPr>
            <p:spPr bwMode="auto">
              <a:xfrm>
                <a:off x="2850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0" name="Freeform 746"/>
              <p:cNvSpPr>
                <a:spLocks/>
              </p:cNvSpPr>
              <p:nvPr/>
            </p:nvSpPr>
            <p:spPr bwMode="auto">
              <a:xfrm>
                <a:off x="2784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1" name="Freeform 747"/>
              <p:cNvSpPr>
                <a:spLocks/>
              </p:cNvSpPr>
              <p:nvPr/>
            </p:nvSpPr>
            <p:spPr bwMode="auto">
              <a:xfrm>
                <a:off x="2628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2" name="Freeform 748"/>
              <p:cNvSpPr>
                <a:spLocks/>
              </p:cNvSpPr>
              <p:nvPr/>
            </p:nvSpPr>
            <p:spPr bwMode="auto">
              <a:xfrm>
                <a:off x="2508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3" name="Freeform 749"/>
              <p:cNvSpPr>
                <a:spLocks/>
              </p:cNvSpPr>
              <p:nvPr/>
            </p:nvSpPr>
            <p:spPr bwMode="auto">
              <a:xfrm>
                <a:off x="3048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4" name="Freeform 750"/>
              <p:cNvSpPr>
                <a:spLocks/>
              </p:cNvSpPr>
              <p:nvPr/>
            </p:nvSpPr>
            <p:spPr bwMode="auto">
              <a:xfrm>
                <a:off x="2772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5" name="Freeform 751"/>
              <p:cNvSpPr>
                <a:spLocks/>
              </p:cNvSpPr>
              <p:nvPr/>
            </p:nvSpPr>
            <p:spPr bwMode="auto">
              <a:xfrm>
                <a:off x="2928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6" name="Freeform 752"/>
              <p:cNvSpPr>
                <a:spLocks/>
              </p:cNvSpPr>
              <p:nvPr/>
            </p:nvSpPr>
            <p:spPr bwMode="auto">
              <a:xfrm>
                <a:off x="3276" y="20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7" name="Freeform 753"/>
              <p:cNvSpPr>
                <a:spLocks/>
              </p:cNvSpPr>
              <p:nvPr/>
            </p:nvSpPr>
            <p:spPr bwMode="auto">
              <a:xfrm>
                <a:off x="3000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8" name="Freeform 754"/>
              <p:cNvSpPr>
                <a:spLocks/>
              </p:cNvSpPr>
              <p:nvPr/>
            </p:nvSpPr>
            <p:spPr bwMode="auto">
              <a:xfrm>
                <a:off x="2940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9" name="Freeform 755"/>
              <p:cNvSpPr>
                <a:spLocks/>
              </p:cNvSpPr>
              <p:nvPr/>
            </p:nvSpPr>
            <p:spPr bwMode="auto">
              <a:xfrm>
                <a:off x="2832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0" name="Freeform 756"/>
              <p:cNvSpPr>
                <a:spLocks/>
              </p:cNvSpPr>
              <p:nvPr/>
            </p:nvSpPr>
            <p:spPr bwMode="auto">
              <a:xfrm>
                <a:off x="2562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1" name="Freeform 757"/>
              <p:cNvSpPr>
                <a:spLocks/>
              </p:cNvSpPr>
              <p:nvPr/>
            </p:nvSpPr>
            <p:spPr bwMode="auto">
              <a:xfrm>
                <a:off x="2796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2" name="Freeform 758"/>
              <p:cNvSpPr>
                <a:spLocks/>
              </p:cNvSpPr>
              <p:nvPr/>
            </p:nvSpPr>
            <p:spPr bwMode="auto">
              <a:xfrm>
                <a:off x="2820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3" name="Freeform 759"/>
              <p:cNvSpPr>
                <a:spLocks/>
              </p:cNvSpPr>
              <p:nvPr/>
            </p:nvSpPr>
            <p:spPr bwMode="auto">
              <a:xfrm>
                <a:off x="2736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4" name="Freeform 760"/>
              <p:cNvSpPr>
                <a:spLocks/>
              </p:cNvSpPr>
              <p:nvPr/>
            </p:nvSpPr>
            <p:spPr bwMode="auto">
              <a:xfrm>
                <a:off x="2502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5" name="Freeform 761"/>
              <p:cNvSpPr>
                <a:spLocks/>
              </p:cNvSpPr>
              <p:nvPr/>
            </p:nvSpPr>
            <p:spPr bwMode="auto">
              <a:xfrm>
                <a:off x="2796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6" name="Freeform 762"/>
              <p:cNvSpPr>
                <a:spLocks/>
              </p:cNvSpPr>
              <p:nvPr/>
            </p:nvSpPr>
            <p:spPr bwMode="auto">
              <a:xfrm>
                <a:off x="3204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7" name="Freeform 763"/>
              <p:cNvSpPr>
                <a:spLocks/>
              </p:cNvSpPr>
              <p:nvPr/>
            </p:nvSpPr>
            <p:spPr bwMode="auto">
              <a:xfrm>
                <a:off x="3006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8" name="Freeform 764"/>
              <p:cNvSpPr>
                <a:spLocks/>
              </p:cNvSpPr>
              <p:nvPr/>
            </p:nvSpPr>
            <p:spPr bwMode="auto">
              <a:xfrm>
                <a:off x="2892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9" name="Freeform 765"/>
              <p:cNvSpPr>
                <a:spLocks/>
              </p:cNvSpPr>
              <p:nvPr/>
            </p:nvSpPr>
            <p:spPr bwMode="auto">
              <a:xfrm>
                <a:off x="2844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0" name="Freeform 766"/>
              <p:cNvSpPr>
                <a:spLocks/>
              </p:cNvSpPr>
              <p:nvPr/>
            </p:nvSpPr>
            <p:spPr bwMode="auto">
              <a:xfrm>
                <a:off x="2610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1" name="Freeform 767"/>
              <p:cNvSpPr>
                <a:spLocks/>
              </p:cNvSpPr>
              <p:nvPr/>
            </p:nvSpPr>
            <p:spPr bwMode="auto">
              <a:xfrm>
                <a:off x="2706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2" name="Freeform 768"/>
              <p:cNvSpPr>
                <a:spLocks/>
              </p:cNvSpPr>
              <p:nvPr/>
            </p:nvSpPr>
            <p:spPr bwMode="auto">
              <a:xfrm>
                <a:off x="3138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3" name="Freeform 769"/>
              <p:cNvSpPr>
                <a:spLocks/>
              </p:cNvSpPr>
              <p:nvPr/>
            </p:nvSpPr>
            <p:spPr bwMode="auto">
              <a:xfrm>
                <a:off x="3210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4" name="Freeform 770"/>
              <p:cNvSpPr>
                <a:spLocks/>
              </p:cNvSpPr>
              <p:nvPr/>
            </p:nvSpPr>
            <p:spPr bwMode="auto">
              <a:xfrm>
                <a:off x="2598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5" name="Freeform 771"/>
              <p:cNvSpPr>
                <a:spLocks/>
              </p:cNvSpPr>
              <p:nvPr/>
            </p:nvSpPr>
            <p:spPr bwMode="auto">
              <a:xfrm>
                <a:off x="3210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6" name="Freeform 772"/>
              <p:cNvSpPr>
                <a:spLocks/>
              </p:cNvSpPr>
              <p:nvPr/>
            </p:nvSpPr>
            <p:spPr bwMode="auto">
              <a:xfrm>
                <a:off x="2856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7" name="Freeform 773"/>
              <p:cNvSpPr>
                <a:spLocks/>
              </p:cNvSpPr>
              <p:nvPr/>
            </p:nvSpPr>
            <p:spPr bwMode="auto">
              <a:xfrm>
                <a:off x="2952" y="19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8" name="Freeform 774"/>
              <p:cNvSpPr>
                <a:spLocks/>
              </p:cNvSpPr>
              <p:nvPr/>
            </p:nvSpPr>
            <p:spPr bwMode="auto">
              <a:xfrm>
                <a:off x="2586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9" name="Freeform 775"/>
              <p:cNvSpPr>
                <a:spLocks/>
              </p:cNvSpPr>
              <p:nvPr/>
            </p:nvSpPr>
            <p:spPr bwMode="auto">
              <a:xfrm>
                <a:off x="3138" y="20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0" name="Freeform 776"/>
              <p:cNvSpPr>
                <a:spLocks/>
              </p:cNvSpPr>
              <p:nvPr/>
            </p:nvSpPr>
            <p:spPr bwMode="auto">
              <a:xfrm>
                <a:off x="2448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1" name="Freeform 777"/>
              <p:cNvSpPr>
                <a:spLocks/>
              </p:cNvSpPr>
              <p:nvPr/>
            </p:nvSpPr>
            <p:spPr bwMode="auto">
              <a:xfrm>
                <a:off x="2664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2" name="Freeform 778"/>
              <p:cNvSpPr>
                <a:spLocks/>
              </p:cNvSpPr>
              <p:nvPr/>
            </p:nvSpPr>
            <p:spPr bwMode="auto">
              <a:xfrm>
                <a:off x="2688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3" name="Freeform 779"/>
              <p:cNvSpPr>
                <a:spLocks/>
              </p:cNvSpPr>
              <p:nvPr/>
            </p:nvSpPr>
            <p:spPr bwMode="auto">
              <a:xfrm>
                <a:off x="3366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4" name="Freeform 780"/>
              <p:cNvSpPr>
                <a:spLocks/>
              </p:cNvSpPr>
              <p:nvPr/>
            </p:nvSpPr>
            <p:spPr bwMode="auto">
              <a:xfrm>
                <a:off x="2688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5" name="Freeform 781"/>
              <p:cNvSpPr>
                <a:spLocks/>
              </p:cNvSpPr>
              <p:nvPr/>
            </p:nvSpPr>
            <p:spPr bwMode="auto">
              <a:xfrm>
                <a:off x="2628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6" name="Freeform 782"/>
              <p:cNvSpPr>
                <a:spLocks/>
              </p:cNvSpPr>
              <p:nvPr/>
            </p:nvSpPr>
            <p:spPr bwMode="auto">
              <a:xfrm>
                <a:off x="3072" y="27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7" name="Freeform 783"/>
              <p:cNvSpPr>
                <a:spLocks/>
              </p:cNvSpPr>
              <p:nvPr/>
            </p:nvSpPr>
            <p:spPr bwMode="auto">
              <a:xfrm>
                <a:off x="292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8" name="Freeform 784"/>
              <p:cNvSpPr>
                <a:spLocks/>
              </p:cNvSpPr>
              <p:nvPr/>
            </p:nvSpPr>
            <p:spPr bwMode="auto">
              <a:xfrm>
                <a:off x="3168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9" name="Freeform 785"/>
              <p:cNvSpPr>
                <a:spLocks/>
              </p:cNvSpPr>
              <p:nvPr/>
            </p:nvSpPr>
            <p:spPr bwMode="auto">
              <a:xfrm>
                <a:off x="2874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0" name="Freeform 786"/>
              <p:cNvSpPr>
                <a:spLocks/>
              </p:cNvSpPr>
              <p:nvPr/>
            </p:nvSpPr>
            <p:spPr bwMode="auto">
              <a:xfrm>
                <a:off x="3162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1" name="Freeform 787"/>
              <p:cNvSpPr>
                <a:spLocks/>
              </p:cNvSpPr>
              <p:nvPr/>
            </p:nvSpPr>
            <p:spPr bwMode="auto">
              <a:xfrm>
                <a:off x="3276" y="20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2" name="Freeform 788"/>
              <p:cNvSpPr>
                <a:spLocks/>
              </p:cNvSpPr>
              <p:nvPr/>
            </p:nvSpPr>
            <p:spPr bwMode="auto">
              <a:xfrm>
                <a:off x="2760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3" name="Freeform 789"/>
              <p:cNvSpPr>
                <a:spLocks/>
              </p:cNvSpPr>
              <p:nvPr/>
            </p:nvSpPr>
            <p:spPr bwMode="auto">
              <a:xfrm>
                <a:off x="3174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4" name="Freeform 790"/>
              <p:cNvSpPr>
                <a:spLocks/>
              </p:cNvSpPr>
              <p:nvPr/>
            </p:nvSpPr>
            <p:spPr bwMode="auto">
              <a:xfrm>
                <a:off x="2496" y="28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5" name="Freeform 791"/>
              <p:cNvSpPr>
                <a:spLocks/>
              </p:cNvSpPr>
              <p:nvPr/>
            </p:nvSpPr>
            <p:spPr bwMode="auto">
              <a:xfrm>
                <a:off x="2892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6" name="Freeform 792"/>
              <p:cNvSpPr>
                <a:spLocks/>
              </p:cNvSpPr>
              <p:nvPr/>
            </p:nvSpPr>
            <p:spPr bwMode="auto">
              <a:xfrm>
                <a:off x="2664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7" name="Freeform 793"/>
              <p:cNvSpPr>
                <a:spLocks/>
              </p:cNvSpPr>
              <p:nvPr/>
            </p:nvSpPr>
            <p:spPr bwMode="auto">
              <a:xfrm>
                <a:off x="2862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8" name="Freeform 794"/>
              <p:cNvSpPr>
                <a:spLocks/>
              </p:cNvSpPr>
              <p:nvPr/>
            </p:nvSpPr>
            <p:spPr bwMode="auto">
              <a:xfrm>
                <a:off x="3150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9" name="Freeform 795"/>
              <p:cNvSpPr>
                <a:spLocks/>
              </p:cNvSpPr>
              <p:nvPr/>
            </p:nvSpPr>
            <p:spPr bwMode="auto">
              <a:xfrm>
                <a:off x="2796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0" name="Freeform 796"/>
              <p:cNvSpPr>
                <a:spLocks/>
              </p:cNvSpPr>
              <p:nvPr/>
            </p:nvSpPr>
            <p:spPr bwMode="auto">
              <a:xfrm>
                <a:off x="3210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1" name="Freeform 797"/>
              <p:cNvSpPr>
                <a:spLocks/>
              </p:cNvSpPr>
              <p:nvPr/>
            </p:nvSpPr>
            <p:spPr bwMode="auto">
              <a:xfrm>
                <a:off x="2844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2" name="Freeform 798"/>
              <p:cNvSpPr>
                <a:spLocks/>
              </p:cNvSpPr>
              <p:nvPr/>
            </p:nvSpPr>
            <p:spPr bwMode="auto">
              <a:xfrm>
                <a:off x="2814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3" name="Freeform 799"/>
              <p:cNvSpPr>
                <a:spLocks/>
              </p:cNvSpPr>
              <p:nvPr/>
            </p:nvSpPr>
            <p:spPr bwMode="auto">
              <a:xfrm>
                <a:off x="2598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4" name="Freeform 800"/>
              <p:cNvSpPr>
                <a:spLocks/>
              </p:cNvSpPr>
              <p:nvPr/>
            </p:nvSpPr>
            <p:spPr bwMode="auto">
              <a:xfrm>
                <a:off x="2766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5" name="Freeform 801"/>
              <p:cNvSpPr>
                <a:spLocks/>
              </p:cNvSpPr>
              <p:nvPr/>
            </p:nvSpPr>
            <p:spPr bwMode="auto">
              <a:xfrm>
                <a:off x="2544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6" name="Freeform 802"/>
              <p:cNvSpPr>
                <a:spLocks/>
              </p:cNvSpPr>
              <p:nvPr/>
            </p:nvSpPr>
            <p:spPr bwMode="auto">
              <a:xfrm>
                <a:off x="2922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7" name="Freeform 803"/>
              <p:cNvSpPr>
                <a:spLocks/>
              </p:cNvSpPr>
              <p:nvPr/>
            </p:nvSpPr>
            <p:spPr bwMode="auto">
              <a:xfrm>
                <a:off x="2904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8" name="Freeform 804"/>
              <p:cNvSpPr>
                <a:spLocks/>
              </p:cNvSpPr>
              <p:nvPr/>
            </p:nvSpPr>
            <p:spPr bwMode="auto">
              <a:xfrm>
                <a:off x="2340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9" name="Freeform 805"/>
              <p:cNvSpPr>
                <a:spLocks/>
              </p:cNvSpPr>
              <p:nvPr/>
            </p:nvSpPr>
            <p:spPr bwMode="auto">
              <a:xfrm>
                <a:off x="2994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50" name="Freeform 806"/>
              <p:cNvSpPr>
                <a:spLocks/>
              </p:cNvSpPr>
              <p:nvPr/>
            </p:nvSpPr>
            <p:spPr bwMode="auto">
              <a:xfrm>
                <a:off x="2496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51" name="Freeform 807"/>
              <p:cNvSpPr>
                <a:spLocks/>
              </p:cNvSpPr>
              <p:nvPr/>
            </p:nvSpPr>
            <p:spPr bwMode="auto">
              <a:xfrm>
                <a:off x="2628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8" name="Group 1009"/>
            <p:cNvGrpSpPr>
              <a:grpSpLocks/>
            </p:cNvGrpSpPr>
            <p:nvPr/>
          </p:nvGrpSpPr>
          <p:grpSpPr bwMode="auto">
            <a:xfrm>
              <a:off x="1878" y="1845"/>
              <a:ext cx="1794" cy="1314"/>
              <a:chOff x="1878" y="1845"/>
              <a:chExt cx="1794" cy="1314"/>
            </a:xfrm>
          </p:grpSpPr>
          <p:sp>
            <p:nvSpPr>
              <p:cNvPr id="60352" name="Freeform 809"/>
              <p:cNvSpPr>
                <a:spLocks/>
              </p:cNvSpPr>
              <p:nvPr/>
            </p:nvSpPr>
            <p:spPr bwMode="auto">
              <a:xfrm>
                <a:off x="2814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53" name="Freeform 810"/>
              <p:cNvSpPr>
                <a:spLocks/>
              </p:cNvSpPr>
              <p:nvPr/>
            </p:nvSpPr>
            <p:spPr bwMode="auto">
              <a:xfrm>
                <a:off x="3024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54" name="Freeform 811"/>
              <p:cNvSpPr>
                <a:spLocks/>
              </p:cNvSpPr>
              <p:nvPr/>
            </p:nvSpPr>
            <p:spPr bwMode="auto">
              <a:xfrm>
                <a:off x="2616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55" name="Freeform 812"/>
              <p:cNvSpPr>
                <a:spLocks/>
              </p:cNvSpPr>
              <p:nvPr/>
            </p:nvSpPr>
            <p:spPr bwMode="auto">
              <a:xfrm>
                <a:off x="3060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56" name="Freeform 813"/>
              <p:cNvSpPr>
                <a:spLocks/>
              </p:cNvSpPr>
              <p:nvPr/>
            </p:nvSpPr>
            <p:spPr bwMode="auto">
              <a:xfrm>
                <a:off x="2268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57" name="Freeform 814"/>
              <p:cNvSpPr>
                <a:spLocks/>
              </p:cNvSpPr>
              <p:nvPr/>
            </p:nvSpPr>
            <p:spPr bwMode="auto">
              <a:xfrm>
                <a:off x="2838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58" name="Freeform 815"/>
              <p:cNvSpPr>
                <a:spLocks/>
              </p:cNvSpPr>
              <p:nvPr/>
            </p:nvSpPr>
            <p:spPr bwMode="auto">
              <a:xfrm>
                <a:off x="2982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59" name="Freeform 816"/>
              <p:cNvSpPr>
                <a:spLocks/>
              </p:cNvSpPr>
              <p:nvPr/>
            </p:nvSpPr>
            <p:spPr bwMode="auto">
              <a:xfrm>
                <a:off x="2556" y="29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0" name="Freeform 817"/>
              <p:cNvSpPr>
                <a:spLocks/>
              </p:cNvSpPr>
              <p:nvPr/>
            </p:nvSpPr>
            <p:spPr bwMode="auto">
              <a:xfrm>
                <a:off x="2394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1" name="Freeform 818"/>
              <p:cNvSpPr>
                <a:spLocks/>
              </p:cNvSpPr>
              <p:nvPr/>
            </p:nvSpPr>
            <p:spPr bwMode="auto">
              <a:xfrm>
                <a:off x="3060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2" name="Freeform 819"/>
              <p:cNvSpPr>
                <a:spLocks/>
              </p:cNvSpPr>
              <p:nvPr/>
            </p:nvSpPr>
            <p:spPr bwMode="auto">
              <a:xfrm>
                <a:off x="3036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3" name="Freeform 820"/>
              <p:cNvSpPr>
                <a:spLocks/>
              </p:cNvSpPr>
              <p:nvPr/>
            </p:nvSpPr>
            <p:spPr bwMode="auto">
              <a:xfrm>
                <a:off x="2736" y="29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4" name="Freeform 821"/>
              <p:cNvSpPr>
                <a:spLocks/>
              </p:cNvSpPr>
              <p:nvPr/>
            </p:nvSpPr>
            <p:spPr bwMode="auto">
              <a:xfrm>
                <a:off x="2940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5" name="Freeform 822"/>
              <p:cNvSpPr>
                <a:spLocks/>
              </p:cNvSpPr>
              <p:nvPr/>
            </p:nvSpPr>
            <p:spPr bwMode="auto">
              <a:xfrm>
                <a:off x="3360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6" name="Freeform 823"/>
              <p:cNvSpPr>
                <a:spLocks/>
              </p:cNvSpPr>
              <p:nvPr/>
            </p:nvSpPr>
            <p:spPr bwMode="auto">
              <a:xfrm>
                <a:off x="2868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7" name="Freeform 824"/>
              <p:cNvSpPr>
                <a:spLocks/>
              </p:cNvSpPr>
              <p:nvPr/>
            </p:nvSpPr>
            <p:spPr bwMode="auto">
              <a:xfrm>
                <a:off x="2754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8" name="Freeform 825"/>
              <p:cNvSpPr>
                <a:spLocks/>
              </p:cNvSpPr>
              <p:nvPr/>
            </p:nvSpPr>
            <p:spPr bwMode="auto">
              <a:xfrm>
                <a:off x="2628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9" name="Freeform 826"/>
              <p:cNvSpPr>
                <a:spLocks/>
              </p:cNvSpPr>
              <p:nvPr/>
            </p:nvSpPr>
            <p:spPr bwMode="auto">
              <a:xfrm>
                <a:off x="2826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0" name="Freeform 827"/>
              <p:cNvSpPr>
                <a:spLocks/>
              </p:cNvSpPr>
              <p:nvPr/>
            </p:nvSpPr>
            <p:spPr bwMode="auto">
              <a:xfrm>
                <a:off x="2712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1" name="Freeform 828"/>
              <p:cNvSpPr>
                <a:spLocks/>
              </p:cNvSpPr>
              <p:nvPr/>
            </p:nvSpPr>
            <p:spPr bwMode="auto">
              <a:xfrm>
                <a:off x="2988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2" name="Freeform 829"/>
              <p:cNvSpPr>
                <a:spLocks/>
              </p:cNvSpPr>
              <p:nvPr/>
            </p:nvSpPr>
            <p:spPr bwMode="auto">
              <a:xfrm>
                <a:off x="2286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3" name="Freeform 830"/>
              <p:cNvSpPr>
                <a:spLocks/>
              </p:cNvSpPr>
              <p:nvPr/>
            </p:nvSpPr>
            <p:spPr bwMode="auto">
              <a:xfrm>
                <a:off x="3192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4" name="Freeform 831"/>
              <p:cNvSpPr>
                <a:spLocks/>
              </p:cNvSpPr>
              <p:nvPr/>
            </p:nvSpPr>
            <p:spPr bwMode="auto">
              <a:xfrm>
                <a:off x="3462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5" name="Freeform 832"/>
              <p:cNvSpPr>
                <a:spLocks/>
              </p:cNvSpPr>
              <p:nvPr/>
            </p:nvSpPr>
            <p:spPr bwMode="auto">
              <a:xfrm>
                <a:off x="2856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6" name="Freeform 833"/>
              <p:cNvSpPr>
                <a:spLocks/>
              </p:cNvSpPr>
              <p:nvPr/>
            </p:nvSpPr>
            <p:spPr bwMode="auto">
              <a:xfrm>
                <a:off x="2586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7" name="Freeform 834"/>
              <p:cNvSpPr>
                <a:spLocks/>
              </p:cNvSpPr>
              <p:nvPr/>
            </p:nvSpPr>
            <p:spPr bwMode="auto">
              <a:xfrm>
                <a:off x="3660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8" name="Freeform 835"/>
              <p:cNvSpPr>
                <a:spLocks/>
              </p:cNvSpPr>
              <p:nvPr/>
            </p:nvSpPr>
            <p:spPr bwMode="auto">
              <a:xfrm>
                <a:off x="3036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9" name="Freeform 836"/>
              <p:cNvSpPr>
                <a:spLocks/>
              </p:cNvSpPr>
              <p:nvPr/>
            </p:nvSpPr>
            <p:spPr bwMode="auto">
              <a:xfrm>
                <a:off x="2982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0" name="Freeform 837"/>
              <p:cNvSpPr>
                <a:spLocks/>
              </p:cNvSpPr>
              <p:nvPr/>
            </p:nvSpPr>
            <p:spPr bwMode="auto">
              <a:xfrm>
                <a:off x="3270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1" name="Freeform 838"/>
              <p:cNvSpPr>
                <a:spLocks/>
              </p:cNvSpPr>
              <p:nvPr/>
            </p:nvSpPr>
            <p:spPr bwMode="auto">
              <a:xfrm>
                <a:off x="2430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2" name="Freeform 839"/>
              <p:cNvSpPr>
                <a:spLocks/>
              </p:cNvSpPr>
              <p:nvPr/>
            </p:nvSpPr>
            <p:spPr bwMode="auto">
              <a:xfrm>
                <a:off x="2688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3" name="Freeform 840"/>
              <p:cNvSpPr>
                <a:spLocks/>
              </p:cNvSpPr>
              <p:nvPr/>
            </p:nvSpPr>
            <p:spPr bwMode="auto">
              <a:xfrm>
                <a:off x="2730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4" name="Freeform 841"/>
              <p:cNvSpPr>
                <a:spLocks/>
              </p:cNvSpPr>
              <p:nvPr/>
            </p:nvSpPr>
            <p:spPr bwMode="auto">
              <a:xfrm>
                <a:off x="3102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5" name="Freeform 842"/>
              <p:cNvSpPr>
                <a:spLocks/>
              </p:cNvSpPr>
              <p:nvPr/>
            </p:nvSpPr>
            <p:spPr bwMode="auto">
              <a:xfrm>
                <a:off x="3024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6" name="Freeform 843"/>
              <p:cNvSpPr>
                <a:spLocks/>
              </p:cNvSpPr>
              <p:nvPr/>
            </p:nvSpPr>
            <p:spPr bwMode="auto">
              <a:xfrm>
                <a:off x="2856" y="21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7" name="Freeform 844"/>
              <p:cNvSpPr>
                <a:spLocks/>
              </p:cNvSpPr>
              <p:nvPr/>
            </p:nvSpPr>
            <p:spPr bwMode="auto">
              <a:xfrm>
                <a:off x="2748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8" name="Freeform 845"/>
              <p:cNvSpPr>
                <a:spLocks/>
              </p:cNvSpPr>
              <p:nvPr/>
            </p:nvSpPr>
            <p:spPr bwMode="auto">
              <a:xfrm>
                <a:off x="2490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9" name="Freeform 846"/>
              <p:cNvSpPr>
                <a:spLocks/>
              </p:cNvSpPr>
              <p:nvPr/>
            </p:nvSpPr>
            <p:spPr bwMode="auto">
              <a:xfrm>
                <a:off x="2748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0" name="Freeform 847"/>
              <p:cNvSpPr>
                <a:spLocks/>
              </p:cNvSpPr>
              <p:nvPr/>
            </p:nvSpPr>
            <p:spPr bwMode="auto">
              <a:xfrm>
                <a:off x="2970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1" name="Freeform 848"/>
              <p:cNvSpPr>
                <a:spLocks/>
              </p:cNvSpPr>
              <p:nvPr/>
            </p:nvSpPr>
            <p:spPr bwMode="auto">
              <a:xfrm>
                <a:off x="2802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2" name="Freeform 849"/>
              <p:cNvSpPr>
                <a:spLocks/>
              </p:cNvSpPr>
              <p:nvPr/>
            </p:nvSpPr>
            <p:spPr bwMode="auto">
              <a:xfrm>
                <a:off x="3300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3" name="Freeform 850"/>
              <p:cNvSpPr>
                <a:spLocks/>
              </p:cNvSpPr>
              <p:nvPr/>
            </p:nvSpPr>
            <p:spPr bwMode="auto">
              <a:xfrm>
                <a:off x="2970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4" name="Freeform 851"/>
              <p:cNvSpPr>
                <a:spLocks/>
              </p:cNvSpPr>
              <p:nvPr/>
            </p:nvSpPr>
            <p:spPr bwMode="auto">
              <a:xfrm>
                <a:off x="2868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5" name="Freeform 852"/>
              <p:cNvSpPr>
                <a:spLocks/>
              </p:cNvSpPr>
              <p:nvPr/>
            </p:nvSpPr>
            <p:spPr bwMode="auto">
              <a:xfrm>
                <a:off x="2664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6" name="Freeform 853"/>
              <p:cNvSpPr>
                <a:spLocks/>
              </p:cNvSpPr>
              <p:nvPr/>
            </p:nvSpPr>
            <p:spPr bwMode="auto">
              <a:xfrm>
                <a:off x="3102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7" name="Freeform 854"/>
              <p:cNvSpPr>
                <a:spLocks/>
              </p:cNvSpPr>
              <p:nvPr/>
            </p:nvSpPr>
            <p:spPr bwMode="auto">
              <a:xfrm>
                <a:off x="2604" y="28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8" name="Freeform 855"/>
              <p:cNvSpPr>
                <a:spLocks/>
              </p:cNvSpPr>
              <p:nvPr/>
            </p:nvSpPr>
            <p:spPr bwMode="auto">
              <a:xfrm>
                <a:off x="2844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9" name="Freeform 856"/>
              <p:cNvSpPr>
                <a:spLocks/>
              </p:cNvSpPr>
              <p:nvPr/>
            </p:nvSpPr>
            <p:spPr bwMode="auto">
              <a:xfrm>
                <a:off x="3366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00" name="Freeform 857"/>
              <p:cNvSpPr>
                <a:spLocks/>
              </p:cNvSpPr>
              <p:nvPr/>
            </p:nvSpPr>
            <p:spPr bwMode="auto">
              <a:xfrm>
                <a:off x="2736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01" name="Freeform 858"/>
              <p:cNvSpPr>
                <a:spLocks/>
              </p:cNvSpPr>
              <p:nvPr/>
            </p:nvSpPr>
            <p:spPr bwMode="auto">
              <a:xfrm>
                <a:off x="3132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02" name="Freeform 859"/>
              <p:cNvSpPr>
                <a:spLocks/>
              </p:cNvSpPr>
              <p:nvPr/>
            </p:nvSpPr>
            <p:spPr bwMode="auto">
              <a:xfrm>
                <a:off x="2598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03" name="Freeform 860"/>
              <p:cNvSpPr>
                <a:spLocks/>
              </p:cNvSpPr>
              <p:nvPr/>
            </p:nvSpPr>
            <p:spPr bwMode="auto">
              <a:xfrm>
                <a:off x="2970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04" name="Freeform 861"/>
              <p:cNvSpPr>
                <a:spLocks/>
              </p:cNvSpPr>
              <p:nvPr/>
            </p:nvSpPr>
            <p:spPr bwMode="auto">
              <a:xfrm>
                <a:off x="2952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05" name="Freeform 862"/>
              <p:cNvSpPr>
                <a:spLocks/>
              </p:cNvSpPr>
              <p:nvPr/>
            </p:nvSpPr>
            <p:spPr bwMode="auto">
              <a:xfrm>
                <a:off x="3132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06" name="Freeform 863"/>
              <p:cNvSpPr>
                <a:spLocks/>
              </p:cNvSpPr>
              <p:nvPr/>
            </p:nvSpPr>
            <p:spPr bwMode="auto">
              <a:xfrm>
                <a:off x="2934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07" name="Freeform 864"/>
              <p:cNvSpPr>
                <a:spLocks/>
              </p:cNvSpPr>
              <p:nvPr/>
            </p:nvSpPr>
            <p:spPr bwMode="auto">
              <a:xfrm>
                <a:off x="2952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08" name="Freeform 865"/>
              <p:cNvSpPr>
                <a:spLocks/>
              </p:cNvSpPr>
              <p:nvPr/>
            </p:nvSpPr>
            <p:spPr bwMode="auto">
              <a:xfrm>
                <a:off x="2862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09" name="Freeform 866"/>
              <p:cNvSpPr>
                <a:spLocks/>
              </p:cNvSpPr>
              <p:nvPr/>
            </p:nvSpPr>
            <p:spPr bwMode="auto">
              <a:xfrm>
                <a:off x="2646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0" name="Freeform 867"/>
              <p:cNvSpPr>
                <a:spLocks/>
              </p:cNvSpPr>
              <p:nvPr/>
            </p:nvSpPr>
            <p:spPr bwMode="auto">
              <a:xfrm>
                <a:off x="3534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1" name="Freeform 868"/>
              <p:cNvSpPr>
                <a:spLocks/>
              </p:cNvSpPr>
              <p:nvPr/>
            </p:nvSpPr>
            <p:spPr bwMode="auto">
              <a:xfrm>
                <a:off x="3072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2" name="Freeform 869"/>
              <p:cNvSpPr>
                <a:spLocks/>
              </p:cNvSpPr>
              <p:nvPr/>
            </p:nvSpPr>
            <p:spPr bwMode="auto">
              <a:xfrm>
                <a:off x="3198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3" name="Freeform 870"/>
              <p:cNvSpPr>
                <a:spLocks/>
              </p:cNvSpPr>
              <p:nvPr/>
            </p:nvSpPr>
            <p:spPr bwMode="auto">
              <a:xfrm>
                <a:off x="262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4" name="Freeform 871"/>
              <p:cNvSpPr>
                <a:spLocks/>
              </p:cNvSpPr>
              <p:nvPr/>
            </p:nvSpPr>
            <p:spPr bwMode="auto">
              <a:xfrm>
                <a:off x="3084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5" name="Freeform 872"/>
              <p:cNvSpPr>
                <a:spLocks/>
              </p:cNvSpPr>
              <p:nvPr/>
            </p:nvSpPr>
            <p:spPr bwMode="auto">
              <a:xfrm>
                <a:off x="2916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6" name="Freeform 873"/>
              <p:cNvSpPr>
                <a:spLocks/>
              </p:cNvSpPr>
              <p:nvPr/>
            </p:nvSpPr>
            <p:spPr bwMode="auto">
              <a:xfrm>
                <a:off x="2940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7" name="Freeform 874"/>
              <p:cNvSpPr>
                <a:spLocks/>
              </p:cNvSpPr>
              <p:nvPr/>
            </p:nvSpPr>
            <p:spPr bwMode="auto">
              <a:xfrm>
                <a:off x="2736" y="28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8" name="Freeform 875"/>
              <p:cNvSpPr>
                <a:spLocks/>
              </p:cNvSpPr>
              <p:nvPr/>
            </p:nvSpPr>
            <p:spPr bwMode="auto">
              <a:xfrm>
                <a:off x="3000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9" name="Freeform 876"/>
              <p:cNvSpPr>
                <a:spLocks/>
              </p:cNvSpPr>
              <p:nvPr/>
            </p:nvSpPr>
            <p:spPr bwMode="auto">
              <a:xfrm>
                <a:off x="2478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0" name="Freeform 877"/>
              <p:cNvSpPr>
                <a:spLocks/>
              </p:cNvSpPr>
              <p:nvPr/>
            </p:nvSpPr>
            <p:spPr bwMode="auto">
              <a:xfrm>
                <a:off x="3024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1" name="Freeform 878"/>
              <p:cNvSpPr>
                <a:spLocks/>
              </p:cNvSpPr>
              <p:nvPr/>
            </p:nvSpPr>
            <p:spPr bwMode="auto">
              <a:xfrm>
                <a:off x="2874" y="28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2" name="Freeform 879"/>
              <p:cNvSpPr>
                <a:spLocks/>
              </p:cNvSpPr>
              <p:nvPr/>
            </p:nvSpPr>
            <p:spPr bwMode="auto">
              <a:xfrm>
                <a:off x="2688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3" name="Freeform 880"/>
              <p:cNvSpPr>
                <a:spLocks/>
              </p:cNvSpPr>
              <p:nvPr/>
            </p:nvSpPr>
            <p:spPr bwMode="auto">
              <a:xfrm>
                <a:off x="2748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4" name="Freeform 881"/>
              <p:cNvSpPr>
                <a:spLocks/>
              </p:cNvSpPr>
              <p:nvPr/>
            </p:nvSpPr>
            <p:spPr bwMode="auto">
              <a:xfrm>
                <a:off x="2586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5" name="Freeform 882"/>
              <p:cNvSpPr>
                <a:spLocks/>
              </p:cNvSpPr>
              <p:nvPr/>
            </p:nvSpPr>
            <p:spPr bwMode="auto">
              <a:xfrm>
                <a:off x="3156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6" name="Freeform 883"/>
              <p:cNvSpPr>
                <a:spLocks/>
              </p:cNvSpPr>
              <p:nvPr/>
            </p:nvSpPr>
            <p:spPr bwMode="auto">
              <a:xfrm>
                <a:off x="2760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7" name="Freeform 884"/>
              <p:cNvSpPr>
                <a:spLocks/>
              </p:cNvSpPr>
              <p:nvPr/>
            </p:nvSpPr>
            <p:spPr bwMode="auto">
              <a:xfrm>
                <a:off x="2718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8" name="Freeform 885"/>
              <p:cNvSpPr>
                <a:spLocks/>
              </p:cNvSpPr>
              <p:nvPr/>
            </p:nvSpPr>
            <p:spPr bwMode="auto">
              <a:xfrm>
                <a:off x="2862" y="20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9" name="Freeform 886"/>
              <p:cNvSpPr>
                <a:spLocks/>
              </p:cNvSpPr>
              <p:nvPr/>
            </p:nvSpPr>
            <p:spPr bwMode="auto">
              <a:xfrm>
                <a:off x="2844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0" name="Freeform 887"/>
              <p:cNvSpPr>
                <a:spLocks/>
              </p:cNvSpPr>
              <p:nvPr/>
            </p:nvSpPr>
            <p:spPr bwMode="auto">
              <a:xfrm>
                <a:off x="2610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1" name="Freeform 888"/>
              <p:cNvSpPr>
                <a:spLocks/>
              </p:cNvSpPr>
              <p:nvPr/>
            </p:nvSpPr>
            <p:spPr bwMode="auto">
              <a:xfrm>
                <a:off x="3156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2" name="Freeform 889"/>
              <p:cNvSpPr>
                <a:spLocks/>
              </p:cNvSpPr>
              <p:nvPr/>
            </p:nvSpPr>
            <p:spPr bwMode="auto">
              <a:xfrm>
                <a:off x="2778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3" name="Freeform 890"/>
              <p:cNvSpPr>
                <a:spLocks/>
              </p:cNvSpPr>
              <p:nvPr/>
            </p:nvSpPr>
            <p:spPr bwMode="auto">
              <a:xfrm>
                <a:off x="2400" y="28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4" name="Freeform 891"/>
              <p:cNvSpPr>
                <a:spLocks/>
              </p:cNvSpPr>
              <p:nvPr/>
            </p:nvSpPr>
            <p:spPr bwMode="auto">
              <a:xfrm>
                <a:off x="2562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5" name="Freeform 892"/>
              <p:cNvSpPr>
                <a:spLocks/>
              </p:cNvSpPr>
              <p:nvPr/>
            </p:nvSpPr>
            <p:spPr bwMode="auto">
              <a:xfrm>
                <a:off x="3054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6" name="Freeform 893"/>
              <p:cNvSpPr>
                <a:spLocks/>
              </p:cNvSpPr>
              <p:nvPr/>
            </p:nvSpPr>
            <p:spPr bwMode="auto">
              <a:xfrm>
                <a:off x="2766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7" name="Freeform 894"/>
              <p:cNvSpPr>
                <a:spLocks/>
              </p:cNvSpPr>
              <p:nvPr/>
            </p:nvSpPr>
            <p:spPr bwMode="auto">
              <a:xfrm>
                <a:off x="2952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8" name="Freeform 895"/>
              <p:cNvSpPr>
                <a:spLocks/>
              </p:cNvSpPr>
              <p:nvPr/>
            </p:nvSpPr>
            <p:spPr bwMode="auto">
              <a:xfrm>
                <a:off x="2574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9" name="Freeform 896"/>
              <p:cNvSpPr>
                <a:spLocks/>
              </p:cNvSpPr>
              <p:nvPr/>
            </p:nvSpPr>
            <p:spPr bwMode="auto">
              <a:xfrm>
                <a:off x="3006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0" name="Freeform 897"/>
              <p:cNvSpPr>
                <a:spLocks/>
              </p:cNvSpPr>
              <p:nvPr/>
            </p:nvSpPr>
            <p:spPr bwMode="auto">
              <a:xfrm>
                <a:off x="3198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1" name="Freeform 898"/>
              <p:cNvSpPr>
                <a:spLocks/>
              </p:cNvSpPr>
              <p:nvPr/>
            </p:nvSpPr>
            <p:spPr bwMode="auto">
              <a:xfrm>
                <a:off x="3240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2" name="Freeform 899"/>
              <p:cNvSpPr>
                <a:spLocks/>
              </p:cNvSpPr>
              <p:nvPr/>
            </p:nvSpPr>
            <p:spPr bwMode="auto">
              <a:xfrm>
                <a:off x="2550" y="27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3" name="Freeform 900"/>
              <p:cNvSpPr>
                <a:spLocks/>
              </p:cNvSpPr>
              <p:nvPr/>
            </p:nvSpPr>
            <p:spPr bwMode="auto">
              <a:xfrm>
                <a:off x="3264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4" name="Freeform 901"/>
              <p:cNvSpPr>
                <a:spLocks/>
              </p:cNvSpPr>
              <p:nvPr/>
            </p:nvSpPr>
            <p:spPr bwMode="auto">
              <a:xfrm>
                <a:off x="2628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5" name="Freeform 902"/>
              <p:cNvSpPr>
                <a:spLocks/>
              </p:cNvSpPr>
              <p:nvPr/>
            </p:nvSpPr>
            <p:spPr bwMode="auto">
              <a:xfrm>
                <a:off x="2826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6" name="Freeform 903"/>
              <p:cNvSpPr>
                <a:spLocks/>
              </p:cNvSpPr>
              <p:nvPr/>
            </p:nvSpPr>
            <p:spPr bwMode="auto">
              <a:xfrm>
                <a:off x="2994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7" name="Freeform 904"/>
              <p:cNvSpPr>
                <a:spLocks/>
              </p:cNvSpPr>
              <p:nvPr/>
            </p:nvSpPr>
            <p:spPr bwMode="auto">
              <a:xfrm>
                <a:off x="2964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8" name="Freeform 905"/>
              <p:cNvSpPr>
                <a:spLocks/>
              </p:cNvSpPr>
              <p:nvPr/>
            </p:nvSpPr>
            <p:spPr bwMode="auto">
              <a:xfrm>
                <a:off x="2964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9" name="Freeform 906"/>
              <p:cNvSpPr>
                <a:spLocks/>
              </p:cNvSpPr>
              <p:nvPr/>
            </p:nvSpPr>
            <p:spPr bwMode="auto">
              <a:xfrm>
                <a:off x="3432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0" name="Freeform 907"/>
              <p:cNvSpPr>
                <a:spLocks/>
              </p:cNvSpPr>
              <p:nvPr/>
            </p:nvSpPr>
            <p:spPr bwMode="auto">
              <a:xfrm>
                <a:off x="2880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1" name="Freeform 908"/>
              <p:cNvSpPr>
                <a:spLocks/>
              </p:cNvSpPr>
              <p:nvPr/>
            </p:nvSpPr>
            <p:spPr bwMode="auto">
              <a:xfrm>
                <a:off x="2748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2" name="Freeform 909"/>
              <p:cNvSpPr>
                <a:spLocks/>
              </p:cNvSpPr>
              <p:nvPr/>
            </p:nvSpPr>
            <p:spPr bwMode="auto">
              <a:xfrm>
                <a:off x="2718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3" name="Freeform 910"/>
              <p:cNvSpPr>
                <a:spLocks/>
              </p:cNvSpPr>
              <p:nvPr/>
            </p:nvSpPr>
            <p:spPr bwMode="auto">
              <a:xfrm>
                <a:off x="2658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4" name="Freeform 911"/>
              <p:cNvSpPr>
                <a:spLocks/>
              </p:cNvSpPr>
              <p:nvPr/>
            </p:nvSpPr>
            <p:spPr bwMode="auto">
              <a:xfrm>
                <a:off x="2970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5" name="Freeform 912"/>
              <p:cNvSpPr>
                <a:spLocks/>
              </p:cNvSpPr>
              <p:nvPr/>
            </p:nvSpPr>
            <p:spPr bwMode="auto">
              <a:xfrm>
                <a:off x="2832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6" name="Freeform 913"/>
              <p:cNvSpPr>
                <a:spLocks/>
              </p:cNvSpPr>
              <p:nvPr/>
            </p:nvSpPr>
            <p:spPr bwMode="auto">
              <a:xfrm>
                <a:off x="2742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7" name="Freeform 914"/>
              <p:cNvSpPr>
                <a:spLocks/>
              </p:cNvSpPr>
              <p:nvPr/>
            </p:nvSpPr>
            <p:spPr bwMode="auto">
              <a:xfrm>
                <a:off x="2802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8" name="Freeform 915"/>
              <p:cNvSpPr>
                <a:spLocks/>
              </p:cNvSpPr>
              <p:nvPr/>
            </p:nvSpPr>
            <p:spPr bwMode="auto">
              <a:xfrm>
                <a:off x="2952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9" name="Freeform 916"/>
              <p:cNvSpPr>
                <a:spLocks/>
              </p:cNvSpPr>
              <p:nvPr/>
            </p:nvSpPr>
            <p:spPr bwMode="auto">
              <a:xfrm>
                <a:off x="2964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0" name="Freeform 917"/>
              <p:cNvSpPr>
                <a:spLocks/>
              </p:cNvSpPr>
              <p:nvPr/>
            </p:nvSpPr>
            <p:spPr bwMode="auto">
              <a:xfrm>
                <a:off x="2844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1" name="Freeform 918"/>
              <p:cNvSpPr>
                <a:spLocks/>
              </p:cNvSpPr>
              <p:nvPr/>
            </p:nvSpPr>
            <p:spPr bwMode="auto">
              <a:xfrm>
                <a:off x="2964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2" name="Freeform 919"/>
              <p:cNvSpPr>
                <a:spLocks/>
              </p:cNvSpPr>
              <p:nvPr/>
            </p:nvSpPr>
            <p:spPr bwMode="auto">
              <a:xfrm>
                <a:off x="2790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3" name="Freeform 920"/>
              <p:cNvSpPr>
                <a:spLocks/>
              </p:cNvSpPr>
              <p:nvPr/>
            </p:nvSpPr>
            <p:spPr bwMode="auto">
              <a:xfrm>
                <a:off x="2706" y="27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4" name="Freeform 921"/>
              <p:cNvSpPr>
                <a:spLocks/>
              </p:cNvSpPr>
              <p:nvPr/>
            </p:nvSpPr>
            <p:spPr bwMode="auto">
              <a:xfrm>
                <a:off x="3354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5" name="Freeform 922"/>
              <p:cNvSpPr>
                <a:spLocks/>
              </p:cNvSpPr>
              <p:nvPr/>
            </p:nvSpPr>
            <p:spPr bwMode="auto">
              <a:xfrm>
                <a:off x="2898" y="28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6" name="Freeform 923"/>
              <p:cNvSpPr>
                <a:spLocks/>
              </p:cNvSpPr>
              <p:nvPr/>
            </p:nvSpPr>
            <p:spPr bwMode="auto">
              <a:xfrm>
                <a:off x="3324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7" name="Freeform 924"/>
              <p:cNvSpPr>
                <a:spLocks/>
              </p:cNvSpPr>
              <p:nvPr/>
            </p:nvSpPr>
            <p:spPr bwMode="auto">
              <a:xfrm>
                <a:off x="2586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8" name="Freeform 925"/>
              <p:cNvSpPr>
                <a:spLocks/>
              </p:cNvSpPr>
              <p:nvPr/>
            </p:nvSpPr>
            <p:spPr bwMode="auto">
              <a:xfrm>
                <a:off x="3042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9" name="Freeform 926"/>
              <p:cNvSpPr>
                <a:spLocks/>
              </p:cNvSpPr>
              <p:nvPr/>
            </p:nvSpPr>
            <p:spPr bwMode="auto">
              <a:xfrm>
                <a:off x="2874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0" name="Freeform 927"/>
              <p:cNvSpPr>
                <a:spLocks/>
              </p:cNvSpPr>
              <p:nvPr/>
            </p:nvSpPr>
            <p:spPr bwMode="auto">
              <a:xfrm>
                <a:off x="2928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1" name="Freeform 928"/>
              <p:cNvSpPr>
                <a:spLocks/>
              </p:cNvSpPr>
              <p:nvPr/>
            </p:nvSpPr>
            <p:spPr bwMode="auto">
              <a:xfrm>
                <a:off x="2736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2" name="Freeform 929"/>
              <p:cNvSpPr>
                <a:spLocks/>
              </p:cNvSpPr>
              <p:nvPr/>
            </p:nvSpPr>
            <p:spPr bwMode="auto">
              <a:xfrm>
                <a:off x="3090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3" name="Freeform 930"/>
              <p:cNvSpPr>
                <a:spLocks/>
              </p:cNvSpPr>
              <p:nvPr/>
            </p:nvSpPr>
            <p:spPr bwMode="auto">
              <a:xfrm>
                <a:off x="2940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4" name="Freeform 931"/>
              <p:cNvSpPr>
                <a:spLocks/>
              </p:cNvSpPr>
              <p:nvPr/>
            </p:nvSpPr>
            <p:spPr bwMode="auto">
              <a:xfrm>
                <a:off x="2592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5" name="Freeform 932"/>
              <p:cNvSpPr>
                <a:spLocks/>
              </p:cNvSpPr>
              <p:nvPr/>
            </p:nvSpPr>
            <p:spPr bwMode="auto">
              <a:xfrm>
                <a:off x="3414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6" name="Freeform 933"/>
              <p:cNvSpPr>
                <a:spLocks/>
              </p:cNvSpPr>
              <p:nvPr/>
            </p:nvSpPr>
            <p:spPr bwMode="auto">
              <a:xfrm>
                <a:off x="2892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7" name="Freeform 934"/>
              <p:cNvSpPr>
                <a:spLocks/>
              </p:cNvSpPr>
              <p:nvPr/>
            </p:nvSpPr>
            <p:spPr bwMode="auto">
              <a:xfrm>
                <a:off x="3012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8" name="Freeform 935"/>
              <p:cNvSpPr>
                <a:spLocks/>
              </p:cNvSpPr>
              <p:nvPr/>
            </p:nvSpPr>
            <p:spPr bwMode="auto">
              <a:xfrm>
                <a:off x="2832" y="28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9" name="Freeform 936"/>
              <p:cNvSpPr>
                <a:spLocks/>
              </p:cNvSpPr>
              <p:nvPr/>
            </p:nvSpPr>
            <p:spPr bwMode="auto">
              <a:xfrm>
                <a:off x="3390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0" name="Freeform 937"/>
              <p:cNvSpPr>
                <a:spLocks/>
              </p:cNvSpPr>
              <p:nvPr/>
            </p:nvSpPr>
            <p:spPr bwMode="auto">
              <a:xfrm>
                <a:off x="3222" y="19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1" name="Freeform 938"/>
              <p:cNvSpPr>
                <a:spLocks/>
              </p:cNvSpPr>
              <p:nvPr/>
            </p:nvSpPr>
            <p:spPr bwMode="auto">
              <a:xfrm>
                <a:off x="2634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2" name="Freeform 939"/>
              <p:cNvSpPr>
                <a:spLocks/>
              </p:cNvSpPr>
              <p:nvPr/>
            </p:nvSpPr>
            <p:spPr bwMode="auto">
              <a:xfrm>
                <a:off x="2946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3" name="Freeform 940"/>
              <p:cNvSpPr>
                <a:spLocks/>
              </p:cNvSpPr>
              <p:nvPr/>
            </p:nvSpPr>
            <p:spPr bwMode="auto">
              <a:xfrm>
                <a:off x="2502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4" name="Freeform 941"/>
              <p:cNvSpPr>
                <a:spLocks/>
              </p:cNvSpPr>
              <p:nvPr/>
            </p:nvSpPr>
            <p:spPr bwMode="auto">
              <a:xfrm>
                <a:off x="3066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5" name="Freeform 942"/>
              <p:cNvSpPr>
                <a:spLocks/>
              </p:cNvSpPr>
              <p:nvPr/>
            </p:nvSpPr>
            <p:spPr bwMode="auto">
              <a:xfrm>
                <a:off x="3414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6" name="Freeform 943"/>
              <p:cNvSpPr>
                <a:spLocks/>
              </p:cNvSpPr>
              <p:nvPr/>
            </p:nvSpPr>
            <p:spPr bwMode="auto">
              <a:xfrm>
                <a:off x="2430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7" name="Freeform 944"/>
              <p:cNvSpPr>
                <a:spLocks/>
              </p:cNvSpPr>
              <p:nvPr/>
            </p:nvSpPr>
            <p:spPr bwMode="auto">
              <a:xfrm>
                <a:off x="3072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8" name="Freeform 945"/>
              <p:cNvSpPr>
                <a:spLocks/>
              </p:cNvSpPr>
              <p:nvPr/>
            </p:nvSpPr>
            <p:spPr bwMode="auto">
              <a:xfrm>
                <a:off x="3312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9" name="Freeform 946"/>
              <p:cNvSpPr>
                <a:spLocks/>
              </p:cNvSpPr>
              <p:nvPr/>
            </p:nvSpPr>
            <p:spPr bwMode="auto">
              <a:xfrm>
                <a:off x="2940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0" name="Freeform 947"/>
              <p:cNvSpPr>
                <a:spLocks/>
              </p:cNvSpPr>
              <p:nvPr/>
            </p:nvSpPr>
            <p:spPr bwMode="auto">
              <a:xfrm>
                <a:off x="2580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1" name="Freeform 948"/>
              <p:cNvSpPr>
                <a:spLocks/>
              </p:cNvSpPr>
              <p:nvPr/>
            </p:nvSpPr>
            <p:spPr bwMode="auto">
              <a:xfrm>
                <a:off x="3090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2" name="Freeform 949"/>
              <p:cNvSpPr>
                <a:spLocks/>
              </p:cNvSpPr>
              <p:nvPr/>
            </p:nvSpPr>
            <p:spPr bwMode="auto">
              <a:xfrm>
                <a:off x="3018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3" name="Freeform 950"/>
              <p:cNvSpPr>
                <a:spLocks/>
              </p:cNvSpPr>
              <p:nvPr/>
            </p:nvSpPr>
            <p:spPr bwMode="auto">
              <a:xfrm>
                <a:off x="2706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4" name="Freeform 951"/>
              <p:cNvSpPr>
                <a:spLocks/>
              </p:cNvSpPr>
              <p:nvPr/>
            </p:nvSpPr>
            <p:spPr bwMode="auto">
              <a:xfrm>
                <a:off x="2592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5" name="Freeform 952"/>
              <p:cNvSpPr>
                <a:spLocks/>
              </p:cNvSpPr>
              <p:nvPr/>
            </p:nvSpPr>
            <p:spPr bwMode="auto">
              <a:xfrm>
                <a:off x="3360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6" name="Freeform 953"/>
              <p:cNvSpPr>
                <a:spLocks/>
              </p:cNvSpPr>
              <p:nvPr/>
            </p:nvSpPr>
            <p:spPr bwMode="auto">
              <a:xfrm>
                <a:off x="2754" y="28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7" name="Freeform 954"/>
              <p:cNvSpPr>
                <a:spLocks/>
              </p:cNvSpPr>
              <p:nvPr/>
            </p:nvSpPr>
            <p:spPr bwMode="auto">
              <a:xfrm>
                <a:off x="3408" y="20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8" name="Freeform 955"/>
              <p:cNvSpPr>
                <a:spLocks/>
              </p:cNvSpPr>
              <p:nvPr/>
            </p:nvSpPr>
            <p:spPr bwMode="auto">
              <a:xfrm>
                <a:off x="2760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9" name="Freeform 956"/>
              <p:cNvSpPr>
                <a:spLocks/>
              </p:cNvSpPr>
              <p:nvPr/>
            </p:nvSpPr>
            <p:spPr bwMode="auto">
              <a:xfrm>
                <a:off x="2826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0" name="Freeform 957"/>
              <p:cNvSpPr>
                <a:spLocks/>
              </p:cNvSpPr>
              <p:nvPr/>
            </p:nvSpPr>
            <p:spPr bwMode="auto">
              <a:xfrm>
                <a:off x="2814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1" name="Freeform 958"/>
              <p:cNvSpPr>
                <a:spLocks/>
              </p:cNvSpPr>
              <p:nvPr/>
            </p:nvSpPr>
            <p:spPr bwMode="auto">
              <a:xfrm>
                <a:off x="1878" y="29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2" name="Freeform 959"/>
              <p:cNvSpPr>
                <a:spLocks/>
              </p:cNvSpPr>
              <p:nvPr/>
            </p:nvSpPr>
            <p:spPr bwMode="auto">
              <a:xfrm>
                <a:off x="2670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3" name="Freeform 960"/>
              <p:cNvSpPr>
                <a:spLocks/>
              </p:cNvSpPr>
              <p:nvPr/>
            </p:nvSpPr>
            <p:spPr bwMode="auto">
              <a:xfrm>
                <a:off x="2940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4" name="Freeform 961"/>
              <p:cNvSpPr>
                <a:spLocks/>
              </p:cNvSpPr>
              <p:nvPr/>
            </p:nvSpPr>
            <p:spPr bwMode="auto">
              <a:xfrm>
                <a:off x="2922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5" name="Freeform 962"/>
              <p:cNvSpPr>
                <a:spLocks/>
              </p:cNvSpPr>
              <p:nvPr/>
            </p:nvSpPr>
            <p:spPr bwMode="auto">
              <a:xfrm>
                <a:off x="2676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6" name="Freeform 963"/>
              <p:cNvSpPr>
                <a:spLocks/>
              </p:cNvSpPr>
              <p:nvPr/>
            </p:nvSpPr>
            <p:spPr bwMode="auto">
              <a:xfrm>
                <a:off x="2676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7" name="Freeform 964"/>
              <p:cNvSpPr>
                <a:spLocks/>
              </p:cNvSpPr>
              <p:nvPr/>
            </p:nvSpPr>
            <p:spPr bwMode="auto">
              <a:xfrm>
                <a:off x="3252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8" name="Freeform 965"/>
              <p:cNvSpPr>
                <a:spLocks/>
              </p:cNvSpPr>
              <p:nvPr/>
            </p:nvSpPr>
            <p:spPr bwMode="auto">
              <a:xfrm>
                <a:off x="2958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9" name="Freeform 966"/>
              <p:cNvSpPr>
                <a:spLocks/>
              </p:cNvSpPr>
              <p:nvPr/>
            </p:nvSpPr>
            <p:spPr bwMode="auto">
              <a:xfrm>
                <a:off x="3048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0" name="Freeform 967"/>
              <p:cNvSpPr>
                <a:spLocks/>
              </p:cNvSpPr>
              <p:nvPr/>
            </p:nvSpPr>
            <p:spPr bwMode="auto">
              <a:xfrm>
                <a:off x="2628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1" name="Freeform 968"/>
              <p:cNvSpPr>
                <a:spLocks/>
              </p:cNvSpPr>
              <p:nvPr/>
            </p:nvSpPr>
            <p:spPr bwMode="auto">
              <a:xfrm>
                <a:off x="2712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2" name="Freeform 969"/>
              <p:cNvSpPr>
                <a:spLocks/>
              </p:cNvSpPr>
              <p:nvPr/>
            </p:nvSpPr>
            <p:spPr bwMode="auto">
              <a:xfrm>
                <a:off x="2808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3" name="Freeform 970"/>
              <p:cNvSpPr>
                <a:spLocks/>
              </p:cNvSpPr>
              <p:nvPr/>
            </p:nvSpPr>
            <p:spPr bwMode="auto">
              <a:xfrm>
                <a:off x="2952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4" name="Freeform 971"/>
              <p:cNvSpPr>
                <a:spLocks/>
              </p:cNvSpPr>
              <p:nvPr/>
            </p:nvSpPr>
            <p:spPr bwMode="auto">
              <a:xfrm>
                <a:off x="2898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5" name="Freeform 972"/>
              <p:cNvSpPr>
                <a:spLocks/>
              </p:cNvSpPr>
              <p:nvPr/>
            </p:nvSpPr>
            <p:spPr bwMode="auto">
              <a:xfrm>
                <a:off x="2694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6" name="Freeform 973"/>
              <p:cNvSpPr>
                <a:spLocks/>
              </p:cNvSpPr>
              <p:nvPr/>
            </p:nvSpPr>
            <p:spPr bwMode="auto">
              <a:xfrm>
                <a:off x="2868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7" name="Freeform 974"/>
              <p:cNvSpPr>
                <a:spLocks/>
              </p:cNvSpPr>
              <p:nvPr/>
            </p:nvSpPr>
            <p:spPr bwMode="auto">
              <a:xfrm>
                <a:off x="2802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8" name="Freeform 975"/>
              <p:cNvSpPr>
                <a:spLocks/>
              </p:cNvSpPr>
              <p:nvPr/>
            </p:nvSpPr>
            <p:spPr bwMode="auto">
              <a:xfrm>
                <a:off x="2802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9" name="Freeform 976"/>
              <p:cNvSpPr>
                <a:spLocks/>
              </p:cNvSpPr>
              <p:nvPr/>
            </p:nvSpPr>
            <p:spPr bwMode="auto">
              <a:xfrm>
                <a:off x="2658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0" name="Freeform 977"/>
              <p:cNvSpPr>
                <a:spLocks/>
              </p:cNvSpPr>
              <p:nvPr/>
            </p:nvSpPr>
            <p:spPr bwMode="auto">
              <a:xfrm>
                <a:off x="3060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1" name="Freeform 978"/>
              <p:cNvSpPr>
                <a:spLocks/>
              </p:cNvSpPr>
              <p:nvPr/>
            </p:nvSpPr>
            <p:spPr bwMode="auto">
              <a:xfrm>
                <a:off x="3642" y="20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2" name="Freeform 979"/>
              <p:cNvSpPr>
                <a:spLocks/>
              </p:cNvSpPr>
              <p:nvPr/>
            </p:nvSpPr>
            <p:spPr bwMode="auto">
              <a:xfrm>
                <a:off x="2874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3" name="Freeform 980"/>
              <p:cNvSpPr>
                <a:spLocks/>
              </p:cNvSpPr>
              <p:nvPr/>
            </p:nvSpPr>
            <p:spPr bwMode="auto">
              <a:xfrm>
                <a:off x="3150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4" name="Freeform 981"/>
              <p:cNvSpPr>
                <a:spLocks/>
              </p:cNvSpPr>
              <p:nvPr/>
            </p:nvSpPr>
            <p:spPr bwMode="auto">
              <a:xfrm>
                <a:off x="2676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5" name="Freeform 982"/>
              <p:cNvSpPr>
                <a:spLocks/>
              </p:cNvSpPr>
              <p:nvPr/>
            </p:nvSpPr>
            <p:spPr bwMode="auto">
              <a:xfrm>
                <a:off x="2796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6" name="Freeform 983"/>
              <p:cNvSpPr>
                <a:spLocks/>
              </p:cNvSpPr>
              <p:nvPr/>
            </p:nvSpPr>
            <p:spPr bwMode="auto">
              <a:xfrm>
                <a:off x="2970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7" name="Freeform 984"/>
              <p:cNvSpPr>
                <a:spLocks/>
              </p:cNvSpPr>
              <p:nvPr/>
            </p:nvSpPr>
            <p:spPr bwMode="auto">
              <a:xfrm>
                <a:off x="2928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8" name="Freeform 985"/>
              <p:cNvSpPr>
                <a:spLocks/>
              </p:cNvSpPr>
              <p:nvPr/>
            </p:nvSpPr>
            <p:spPr bwMode="auto">
              <a:xfrm>
                <a:off x="3168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9" name="Freeform 986"/>
              <p:cNvSpPr>
                <a:spLocks/>
              </p:cNvSpPr>
              <p:nvPr/>
            </p:nvSpPr>
            <p:spPr bwMode="auto">
              <a:xfrm>
                <a:off x="3228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0" name="Freeform 987"/>
              <p:cNvSpPr>
                <a:spLocks/>
              </p:cNvSpPr>
              <p:nvPr/>
            </p:nvSpPr>
            <p:spPr bwMode="auto">
              <a:xfrm>
                <a:off x="2664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1" name="Freeform 988"/>
              <p:cNvSpPr>
                <a:spLocks/>
              </p:cNvSpPr>
              <p:nvPr/>
            </p:nvSpPr>
            <p:spPr bwMode="auto">
              <a:xfrm>
                <a:off x="3348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2" name="Freeform 989"/>
              <p:cNvSpPr>
                <a:spLocks/>
              </p:cNvSpPr>
              <p:nvPr/>
            </p:nvSpPr>
            <p:spPr bwMode="auto">
              <a:xfrm>
                <a:off x="3258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3" name="Freeform 990"/>
              <p:cNvSpPr>
                <a:spLocks/>
              </p:cNvSpPr>
              <p:nvPr/>
            </p:nvSpPr>
            <p:spPr bwMode="auto">
              <a:xfrm>
                <a:off x="2808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4" name="Freeform 991"/>
              <p:cNvSpPr>
                <a:spLocks/>
              </p:cNvSpPr>
              <p:nvPr/>
            </p:nvSpPr>
            <p:spPr bwMode="auto">
              <a:xfrm>
                <a:off x="2970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5" name="Freeform 992"/>
              <p:cNvSpPr>
                <a:spLocks/>
              </p:cNvSpPr>
              <p:nvPr/>
            </p:nvSpPr>
            <p:spPr bwMode="auto">
              <a:xfrm>
                <a:off x="2724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6" name="Freeform 993"/>
              <p:cNvSpPr>
                <a:spLocks/>
              </p:cNvSpPr>
              <p:nvPr/>
            </p:nvSpPr>
            <p:spPr bwMode="auto">
              <a:xfrm>
                <a:off x="2808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7" name="Freeform 994"/>
              <p:cNvSpPr>
                <a:spLocks/>
              </p:cNvSpPr>
              <p:nvPr/>
            </p:nvSpPr>
            <p:spPr bwMode="auto">
              <a:xfrm>
                <a:off x="3138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8" name="Freeform 995"/>
              <p:cNvSpPr>
                <a:spLocks/>
              </p:cNvSpPr>
              <p:nvPr/>
            </p:nvSpPr>
            <p:spPr bwMode="auto">
              <a:xfrm>
                <a:off x="2466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9" name="Freeform 996"/>
              <p:cNvSpPr>
                <a:spLocks/>
              </p:cNvSpPr>
              <p:nvPr/>
            </p:nvSpPr>
            <p:spPr bwMode="auto">
              <a:xfrm>
                <a:off x="2880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0" name="Freeform 997"/>
              <p:cNvSpPr>
                <a:spLocks/>
              </p:cNvSpPr>
              <p:nvPr/>
            </p:nvSpPr>
            <p:spPr bwMode="auto">
              <a:xfrm>
                <a:off x="3144" y="27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1" name="Freeform 998"/>
              <p:cNvSpPr>
                <a:spLocks/>
              </p:cNvSpPr>
              <p:nvPr/>
            </p:nvSpPr>
            <p:spPr bwMode="auto">
              <a:xfrm>
                <a:off x="3126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2" name="Freeform 999"/>
              <p:cNvSpPr>
                <a:spLocks/>
              </p:cNvSpPr>
              <p:nvPr/>
            </p:nvSpPr>
            <p:spPr bwMode="auto">
              <a:xfrm>
                <a:off x="2424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3" name="Freeform 1000"/>
              <p:cNvSpPr>
                <a:spLocks/>
              </p:cNvSpPr>
              <p:nvPr/>
            </p:nvSpPr>
            <p:spPr bwMode="auto">
              <a:xfrm>
                <a:off x="2382" y="31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4" name="Freeform 1001"/>
              <p:cNvSpPr>
                <a:spLocks/>
              </p:cNvSpPr>
              <p:nvPr/>
            </p:nvSpPr>
            <p:spPr bwMode="auto">
              <a:xfrm>
                <a:off x="3042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5" name="Freeform 1002"/>
              <p:cNvSpPr>
                <a:spLocks/>
              </p:cNvSpPr>
              <p:nvPr/>
            </p:nvSpPr>
            <p:spPr bwMode="auto">
              <a:xfrm>
                <a:off x="3096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6" name="Freeform 1003"/>
              <p:cNvSpPr>
                <a:spLocks/>
              </p:cNvSpPr>
              <p:nvPr/>
            </p:nvSpPr>
            <p:spPr bwMode="auto">
              <a:xfrm>
                <a:off x="3438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7" name="Freeform 1004"/>
              <p:cNvSpPr>
                <a:spLocks/>
              </p:cNvSpPr>
              <p:nvPr/>
            </p:nvSpPr>
            <p:spPr bwMode="auto">
              <a:xfrm>
                <a:off x="3384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8" name="Freeform 1005"/>
              <p:cNvSpPr>
                <a:spLocks/>
              </p:cNvSpPr>
              <p:nvPr/>
            </p:nvSpPr>
            <p:spPr bwMode="auto">
              <a:xfrm>
                <a:off x="3000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9" name="Freeform 1006"/>
              <p:cNvSpPr>
                <a:spLocks/>
              </p:cNvSpPr>
              <p:nvPr/>
            </p:nvSpPr>
            <p:spPr bwMode="auto">
              <a:xfrm>
                <a:off x="2724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50" name="Freeform 1007"/>
              <p:cNvSpPr>
                <a:spLocks/>
              </p:cNvSpPr>
              <p:nvPr/>
            </p:nvSpPr>
            <p:spPr bwMode="auto">
              <a:xfrm>
                <a:off x="2490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51" name="Freeform 1008"/>
              <p:cNvSpPr>
                <a:spLocks/>
              </p:cNvSpPr>
              <p:nvPr/>
            </p:nvSpPr>
            <p:spPr bwMode="auto">
              <a:xfrm>
                <a:off x="3168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9" name="Group 1210"/>
            <p:cNvGrpSpPr>
              <a:grpSpLocks/>
            </p:cNvGrpSpPr>
            <p:nvPr/>
          </p:nvGrpSpPr>
          <p:grpSpPr bwMode="auto">
            <a:xfrm>
              <a:off x="2058" y="1977"/>
              <a:ext cx="1464" cy="990"/>
              <a:chOff x="2058" y="1977"/>
              <a:chExt cx="1464" cy="990"/>
            </a:xfrm>
          </p:grpSpPr>
          <p:sp>
            <p:nvSpPr>
              <p:cNvPr id="60152" name="Freeform 1010"/>
              <p:cNvSpPr>
                <a:spLocks/>
              </p:cNvSpPr>
              <p:nvPr/>
            </p:nvSpPr>
            <p:spPr bwMode="auto">
              <a:xfrm>
                <a:off x="2574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53" name="Freeform 1011"/>
              <p:cNvSpPr>
                <a:spLocks/>
              </p:cNvSpPr>
              <p:nvPr/>
            </p:nvSpPr>
            <p:spPr bwMode="auto">
              <a:xfrm>
                <a:off x="2940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54" name="Freeform 1012"/>
              <p:cNvSpPr>
                <a:spLocks/>
              </p:cNvSpPr>
              <p:nvPr/>
            </p:nvSpPr>
            <p:spPr bwMode="auto">
              <a:xfrm>
                <a:off x="2694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55" name="Freeform 1013"/>
              <p:cNvSpPr>
                <a:spLocks/>
              </p:cNvSpPr>
              <p:nvPr/>
            </p:nvSpPr>
            <p:spPr bwMode="auto">
              <a:xfrm>
                <a:off x="264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56" name="Freeform 1014"/>
              <p:cNvSpPr>
                <a:spLocks/>
              </p:cNvSpPr>
              <p:nvPr/>
            </p:nvSpPr>
            <p:spPr bwMode="auto">
              <a:xfrm>
                <a:off x="2580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57" name="Freeform 1015"/>
              <p:cNvSpPr>
                <a:spLocks/>
              </p:cNvSpPr>
              <p:nvPr/>
            </p:nvSpPr>
            <p:spPr bwMode="auto">
              <a:xfrm>
                <a:off x="2976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58" name="Freeform 1016"/>
              <p:cNvSpPr>
                <a:spLocks/>
              </p:cNvSpPr>
              <p:nvPr/>
            </p:nvSpPr>
            <p:spPr bwMode="auto">
              <a:xfrm>
                <a:off x="2724" y="28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59" name="Freeform 1017"/>
              <p:cNvSpPr>
                <a:spLocks/>
              </p:cNvSpPr>
              <p:nvPr/>
            </p:nvSpPr>
            <p:spPr bwMode="auto">
              <a:xfrm>
                <a:off x="2322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0" name="Freeform 1018"/>
              <p:cNvSpPr>
                <a:spLocks/>
              </p:cNvSpPr>
              <p:nvPr/>
            </p:nvSpPr>
            <p:spPr bwMode="auto">
              <a:xfrm>
                <a:off x="2676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1" name="Freeform 1019"/>
              <p:cNvSpPr>
                <a:spLocks/>
              </p:cNvSpPr>
              <p:nvPr/>
            </p:nvSpPr>
            <p:spPr bwMode="auto">
              <a:xfrm>
                <a:off x="3000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2" name="Freeform 1020"/>
              <p:cNvSpPr>
                <a:spLocks/>
              </p:cNvSpPr>
              <p:nvPr/>
            </p:nvSpPr>
            <p:spPr bwMode="auto">
              <a:xfrm>
                <a:off x="2910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3" name="Freeform 1021"/>
              <p:cNvSpPr>
                <a:spLocks/>
              </p:cNvSpPr>
              <p:nvPr/>
            </p:nvSpPr>
            <p:spPr bwMode="auto">
              <a:xfrm>
                <a:off x="2808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4" name="Freeform 1022"/>
              <p:cNvSpPr>
                <a:spLocks/>
              </p:cNvSpPr>
              <p:nvPr/>
            </p:nvSpPr>
            <p:spPr bwMode="auto">
              <a:xfrm>
                <a:off x="2850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5" name="Freeform 1023"/>
              <p:cNvSpPr>
                <a:spLocks/>
              </p:cNvSpPr>
              <p:nvPr/>
            </p:nvSpPr>
            <p:spPr bwMode="auto">
              <a:xfrm>
                <a:off x="2946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6" name="Freeform 1024"/>
              <p:cNvSpPr>
                <a:spLocks/>
              </p:cNvSpPr>
              <p:nvPr/>
            </p:nvSpPr>
            <p:spPr bwMode="auto">
              <a:xfrm>
                <a:off x="2892" y="28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7" name="Freeform 1025"/>
              <p:cNvSpPr>
                <a:spLocks/>
              </p:cNvSpPr>
              <p:nvPr/>
            </p:nvSpPr>
            <p:spPr bwMode="auto">
              <a:xfrm>
                <a:off x="3156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8" name="Freeform 1026"/>
              <p:cNvSpPr>
                <a:spLocks/>
              </p:cNvSpPr>
              <p:nvPr/>
            </p:nvSpPr>
            <p:spPr bwMode="auto">
              <a:xfrm>
                <a:off x="2820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9" name="Freeform 1027"/>
              <p:cNvSpPr>
                <a:spLocks/>
              </p:cNvSpPr>
              <p:nvPr/>
            </p:nvSpPr>
            <p:spPr bwMode="auto">
              <a:xfrm>
                <a:off x="2754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0" name="Freeform 1028"/>
              <p:cNvSpPr>
                <a:spLocks/>
              </p:cNvSpPr>
              <p:nvPr/>
            </p:nvSpPr>
            <p:spPr bwMode="auto">
              <a:xfrm>
                <a:off x="2862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1" name="Freeform 1029"/>
              <p:cNvSpPr>
                <a:spLocks/>
              </p:cNvSpPr>
              <p:nvPr/>
            </p:nvSpPr>
            <p:spPr bwMode="auto">
              <a:xfrm>
                <a:off x="3126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2" name="Freeform 1030"/>
              <p:cNvSpPr>
                <a:spLocks/>
              </p:cNvSpPr>
              <p:nvPr/>
            </p:nvSpPr>
            <p:spPr bwMode="auto">
              <a:xfrm>
                <a:off x="2850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3" name="Freeform 1031"/>
              <p:cNvSpPr>
                <a:spLocks/>
              </p:cNvSpPr>
              <p:nvPr/>
            </p:nvSpPr>
            <p:spPr bwMode="auto">
              <a:xfrm>
                <a:off x="3294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4" name="Freeform 1032"/>
              <p:cNvSpPr>
                <a:spLocks/>
              </p:cNvSpPr>
              <p:nvPr/>
            </p:nvSpPr>
            <p:spPr bwMode="auto">
              <a:xfrm>
                <a:off x="3096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5" name="Freeform 1033"/>
              <p:cNvSpPr>
                <a:spLocks/>
              </p:cNvSpPr>
              <p:nvPr/>
            </p:nvSpPr>
            <p:spPr bwMode="auto">
              <a:xfrm>
                <a:off x="2880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6" name="Freeform 1034"/>
              <p:cNvSpPr>
                <a:spLocks/>
              </p:cNvSpPr>
              <p:nvPr/>
            </p:nvSpPr>
            <p:spPr bwMode="auto">
              <a:xfrm>
                <a:off x="2868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7" name="Freeform 1035"/>
              <p:cNvSpPr>
                <a:spLocks/>
              </p:cNvSpPr>
              <p:nvPr/>
            </p:nvSpPr>
            <p:spPr bwMode="auto">
              <a:xfrm>
                <a:off x="2844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8" name="Freeform 1036"/>
              <p:cNvSpPr>
                <a:spLocks/>
              </p:cNvSpPr>
              <p:nvPr/>
            </p:nvSpPr>
            <p:spPr bwMode="auto">
              <a:xfrm>
                <a:off x="3066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9" name="Freeform 1037"/>
              <p:cNvSpPr>
                <a:spLocks/>
              </p:cNvSpPr>
              <p:nvPr/>
            </p:nvSpPr>
            <p:spPr bwMode="auto">
              <a:xfrm>
                <a:off x="2610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0" name="Freeform 1038"/>
              <p:cNvSpPr>
                <a:spLocks/>
              </p:cNvSpPr>
              <p:nvPr/>
            </p:nvSpPr>
            <p:spPr bwMode="auto">
              <a:xfrm>
                <a:off x="3270" y="21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1" name="Freeform 1039"/>
              <p:cNvSpPr>
                <a:spLocks/>
              </p:cNvSpPr>
              <p:nvPr/>
            </p:nvSpPr>
            <p:spPr bwMode="auto">
              <a:xfrm>
                <a:off x="3216" y="20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2" name="Freeform 1040"/>
              <p:cNvSpPr>
                <a:spLocks/>
              </p:cNvSpPr>
              <p:nvPr/>
            </p:nvSpPr>
            <p:spPr bwMode="auto">
              <a:xfrm>
                <a:off x="3048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3" name="Freeform 1041"/>
              <p:cNvSpPr>
                <a:spLocks/>
              </p:cNvSpPr>
              <p:nvPr/>
            </p:nvSpPr>
            <p:spPr bwMode="auto">
              <a:xfrm>
                <a:off x="3054" y="21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4" name="Freeform 1042"/>
              <p:cNvSpPr>
                <a:spLocks/>
              </p:cNvSpPr>
              <p:nvPr/>
            </p:nvSpPr>
            <p:spPr bwMode="auto">
              <a:xfrm>
                <a:off x="2706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5" name="Freeform 1043"/>
              <p:cNvSpPr>
                <a:spLocks/>
              </p:cNvSpPr>
              <p:nvPr/>
            </p:nvSpPr>
            <p:spPr bwMode="auto">
              <a:xfrm>
                <a:off x="2976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6" name="Freeform 1044"/>
              <p:cNvSpPr>
                <a:spLocks/>
              </p:cNvSpPr>
              <p:nvPr/>
            </p:nvSpPr>
            <p:spPr bwMode="auto">
              <a:xfrm>
                <a:off x="2538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7" name="Freeform 1045"/>
              <p:cNvSpPr>
                <a:spLocks/>
              </p:cNvSpPr>
              <p:nvPr/>
            </p:nvSpPr>
            <p:spPr bwMode="auto">
              <a:xfrm>
                <a:off x="2982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8" name="Freeform 1046"/>
              <p:cNvSpPr>
                <a:spLocks/>
              </p:cNvSpPr>
              <p:nvPr/>
            </p:nvSpPr>
            <p:spPr bwMode="auto">
              <a:xfrm>
                <a:off x="3078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9" name="Freeform 1047"/>
              <p:cNvSpPr>
                <a:spLocks/>
              </p:cNvSpPr>
              <p:nvPr/>
            </p:nvSpPr>
            <p:spPr bwMode="auto">
              <a:xfrm>
                <a:off x="2568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0" name="Freeform 1048"/>
              <p:cNvSpPr>
                <a:spLocks/>
              </p:cNvSpPr>
              <p:nvPr/>
            </p:nvSpPr>
            <p:spPr bwMode="auto">
              <a:xfrm>
                <a:off x="2802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1" name="Freeform 1049"/>
              <p:cNvSpPr>
                <a:spLocks/>
              </p:cNvSpPr>
              <p:nvPr/>
            </p:nvSpPr>
            <p:spPr bwMode="auto">
              <a:xfrm>
                <a:off x="2466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2" name="Freeform 1050"/>
              <p:cNvSpPr>
                <a:spLocks/>
              </p:cNvSpPr>
              <p:nvPr/>
            </p:nvSpPr>
            <p:spPr bwMode="auto">
              <a:xfrm>
                <a:off x="2718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3" name="Freeform 1051"/>
              <p:cNvSpPr>
                <a:spLocks/>
              </p:cNvSpPr>
              <p:nvPr/>
            </p:nvSpPr>
            <p:spPr bwMode="auto">
              <a:xfrm>
                <a:off x="3510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4" name="Freeform 1052"/>
              <p:cNvSpPr>
                <a:spLocks/>
              </p:cNvSpPr>
              <p:nvPr/>
            </p:nvSpPr>
            <p:spPr bwMode="auto">
              <a:xfrm>
                <a:off x="2988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5" name="Freeform 1053"/>
              <p:cNvSpPr>
                <a:spLocks/>
              </p:cNvSpPr>
              <p:nvPr/>
            </p:nvSpPr>
            <p:spPr bwMode="auto">
              <a:xfrm>
                <a:off x="3108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6" name="Freeform 1054"/>
              <p:cNvSpPr>
                <a:spLocks/>
              </p:cNvSpPr>
              <p:nvPr/>
            </p:nvSpPr>
            <p:spPr bwMode="auto">
              <a:xfrm>
                <a:off x="2436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7" name="Freeform 1055"/>
              <p:cNvSpPr>
                <a:spLocks/>
              </p:cNvSpPr>
              <p:nvPr/>
            </p:nvSpPr>
            <p:spPr bwMode="auto">
              <a:xfrm>
                <a:off x="2820" y="20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8" name="Freeform 1056"/>
              <p:cNvSpPr>
                <a:spLocks/>
              </p:cNvSpPr>
              <p:nvPr/>
            </p:nvSpPr>
            <p:spPr bwMode="auto">
              <a:xfrm>
                <a:off x="3420" y="20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9" name="Freeform 1057"/>
              <p:cNvSpPr>
                <a:spLocks/>
              </p:cNvSpPr>
              <p:nvPr/>
            </p:nvSpPr>
            <p:spPr bwMode="auto">
              <a:xfrm>
                <a:off x="2856" y="28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00" name="Freeform 1058"/>
              <p:cNvSpPr>
                <a:spLocks/>
              </p:cNvSpPr>
              <p:nvPr/>
            </p:nvSpPr>
            <p:spPr bwMode="auto">
              <a:xfrm>
                <a:off x="2880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01" name="Freeform 1059"/>
              <p:cNvSpPr>
                <a:spLocks/>
              </p:cNvSpPr>
              <p:nvPr/>
            </p:nvSpPr>
            <p:spPr bwMode="auto">
              <a:xfrm>
                <a:off x="2910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02" name="Freeform 1060"/>
              <p:cNvSpPr>
                <a:spLocks/>
              </p:cNvSpPr>
              <p:nvPr/>
            </p:nvSpPr>
            <p:spPr bwMode="auto">
              <a:xfrm>
                <a:off x="3216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03" name="Freeform 1061"/>
              <p:cNvSpPr>
                <a:spLocks/>
              </p:cNvSpPr>
              <p:nvPr/>
            </p:nvSpPr>
            <p:spPr bwMode="auto">
              <a:xfrm>
                <a:off x="2958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04" name="Freeform 1062"/>
              <p:cNvSpPr>
                <a:spLocks/>
              </p:cNvSpPr>
              <p:nvPr/>
            </p:nvSpPr>
            <p:spPr bwMode="auto">
              <a:xfrm>
                <a:off x="2478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05" name="Freeform 1063"/>
              <p:cNvSpPr>
                <a:spLocks/>
              </p:cNvSpPr>
              <p:nvPr/>
            </p:nvSpPr>
            <p:spPr bwMode="auto">
              <a:xfrm>
                <a:off x="2220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06" name="Freeform 1064"/>
              <p:cNvSpPr>
                <a:spLocks/>
              </p:cNvSpPr>
              <p:nvPr/>
            </p:nvSpPr>
            <p:spPr bwMode="auto">
              <a:xfrm>
                <a:off x="2664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07" name="Freeform 1065"/>
              <p:cNvSpPr>
                <a:spLocks/>
              </p:cNvSpPr>
              <p:nvPr/>
            </p:nvSpPr>
            <p:spPr bwMode="auto">
              <a:xfrm>
                <a:off x="2880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08" name="Freeform 1066"/>
              <p:cNvSpPr>
                <a:spLocks/>
              </p:cNvSpPr>
              <p:nvPr/>
            </p:nvSpPr>
            <p:spPr bwMode="auto">
              <a:xfrm>
                <a:off x="2496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09" name="Freeform 1067"/>
              <p:cNvSpPr>
                <a:spLocks/>
              </p:cNvSpPr>
              <p:nvPr/>
            </p:nvSpPr>
            <p:spPr bwMode="auto">
              <a:xfrm>
                <a:off x="2946" y="20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0" name="Freeform 1068"/>
              <p:cNvSpPr>
                <a:spLocks/>
              </p:cNvSpPr>
              <p:nvPr/>
            </p:nvSpPr>
            <p:spPr bwMode="auto">
              <a:xfrm>
                <a:off x="2766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1" name="Freeform 1069"/>
              <p:cNvSpPr>
                <a:spLocks/>
              </p:cNvSpPr>
              <p:nvPr/>
            </p:nvSpPr>
            <p:spPr bwMode="auto">
              <a:xfrm>
                <a:off x="2670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2" name="Freeform 1070"/>
              <p:cNvSpPr>
                <a:spLocks/>
              </p:cNvSpPr>
              <p:nvPr/>
            </p:nvSpPr>
            <p:spPr bwMode="auto">
              <a:xfrm>
                <a:off x="2844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3" name="Freeform 1071"/>
              <p:cNvSpPr>
                <a:spLocks/>
              </p:cNvSpPr>
              <p:nvPr/>
            </p:nvSpPr>
            <p:spPr bwMode="auto">
              <a:xfrm>
                <a:off x="2994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4" name="Freeform 1072"/>
              <p:cNvSpPr>
                <a:spLocks/>
              </p:cNvSpPr>
              <p:nvPr/>
            </p:nvSpPr>
            <p:spPr bwMode="auto">
              <a:xfrm>
                <a:off x="2712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5" name="Freeform 1073"/>
              <p:cNvSpPr>
                <a:spLocks/>
              </p:cNvSpPr>
              <p:nvPr/>
            </p:nvSpPr>
            <p:spPr bwMode="auto">
              <a:xfrm>
                <a:off x="2904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6" name="Freeform 1074"/>
              <p:cNvSpPr>
                <a:spLocks/>
              </p:cNvSpPr>
              <p:nvPr/>
            </p:nvSpPr>
            <p:spPr bwMode="auto">
              <a:xfrm>
                <a:off x="2568" y="29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7" name="Freeform 1075"/>
              <p:cNvSpPr>
                <a:spLocks/>
              </p:cNvSpPr>
              <p:nvPr/>
            </p:nvSpPr>
            <p:spPr bwMode="auto">
              <a:xfrm>
                <a:off x="2382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8" name="Freeform 1076"/>
              <p:cNvSpPr>
                <a:spLocks/>
              </p:cNvSpPr>
              <p:nvPr/>
            </p:nvSpPr>
            <p:spPr bwMode="auto">
              <a:xfrm>
                <a:off x="3276" y="20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9" name="Freeform 1077"/>
              <p:cNvSpPr>
                <a:spLocks/>
              </p:cNvSpPr>
              <p:nvPr/>
            </p:nvSpPr>
            <p:spPr bwMode="auto">
              <a:xfrm>
                <a:off x="3366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0" name="Freeform 1078"/>
              <p:cNvSpPr>
                <a:spLocks/>
              </p:cNvSpPr>
              <p:nvPr/>
            </p:nvSpPr>
            <p:spPr bwMode="auto">
              <a:xfrm>
                <a:off x="2730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1" name="Freeform 1079"/>
              <p:cNvSpPr>
                <a:spLocks/>
              </p:cNvSpPr>
              <p:nvPr/>
            </p:nvSpPr>
            <p:spPr bwMode="auto">
              <a:xfrm>
                <a:off x="2772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2" name="Freeform 1080"/>
              <p:cNvSpPr>
                <a:spLocks/>
              </p:cNvSpPr>
              <p:nvPr/>
            </p:nvSpPr>
            <p:spPr bwMode="auto">
              <a:xfrm>
                <a:off x="2922" y="19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3" name="Freeform 1081"/>
              <p:cNvSpPr>
                <a:spLocks/>
              </p:cNvSpPr>
              <p:nvPr/>
            </p:nvSpPr>
            <p:spPr bwMode="auto">
              <a:xfrm>
                <a:off x="3066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4" name="Freeform 1082"/>
              <p:cNvSpPr>
                <a:spLocks/>
              </p:cNvSpPr>
              <p:nvPr/>
            </p:nvSpPr>
            <p:spPr bwMode="auto">
              <a:xfrm>
                <a:off x="2760" y="22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5" name="Freeform 1083"/>
              <p:cNvSpPr>
                <a:spLocks/>
              </p:cNvSpPr>
              <p:nvPr/>
            </p:nvSpPr>
            <p:spPr bwMode="auto">
              <a:xfrm>
                <a:off x="3030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6" name="Freeform 1084"/>
              <p:cNvSpPr>
                <a:spLocks/>
              </p:cNvSpPr>
              <p:nvPr/>
            </p:nvSpPr>
            <p:spPr bwMode="auto">
              <a:xfrm>
                <a:off x="3354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7" name="Freeform 1085"/>
              <p:cNvSpPr>
                <a:spLocks/>
              </p:cNvSpPr>
              <p:nvPr/>
            </p:nvSpPr>
            <p:spPr bwMode="auto">
              <a:xfrm>
                <a:off x="2802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8" name="Freeform 1086"/>
              <p:cNvSpPr>
                <a:spLocks/>
              </p:cNvSpPr>
              <p:nvPr/>
            </p:nvSpPr>
            <p:spPr bwMode="auto">
              <a:xfrm>
                <a:off x="3174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9" name="Freeform 1087"/>
              <p:cNvSpPr>
                <a:spLocks/>
              </p:cNvSpPr>
              <p:nvPr/>
            </p:nvSpPr>
            <p:spPr bwMode="auto">
              <a:xfrm>
                <a:off x="3222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0" name="Freeform 1088"/>
              <p:cNvSpPr>
                <a:spLocks/>
              </p:cNvSpPr>
              <p:nvPr/>
            </p:nvSpPr>
            <p:spPr bwMode="auto">
              <a:xfrm>
                <a:off x="2676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1" name="Freeform 1089"/>
              <p:cNvSpPr>
                <a:spLocks/>
              </p:cNvSpPr>
              <p:nvPr/>
            </p:nvSpPr>
            <p:spPr bwMode="auto">
              <a:xfrm>
                <a:off x="2448" y="28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2" name="Freeform 1090"/>
              <p:cNvSpPr>
                <a:spLocks/>
              </p:cNvSpPr>
              <p:nvPr/>
            </p:nvSpPr>
            <p:spPr bwMode="auto">
              <a:xfrm>
                <a:off x="2796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3" name="Freeform 1091"/>
              <p:cNvSpPr>
                <a:spLocks/>
              </p:cNvSpPr>
              <p:nvPr/>
            </p:nvSpPr>
            <p:spPr bwMode="auto">
              <a:xfrm>
                <a:off x="2628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4" name="Freeform 1092"/>
              <p:cNvSpPr>
                <a:spLocks/>
              </p:cNvSpPr>
              <p:nvPr/>
            </p:nvSpPr>
            <p:spPr bwMode="auto">
              <a:xfrm>
                <a:off x="3126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5" name="Freeform 1093"/>
              <p:cNvSpPr>
                <a:spLocks/>
              </p:cNvSpPr>
              <p:nvPr/>
            </p:nvSpPr>
            <p:spPr bwMode="auto">
              <a:xfrm>
                <a:off x="3138" y="21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6" name="Freeform 1094"/>
              <p:cNvSpPr>
                <a:spLocks/>
              </p:cNvSpPr>
              <p:nvPr/>
            </p:nvSpPr>
            <p:spPr bwMode="auto">
              <a:xfrm>
                <a:off x="2742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7" name="Freeform 1095"/>
              <p:cNvSpPr>
                <a:spLocks/>
              </p:cNvSpPr>
              <p:nvPr/>
            </p:nvSpPr>
            <p:spPr bwMode="auto">
              <a:xfrm>
                <a:off x="2880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8" name="Freeform 1096"/>
              <p:cNvSpPr>
                <a:spLocks/>
              </p:cNvSpPr>
              <p:nvPr/>
            </p:nvSpPr>
            <p:spPr bwMode="auto">
              <a:xfrm>
                <a:off x="3204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9" name="Freeform 1097"/>
              <p:cNvSpPr>
                <a:spLocks/>
              </p:cNvSpPr>
              <p:nvPr/>
            </p:nvSpPr>
            <p:spPr bwMode="auto">
              <a:xfrm>
                <a:off x="3006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0" name="Freeform 1098"/>
              <p:cNvSpPr>
                <a:spLocks/>
              </p:cNvSpPr>
              <p:nvPr/>
            </p:nvSpPr>
            <p:spPr bwMode="auto">
              <a:xfrm>
                <a:off x="2868" y="20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1" name="Freeform 1099"/>
              <p:cNvSpPr>
                <a:spLocks/>
              </p:cNvSpPr>
              <p:nvPr/>
            </p:nvSpPr>
            <p:spPr bwMode="auto">
              <a:xfrm>
                <a:off x="3504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2" name="Freeform 1100"/>
              <p:cNvSpPr>
                <a:spLocks/>
              </p:cNvSpPr>
              <p:nvPr/>
            </p:nvSpPr>
            <p:spPr bwMode="auto">
              <a:xfrm>
                <a:off x="2058" y="28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3" name="Freeform 1101"/>
              <p:cNvSpPr>
                <a:spLocks/>
              </p:cNvSpPr>
              <p:nvPr/>
            </p:nvSpPr>
            <p:spPr bwMode="auto">
              <a:xfrm>
                <a:off x="3054" y="20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4" name="Freeform 1102"/>
              <p:cNvSpPr>
                <a:spLocks/>
              </p:cNvSpPr>
              <p:nvPr/>
            </p:nvSpPr>
            <p:spPr bwMode="auto">
              <a:xfrm>
                <a:off x="2808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5" name="Freeform 1103"/>
              <p:cNvSpPr>
                <a:spLocks/>
              </p:cNvSpPr>
              <p:nvPr/>
            </p:nvSpPr>
            <p:spPr bwMode="auto">
              <a:xfrm>
                <a:off x="3270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6" name="Freeform 1104"/>
              <p:cNvSpPr>
                <a:spLocks/>
              </p:cNvSpPr>
              <p:nvPr/>
            </p:nvSpPr>
            <p:spPr bwMode="auto">
              <a:xfrm>
                <a:off x="2526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7" name="Freeform 1105"/>
              <p:cNvSpPr>
                <a:spLocks/>
              </p:cNvSpPr>
              <p:nvPr/>
            </p:nvSpPr>
            <p:spPr bwMode="auto">
              <a:xfrm>
                <a:off x="2394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8" name="Freeform 1106"/>
              <p:cNvSpPr>
                <a:spLocks/>
              </p:cNvSpPr>
              <p:nvPr/>
            </p:nvSpPr>
            <p:spPr bwMode="auto">
              <a:xfrm>
                <a:off x="3180" y="27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9" name="Freeform 1107"/>
              <p:cNvSpPr>
                <a:spLocks/>
              </p:cNvSpPr>
              <p:nvPr/>
            </p:nvSpPr>
            <p:spPr bwMode="auto">
              <a:xfrm>
                <a:off x="2748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0" name="Freeform 1108"/>
              <p:cNvSpPr>
                <a:spLocks/>
              </p:cNvSpPr>
              <p:nvPr/>
            </p:nvSpPr>
            <p:spPr bwMode="auto">
              <a:xfrm>
                <a:off x="2748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1" name="Freeform 1109"/>
              <p:cNvSpPr>
                <a:spLocks/>
              </p:cNvSpPr>
              <p:nvPr/>
            </p:nvSpPr>
            <p:spPr bwMode="auto">
              <a:xfrm>
                <a:off x="2718" y="28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2" name="Freeform 1110"/>
              <p:cNvSpPr>
                <a:spLocks/>
              </p:cNvSpPr>
              <p:nvPr/>
            </p:nvSpPr>
            <p:spPr bwMode="auto">
              <a:xfrm>
                <a:off x="3126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3" name="Freeform 1111"/>
              <p:cNvSpPr>
                <a:spLocks/>
              </p:cNvSpPr>
              <p:nvPr/>
            </p:nvSpPr>
            <p:spPr bwMode="auto">
              <a:xfrm>
                <a:off x="3126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4" name="Freeform 1112"/>
              <p:cNvSpPr>
                <a:spLocks/>
              </p:cNvSpPr>
              <p:nvPr/>
            </p:nvSpPr>
            <p:spPr bwMode="auto">
              <a:xfrm>
                <a:off x="2886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5" name="Freeform 1113"/>
              <p:cNvSpPr>
                <a:spLocks/>
              </p:cNvSpPr>
              <p:nvPr/>
            </p:nvSpPr>
            <p:spPr bwMode="auto">
              <a:xfrm>
                <a:off x="2676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6" name="Freeform 1114"/>
              <p:cNvSpPr>
                <a:spLocks/>
              </p:cNvSpPr>
              <p:nvPr/>
            </p:nvSpPr>
            <p:spPr bwMode="auto">
              <a:xfrm>
                <a:off x="2274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7" name="Freeform 1115"/>
              <p:cNvSpPr>
                <a:spLocks/>
              </p:cNvSpPr>
              <p:nvPr/>
            </p:nvSpPr>
            <p:spPr bwMode="auto">
              <a:xfrm>
                <a:off x="2832" y="20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8" name="Freeform 1116"/>
              <p:cNvSpPr>
                <a:spLocks/>
              </p:cNvSpPr>
              <p:nvPr/>
            </p:nvSpPr>
            <p:spPr bwMode="auto">
              <a:xfrm>
                <a:off x="2790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9" name="Freeform 1117"/>
              <p:cNvSpPr>
                <a:spLocks/>
              </p:cNvSpPr>
              <p:nvPr/>
            </p:nvSpPr>
            <p:spPr bwMode="auto">
              <a:xfrm>
                <a:off x="2988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0" name="Freeform 1118"/>
              <p:cNvSpPr>
                <a:spLocks/>
              </p:cNvSpPr>
              <p:nvPr/>
            </p:nvSpPr>
            <p:spPr bwMode="auto">
              <a:xfrm>
                <a:off x="2928" y="20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1" name="Freeform 1119"/>
              <p:cNvSpPr>
                <a:spLocks/>
              </p:cNvSpPr>
              <p:nvPr/>
            </p:nvSpPr>
            <p:spPr bwMode="auto">
              <a:xfrm>
                <a:off x="3168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2" name="Freeform 1120"/>
              <p:cNvSpPr>
                <a:spLocks/>
              </p:cNvSpPr>
              <p:nvPr/>
            </p:nvSpPr>
            <p:spPr bwMode="auto">
              <a:xfrm>
                <a:off x="2676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3" name="Freeform 1121"/>
              <p:cNvSpPr>
                <a:spLocks/>
              </p:cNvSpPr>
              <p:nvPr/>
            </p:nvSpPr>
            <p:spPr bwMode="auto">
              <a:xfrm>
                <a:off x="3078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4" name="Freeform 1122"/>
              <p:cNvSpPr>
                <a:spLocks/>
              </p:cNvSpPr>
              <p:nvPr/>
            </p:nvSpPr>
            <p:spPr bwMode="auto">
              <a:xfrm>
                <a:off x="3036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5" name="Freeform 1123"/>
              <p:cNvSpPr>
                <a:spLocks/>
              </p:cNvSpPr>
              <p:nvPr/>
            </p:nvSpPr>
            <p:spPr bwMode="auto">
              <a:xfrm>
                <a:off x="2370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6" name="Freeform 1124"/>
              <p:cNvSpPr>
                <a:spLocks/>
              </p:cNvSpPr>
              <p:nvPr/>
            </p:nvSpPr>
            <p:spPr bwMode="auto">
              <a:xfrm>
                <a:off x="2850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7" name="Freeform 1125"/>
              <p:cNvSpPr>
                <a:spLocks/>
              </p:cNvSpPr>
              <p:nvPr/>
            </p:nvSpPr>
            <p:spPr bwMode="auto">
              <a:xfrm>
                <a:off x="2904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8" name="Freeform 1126"/>
              <p:cNvSpPr>
                <a:spLocks/>
              </p:cNvSpPr>
              <p:nvPr/>
            </p:nvSpPr>
            <p:spPr bwMode="auto">
              <a:xfrm>
                <a:off x="2604" y="28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9" name="Freeform 1127"/>
              <p:cNvSpPr>
                <a:spLocks/>
              </p:cNvSpPr>
              <p:nvPr/>
            </p:nvSpPr>
            <p:spPr bwMode="auto">
              <a:xfrm>
                <a:off x="2622" y="27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0" name="Freeform 1128"/>
              <p:cNvSpPr>
                <a:spLocks/>
              </p:cNvSpPr>
              <p:nvPr/>
            </p:nvSpPr>
            <p:spPr bwMode="auto">
              <a:xfrm>
                <a:off x="2730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1" name="Freeform 1129"/>
              <p:cNvSpPr>
                <a:spLocks/>
              </p:cNvSpPr>
              <p:nvPr/>
            </p:nvSpPr>
            <p:spPr bwMode="auto">
              <a:xfrm>
                <a:off x="3138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2" name="Freeform 1130"/>
              <p:cNvSpPr>
                <a:spLocks/>
              </p:cNvSpPr>
              <p:nvPr/>
            </p:nvSpPr>
            <p:spPr bwMode="auto">
              <a:xfrm>
                <a:off x="3036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3" name="Freeform 1131"/>
              <p:cNvSpPr>
                <a:spLocks/>
              </p:cNvSpPr>
              <p:nvPr/>
            </p:nvSpPr>
            <p:spPr bwMode="auto">
              <a:xfrm>
                <a:off x="2454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4" name="Freeform 1132"/>
              <p:cNvSpPr>
                <a:spLocks/>
              </p:cNvSpPr>
              <p:nvPr/>
            </p:nvSpPr>
            <p:spPr bwMode="auto">
              <a:xfrm>
                <a:off x="267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5" name="Freeform 1133"/>
              <p:cNvSpPr>
                <a:spLocks/>
              </p:cNvSpPr>
              <p:nvPr/>
            </p:nvSpPr>
            <p:spPr bwMode="auto">
              <a:xfrm>
                <a:off x="2928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6" name="Freeform 1134"/>
              <p:cNvSpPr>
                <a:spLocks/>
              </p:cNvSpPr>
              <p:nvPr/>
            </p:nvSpPr>
            <p:spPr bwMode="auto">
              <a:xfrm>
                <a:off x="2712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7" name="Freeform 1135"/>
              <p:cNvSpPr>
                <a:spLocks/>
              </p:cNvSpPr>
              <p:nvPr/>
            </p:nvSpPr>
            <p:spPr bwMode="auto">
              <a:xfrm>
                <a:off x="2550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8" name="Freeform 1136"/>
              <p:cNvSpPr>
                <a:spLocks/>
              </p:cNvSpPr>
              <p:nvPr/>
            </p:nvSpPr>
            <p:spPr bwMode="auto">
              <a:xfrm>
                <a:off x="2868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9" name="Freeform 1137"/>
              <p:cNvSpPr>
                <a:spLocks/>
              </p:cNvSpPr>
              <p:nvPr/>
            </p:nvSpPr>
            <p:spPr bwMode="auto">
              <a:xfrm>
                <a:off x="2802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0" name="Freeform 1138"/>
              <p:cNvSpPr>
                <a:spLocks/>
              </p:cNvSpPr>
              <p:nvPr/>
            </p:nvSpPr>
            <p:spPr bwMode="auto">
              <a:xfrm>
                <a:off x="2298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1" name="Freeform 1139"/>
              <p:cNvSpPr>
                <a:spLocks/>
              </p:cNvSpPr>
              <p:nvPr/>
            </p:nvSpPr>
            <p:spPr bwMode="auto">
              <a:xfrm>
                <a:off x="3036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2" name="Freeform 1140"/>
              <p:cNvSpPr>
                <a:spLocks/>
              </p:cNvSpPr>
              <p:nvPr/>
            </p:nvSpPr>
            <p:spPr bwMode="auto">
              <a:xfrm>
                <a:off x="2862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3" name="Freeform 1141"/>
              <p:cNvSpPr>
                <a:spLocks/>
              </p:cNvSpPr>
              <p:nvPr/>
            </p:nvSpPr>
            <p:spPr bwMode="auto">
              <a:xfrm>
                <a:off x="3006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4" name="Freeform 1142"/>
              <p:cNvSpPr>
                <a:spLocks/>
              </p:cNvSpPr>
              <p:nvPr/>
            </p:nvSpPr>
            <p:spPr bwMode="auto">
              <a:xfrm>
                <a:off x="2682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5" name="Freeform 1143"/>
              <p:cNvSpPr>
                <a:spLocks/>
              </p:cNvSpPr>
              <p:nvPr/>
            </p:nvSpPr>
            <p:spPr bwMode="auto">
              <a:xfrm>
                <a:off x="3216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6" name="Freeform 1144"/>
              <p:cNvSpPr>
                <a:spLocks/>
              </p:cNvSpPr>
              <p:nvPr/>
            </p:nvSpPr>
            <p:spPr bwMode="auto">
              <a:xfrm>
                <a:off x="3048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7" name="Freeform 1145"/>
              <p:cNvSpPr>
                <a:spLocks/>
              </p:cNvSpPr>
              <p:nvPr/>
            </p:nvSpPr>
            <p:spPr bwMode="auto">
              <a:xfrm>
                <a:off x="3012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8" name="Freeform 1146"/>
              <p:cNvSpPr>
                <a:spLocks/>
              </p:cNvSpPr>
              <p:nvPr/>
            </p:nvSpPr>
            <p:spPr bwMode="auto">
              <a:xfrm>
                <a:off x="2484" y="28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9" name="Freeform 1147"/>
              <p:cNvSpPr>
                <a:spLocks/>
              </p:cNvSpPr>
              <p:nvPr/>
            </p:nvSpPr>
            <p:spPr bwMode="auto">
              <a:xfrm>
                <a:off x="2940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0" name="Freeform 1148"/>
              <p:cNvSpPr>
                <a:spLocks/>
              </p:cNvSpPr>
              <p:nvPr/>
            </p:nvSpPr>
            <p:spPr bwMode="auto">
              <a:xfrm>
                <a:off x="2832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1" name="Freeform 1149"/>
              <p:cNvSpPr>
                <a:spLocks/>
              </p:cNvSpPr>
              <p:nvPr/>
            </p:nvSpPr>
            <p:spPr bwMode="auto">
              <a:xfrm>
                <a:off x="2982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2" name="Freeform 1150"/>
              <p:cNvSpPr>
                <a:spLocks/>
              </p:cNvSpPr>
              <p:nvPr/>
            </p:nvSpPr>
            <p:spPr bwMode="auto">
              <a:xfrm>
                <a:off x="3024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3" name="Freeform 1151"/>
              <p:cNvSpPr>
                <a:spLocks/>
              </p:cNvSpPr>
              <p:nvPr/>
            </p:nvSpPr>
            <p:spPr bwMode="auto">
              <a:xfrm>
                <a:off x="2268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4" name="Freeform 1152"/>
              <p:cNvSpPr>
                <a:spLocks/>
              </p:cNvSpPr>
              <p:nvPr/>
            </p:nvSpPr>
            <p:spPr bwMode="auto">
              <a:xfrm>
                <a:off x="3138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5" name="Freeform 1153"/>
              <p:cNvSpPr>
                <a:spLocks/>
              </p:cNvSpPr>
              <p:nvPr/>
            </p:nvSpPr>
            <p:spPr bwMode="auto">
              <a:xfrm>
                <a:off x="2364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6" name="Freeform 1154"/>
              <p:cNvSpPr>
                <a:spLocks/>
              </p:cNvSpPr>
              <p:nvPr/>
            </p:nvSpPr>
            <p:spPr bwMode="auto">
              <a:xfrm>
                <a:off x="2844" y="20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7" name="Freeform 1155"/>
              <p:cNvSpPr>
                <a:spLocks/>
              </p:cNvSpPr>
              <p:nvPr/>
            </p:nvSpPr>
            <p:spPr bwMode="auto">
              <a:xfrm>
                <a:off x="2838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8" name="Freeform 1156"/>
              <p:cNvSpPr>
                <a:spLocks/>
              </p:cNvSpPr>
              <p:nvPr/>
            </p:nvSpPr>
            <p:spPr bwMode="auto">
              <a:xfrm>
                <a:off x="3420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9" name="Freeform 1157"/>
              <p:cNvSpPr>
                <a:spLocks/>
              </p:cNvSpPr>
              <p:nvPr/>
            </p:nvSpPr>
            <p:spPr bwMode="auto">
              <a:xfrm>
                <a:off x="3000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0" name="Freeform 1158"/>
              <p:cNvSpPr>
                <a:spLocks/>
              </p:cNvSpPr>
              <p:nvPr/>
            </p:nvSpPr>
            <p:spPr bwMode="auto">
              <a:xfrm>
                <a:off x="2772" y="20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1" name="Freeform 1159"/>
              <p:cNvSpPr>
                <a:spLocks/>
              </p:cNvSpPr>
              <p:nvPr/>
            </p:nvSpPr>
            <p:spPr bwMode="auto">
              <a:xfrm>
                <a:off x="2658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2" name="Freeform 1160"/>
              <p:cNvSpPr>
                <a:spLocks/>
              </p:cNvSpPr>
              <p:nvPr/>
            </p:nvSpPr>
            <p:spPr bwMode="auto">
              <a:xfrm>
                <a:off x="2850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3" name="Freeform 1161"/>
              <p:cNvSpPr>
                <a:spLocks/>
              </p:cNvSpPr>
              <p:nvPr/>
            </p:nvSpPr>
            <p:spPr bwMode="auto">
              <a:xfrm>
                <a:off x="304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4" name="Freeform 1162"/>
              <p:cNvSpPr>
                <a:spLocks/>
              </p:cNvSpPr>
              <p:nvPr/>
            </p:nvSpPr>
            <p:spPr bwMode="auto">
              <a:xfrm>
                <a:off x="2916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5" name="Freeform 1163"/>
              <p:cNvSpPr>
                <a:spLocks/>
              </p:cNvSpPr>
              <p:nvPr/>
            </p:nvSpPr>
            <p:spPr bwMode="auto">
              <a:xfrm>
                <a:off x="3084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6" name="Freeform 1164"/>
              <p:cNvSpPr>
                <a:spLocks/>
              </p:cNvSpPr>
              <p:nvPr/>
            </p:nvSpPr>
            <p:spPr bwMode="auto">
              <a:xfrm>
                <a:off x="2742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7" name="Freeform 1165"/>
              <p:cNvSpPr>
                <a:spLocks/>
              </p:cNvSpPr>
              <p:nvPr/>
            </p:nvSpPr>
            <p:spPr bwMode="auto">
              <a:xfrm>
                <a:off x="2616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8" name="Freeform 1166"/>
              <p:cNvSpPr>
                <a:spLocks/>
              </p:cNvSpPr>
              <p:nvPr/>
            </p:nvSpPr>
            <p:spPr bwMode="auto">
              <a:xfrm>
                <a:off x="2994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9" name="Freeform 1167"/>
              <p:cNvSpPr>
                <a:spLocks/>
              </p:cNvSpPr>
              <p:nvPr/>
            </p:nvSpPr>
            <p:spPr bwMode="auto">
              <a:xfrm>
                <a:off x="2736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0" name="Freeform 1168"/>
              <p:cNvSpPr>
                <a:spLocks/>
              </p:cNvSpPr>
              <p:nvPr/>
            </p:nvSpPr>
            <p:spPr bwMode="auto">
              <a:xfrm>
                <a:off x="2550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1" name="Freeform 1169"/>
              <p:cNvSpPr>
                <a:spLocks/>
              </p:cNvSpPr>
              <p:nvPr/>
            </p:nvSpPr>
            <p:spPr bwMode="auto">
              <a:xfrm>
                <a:off x="3252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2" name="Freeform 1170"/>
              <p:cNvSpPr>
                <a:spLocks/>
              </p:cNvSpPr>
              <p:nvPr/>
            </p:nvSpPr>
            <p:spPr bwMode="auto">
              <a:xfrm>
                <a:off x="2424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3" name="Freeform 1171"/>
              <p:cNvSpPr>
                <a:spLocks/>
              </p:cNvSpPr>
              <p:nvPr/>
            </p:nvSpPr>
            <p:spPr bwMode="auto">
              <a:xfrm>
                <a:off x="2640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4" name="Freeform 1172"/>
              <p:cNvSpPr>
                <a:spLocks/>
              </p:cNvSpPr>
              <p:nvPr/>
            </p:nvSpPr>
            <p:spPr bwMode="auto">
              <a:xfrm>
                <a:off x="2448" y="29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5" name="Freeform 1173"/>
              <p:cNvSpPr>
                <a:spLocks/>
              </p:cNvSpPr>
              <p:nvPr/>
            </p:nvSpPr>
            <p:spPr bwMode="auto">
              <a:xfrm>
                <a:off x="2886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6" name="Freeform 1174"/>
              <p:cNvSpPr>
                <a:spLocks/>
              </p:cNvSpPr>
              <p:nvPr/>
            </p:nvSpPr>
            <p:spPr bwMode="auto">
              <a:xfrm>
                <a:off x="2664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7" name="Freeform 1175"/>
              <p:cNvSpPr>
                <a:spLocks/>
              </p:cNvSpPr>
              <p:nvPr/>
            </p:nvSpPr>
            <p:spPr bwMode="auto">
              <a:xfrm>
                <a:off x="3090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8" name="Freeform 1176"/>
              <p:cNvSpPr>
                <a:spLocks/>
              </p:cNvSpPr>
              <p:nvPr/>
            </p:nvSpPr>
            <p:spPr bwMode="auto">
              <a:xfrm>
                <a:off x="2592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9" name="Freeform 1177"/>
              <p:cNvSpPr>
                <a:spLocks/>
              </p:cNvSpPr>
              <p:nvPr/>
            </p:nvSpPr>
            <p:spPr bwMode="auto">
              <a:xfrm>
                <a:off x="3390" y="20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0" name="Freeform 1178"/>
              <p:cNvSpPr>
                <a:spLocks/>
              </p:cNvSpPr>
              <p:nvPr/>
            </p:nvSpPr>
            <p:spPr bwMode="auto">
              <a:xfrm>
                <a:off x="2598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1" name="Freeform 1179"/>
              <p:cNvSpPr>
                <a:spLocks/>
              </p:cNvSpPr>
              <p:nvPr/>
            </p:nvSpPr>
            <p:spPr bwMode="auto">
              <a:xfrm>
                <a:off x="3078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2" name="Freeform 1180"/>
              <p:cNvSpPr>
                <a:spLocks/>
              </p:cNvSpPr>
              <p:nvPr/>
            </p:nvSpPr>
            <p:spPr bwMode="auto">
              <a:xfrm>
                <a:off x="2748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3" name="Freeform 1181"/>
              <p:cNvSpPr>
                <a:spLocks/>
              </p:cNvSpPr>
              <p:nvPr/>
            </p:nvSpPr>
            <p:spPr bwMode="auto">
              <a:xfrm>
                <a:off x="2946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4" name="Freeform 1182"/>
              <p:cNvSpPr>
                <a:spLocks/>
              </p:cNvSpPr>
              <p:nvPr/>
            </p:nvSpPr>
            <p:spPr bwMode="auto">
              <a:xfrm>
                <a:off x="2928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5" name="Freeform 1183"/>
              <p:cNvSpPr>
                <a:spLocks/>
              </p:cNvSpPr>
              <p:nvPr/>
            </p:nvSpPr>
            <p:spPr bwMode="auto">
              <a:xfrm>
                <a:off x="3348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6" name="Freeform 1184"/>
              <p:cNvSpPr>
                <a:spLocks/>
              </p:cNvSpPr>
              <p:nvPr/>
            </p:nvSpPr>
            <p:spPr bwMode="auto">
              <a:xfrm>
                <a:off x="2454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7" name="Freeform 1185"/>
              <p:cNvSpPr>
                <a:spLocks/>
              </p:cNvSpPr>
              <p:nvPr/>
            </p:nvSpPr>
            <p:spPr bwMode="auto">
              <a:xfrm>
                <a:off x="2790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8" name="Freeform 1186"/>
              <p:cNvSpPr>
                <a:spLocks/>
              </p:cNvSpPr>
              <p:nvPr/>
            </p:nvSpPr>
            <p:spPr bwMode="auto">
              <a:xfrm>
                <a:off x="2772" y="27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9" name="Freeform 1187"/>
              <p:cNvSpPr>
                <a:spLocks/>
              </p:cNvSpPr>
              <p:nvPr/>
            </p:nvSpPr>
            <p:spPr bwMode="auto">
              <a:xfrm>
                <a:off x="2874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0" name="Freeform 1188"/>
              <p:cNvSpPr>
                <a:spLocks/>
              </p:cNvSpPr>
              <p:nvPr/>
            </p:nvSpPr>
            <p:spPr bwMode="auto">
              <a:xfrm>
                <a:off x="2544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1" name="Freeform 1189"/>
              <p:cNvSpPr>
                <a:spLocks/>
              </p:cNvSpPr>
              <p:nvPr/>
            </p:nvSpPr>
            <p:spPr bwMode="auto">
              <a:xfrm>
                <a:off x="2334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2" name="Freeform 1190"/>
              <p:cNvSpPr>
                <a:spLocks/>
              </p:cNvSpPr>
              <p:nvPr/>
            </p:nvSpPr>
            <p:spPr bwMode="auto">
              <a:xfrm>
                <a:off x="2688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3" name="Freeform 1191"/>
              <p:cNvSpPr>
                <a:spLocks/>
              </p:cNvSpPr>
              <p:nvPr/>
            </p:nvSpPr>
            <p:spPr bwMode="auto">
              <a:xfrm>
                <a:off x="2790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4" name="Freeform 1192"/>
              <p:cNvSpPr>
                <a:spLocks/>
              </p:cNvSpPr>
              <p:nvPr/>
            </p:nvSpPr>
            <p:spPr bwMode="auto">
              <a:xfrm>
                <a:off x="2514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5" name="Freeform 1193"/>
              <p:cNvSpPr>
                <a:spLocks/>
              </p:cNvSpPr>
              <p:nvPr/>
            </p:nvSpPr>
            <p:spPr bwMode="auto">
              <a:xfrm>
                <a:off x="2874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6" name="Freeform 1194"/>
              <p:cNvSpPr>
                <a:spLocks/>
              </p:cNvSpPr>
              <p:nvPr/>
            </p:nvSpPr>
            <p:spPr bwMode="auto">
              <a:xfrm>
                <a:off x="2922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7" name="Freeform 1195"/>
              <p:cNvSpPr>
                <a:spLocks/>
              </p:cNvSpPr>
              <p:nvPr/>
            </p:nvSpPr>
            <p:spPr bwMode="auto">
              <a:xfrm>
                <a:off x="2958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8" name="Freeform 1196"/>
              <p:cNvSpPr>
                <a:spLocks/>
              </p:cNvSpPr>
              <p:nvPr/>
            </p:nvSpPr>
            <p:spPr bwMode="auto">
              <a:xfrm>
                <a:off x="3414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9" name="Freeform 1197"/>
              <p:cNvSpPr>
                <a:spLocks/>
              </p:cNvSpPr>
              <p:nvPr/>
            </p:nvSpPr>
            <p:spPr bwMode="auto">
              <a:xfrm>
                <a:off x="3024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0" name="Freeform 1198"/>
              <p:cNvSpPr>
                <a:spLocks/>
              </p:cNvSpPr>
              <p:nvPr/>
            </p:nvSpPr>
            <p:spPr bwMode="auto">
              <a:xfrm>
                <a:off x="3018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1" name="Freeform 1199"/>
              <p:cNvSpPr>
                <a:spLocks/>
              </p:cNvSpPr>
              <p:nvPr/>
            </p:nvSpPr>
            <p:spPr bwMode="auto">
              <a:xfrm>
                <a:off x="2916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2" name="Freeform 1200"/>
              <p:cNvSpPr>
                <a:spLocks/>
              </p:cNvSpPr>
              <p:nvPr/>
            </p:nvSpPr>
            <p:spPr bwMode="auto">
              <a:xfrm>
                <a:off x="2946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3" name="Freeform 1201"/>
              <p:cNvSpPr>
                <a:spLocks/>
              </p:cNvSpPr>
              <p:nvPr/>
            </p:nvSpPr>
            <p:spPr bwMode="auto">
              <a:xfrm>
                <a:off x="3030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4" name="Freeform 1202"/>
              <p:cNvSpPr>
                <a:spLocks/>
              </p:cNvSpPr>
              <p:nvPr/>
            </p:nvSpPr>
            <p:spPr bwMode="auto">
              <a:xfrm>
                <a:off x="2610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5" name="Freeform 1203"/>
              <p:cNvSpPr>
                <a:spLocks/>
              </p:cNvSpPr>
              <p:nvPr/>
            </p:nvSpPr>
            <p:spPr bwMode="auto">
              <a:xfrm>
                <a:off x="318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6" name="Freeform 1204"/>
              <p:cNvSpPr>
                <a:spLocks/>
              </p:cNvSpPr>
              <p:nvPr/>
            </p:nvSpPr>
            <p:spPr bwMode="auto">
              <a:xfrm>
                <a:off x="2928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7" name="Freeform 1205"/>
              <p:cNvSpPr>
                <a:spLocks/>
              </p:cNvSpPr>
              <p:nvPr/>
            </p:nvSpPr>
            <p:spPr bwMode="auto">
              <a:xfrm>
                <a:off x="2484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8" name="Freeform 1206"/>
              <p:cNvSpPr>
                <a:spLocks/>
              </p:cNvSpPr>
              <p:nvPr/>
            </p:nvSpPr>
            <p:spPr bwMode="auto">
              <a:xfrm>
                <a:off x="306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9" name="Freeform 1207"/>
              <p:cNvSpPr>
                <a:spLocks/>
              </p:cNvSpPr>
              <p:nvPr/>
            </p:nvSpPr>
            <p:spPr bwMode="auto">
              <a:xfrm>
                <a:off x="3084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50" name="Freeform 1208"/>
              <p:cNvSpPr>
                <a:spLocks/>
              </p:cNvSpPr>
              <p:nvPr/>
            </p:nvSpPr>
            <p:spPr bwMode="auto">
              <a:xfrm>
                <a:off x="3216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51" name="Freeform 1209"/>
              <p:cNvSpPr>
                <a:spLocks/>
              </p:cNvSpPr>
              <p:nvPr/>
            </p:nvSpPr>
            <p:spPr bwMode="auto">
              <a:xfrm>
                <a:off x="3366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0" name="Group 1411"/>
            <p:cNvGrpSpPr>
              <a:grpSpLocks/>
            </p:cNvGrpSpPr>
            <p:nvPr/>
          </p:nvGrpSpPr>
          <p:grpSpPr bwMode="auto">
            <a:xfrm>
              <a:off x="2118" y="1935"/>
              <a:ext cx="1356" cy="1026"/>
              <a:chOff x="2118" y="1935"/>
              <a:chExt cx="1356" cy="1026"/>
            </a:xfrm>
          </p:grpSpPr>
          <p:sp>
            <p:nvSpPr>
              <p:cNvPr id="59952" name="Freeform 1211"/>
              <p:cNvSpPr>
                <a:spLocks/>
              </p:cNvSpPr>
              <p:nvPr/>
            </p:nvSpPr>
            <p:spPr bwMode="auto">
              <a:xfrm>
                <a:off x="3312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53" name="Freeform 1212"/>
              <p:cNvSpPr>
                <a:spLocks/>
              </p:cNvSpPr>
              <p:nvPr/>
            </p:nvSpPr>
            <p:spPr bwMode="auto">
              <a:xfrm>
                <a:off x="2946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54" name="Freeform 1213"/>
              <p:cNvSpPr>
                <a:spLocks/>
              </p:cNvSpPr>
              <p:nvPr/>
            </p:nvSpPr>
            <p:spPr bwMode="auto">
              <a:xfrm>
                <a:off x="3138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55" name="Freeform 1214"/>
              <p:cNvSpPr>
                <a:spLocks/>
              </p:cNvSpPr>
              <p:nvPr/>
            </p:nvSpPr>
            <p:spPr bwMode="auto">
              <a:xfrm>
                <a:off x="2892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56" name="Freeform 1215"/>
              <p:cNvSpPr>
                <a:spLocks/>
              </p:cNvSpPr>
              <p:nvPr/>
            </p:nvSpPr>
            <p:spPr bwMode="auto">
              <a:xfrm>
                <a:off x="2604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57" name="Freeform 1216"/>
              <p:cNvSpPr>
                <a:spLocks/>
              </p:cNvSpPr>
              <p:nvPr/>
            </p:nvSpPr>
            <p:spPr bwMode="auto">
              <a:xfrm>
                <a:off x="2778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58" name="Freeform 1217"/>
              <p:cNvSpPr>
                <a:spLocks/>
              </p:cNvSpPr>
              <p:nvPr/>
            </p:nvSpPr>
            <p:spPr bwMode="auto">
              <a:xfrm>
                <a:off x="3120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59" name="Freeform 1218"/>
              <p:cNvSpPr>
                <a:spLocks/>
              </p:cNvSpPr>
              <p:nvPr/>
            </p:nvSpPr>
            <p:spPr bwMode="auto">
              <a:xfrm>
                <a:off x="3024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0" name="Freeform 1219"/>
              <p:cNvSpPr>
                <a:spLocks/>
              </p:cNvSpPr>
              <p:nvPr/>
            </p:nvSpPr>
            <p:spPr bwMode="auto">
              <a:xfrm>
                <a:off x="2388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1" name="Freeform 1220"/>
              <p:cNvSpPr>
                <a:spLocks/>
              </p:cNvSpPr>
              <p:nvPr/>
            </p:nvSpPr>
            <p:spPr bwMode="auto">
              <a:xfrm>
                <a:off x="3072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2" name="Freeform 1221"/>
              <p:cNvSpPr>
                <a:spLocks/>
              </p:cNvSpPr>
              <p:nvPr/>
            </p:nvSpPr>
            <p:spPr bwMode="auto">
              <a:xfrm>
                <a:off x="3324" y="19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3" name="Freeform 1222"/>
              <p:cNvSpPr>
                <a:spLocks/>
              </p:cNvSpPr>
              <p:nvPr/>
            </p:nvSpPr>
            <p:spPr bwMode="auto">
              <a:xfrm>
                <a:off x="2886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4" name="Freeform 1223"/>
              <p:cNvSpPr>
                <a:spLocks/>
              </p:cNvSpPr>
              <p:nvPr/>
            </p:nvSpPr>
            <p:spPr bwMode="auto">
              <a:xfrm>
                <a:off x="3120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5" name="Freeform 1224"/>
              <p:cNvSpPr>
                <a:spLocks/>
              </p:cNvSpPr>
              <p:nvPr/>
            </p:nvSpPr>
            <p:spPr bwMode="auto">
              <a:xfrm>
                <a:off x="3066" y="21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6" name="Freeform 1225"/>
              <p:cNvSpPr>
                <a:spLocks/>
              </p:cNvSpPr>
              <p:nvPr/>
            </p:nvSpPr>
            <p:spPr bwMode="auto">
              <a:xfrm>
                <a:off x="3150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7" name="Freeform 1226"/>
              <p:cNvSpPr>
                <a:spLocks/>
              </p:cNvSpPr>
              <p:nvPr/>
            </p:nvSpPr>
            <p:spPr bwMode="auto">
              <a:xfrm>
                <a:off x="3012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8" name="Freeform 1227"/>
              <p:cNvSpPr>
                <a:spLocks/>
              </p:cNvSpPr>
              <p:nvPr/>
            </p:nvSpPr>
            <p:spPr bwMode="auto">
              <a:xfrm>
                <a:off x="2976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9" name="Freeform 1228"/>
              <p:cNvSpPr>
                <a:spLocks/>
              </p:cNvSpPr>
              <p:nvPr/>
            </p:nvSpPr>
            <p:spPr bwMode="auto">
              <a:xfrm>
                <a:off x="2670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0" name="Freeform 1229"/>
              <p:cNvSpPr>
                <a:spLocks/>
              </p:cNvSpPr>
              <p:nvPr/>
            </p:nvSpPr>
            <p:spPr bwMode="auto">
              <a:xfrm>
                <a:off x="2802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1" name="Freeform 1230"/>
              <p:cNvSpPr>
                <a:spLocks/>
              </p:cNvSpPr>
              <p:nvPr/>
            </p:nvSpPr>
            <p:spPr bwMode="auto">
              <a:xfrm>
                <a:off x="2814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2" name="Freeform 1231"/>
              <p:cNvSpPr>
                <a:spLocks/>
              </p:cNvSpPr>
              <p:nvPr/>
            </p:nvSpPr>
            <p:spPr bwMode="auto">
              <a:xfrm>
                <a:off x="3018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3" name="Freeform 1232"/>
              <p:cNvSpPr>
                <a:spLocks/>
              </p:cNvSpPr>
              <p:nvPr/>
            </p:nvSpPr>
            <p:spPr bwMode="auto">
              <a:xfrm>
                <a:off x="2886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4" name="Freeform 1233"/>
              <p:cNvSpPr>
                <a:spLocks/>
              </p:cNvSpPr>
              <p:nvPr/>
            </p:nvSpPr>
            <p:spPr bwMode="auto">
              <a:xfrm>
                <a:off x="2862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5" name="Freeform 1234"/>
              <p:cNvSpPr>
                <a:spLocks/>
              </p:cNvSpPr>
              <p:nvPr/>
            </p:nvSpPr>
            <p:spPr bwMode="auto">
              <a:xfrm>
                <a:off x="2922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6" name="Freeform 1235"/>
              <p:cNvSpPr>
                <a:spLocks/>
              </p:cNvSpPr>
              <p:nvPr/>
            </p:nvSpPr>
            <p:spPr bwMode="auto">
              <a:xfrm>
                <a:off x="3168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7" name="Freeform 1236"/>
              <p:cNvSpPr>
                <a:spLocks/>
              </p:cNvSpPr>
              <p:nvPr/>
            </p:nvSpPr>
            <p:spPr bwMode="auto">
              <a:xfrm>
                <a:off x="2928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8" name="Freeform 1237"/>
              <p:cNvSpPr>
                <a:spLocks/>
              </p:cNvSpPr>
              <p:nvPr/>
            </p:nvSpPr>
            <p:spPr bwMode="auto">
              <a:xfrm>
                <a:off x="3156" y="20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9" name="Freeform 1238"/>
              <p:cNvSpPr>
                <a:spLocks/>
              </p:cNvSpPr>
              <p:nvPr/>
            </p:nvSpPr>
            <p:spPr bwMode="auto">
              <a:xfrm>
                <a:off x="3006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0" name="Freeform 1239"/>
              <p:cNvSpPr>
                <a:spLocks/>
              </p:cNvSpPr>
              <p:nvPr/>
            </p:nvSpPr>
            <p:spPr bwMode="auto">
              <a:xfrm>
                <a:off x="3234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1" name="Freeform 1240"/>
              <p:cNvSpPr>
                <a:spLocks/>
              </p:cNvSpPr>
              <p:nvPr/>
            </p:nvSpPr>
            <p:spPr bwMode="auto">
              <a:xfrm>
                <a:off x="2880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2" name="Freeform 1241"/>
              <p:cNvSpPr>
                <a:spLocks/>
              </p:cNvSpPr>
              <p:nvPr/>
            </p:nvSpPr>
            <p:spPr bwMode="auto">
              <a:xfrm>
                <a:off x="3396" y="19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3" name="Freeform 1242"/>
              <p:cNvSpPr>
                <a:spLocks/>
              </p:cNvSpPr>
              <p:nvPr/>
            </p:nvSpPr>
            <p:spPr bwMode="auto">
              <a:xfrm>
                <a:off x="2640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4" name="Freeform 1243"/>
              <p:cNvSpPr>
                <a:spLocks/>
              </p:cNvSpPr>
              <p:nvPr/>
            </p:nvSpPr>
            <p:spPr bwMode="auto">
              <a:xfrm>
                <a:off x="3156" y="20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5" name="Freeform 1244"/>
              <p:cNvSpPr>
                <a:spLocks/>
              </p:cNvSpPr>
              <p:nvPr/>
            </p:nvSpPr>
            <p:spPr bwMode="auto">
              <a:xfrm>
                <a:off x="2682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6" name="Freeform 1245"/>
              <p:cNvSpPr>
                <a:spLocks/>
              </p:cNvSpPr>
              <p:nvPr/>
            </p:nvSpPr>
            <p:spPr bwMode="auto">
              <a:xfrm>
                <a:off x="3060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7" name="Freeform 1246"/>
              <p:cNvSpPr>
                <a:spLocks/>
              </p:cNvSpPr>
              <p:nvPr/>
            </p:nvSpPr>
            <p:spPr bwMode="auto">
              <a:xfrm>
                <a:off x="2958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8" name="Freeform 1247"/>
              <p:cNvSpPr>
                <a:spLocks/>
              </p:cNvSpPr>
              <p:nvPr/>
            </p:nvSpPr>
            <p:spPr bwMode="auto">
              <a:xfrm>
                <a:off x="2706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9" name="Freeform 1248"/>
              <p:cNvSpPr>
                <a:spLocks/>
              </p:cNvSpPr>
              <p:nvPr/>
            </p:nvSpPr>
            <p:spPr bwMode="auto">
              <a:xfrm>
                <a:off x="2622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0" name="Freeform 1249"/>
              <p:cNvSpPr>
                <a:spLocks/>
              </p:cNvSpPr>
              <p:nvPr/>
            </p:nvSpPr>
            <p:spPr bwMode="auto">
              <a:xfrm>
                <a:off x="3078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1" name="Freeform 1250"/>
              <p:cNvSpPr>
                <a:spLocks/>
              </p:cNvSpPr>
              <p:nvPr/>
            </p:nvSpPr>
            <p:spPr bwMode="auto">
              <a:xfrm>
                <a:off x="3006" y="19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2" name="Freeform 1251"/>
              <p:cNvSpPr>
                <a:spLocks/>
              </p:cNvSpPr>
              <p:nvPr/>
            </p:nvSpPr>
            <p:spPr bwMode="auto">
              <a:xfrm>
                <a:off x="3126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3" name="Freeform 1252"/>
              <p:cNvSpPr>
                <a:spLocks/>
              </p:cNvSpPr>
              <p:nvPr/>
            </p:nvSpPr>
            <p:spPr bwMode="auto">
              <a:xfrm>
                <a:off x="3006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4" name="Freeform 1253"/>
              <p:cNvSpPr>
                <a:spLocks/>
              </p:cNvSpPr>
              <p:nvPr/>
            </p:nvSpPr>
            <p:spPr bwMode="auto">
              <a:xfrm>
                <a:off x="2430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5" name="Freeform 1254"/>
              <p:cNvSpPr>
                <a:spLocks/>
              </p:cNvSpPr>
              <p:nvPr/>
            </p:nvSpPr>
            <p:spPr bwMode="auto">
              <a:xfrm>
                <a:off x="3204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6" name="Freeform 1255"/>
              <p:cNvSpPr>
                <a:spLocks/>
              </p:cNvSpPr>
              <p:nvPr/>
            </p:nvSpPr>
            <p:spPr bwMode="auto">
              <a:xfrm>
                <a:off x="2490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7" name="Freeform 1256"/>
              <p:cNvSpPr>
                <a:spLocks/>
              </p:cNvSpPr>
              <p:nvPr/>
            </p:nvSpPr>
            <p:spPr bwMode="auto">
              <a:xfrm>
                <a:off x="3030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8" name="Freeform 1257"/>
              <p:cNvSpPr>
                <a:spLocks/>
              </p:cNvSpPr>
              <p:nvPr/>
            </p:nvSpPr>
            <p:spPr bwMode="auto">
              <a:xfrm>
                <a:off x="2730" y="28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9" name="Freeform 1258"/>
              <p:cNvSpPr>
                <a:spLocks/>
              </p:cNvSpPr>
              <p:nvPr/>
            </p:nvSpPr>
            <p:spPr bwMode="auto">
              <a:xfrm>
                <a:off x="3012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00" name="Freeform 1259"/>
              <p:cNvSpPr>
                <a:spLocks/>
              </p:cNvSpPr>
              <p:nvPr/>
            </p:nvSpPr>
            <p:spPr bwMode="auto">
              <a:xfrm>
                <a:off x="3348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01" name="Freeform 1260"/>
              <p:cNvSpPr>
                <a:spLocks/>
              </p:cNvSpPr>
              <p:nvPr/>
            </p:nvSpPr>
            <p:spPr bwMode="auto">
              <a:xfrm>
                <a:off x="2202" y="28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02" name="Freeform 1261"/>
              <p:cNvSpPr>
                <a:spLocks/>
              </p:cNvSpPr>
              <p:nvPr/>
            </p:nvSpPr>
            <p:spPr bwMode="auto">
              <a:xfrm>
                <a:off x="3114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03" name="Freeform 1262"/>
              <p:cNvSpPr>
                <a:spLocks/>
              </p:cNvSpPr>
              <p:nvPr/>
            </p:nvSpPr>
            <p:spPr bwMode="auto">
              <a:xfrm>
                <a:off x="3138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04" name="Freeform 1263"/>
              <p:cNvSpPr>
                <a:spLocks/>
              </p:cNvSpPr>
              <p:nvPr/>
            </p:nvSpPr>
            <p:spPr bwMode="auto">
              <a:xfrm>
                <a:off x="2586" y="28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05" name="Freeform 1264"/>
              <p:cNvSpPr>
                <a:spLocks/>
              </p:cNvSpPr>
              <p:nvPr/>
            </p:nvSpPr>
            <p:spPr bwMode="auto">
              <a:xfrm>
                <a:off x="2742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06" name="Freeform 1265"/>
              <p:cNvSpPr>
                <a:spLocks/>
              </p:cNvSpPr>
              <p:nvPr/>
            </p:nvSpPr>
            <p:spPr bwMode="auto">
              <a:xfrm>
                <a:off x="3270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07" name="Freeform 1266"/>
              <p:cNvSpPr>
                <a:spLocks/>
              </p:cNvSpPr>
              <p:nvPr/>
            </p:nvSpPr>
            <p:spPr bwMode="auto">
              <a:xfrm>
                <a:off x="3246" y="20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08" name="Freeform 1267"/>
              <p:cNvSpPr>
                <a:spLocks/>
              </p:cNvSpPr>
              <p:nvPr/>
            </p:nvSpPr>
            <p:spPr bwMode="auto">
              <a:xfrm>
                <a:off x="2748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09" name="Freeform 1268"/>
              <p:cNvSpPr>
                <a:spLocks/>
              </p:cNvSpPr>
              <p:nvPr/>
            </p:nvSpPr>
            <p:spPr bwMode="auto">
              <a:xfrm>
                <a:off x="3006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0" name="Freeform 1269"/>
              <p:cNvSpPr>
                <a:spLocks/>
              </p:cNvSpPr>
              <p:nvPr/>
            </p:nvSpPr>
            <p:spPr bwMode="auto">
              <a:xfrm>
                <a:off x="3078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1" name="Freeform 1270"/>
              <p:cNvSpPr>
                <a:spLocks/>
              </p:cNvSpPr>
              <p:nvPr/>
            </p:nvSpPr>
            <p:spPr bwMode="auto">
              <a:xfrm>
                <a:off x="3198" y="21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2" name="Freeform 1271"/>
              <p:cNvSpPr>
                <a:spLocks/>
              </p:cNvSpPr>
              <p:nvPr/>
            </p:nvSpPr>
            <p:spPr bwMode="auto">
              <a:xfrm>
                <a:off x="2778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3" name="Freeform 1272"/>
              <p:cNvSpPr>
                <a:spLocks/>
              </p:cNvSpPr>
              <p:nvPr/>
            </p:nvSpPr>
            <p:spPr bwMode="auto">
              <a:xfrm>
                <a:off x="3024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4" name="Freeform 1273"/>
              <p:cNvSpPr>
                <a:spLocks/>
              </p:cNvSpPr>
              <p:nvPr/>
            </p:nvSpPr>
            <p:spPr bwMode="auto">
              <a:xfrm>
                <a:off x="2970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5" name="Freeform 1274"/>
              <p:cNvSpPr>
                <a:spLocks/>
              </p:cNvSpPr>
              <p:nvPr/>
            </p:nvSpPr>
            <p:spPr bwMode="auto">
              <a:xfrm>
                <a:off x="3126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6" name="Freeform 1275"/>
              <p:cNvSpPr>
                <a:spLocks/>
              </p:cNvSpPr>
              <p:nvPr/>
            </p:nvSpPr>
            <p:spPr bwMode="auto">
              <a:xfrm>
                <a:off x="303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7" name="Freeform 1276"/>
              <p:cNvSpPr>
                <a:spLocks/>
              </p:cNvSpPr>
              <p:nvPr/>
            </p:nvSpPr>
            <p:spPr bwMode="auto">
              <a:xfrm>
                <a:off x="3162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8" name="Freeform 1277"/>
              <p:cNvSpPr>
                <a:spLocks/>
              </p:cNvSpPr>
              <p:nvPr/>
            </p:nvSpPr>
            <p:spPr bwMode="auto">
              <a:xfrm>
                <a:off x="2910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9" name="Freeform 1278"/>
              <p:cNvSpPr>
                <a:spLocks/>
              </p:cNvSpPr>
              <p:nvPr/>
            </p:nvSpPr>
            <p:spPr bwMode="auto">
              <a:xfrm>
                <a:off x="2688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0" name="Freeform 1279"/>
              <p:cNvSpPr>
                <a:spLocks/>
              </p:cNvSpPr>
              <p:nvPr/>
            </p:nvSpPr>
            <p:spPr bwMode="auto">
              <a:xfrm>
                <a:off x="3240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1" name="Freeform 1280"/>
              <p:cNvSpPr>
                <a:spLocks/>
              </p:cNvSpPr>
              <p:nvPr/>
            </p:nvSpPr>
            <p:spPr bwMode="auto">
              <a:xfrm>
                <a:off x="2646" y="28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2" name="Freeform 1281"/>
              <p:cNvSpPr>
                <a:spLocks/>
              </p:cNvSpPr>
              <p:nvPr/>
            </p:nvSpPr>
            <p:spPr bwMode="auto">
              <a:xfrm>
                <a:off x="2952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3" name="Freeform 1282"/>
              <p:cNvSpPr>
                <a:spLocks/>
              </p:cNvSpPr>
              <p:nvPr/>
            </p:nvSpPr>
            <p:spPr bwMode="auto">
              <a:xfrm>
                <a:off x="309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4" name="Freeform 1283"/>
              <p:cNvSpPr>
                <a:spLocks/>
              </p:cNvSpPr>
              <p:nvPr/>
            </p:nvSpPr>
            <p:spPr bwMode="auto">
              <a:xfrm>
                <a:off x="2868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5" name="Freeform 1284"/>
              <p:cNvSpPr>
                <a:spLocks/>
              </p:cNvSpPr>
              <p:nvPr/>
            </p:nvSpPr>
            <p:spPr bwMode="auto">
              <a:xfrm>
                <a:off x="2940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6" name="Freeform 1285"/>
              <p:cNvSpPr>
                <a:spLocks/>
              </p:cNvSpPr>
              <p:nvPr/>
            </p:nvSpPr>
            <p:spPr bwMode="auto">
              <a:xfrm>
                <a:off x="2700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7" name="Freeform 1286"/>
              <p:cNvSpPr>
                <a:spLocks/>
              </p:cNvSpPr>
              <p:nvPr/>
            </p:nvSpPr>
            <p:spPr bwMode="auto">
              <a:xfrm>
                <a:off x="2496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8" name="Freeform 1287"/>
              <p:cNvSpPr>
                <a:spLocks/>
              </p:cNvSpPr>
              <p:nvPr/>
            </p:nvSpPr>
            <p:spPr bwMode="auto">
              <a:xfrm>
                <a:off x="2352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9" name="Freeform 1288"/>
              <p:cNvSpPr>
                <a:spLocks/>
              </p:cNvSpPr>
              <p:nvPr/>
            </p:nvSpPr>
            <p:spPr bwMode="auto">
              <a:xfrm>
                <a:off x="2916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0" name="Freeform 1289"/>
              <p:cNvSpPr>
                <a:spLocks/>
              </p:cNvSpPr>
              <p:nvPr/>
            </p:nvSpPr>
            <p:spPr bwMode="auto">
              <a:xfrm>
                <a:off x="2952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1" name="Freeform 1290"/>
              <p:cNvSpPr>
                <a:spLocks/>
              </p:cNvSpPr>
              <p:nvPr/>
            </p:nvSpPr>
            <p:spPr bwMode="auto">
              <a:xfrm>
                <a:off x="2598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2" name="Freeform 1291"/>
              <p:cNvSpPr>
                <a:spLocks/>
              </p:cNvSpPr>
              <p:nvPr/>
            </p:nvSpPr>
            <p:spPr bwMode="auto">
              <a:xfrm>
                <a:off x="3246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3" name="Freeform 1292"/>
              <p:cNvSpPr>
                <a:spLocks/>
              </p:cNvSpPr>
              <p:nvPr/>
            </p:nvSpPr>
            <p:spPr bwMode="auto">
              <a:xfrm>
                <a:off x="2412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4" name="Freeform 1293"/>
              <p:cNvSpPr>
                <a:spLocks/>
              </p:cNvSpPr>
              <p:nvPr/>
            </p:nvSpPr>
            <p:spPr bwMode="auto">
              <a:xfrm>
                <a:off x="2814" y="27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5" name="Freeform 1294"/>
              <p:cNvSpPr>
                <a:spLocks/>
              </p:cNvSpPr>
              <p:nvPr/>
            </p:nvSpPr>
            <p:spPr bwMode="auto">
              <a:xfrm>
                <a:off x="3342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6" name="Freeform 1295"/>
              <p:cNvSpPr>
                <a:spLocks/>
              </p:cNvSpPr>
              <p:nvPr/>
            </p:nvSpPr>
            <p:spPr bwMode="auto">
              <a:xfrm>
                <a:off x="2676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7" name="Freeform 1296"/>
              <p:cNvSpPr>
                <a:spLocks/>
              </p:cNvSpPr>
              <p:nvPr/>
            </p:nvSpPr>
            <p:spPr bwMode="auto">
              <a:xfrm>
                <a:off x="2538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8" name="Freeform 1297"/>
              <p:cNvSpPr>
                <a:spLocks/>
              </p:cNvSpPr>
              <p:nvPr/>
            </p:nvSpPr>
            <p:spPr bwMode="auto">
              <a:xfrm>
                <a:off x="2940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9" name="Freeform 1298"/>
              <p:cNvSpPr>
                <a:spLocks/>
              </p:cNvSpPr>
              <p:nvPr/>
            </p:nvSpPr>
            <p:spPr bwMode="auto">
              <a:xfrm>
                <a:off x="2814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0" name="Freeform 1299"/>
              <p:cNvSpPr>
                <a:spLocks/>
              </p:cNvSpPr>
              <p:nvPr/>
            </p:nvSpPr>
            <p:spPr bwMode="auto">
              <a:xfrm>
                <a:off x="2412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1" name="Freeform 1300"/>
              <p:cNvSpPr>
                <a:spLocks/>
              </p:cNvSpPr>
              <p:nvPr/>
            </p:nvSpPr>
            <p:spPr bwMode="auto">
              <a:xfrm>
                <a:off x="2964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2" name="Freeform 1301"/>
              <p:cNvSpPr>
                <a:spLocks/>
              </p:cNvSpPr>
              <p:nvPr/>
            </p:nvSpPr>
            <p:spPr bwMode="auto">
              <a:xfrm>
                <a:off x="2298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3" name="Freeform 1302"/>
              <p:cNvSpPr>
                <a:spLocks/>
              </p:cNvSpPr>
              <p:nvPr/>
            </p:nvSpPr>
            <p:spPr bwMode="auto">
              <a:xfrm>
                <a:off x="2970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4" name="Freeform 1303"/>
              <p:cNvSpPr>
                <a:spLocks/>
              </p:cNvSpPr>
              <p:nvPr/>
            </p:nvSpPr>
            <p:spPr bwMode="auto">
              <a:xfrm>
                <a:off x="2754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5" name="Freeform 1304"/>
              <p:cNvSpPr>
                <a:spLocks/>
              </p:cNvSpPr>
              <p:nvPr/>
            </p:nvSpPr>
            <p:spPr bwMode="auto">
              <a:xfrm>
                <a:off x="2640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6" name="Freeform 1305"/>
              <p:cNvSpPr>
                <a:spLocks/>
              </p:cNvSpPr>
              <p:nvPr/>
            </p:nvSpPr>
            <p:spPr bwMode="auto">
              <a:xfrm>
                <a:off x="2874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7" name="Freeform 1306"/>
              <p:cNvSpPr>
                <a:spLocks/>
              </p:cNvSpPr>
              <p:nvPr/>
            </p:nvSpPr>
            <p:spPr bwMode="auto">
              <a:xfrm>
                <a:off x="3114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8" name="Freeform 1307"/>
              <p:cNvSpPr>
                <a:spLocks/>
              </p:cNvSpPr>
              <p:nvPr/>
            </p:nvSpPr>
            <p:spPr bwMode="auto">
              <a:xfrm>
                <a:off x="3288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9" name="Freeform 1308"/>
              <p:cNvSpPr>
                <a:spLocks/>
              </p:cNvSpPr>
              <p:nvPr/>
            </p:nvSpPr>
            <p:spPr bwMode="auto">
              <a:xfrm>
                <a:off x="249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0" name="Freeform 1309"/>
              <p:cNvSpPr>
                <a:spLocks/>
              </p:cNvSpPr>
              <p:nvPr/>
            </p:nvSpPr>
            <p:spPr bwMode="auto">
              <a:xfrm>
                <a:off x="2682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1" name="Freeform 1310"/>
              <p:cNvSpPr>
                <a:spLocks/>
              </p:cNvSpPr>
              <p:nvPr/>
            </p:nvSpPr>
            <p:spPr bwMode="auto">
              <a:xfrm>
                <a:off x="2844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2" name="Freeform 1311"/>
              <p:cNvSpPr>
                <a:spLocks/>
              </p:cNvSpPr>
              <p:nvPr/>
            </p:nvSpPr>
            <p:spPr bwMode="auto">
              <a:xfrm>
                <a:off x="2718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3" name="Freeform 1312"/>
              <p:cNvSpPr>
                <a:spLocks/>
              </p:cNvSpPr>
              <p:nvPr/>
            </p:nvSpPr>
            <p:spPr bwMode="auto">
              <a:xfrm>
                <a:off x="2682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4" name="Freeform 1313"/>
              <p:cNvSpPr>
                <a:spLocks/>
              </p:cNvSpPr>
              <p:nvPr/>
            </p:nvSpPr>
            <p:spPr bwMode="auto">
              <a:xfrm>
                <a:off x="3162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5" name="Freeform 1314"/>
              <p:cNvSpPr>
                <a:spLocks/>
              </p:cNvSpPr>
              <p:nvPr/>
            </p:nvSpPr>
            <p:spPr bwMode="auto">
              <a:xfrm>
                <a:off x="3276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6" name="Freeform 1315"/>
              <p:cNvSpPr>
                <a:spLocks/>
              </p:cNvSpPr>
              <p:nvPr/>
            </p:nvSpPr>
            <p:spPr bwMode="auto">
              <a:xfrm>
                <a:off x="2748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7" name="Freeform 1316"/>
              <p:cNvSpPr>
                <a:spLocks/>
              </p:cNvSpPr>
              <p:nvPr/>
            </p:nvSpPr>
            <p:spPr bwMode="auto">
              <a:xfrm>
                <a:off x="2988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8" name="Freeform 1317"/>
              <p:cNvSpPr>
                <a:spLocks/>
              </p:cNvSpPr>
              <p:nvPr/>
            </p:nvSpPr>
            <p:spPr bwMode="auto">
              <a:xfrm>
                <a:off x="2790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9" name="Freeform 1318"/>
              <p:cNvSpPr>
                <a:spLocks/>
              </p:cNvSpPr>
              <p:nvPr/>
            </p:nvSpPr>
            <p:spPr bwMode="auto">
              <a:xfrm>
                <a:off x="2346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0" name="Freeform 1319"/>
              <p:cNvSpPr>
                <a:spLocks/>
              </p:cNvSpPr>
              <p:nvPr/>
            </p:nvSpPr>
            <p:spPr bwMode="auto">
              <a:xfrm>
                <a:off x="3078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1" name="Freeform 1320"/>
              <p:cNvSpPr>
                <a:spLocks/>
              </p:cNvSpPr>
              <p:nvPr/>
            </p:nvSpPr>
            <p:spPr bwMode="auto">
              <a:xfrm>
                <a:off x="2526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2" name="Freeform 1321"/>
              <p:cNvSpPr>
                <a:spLocks/>
              </p:cNvSpPr>
              <p:nvPr/>
            </p:nvSpPr>
            <p:spPr bwMode="auto">
              <a:xfrm>
                <a:off x="2934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3" name="Freeform 1322"/>
              <p:cNvSpPr>
                <a:spLocks/>
              </p:cNvSpPr>
              <p:nvPr/>
            </p:nvSpPr>
            <p:spPr bwMode="auto">
              <a:xfrm>
                <a:off x="2988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4" name="Freeform 1323"/>
              <p:cNvSpPr>
                <a:spLocks/>
              </p:cNvSpPr>
              <p:nvPr/>
            </p:nvSpPr>
            <p:spPr bwMode="auto">
              <a:xfrm>
                <a:off x="2664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5" name="Freeform 1324"/>
              <p:cNvSpPr>
                <a:spLocks/>
              </p:cNvSpPr>
              <p:nvPr/>
            </p:nvSpPr>
            <p:spPr bwMode="auto">
              <a:xfrm>
                <a:off x="2976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6" name="Freeform 1325"/>
              <p:cNvSpPr>
                <a:spLocks/>
              </p:cNvSpPr>
              <p:nvPr/>
            </p:nvSpPr>
            <p:spPr bwMode="auto">
              <a:xfrm>
                <a:off x="3084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7" name="Freeform 1326"/>
              <p:cNvSpPr>
                <a:spLocks/>
              </p:cNvSpPr>
              <p:nvPr/>
            </p:nvSpPr>
            <p:spPr bwMode="auto">
              <a:xfrm>
                <a:off x="2736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8" name="Freeform 1327"/>
              <p:cNvSpPr>
                <a:spLocks/>
              </p:cNvSpPr>
              <p:nvPr/>
            </p:nvSpPr>
            <p:spPr bwMode="auto">
              <a:xfrm>
                <a:off x="2628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9" name="Freeform 1328"/>
              <p:cNvSpPr>
                <a:spLocks/>
              </p:cNvSpPr>
              <p:nvPr/>
            </p:nvSpPr>
            <p:spPr bwMode="auto">
              <a:xfrm>
                <a:off x="3186" y="21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0" name="Freeform 1329"/>
              <p:cNvSpPr>
                <a:spLocks/>
              </p:cNvSpPr>
              <p:nvPr/>
            </p:nvSpPr>
            <p:spPr bwMode="auto">
              <a:xfrm>
                <a:off x="2586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1" name="Freeform 1330"/>
              <p:cNvSpPr>
                <a:spLocks/>
              </p:cNvSpPr>
              <p:nvPr/>
            </p:nvSpPr>
            <p:spPr bwMode="auto">
              <a:xfrm>
                <a:off x="2628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2" name="Freeform 1331"/>
              <p:cNvSpPr>
                <a:spLocks/>
              </p:cNvSpPr>
              <p:nvPr/>
            </p:nvSpPr>
            <p:spPr bwMode="auto">
              <a:xfrm>
                <a:off x="3306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3" name="Freeform 1332"/>
              <p:cNvSpPr>
                <a:spLocks/>
              </p:cNvSpPr>
              <p:nvPr/>
            </p:nvSpPr>
            <p:spPr bwMode="auto">
              <a:xfrm>
                <a:off x="2832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4" name="Freeform 1333"/>
              <p:cNvSpPr>
                <a:spLocks/>
              </p:cNvSpPr>
              <p:nvPr/>
            </p:nvSpPr>
            <p:spPr bwMode="auto">
              <a:xfrm>
                <a:off x="2634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5" name="Freeform 1334"/>
              <p:cNvSpPr>
                <a:spLocks/>
              </p:cNvSpPr>
              <p:nvPr/>
            </p:nvSpPr>
            <p:spPr bwMode="auto">
              <a:xfrm>
                <a:off x="2874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6" name="Freeform 1335"/>
              <p:cNvSpPr>
                <a:spLocks/>
              </p:cNvSpPr>
              <p:nvPr/>
            </p:nvSpPr>
            <p:spPr bwMode="auto">
              <a:xfrm>
                <a:off x="3066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7" name="Freeform 1336"/>
              <p:cNvSpPr>
                <a:spLocks/>
              </p:cNvSpPr>
              <p:nvPr/>
            </p:nvSpPr>
            <p:spPr bwMode="auto">
              <a:xfrm>
                <a:off x="2742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8" name="Freeform 1337"/>
              <p:cNvSpPr>
                <a:spLocks/>
              </p:cNvSpPr>
              <p:nvPr/>
            </p:nvSpPr>
            <p:spPr bwMode="auto">
              <a:xfrm>
                <a:off x="2478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9" name="Freeform 1338"/>
              <p:cNvSpPr>
                <a:spLocks/>
              </p:cNvSpPr>
              <p:nvPr/>
            </p:nvSpPr>
            <p:spPr bwMode="auto">
              <a:xfrm>
                <a:off x="3048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0" name="Freeform 1339"/>
              <p:cNvSpPr>
                <a:spLocks/>
              </p:cNvSpPr>
              <p:nvPr/>
            </p:nvSpPr>
            <p:spPr bwMode="auto">
              <a:xfrm>
                <a:off x="2778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1" name="Freeform 1340"/>
              <p:cNvSpPr>
                <a:spLocks/>
              </p:cNvSpPr>
              <p:nvPr/>
            </p:nvSpPr>
            <p:spPr bwMode="auto">
              <a:xfrm>
                <a:off x="2538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2" name="Freeform 1341"/>
              <p:cNvSpPr>
                <a:spLocks/>
              </p:cNvSpPr>
              <p:nvPr/>
            </p:nvSpPr>
            <p:spPr bwMode="auto">
              <a:xfrm>
                <a:off x="3006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3" name="Freeform 1342"/>
              <p:cNvSpPr>
                <a:spLocks/>
              </p:cNvSpPr>
              <p:nvPr/>
            </p:nvSpPr>
            <p:spPr bwMode="auto">
              <a:xfrm>
                <a:off x="3318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4" name="Freeform 1343"/>
              <p:cNvSpPr>
                <a:spLocks/>
              </p:cNvSpPr>
              <p:nvPr/>
            </p:nvSpPr>
            <p:spPr bwMode="auto">
              <a:xfrm>
                <a:off x="2904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5" name="Freeform 1344"/>
              <p:cNvSpPr>
                <a:spLocks/>
              </p:cNvSpPr>
              <p:nvPr/>
            </p:nvSpPr>
            <p:spPr bwMode="auto">
              <a:xfrm>
                <a:off x="2802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6" name="Freeform 1345"/>
              <p:cNvSpPr>
                <a:spLocks/>
              </p:cNvSpPr>
              <p:nvPr/>
            </p:nvSpPr>
            <p:spPr bwMode="auto">
              <a:xfrm>
                <a:off x="3012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7" name="Freeform 1346"/>
              <p:cNvSpPr>
                <a:spLocks/>
              </p:cNvSpPr>
              <p:nvPr/>
            </p:nvSpPr>
            <p:spPr bwMode="auto">
              <a:xfrm>
                <a:off x="3036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8" name="Freeform 1347"/>
              <p:cNvSpPr>
                <a:spLocks/>
              </p:cNvSpPr>
              <p:nvPr/>
            </p:nvSpPr>
            <p:spPr bwMode="auto">
              <a:xfrm>
                <a:off x="2886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9" name="Freeform 1348"/>
              <p:cNvSpPr>
                <a:spLocks/>
              </p:cNvSpPr>
              <p:nvPr/>
            </p:nvSpPr>
            <p:spPr bwMode="auto">
              <a:xfrm>
                <a:off x="2796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0" name="Freeform 1349"/>
              <p:cNvSpPr>
                <a:spLocks/>
              </p:cNvSpPr>
              <p:nvPr/>
            </p:nvSpPr>
            <p:spPr bwMode="auto">
              <a:xfrm>
                <a:off x="2592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1" name="Freeform 1350"/>
              <p:cNvSpPr>
                <a:spLocks/>
              </p:cNvSpPr>
              <p:nvPr/>
            </p:nvSpPr>
            <p:spPr bwMode="auto">
              <a:xfrm>
                <a:off x="2790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2" name="Freeform 1351"/>
              <p:cNvSpPr>
                <a:spLocks/>
              </p:cNvSpPr>
              <p:nvPr/>
            </p:nvSpPr>
            <p:spPr bwMode="auto">
              <a:xfrm>
                <a:off x="228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3" name="Freeform 1352"/>
              <p:cNvSpPr>
                <a:spLocks/>
              </p:cNvSpPr>
              <p:nvPr/>
            </p:nvSpPr>
            <p:spPr bwMode="auto">
              <a:xfrm>
                <a:off x="2730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4" name="Freeform 1353"/>
              <p:cNvSpPr>
                <a:spLocks/>
              </p:cNvSpPr>
              <p:nvPr/>
            </p:nvSpPr>
            <p:spPr bwMode="auto">
              <a:xfrm>
                <a:off x="2940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5" name="Freeform 1354"/>
              <p:cNvSpPr>
                <a:spLocks/>
              </p:cNvSpPr>
              <p:nvPr/>
            </p:nvSpPr>
            <p:spPr bwMode="auto">
              <a:xfrm>
                <a:off x="2742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6" name="Freeform 1355"/>
              <p:cNvSpPr>
                <a:spLocks/>
              </p:cNvSpPr>
              <p:nvPr/>
            </p:nvSpPr>
            <p:spPr bwMode="auto">
              <a:xfrm>
                <a:off x="2898" y="28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7" name="Freeform 1356"/>
              <p:cNvSpPr>
                <a:spLocks/>
              </p:cNvSpPr>
              <p:nvPr/>
            </p:nvSpPr>
            <p:spPr bwMode="auto">
              <a:xfrm>
                <a:off x="2682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8" name="Freeform 1357"/>
              <p:cNvSpPr>
                <a:spLocks/>
              </p:cNvSpPr>
              <p:nvPr/>
            </p:nvSpPr>
            <p:spPr bwMode="auto">
              <a:xfrm>
                <a:off x="2592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9" name="Freeform 1358"/>
              <p:cNvSpPr>
                <a:spLocks/>
              </p:cNvSpPr>
              <p:nvPr/>
            </p:nvSpPr>
            <p:spPr bwMode="auto">
              <a:xfrm>
                <a:off x="3204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0" name="Freeform 1359"/>
              <p:cNvSpPr>
                <a:spLocks/>
              </p:cNvSpPr>
              <p:nvPr/>
            </p:nvSpPr>
            <p:spPr bwMode="auto">
              <a:xfrm>
                <a:off x="2412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1" name="Freeform 1360"/>
              <p:cNvSpPr>
                <a:spLocks/>
              </p:cNvSpPr>
              <p:nvPr/>
            </p:nvSpPr>
            <p:spPr bwMode="auto">
              <a:xfrm>
                <a:off x="2682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2" name="Freeform 1361"/>
              <p:cNvSpPr>
                <a:spLocks/>
              </p:cNvSpPr>
              <p:nvPr/>
            </p:nvSpPr>
            <p:spPr bwMode="auto">
              <a:xfrm>
                <a:off x="3222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3" name="Freeform 1362"/>
              <p:cNvSpPr>
                <a:spLocks/>
              </p:cNvSpPr>
              <p:nvPr/>
            </p:nvSpPr>
            <p:spPr bwMode="auto">
              <a:xfrm>
                <a:off x="2784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4" name="Freeform 1363"/>
              <p:cNvSpPr>
                <a:spLocks/>
              </p:cNvSpPr>
              <p:nvPr/>
            </p:nvSpPr>
            <p:spPr bwMode="auto">
              <a:xfrm>
                <a:off x="2910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5" name="Freeform 1364"/>
              <p:cNvSpPr>
                <a:spLocks/>
              </p:cNvSpPr>
              <p:nvPr/>
            </p:nvSpPr>
            <p:spPr bwMode="auto">
              <a:xfrm>
                <a:off x="2118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6" name="Freeform 1365"/>
              <p:cNvSpPr>
                <a:spLocks/>
              </p:cNvSpPr>
              <p:nvPr/>
            </p:nvSpPr>
            <p:spPr bwMode="auto">
              <a:xfrm>
                <a:off x="2682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7" name="Freeform 1366"/>
              <p:cNvSpPr>
                <a:spLocks/>
              </p:cNvSpPr>
              <p:nvPr/>
            </p:nvSpPr>
            <p:spPr bwMode="auto">
              <a:xfrm>
                <a:off x="2676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8" name="Freeform 1367"/>
              <p:cNvSpPr>
                <a:spLocks/>
              </p:cNvSpPr>
              <p:nvPr/>
            </p:nvSpPr>
            <p:spPr bwMode="auto">
              <a:xfrm>
                <a:off x="2730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9" name="Freeform 1368"/>
              <p:cNvSpPr>
                <a:spLocks/>
              </p:cNvSpPr>
              <p:nvPr/>
            </p:nvSpPr>
            <p:spPr bwMode="auto">
              <a:xfrm>
                <a:off x="2808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0" name="Freeform 1369"/>
              <p:cNvSpPr>
                <a:spLocks/>
              </p:cNvSpPr>
              <p:nvPr/>
            </p:nvSpPr>
            <p:spPr bwMode="auto">
              <a:xfrm>
                <a:off x="2802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1" name="Freeform 1370"/>
              <p:cNvSpPr>
                <a:spLocks/>
              </p:cNvSpPr>
              <p:nvPr/>
            </p:nvSpPr>
            <p:spPr bwMode="auto">
              <a:xfrm>
                <a:off x="2328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2" name="Freeform 1371"/>
              <p:cNvSpPr>
                <a:spLocks/>
              </p:cNvSpPr>
              <p:nvPr/>
            </p:nvSpPr>
            <p:spPr bwMode="auto">
              <a:xfrm>
                <a:off x="2544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3" name="Freeform 1372"/>
              <p:cNvSpPr>
                <a:spLocks/>
              </p:cNvSpPr>
              <p:nvPr/>
            </p:nvSpPr>
            <p:spPr bwMode="auto">
              <a:xfrm>
                <a:off x="2880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4" name="Freeform 1373"/>
              <p:cNvSpPr>
                <a:spLocks/>
              </p:cNvSpPr>
              <p:nvPr/>
            </p:nvSpPr>
            <p:spPr bwMode="auto">
              <a:xfrm>
                <a:off x="3048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5" name="Freeform 1374"/>
              <p:cNvSpPr>
                <a:spLocks/>
              </p:cNvSpPr>
              <p:nvPr/>
            </p:nvSpPr>
            <p:spPr bwMode="auto">
              <a:xfrm>
                <a:off x="2796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6" name="Freeform 1375"/>
              <p:cNvSpPr>
                <a:spLocks/>
              </p:cNvSpPr>
              <p:nvPr/>
            </p:nvSpPr>
            <p:spPr bwMode="auto">
              <a:xfrm>
                <a:off x="2514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7" name="Freeform 1376"/>
              <p:cNvSpPr>
                <a:spLocks/>
              </p:cNvSpPr>
              <p:nvPr/>
            </p:nvSpPr>
            <p:spPr bwMode="auto">
              <a:xfrm>
                <a:off x="3234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8" name="Freeform 1377"/>
              <p:cNvSpPr>
                <a:spLocks/>
              </p:cNvSpPr>
              <p:nvPr/>
            </p:nvSpPr>
            <p:spPr bwMode="auto">
              <a:xfrm>
                <a:off x="2508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9" name="Freeform 1378"/>
              <p:cNvSpPr>
                <a:spLocks/>
              </p:cNvSpPr>
              <p:nvPr/>
            </p:nvSpPr>
            <p:spPr bwMode="auto">
              <a:xfrm>
                <a:off x="3192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0" name="Freeform 1379"/>
              <p:cNvSpPr>
                <a:spLocks/>
              </p:cNvSpPr>
              <p:nvPr/>
            </p:nvSpPr>
            <p:spPr bwMode="auto">
              <a:xfrm>
                <a:off x="3006" y="27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1" name="Freeform 1380"/>
              <p:cNvSpPr>
                <a:spLocks/>
              </p:cNvSpPr>
              <p:nvPr/>
            </p:nvSpPr>
            <p:spPr bwMode="auto">
              <a:xfrm>
                <a:off x="3084" y="21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2" name="Freeform 1381"/>
              <p:cNvSpPr>
                <a:spLocks/>
              </p:cNvSpPr>
              <p:nvPr/>
            </p:nvSpPr>
            <p:spPr bwMode="auto">
              <a:xfrm>
                <a:off x="2832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3" name="Freeform 1382"/>
              <p:cNvSpPr>
                <a:spLocks/>
              </p:cNvSpPr>
              <p:nvPr/>
            </p:nvSpPr>
            <p:spPr bwMode="auto">
              <a:xfrm>
                <a:off x="2772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4" name="Freeform 1383"/>
              <p:cNvSpPr>
                <a:spLocks/>
              </p:cNvSpPr>
              <p:nvPr/>
            </p:nvSpPr>
            <p:spPr bwMode="auto">
              <a:xfrm>
                <a:off x="2496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5" name="Freeform 1384"/>
              <p:cNvSpPr>
                <a:spLocks/>
              </p:cNvSpPr>
              <p:nvPr/>
            </p:nvSpPr>
            <p:spPr bwMode="auto">
              <a:xfrm>
                <a:off x="2490" y="28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6" name="Freeform 1385"/>
              <p:cNvSpPr>
                <a:spLocks/>
              </p:cNvSpPr>
              <p:nvPr/>
            </p:nvSpPr>
            <p:spPr bwMode="auto">
              <a:xfrm>
                <a:off x="2628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7" name="Freeform 1386"/>
              <p:cNvSpPr>
                <a:spLocks/>
              </p:cNvSpPr>
              <p:nvPr/>
            </p:nvSpPr>
            <p:spPr bwMode="auto">
              <a:xfrm>
                <a:off x="2964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8" name="Freeform 1387"/>
              <p:cNvSpPr>
                <a:spLocks/>
              </p:cNvSpPr>
              <p:nvPr/>
            </p:nvSpPr>
            <p:spPr bwMode="auto">
              <a:xfrm>
                <a:off x="2898" y="27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9" name="Freeform 1388"/>
              <p:cNvSpPr>
                <a:spLocks/>
              </p:cNvSpPr>
              <p:nvPr/>
            </p:nvSpPr>
            <p:spPr bwMode="auto">
              <a:xfrm>
                <a:off x="2658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0" name="Freeform 1389"/>
              <p:cNvSpPr>
                <a:spLocks/>
              </p:cNvSpPr>
              <p:nvPr/>
            </p:nvSpPr>
            <p:spPr bwMode="auto">
              <a:xfrm>
                <a:off x="2724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1" name="Freeform 1390"/>
              <p:cNvSpPr>
                <a:spLocks/>
              </p:cNvSpPr>
              <p:nvPr/>
            </p:nvSpPr>
            <p:spPr bwMode="auto">
              <a:xfrm>
                <a:off x="309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2" name="Freeform 1391"/>
              <p:cNvSpPr>
                <a:spLocks/>
              </p:cNvSpPr>
              <p:nvPr/>
            </p:nvSpPr>
            <p:spPr bwMode="auto">
              <a:xfrm>
                <a:off x="3228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3" name="Freeform 1392"/>
              <p:cNvSpPr>
                <a:spLocks/>
              </p:cNvSpPr>
              <p:nvPr/>
            </p:nvSpPr>
            <p:spPr bwMode="auto">
              <a:xfrm>
                <a:off x="2658" y="29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4" name="Freeform 1393"/>
              <p:cNvSpPr>
                <a:spLocks/>
              </p:cNvSpPr>
              <p:nvPr/>
            </p:nvSpPr>
            <p:spPr bwMode="auto">
              <a:xfrm>
                <a:off x="3462" y="20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5" name="Freeform 1394"/>
              <p:cNvSpPr>
                <a:spLocks/>
              </p:cNvSpPr>
              <p:nvPr/>
            </p:nvSpPr>
            <p:spPr bwMode="auto">
              <a:xfrm>
                <a:off x="2844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6" name="Freeform 1395"/>
              <p:cNvSpPr>
                <a:spLocks/>
              </p:cNvSpPr>
              <p:nvPr/>
            </p:nvSpPr>
            <p:spPr bwMode="auto">
              <a:xfrm>
                <a:off x="2514" y="27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7" name="Freeform 1396"/>
              <p:cNvSpPr>
                <a:spLocks/>
              </p:cNvSpPr>
              <p:nvPr/>
            </p:nvSpPr>
            <p:spPr bwMode="auto">
              <a:xfrm>
                <a:off x="2766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8" name="Freeform 1397"/>
              <p:cNvSpPr>
                <a:spLocks/>
              </p:cNvSpPr>
              <p:nvPr/>
            </p:nvSpPr>
            <p:spPr bwMode="auto">
              <a:xfrm>
                <a:off x="3150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9" name="Freeform 1398"/>
              <p:cNvSpPr>
                <a:spLocks/>
              </p:cNvSpPr>
              <p:nvPr/>
            </p:nvSpPr>
            <p:spPr bwMode="auto">
              <a:xfrm>
                <a:off x="2664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0" name="Freeform 1399"/>
              <p:cNvSpPr>
                <a:spLocks/>
              </p:cNvSpPr>
              <p:nvPr/>
            </p:nvSpPr>
            <p:spPr bwMode="auto">
              <a:xfrm>
                <a:off x="2274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1" name="Freeform 1400"/>
              <p:cNvSpPr>
                <a:spLocks/>
              </p:cNvSpPr>
              <p:nvPr/>
            </p:nvSpPr>
            <p:spPr bwMode="auto">
              <a:xfrm>
                <a:off x="2940" y="20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2" name="Freeform 1401"/>
              <p:cNvSpPr>
                <a:spLocks/>
              </p:cNvSpPr>
              <p:nvPr/>
            </p:nvSpPr>
            <p:spPr bwMode="auto">
              <a:xfrm>
                <a:off x="2562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3" name="Freeform 1402"/>
              <p:cNvSpPr>
                <a:spLocks/>
              </p:cNvSpPr>
              <p:nvPr/>
            </p:nvSpPr>
            <p:spPr bwMode="auto">
              <a:xfrm>
                <a:off x="2490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4" name="Freeform 1403"/>
              <p:cNvSpPr>
                <a:spLocks/>
              </p:cNvSpPr>
              <p:nvPr/>
            </p:nvSpPr>
            <p:spPr bwMode="auto">
              <a:xfrm>
                <a:off x="2814" y="28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5" name="Freeform 1404"/>
              <p:cNvSpPr>
                <a:spLocks/>
              </p:cNvSpPr>
              <p:nvPr/>
            </p:nvSpPr>
            <p:spPr bwMode="auto">
              <a:xfrm>
                <a:off x="2898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6" name="Freeform 1405"/>
              <p:cNvSpPr>
                <a:spLocks/>
              </p:cNvSpPr>
              <p:nvPr/>
            </p:nvSpPr>
            <p:spPr bwMode="auto">
              <a:xfrm>
                <a:off x="2850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7" name="Freeform 1406"/>
              <p:cNvSpPr>
                <a:spLocks/>
              </p:cNvSpPr>
              <p:nvPr/>
            </p:nvSpPr>
            <p:spPr bwMode="auto">
              <a:xfrm>
                <a:off x="3078" y="20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8" name="Freeform 1407"/>
              <p:cNvSpPr>
                <a:spLocks/>
              </p:cNvSpPr>
              <p:nvPr/>
            </p:nvSpPr>
            <p:spPr bwMode="auto">
              <a:xfrm>
                <a:off x="2754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9" name="Freeform 1408"/>
              <p:cNvSpPr>
                <a:spLocks/>
              </p:cNvSpPr>
              <p:nvPr/>
            </p:nvSpPr>
            <p:spPr bwMode="auto">
              <a:xfrm>
                <a:off x="3030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50" name="Freeform 1409"/>
              <p:cNvSpPr>
                <a:spLocks/>
              </p:cNvSpPr>
              <p:nvPr/>
            </p:nvSpPr>
            <p:spPr bwMode="auto">
              <a:xfrm>
                <a:off x="3366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51" name="Freeform 1410"/>
              <p:cNvSpPr>
                <a:spLocks/>
              </p:cNvSpPr>
              <p:nvPr/>
            </p:nvSpPr>
            <p:spPr bwMode="auto">
              <a:xfrm>
                <a:off x="3246" y="21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1" name="Group 1612"/>
            <p:cNvGrpSpPr>
              <a:grpSpLocks/>
            </p:cNvGrpSpPr>
            <p:nvPr/>
          </p:nvGrpSpPr>
          <p:grpSpPr bwMode="auto">
            <a:xfrm>
              <a:off x="2064" y="1947"/>
              <a:ext cx="1668" cy="1134"/>
              <a:chOff x="2064" y="1947"/>
              <a:chExt cx="1668" cy="1134"/>
            </a:xfrm>
          </p:grpSpPr>
          <p:sp>
            <p:nvSpPr>
              <p:cNvPr id="59752" name="Freeform 1412"/>
              <p:cNvSpPr>
                <a:spLocks/>
              </p:cNvSpPr>
              <p:nvPr/>
            </p:nvSpPr>
            <p:spPr bwMode="auto">
              <a:xfrm>
                <a:off x="2982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53" name="Freeform 1413"/>
              <p:cNvSpPr>
                <a:spLocks/>
              </p:cNvSpPr>
              <p:nvPr/>
            </p:nvSpPr>
            <p:spPr bwMode="auto">
              <a:xfrm>
                <a:off x="2448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54" name="Freeform 1414"/>
              <p:cNvSpPr>
                <a:spLocks/>
              </p:cNvSpPr>
              <p:nvPr/>
            </p:nvSpPr>
            <p:spPr bwMode="auto">
              <a:xfrm>
                <a:off x="2868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55" name="Freeform 1415"/>
              <p:cNvSpPr>
                <a:spLocks/>
              </p:cNvSpPr>
              <p:nvPr/>
            </p:nvSpPr>
            <p:spPr bwMode="auto">
              <a:xfrm>
                <a:off x="2484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56" name="Freeform 1416"/>
              <p:cNvSpPr>
                <a:spLocks/>
              </p:cNvSpPr>
              <p:nvPr/>
            </p:nvSpPr>
            <p:spPr bwMode="auto">
              <a:xfrm>
                <a:off x="3492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57" name="Freeform 1417"/>
              <p:cNvSpPr>
                <a:spLocks/>
              </p:cNvSpPr>
              <p:nvPr/>
            </p:nvSpPr>
            <p:spPr bwMode="auto">
              <a:xfrm>
                <a:off x="3114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58" name="Freeform 1418"/>
              <p:cNvSpPr>
                <a:spLocks/>
              </p:cNvSpPr>
              <p:nvPr/>
            </p:nvSpPr>
            <p:spPr bwMode="auto">
              <a:xfrm>
                <a:off x="2862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59" name="Freeform 1419"/>
              <p:cNvSpPr>
                <a:spLocks/>
              </p:cNvSpPr>
              <p:nvPr/>
            </p:nvSpPr>
            <p:spPr bwMode="auto">
              <a:xfrm>
                <a:off x="2700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0" name="Freeform 1420"/>
              <p:cNvSpPr>
                <a:spLocks/>
              </p:cNvSpPr>
              <p:nvPr/>
            </p:nvSpPr>
            <p:spPr bwMode="auto">
              <a:xfrm>
                <a:off x="2616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1" name="Freeform 1421"/>
              <p:cNvSpPr>
                <a:spLocks/>
              </p:cNvSpPr>
              <p:nvPr/>
            </p:nvSpPr>
            <p:spPr bwMode="auto">
              <a:xfrm>
                <a:off x="2970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2" name="Freeform 1422"/>
              <p:cNvSpPr>
                <a:spLocks/>
              </p:cNvSpPr>
              <p:nvPr/>
            </p:nvSpPr>
            <p:spPr bwMode="auto">
              <a:xfrm>
                <a:off x="2808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3" name="Freeform 1423"/>
              <p:cNvSpPr>
                <a:spLocks/>
              </p:cNvSpPr>
              <p:nvPr/>
            </p:nvSpPr>
            <p:spPr bwMode="auto">
              <a:xfrm>
                <a:off x="2904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4" name="Freeform 1424"/>
              <p:cNvSpPr>
                <a:spLocks/>
              </p:cNvSpPr>
              <p:nvPr/>
            </p:nvSpPr>
            <p:spPr bwMode="auto">
              <a:xfrm>
                <a:off x="2838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5" name="Freeform 1425"/>
              <p:cNvSpPr>
                <a:spLocks/>
              </p:cNvSpPr>
              <p:nvPr/>
            </p:nvSpPr>
            <p:spPr bwMode="auto">
              <a:xfrm>
                <a:off x="3000" y="29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6" name="Freeform 1426"/>
              <p:cNvSpPr>
                <a:spLocks/>
              </p:cNvSpPr>
              <p:nvPr/>
            </p:nvSpPr>
            <p:spPr bwMode="auto">
              <a:xfrm>
                <a:off x="2976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7" name="Freeform 1427"/>
              <p:cNvSpPr>
                <a:spLocks/>
              </p:cNvSpPr>
              <p:nvPr/>
            </p:nvSpPr>
            <p:spPr bwMode="auto">
              <a:xfrm>
                <a:off x="2844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8" name="Freeform 1428"/>
              <p:cNvSpPr>
                <a:spLocks/>
              </p:cNvSpPr>
              <p:nvPr/>
            </p:nvSpPr>
            <p:spPr bwMode="auto">
              <a:xfrm>
                <a:off x="2910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9" name="Freeform 1429"/>
              <p:cNvSpPr>
                <a:spLocks/>
              </p:cNvSpPr>
              <p:nvPr/>
            </p:nvSpPr>
            <p:spPr bwMode="auto">
              <a:xfrm>
                <a:off x="2742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0" name="Freeform 1430"/>
              <p:cNvSpPr>
                <a:spLocks/>
              </p:cNvSpPr>
              <p:nvPr/>
            </p:nvSpPr>
            <p:spPr bwMode="auto">
              <a:xfrm>
                <a:off x="2658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1" name="Freeform 1431"/>
              <p:cNvSpPr>
                <a:spLocks/>
              </p:cNvSpPr>
              <p:nvPr/>
            </p:nvSpPr>
            <p:spPr bwMode="auto">
              <a:xfrm>
                <a:off x="3138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2" name="Freeform 1432"/>
              <p:cNvSpPr>
                <a:spLocks/>
              </p:cNvSpPr>
              <p:nvPr/>
            </p:nvSpPr>
            <p:spPr bwMode="auto">
              <a:xfrm>
                <a:off x="2556" y="28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3" name="Freeform 1433"/>
              <p:cNvSpPr>
                <a:spLocks/>
              </p:cNvSpPr>
              <p:nvPr/>
            </p:nvSpPr>
            <p:spPr bwMode="auto">
              <a:xfrm>
                <a:off x="3090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4" name="Freeform 1434"/>
              <p:cNvSpPr>
                <a:spLocks/>
              </p:cNvSpPr>
              <p:nvPr/>
            </p:nvSpPr>
            <p:spPr bwMode="auto">
              <a:xfrm>
                <a:off x="2412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5" name="Freeform 1435"/>
              <p:cNvSpPr>
                <a:spLocks/>
              </p:cNvSpPr>
              <p:nvPr/>
            </p:nvSpPr>
            <p:spPr bwMode="auto">
              <a:xfrm>
                <a:off x="3474" y="19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6" name="Freeform 1436"/>
              <p:cNvSpPr>
                <a:spLocks/>
              </p:cNvSpPr>
              <p:nvPr/>
            </p:nvSpPr>
            <p:spPr bwMode="auto">
              <a:xfrm>
                <a:off x="3252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7" name="Freeform 1437"/>
              <p:cNvSpPr>
                <a:spLocks/>
              </p:cNvSpPr>
              <p:nvPr/>
            </p:nvSpPr>
            <p:spPr bwMode="auto">
              <a:xfrm>
                <a:off x="3306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8" name="Freeform 1438"/>
              <p:cNvSpPr>
                <a:spLocks/>
              </p:cNvSpPr>
              <p:nvPr/>
            </p:nvSpPr>
            <p:spPr bwMode="auto">
              <a:xfrm>
                <a:off x="2634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9" name="Freeform 1439"/>
              <p:cNvSpPr>
                <a:spLocks/>
              </p:cNvSpPr>
              <p:nvPr/>
            </p:nvSpPr>
            <p:spPr bwMode="auto">
              <a:xfrm>
                <a:off x="2850" y="20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0" name="Freeform 1440"/>
              <p:cNvSpPr>
                <a:spLocks/>
              </p:cNvSpPr>
              <p:nvPr/>
            </p:nvSpPr>
            <p:spPr bwMode="auto">
              <a:xfrm>
                <a:off x="2880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1" name="Freeform 1441"/>
              <p:cNvSpPr>
                <a:spLocks/>
              </p:cNvSpPr>
              <p:nvPr/>
            </p:nvSpPr>
            <p:spPr bwMode="auto">
              <a:xfrm>
                <a:off x="2934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2" name="Freeform 1442"/>
              <p:cNvSpPr>
                <a:spLocks/>
              </p:cNvSpPr>
              <p:nvPr/>
            </p:nvSpPr>
            <p:spPr bwMode="auto">
              <a:xfrm>
                <a:off x="3138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3" name="Freeform 1443"/>
              <p:cNvSpPr>
                <a:spLocks/>
              </p:cNvSpPr>
              <p:nvPr/>
            </p:nvSpPr>
            <p:spPr bwMode="auto">
              <a:xfrm>
                <a:off x="2748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4" name="Freeform 1444"/>
              <p:cNvSpPr>
                <a:spLocks/>
              </p:cNvSpPr>
              <p:nvPr/>
            </p:nvSpPr>
            <p:spPr bwMode="auto">
              <a:xfrm>
                <a:off x="3054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5" name="Freeform 1445"/>
              <p:cNvSpPr>
                <a:spLocks/>
              </p:cNvSpPr>
              <p:nvPr/>
            </p:nvSpPr>
            <p:spPr bwMode="auto">
              <a:xfrm>
                <a:off x="282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6" name="Freeform 1446"/>
              <p:cNvSpPr>
                <a:spLocks/>
              </p:cNvSpPr>
              <p:nvPr/>
            </p:nvSpPr>
            <p:spPr bwMode="auto">
              <a:xfrm>
                <a:off x="2742" y="27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7" name="Freeform 1447"/>
              <p:cNvSpPr>
                <a:spLocks/>
              </p:cNvSpPr>
              <p:nvPr/>
            </p:nvSpPr>
            <p:spPr bwMode="auto">
              <a:xfrm>
                <a:off x="3102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8" name="Freeform 1448"/>
              <p:cNvSpPr>
                <a:spLocks/>
              </p:cNvSpPr>
              <p:nvPr/>
            </p:nvSpPr>
            <p:spPr bwMode="auto">
              <a:xfrm>
                <a:off x="2634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9" name="Freeform 1449"/>
              <p:cNvSpPr>
                <a:spLocks/>
              </p:cNvSpPr>
              <p:nvPr/>
            </p:nvSpPr>
            <p:spPr bwMode="auto">
              <a:xfrm>
                <a:off x="3216" y="21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0" name="Freeform 1450"/>
              <p:cNvSpPr>
                <a:spLocks/>
              </p:cNvSpPr>
              <p:nvPr/>
            </p:nvSpPr>
            <p:spPr bwMode="auto">
              <a:xfrm>
                <a:off x="3060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1" name="Freeform 1451"/>
              <p:cNvSpPr>
                <a:spLocks/>
              </p:cNvSpPr>
              <p:nvPr/>
            </p:nvSpPr>
            <p:spPr bwMode="auto">
              <a:xfrm>
                <a:off x="2910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2" name="Freeform 1452"/>
              <p:cNvSpPr>
                <a:spLocks/>
              </p:cNvSpPr>
              <p:nvPr/>
            </p:nvSpPr>
            <p:spPr bwMode="auto">
              <a:xfrm>
                <a:off x="2454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3" name="Freeform 1453"/>
              <p:cNvSpPr>
                <a:spLocks/>
              </p:cNvSpPr>
              <p:nvPr/>
            </p:nvSpPr>
            <p:spPr bwMode="auto">
              <a:xfrm>
                <a:off x="2718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4" name="Freeform 1454"/>
              <p:cNvSpPr>
                <a:spLocks/>
              </p:cNvSpPr>
              <p:nvPr/>
            </p:nvSpPr>
            <p:spPr bwMode="auto">
              <a:xfrm>
                <a:off x="2772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5" name="Freeform 1455"/>
              <p:cNvSpPr>
                <a:spLocks/>
              </p:cNvSpPr>
              <p:nvPr/>
            </p:nvSpPr>
            <p:spPr bwMode="auto">
              <a:xfrm>
                <a:off x="3018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6" name="Freeform 1456"/>
              <p:cNvSpPr>
                <a:spLocks/>
              </p:cNvSpPr>
              <p:nvPr/>
            </p:nvSpPr>
            <p:spPr bwMode="auto">
              <a:xfrm>
                <a:off x="3012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7" name="Freeform 1457"/>
              <p:cNvSpPr>
                <a:spLocks/>
              </p:cNvSpPr>
              <p:nvPr/>
            </p:nvSpPr>
            <p:spPr bwMode="auto">
              <a:xfrm>
                <a:off x="3246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8" name="Freeform 1458"/>
              <p:cNvSpPr>
                <a:spLocks/>
              </p:cNvSpPr>
              <p:nvPr/>
            </p:nvSpPr>
            <p:spPr bwMode="auto">
              <a:xfrm>
                <a:off x="2910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9" name="Freeform 1459"/>
              <p:cNvSpPr>
                <a:spLocks/>
              </p:cNvSpPr>
              <p:nvPr/>
            </p:nvSpPr>
            <p:spPr bwMode="auto">
              <a:xfrm>
                <a:off x="2988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00" name="Freeform 1460"/>
              <p:cNvSpPr>
                <a:spLocks/>
              </p:cNvSpPr>
              <p:nvPr/>
            </p:nvSpPr>
            <p:spPr bwMode="auto">
              <a:xfrm>
                <a:off x="2238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01" name="Freeform 1461"/>
              <p:cNvSpPr>
                <a:spLocks/>
              </p:cNvSpPr>
              <p:nvPr/>
            </p:nvSpPr>
            <p:spPr bwMode="auto">
              <a:xfrm>
                <a:off x="3474" y="19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02" name="Freeform 1462"/>
              <p:cNvSpPr>
                <a:spLocks/>
              </p:cNvSpPr>
              <p:nvPr/>
            </p:nvSpPr>
            <p:spPr bwMode="auto">
              <a:xfrm>
                <a:off x="2826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03" name="Freeform 1463"/>
              <p:cNvSpPr>
                <a:spLocks/>
              </p:cNvSpPr>
              <p:nvPr/>
            </p:nvSpPr>
            <p:spPr bwMode="auto">
              <a:xfrm>
                <a:off x="2556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04" name="Freeform 1464"/>
              <p:cNvSpPr>
                <a:spLocks/>
              </p:cNvSpPr>
              <p:nvPr/>
            </p:nvSpPr>
            <p:spPr bwMode="auto">
              <a:xfrm>
                <a:off x="285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05" name="Freeform 1465"/>
              <p:cNvSpPr>
                <a:spLocks/>
              </p:cNvSpPr>
              <p:nvPr/>
            </p:nvSpPr>
            <p:spPr bwMode="auto">
              <a:xfrm>
                <a:off x="2748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06" name="Freeform 1466"/>
              <p:cNvSpPr>
                <a:spLocks/>
              </p:cNvSpPr>
              <p:nvPr/>
            </p:nvSpPr>
            <p:spPr bwMode="auto">
              <a:xfrm>
                <a:off x="3174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07" name="Freeform 1467"/>
              <p:cNvSpPr>
                <a:spLocks/>
              </p:cNvSpPr>
              <p:nvPr/>
            </p:nvSpPr>
            <p:spPr bwMode="auto">
              <a:xfrm>
                <a:off x="2406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08" name="Freeform 1468"/>
              <p:cNvSpPr>
                <a:spLocks/>
              </p:cNvSpPr>
              <p:nvPr/>
            </p:nvSpPr>
            <p:spPr bwMode="auto">
              <a:xfrm>
                <a:off x="3168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09" name="Freeform 1469"/>
              <p:cNvSpPr>
                <a:spLocks/>
              </p:cNvSpPr>
              <p:nvPr/>
            </p:nvSpPr>
            <p:spPr bwMode="auto">
              <a:xfrm>
                <a:off x="3444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0" name="Freeform 1470"/>
              <p:cNvSpPr>
                <a:spLocks/>
              </p:cNvSpPr>
              <p:nvPr/>
            </p:nvSpPr>
            <p:spPr bwMode="auto">
              <a:xfrm>
                <a:off x="2706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1" name="Freeform 1471"/>
              <p:cNvSpPr>
                <a:spLocks/>
              </p:cNvSpPr>
              <p:nvPr/>
            </p:nvSpPr>
            <p:spPr bwMode="auto">
              <a:xfrm>
                <a:off x="3180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2" name="Freeform 1472"/>
              <p:cNvSpPr>
                <a:spLocks/>
              </p:cNvSpPr>
              <p:nvPr/>
            </p:nvSpPr>
            <p:spPr bwMode="auto">
              <a:xfrm>
                <a:off x="2208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3" name="Freeform 1473"/>
              <p:cNvSpPr>
                <a:spLocks/>
              </p:cNvSpPr>
              <p:nvPr/>
            </p:nvSpPr>
            <p:spPr bwMode="auto">
              <a:xfrm>
                <a:off x="2706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4" name="Freeform 1474"/>
              <p:cNvSpPr>
                <a:spLocks/>
              </p:cNvSpPr>
              <p:nvPr/>
            </p:nvSpPr>
            <p:spPr bwMode="auto">
              <a:xfrm>
                <a:off x="3156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5" name="Freeform 1475"/>
              <p:cNvSpPr>
                <a:spLocks/>
              </p:cNvSpPr>
              <p:nvPr/>
            </p:nvSpPr>
            <p:spPr bwMode="auto">
              <a:xfrm>
                <a:off x="2862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6" name="Freeform 1476"/>
              <p:cNvSpPr>
                <a:spLocks/>
              </p:cNvSpPr>
              <p:nvPr/>
            </p:nvSpPr>
            <p:spPr bwMode="auto">
              <a:xfrm>
                <a:off x="3420" y="20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7" name="Freeform 1477"/>
              <p:cNvSpPr>
                <a:spLocks/>
              </p:cNvSpPr>
              <p:nvPr/>
            </p:nvSpPr>
            <p:spPr bwMode="auto">
              <a:xfrm>
                <a:off x="2994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8" name="Freeform 1478"/>
              <p:cNvSpPr>
                <a:spLocks/>
              </p:cNvSpPr>
              <p:nvPr/>
            </p:nvSpPr>
            <p:spPr bwMode="auto">
              <a:xfrm>
                <a:off x="2568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9" name="Freeform 1479"/>
              <p:cNvSpPr>
                <a:spLocks/>
              </p:cNvSpPr>
              <p:nvPr/>
            </p:nvSpPr>
            <p:spPr bwMode="auto">
              <a:xfrm>
                <a:off x="2904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0" name="Freeform 1480"/>
              <p:cNvSpPr>
                <a:spLocks/>
              </p:cNvSpPr>
              <p:nvPr/>
            </p:nvSpPr>
            <p:spPr bwMode="auto">
              <a:xfrm>
                <a:off x="2766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1" name="Freeform 1481"/>
              <p:cNvSpPr>
                <a:spLocks/>
              </p:cNvSpPr>
              <p:nvPr/>
            </p:nvSpPr>
            <p:spPr bwMode="auto">
              <a:xfrm>
                <a:off x="3042" y="27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2" name="Freeform 1482"/>
              <p:cNvSpPr>
                <a:spLocks/>
              </p:cNvSpPr>
              <p:nvPr/>
            </p:nvSpPr>
            <p:spPr bwMode="auto">
              <a:xfrm>
                <a:off x="3216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3" name="Freeform 1483"/>
              <p:cNvSpPr>
                <a:spLocks/>
              </p:cNvSpPr>
              <p:nvPr/>
            </p:nvSpPr>
            <p:spPr bwMode="auto">
              <a:xfrm>
                <a:off x="3384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4" name="Freeform 1484"/>
              <p:cNvSpPr>
                <a:spLocks/>
              </p:cNvSpPr>
              <p:nvPr/>
            </p:nvSpPr>
            <p:spPr bwMode="auto">
              <a:xfrm>
                <a:off x="3720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5" name="Freeform 1485"/>
              <p:cNvSpPr>
                <a:spLocks/>
              </p:cNvSpPr>
              <p:nvPr/>
            </p:nvSpPr>
            <p:spPr bwMode="auto">
              <a:xfrm>
                <a:off x="2778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6" name="Freeform 1486"/>
              <p:cNvSpPr>
                <a:spLocks/>
              </p:cNvSpPr>
              <p:nvPr/>
            </p:nvSpPr>
            <p:spPr bwMode="auto">
              <a:xfrm>
                <a:off x="3072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7" name="Freeform 1487"/>
              <p:cNvSpPr>
                <a:spLocks/>
              </p:cNvSpPr>
              <p:nvPr/>
            </p:nvSpPr>
            <p:spPr bwMode="auto">
              <a:xfrm>
                <a:off x="3060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8" name="Freeform 1488"/>
              <p:cNvSpPr>
                <a:spLocks/>
              </p:cNvSpPr>
              <p:nvPr/>
            </p:nvSpPr>
            <p:spPr bwMode="auto">
              <a:xfrm>
                <a:off x="2766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9" name="Freeform 1489"/>
              <p:cNvSpPr>
                <a:spLocks/>
              </p:cNvSpPr>
              <p:nvPr/>
            </p:nvSpPr>
            <p:spPr bwMode="auto">
              <a:xfrm>
                <a:off x="2064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0" name="Freeform 1490"/>
              <p:cNvSpPr>
                <a:spLocks/>
              </p:cNvSpPr>
              <p:nvPr/>
            </p:nvSpPr>
            <p:spPr bwMode="auto">
              <a:xfrm>
                <a:off x="2556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1" name="Freeform 1491"/>
              <p:cNvSpPr>
                <a:spLocks/>
              </p:cNvSpPr>
              <p:nvPr/>
            </p:nvSpPr>
            <p:spPr bwMode="auto">
              <a:xfrm>
                <a:off x="3108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2" name="Freeform 1492"/>
              <p:cNvSpPr>
                <a:spLocks/>
              </p:cNvSpPr>
              <p:nvPr/>
            </p:nvSpPr>
            <p:spPr bwMode="auto">
              <a:xfrm>
                <a:off x="2664" y="28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3" name="Freeform 1493"/>
              <p:cNvSpPr>
                <a:spLocks/>
              </p:cNvSpPr>
              <p:nvPr/>
            </p:nvSpPr>
            <p:spPr bwMode="auto">
              <a:xfrm>
                <a:off x="2406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4" name="Freeform 1494"/>
              <p:cNvSpPr>
                <a:spLocks/>
              </p:cNvSpPr>
              <p:nvPr/>
            </p:nvSpPr>
            <p:spPr bwMode="auto">
              <a:xfrm>
                <a:off x="2562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5" name="Freeform 1495"/>
              <p:cNvSpPr>
                <a:spLocks/>
              </p:cNvSpPr>
              <p:nvPr/>
            </p:nvSpPr>
            <p:spPr bwMode="auto">
              <a:xfrm>
                <a:off x="2928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6" name="Freeform 1496"/>
              <p:cNvSpPr>
                <a:spLocks/>
              </p:cNvSpPr>
              <p:nvPr/>
            </p:nvSpPr>
            <p:spPr bwMode="auto">
              <a:xfrm>
                <a:off x="2796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7" name="Freeform 1497"/>
              <p:cNvSpPr>
                <a:spLocks/>
              </p:cNvSpPr>
              <p:nvPr/>
            </p:nvSpPr>
            <p:spPr bwMode="auto">
              <a:xfrm>
                <a:off x="2724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8" name="Freeform 1498"/>
              <p:cNvSpPr>
                <a:spLocks/>
              </p:cNvSpPr>
              <p:nvPr/>
            </p:nvSpPr>
            <p:spPr bwMode="auto">
              <a:xfrm>
                <a:off x="2868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9" name="Freeform 1499"/>
              <p:cNvSpPr>
                <a:spLocks/>
              </p:cNvSpPr>
              <p:nvPr/>
            </p:nvSpPr>
            <p:spPr bwMode="auto">
              <a:xfrm>
                <a:off x="2760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0" name="Freeform 1500"/>
              <p:cNvSpPr>
                <a:spLocks/>
              </p:cNvSpPr>
              <p:nvPr/>
            </p:nvSpPr>
            <p:spPr bwMode="auto">
              <a:xfrm>
                <a:off x="3324" y="19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1" name="Freeform 1501"/>
              <p:cNvSpPr>
                <a:spLocks/>
              </p:cNvSpPr>
              <p:nvPr/>
            </p:nvSpPr>
            <p:spPr bwMode="auto">
              <a:xfrm>
                <a:off x="2616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2" name="Freeform 1502"/>
              <p:cNvSpPr>
                <a:spLocks/>
              </p:cNvSpPr>
              <p:nvPr/>
            </p:nvSpPr>
            <p:spPr bwMode="auto">
              <a:xfrm>
                <a:off x="3024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3" name="Freeform 1503"/>
              <p:cNvSpPr>
                <a:spLocks/>
              </p:cNvSpPr>
              <p:nvPr/>
            </p:nvSpPr>
            <p:spPr bwMode="auto">
              <a:xfrm>
                <a:off x="3270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4" name="Freeform 1504"/>
              <p:cNvSpPr>
                <a:spLocks/>
              </p:cNvSpPr>
              <p:nvPr/>
            </p:nvSpPr>
            <p:spPr bwMode="auto">
              <a:xfrm>
                <a:off x="2586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5" name="Freeform 1505"/>
              <p:cNvSpPr>
                <a:spLocks/>
              </p:cNvSpPr>
              <p:nvPr/>
            </p:nvSpPr>
            <p:spPr bwMode="auto">
              <a:xfrm>
                <a:off x="2862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6" name="Freeform 1506"/>
              <p:cNvSpPr>
                <a:spLocks/>
              </p:cNvSpPr>
              <p:nvPr/>
            </p:nvSpPr>
            <p:spPr bwMode="auto">
              <a:xfrm>
                <a:off x="2958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7" name="Freeform 1507"/>
              <p:cNvSpPr>
                <a:spLocks/>
              </p:cNvSpPr>
              <p:nvPr/>
            </p:nvSpPr>
            <p:spPr bwMode="auto">
              <a:xfrm>
                <a:off x="2748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8" name="Freeform 1508"/>
              <p:cNvSpPr>
                <a:spLocks/>
              </p:cNvSpPr>
              <p:nvPr/>
            </p:nvSpPr>
            <p:spPr bwMode="auto">
              <a:xfrm>
                <a:off x="3210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9" name="Freeform 1509"/>
              <p:cNvSpPr>
                <a:spLocks/>
              </p:cNvSpPr>
              <p:nvPr/>
            </p:nvSpPr>
            <p:spPr bwMode="auto">
              <a:xfrm>
                <a:off x="2430" y="29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0" name="Freeform 1510"/>
              <p:cNvSpPr>
                <a:spLocks/>
              </p:cNvSpPr>
              <p:nvPr/>
            </p:nvSpPr>
            <p:spPr bwMode="auto">
              <a:xfrm>
                <a:off x="2808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1" name="Freeform 1511"/>
              <p:cNvSpPr>
                <a:spLocks/>
              </p:cNvSpPr>
              <p:nvPr/>
            </p:nvSpPr>
            <p:spPr bwMode="auto">
              <a:xfrm>
                <a:off x="2772" y="30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2" name="Freeform 1512"/>
              <p:cNvSpPr>
                <a:spLocks/>
              </p:cNvSpPr>
              <p:nvPr/>
            </p:nvSpPr>
            <p:spPr bwMode="auto">
              <a:xfrm>
                <a:off x="2664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3" name="Freeform 1513"/>
              <p:cNvSpPr>
                <a:spLocks/>
              </p:cNvSpPr>
              <p:nvPr/>
            </p:nvSpPr>
            <p:spPr bwMode="auto">
              <a:xfrm>
                <a:off x="2856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4" name="Freeform 1514"/>
              <p:cNvSpPr>
                <a:spLocks/>
              </p:cNvSpPr>
              <p:nvPr/>
            </p:nvSpPr>
            <p:spPr bwMode="auto">
              <a:xfrm>
                <a:off x="2700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5" name="Freeform 1515"/>
              <p:cNvSpPr>
                <a:spLocks/>
              </p:cNvSpPr>
              <p:nvPr/>
            </p:nvSpPr>
            <p:spPr bwMode="auto">
              <a:xfrm>
                <a:off x="3330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6" name="Freeform 1516"/>
              <p:cNvSpPr>
                <a:spLocks/>
              </p:cNvSpPr>
              <p:nvPr/>
            </p:nvSpPr>
            <p:spPr bwMode="auto">
              <a:xfrm>
                <a:off x="2586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7" name="Freeform 1517"/>
              <p:cNvSpPr>
                <a:spLocks/>
              </p:cNvSpPr>
              <p:nvPr/>
            </p:nvSpPr>
            <p:spPr bwMode="auto">
              <a:xfrm>
                <a:off x="2868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8" name="Freeform 1518"/>
              <p:cNvSpPr>
                <a:spLocks/>
              </p:cNvSpPr>
              <p:nvPr/>
            </p:nvSpPr>
            <p:spPr bwMode="auto">
              <a:xfrm>
                <a:off x="3234" y="21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9" name="Freeform 1519"/>
              <p:cNvSpPr>
                <a:spLocks/>
              </p:cNvSpPr>
              <p:nvPr/>
            </p:nvSpPr>
            <p:spPr bwMode="auto">
              <a:xfrm>
                <a:off x="2814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0" name="Freeform 1520"/>
              <p:cNvSpPr>
                <a:spLocks/>
              </p:cNvSpPr>
              <p:nvPr/>
            </p:nvSpPr>
            <p:spPr bwMode="auto">
              <a:xfrm>
                <a:off x="2340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1" name="Freeform 1521"/>
              <p:cNvSpPr>
                <a:spLocks/>
              </p:cNvSpPr>
              <p:nvPr/>
            </p:nvSpPr>
            <p:spPr bwMode="auto">
              <a:xfrm>
                <a:off x="2838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2" name="Freeform 1522"/>
              <p:cNvSpPr>
                <a:spLocks/>
              </p:cNvSpPr>
              <p:nvPr/>
            </p:nvSpPr>
            <p:spPr bwMode="auto">
              <a:xfrm>
                <a:off x="2934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3" name="Freeform 1523"/>
              <p:cNvSpPr>
                <a:spLocks/>
              </p:cNvSpPr>
              <p:nvPr/>
            </p:nvSpPr>
            <p:spPr bwMode="auto">
              <a:xfrm>
                <a:off x="2694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4" name="Freeform 1524"/>
              <p:cNvSpPr>
                <a:spLocks/>
              </p:cNvSpPr>
              <p:nvPr/>
            </p:nvSpPr>
            <p:spPr bwMode="auto">
              <a:xfrm>
                <a:off x="2526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5" name="Freeform 1525"/>
              <p:cNvSpPr>
                <a:spLocks/>
              </p:cNvSpPr>
              <p:nvPr/>
            </p:nvSpPr>
            <p:spPr bwMode="auto">
              <a:xfrm>
                <a:off x="2808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6" name="Freeform 1526"/>
              <p:cNvSpPr>
                <a:spLocks/>
              </p:cNvSpPr>
              <p:nvPr/>
            </p:nvSpPr>
            <p:spPr bwMode="auto">
              <a:xfrm>
                <a:off x="2910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7" name="Freeform 1527"/>
              <p:cNvSpPr>
                <a:spLocks/>
              </p:cNvSpPr>
              <p:nvPr/>
            </p:nvSpPr>
            <p:spPr bwMode="auto">
              <a:xfrm>
                <a:off x="2382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8" name="Freeform 1528"/>
              <p:cNvSpPr>
                <a:spLocks/>
              </p:cNvSpPr>
              <p:nvPr/>
            </p:nvSpPr>
            <p:spPr bwMode="auto">
              <a:xfrm>
                <a:off x="2868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9" name="Freeform 1529"/>
              <p:cNvSpPr>
                <a:spLocks/>
              </p:cNvSpPr>
              <p:nvPr/>
            </p:nvSpPr>
            <p:spPr bwMode="auto">
              <a:xfrm>
                <a:off x="2832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0" name="Freeform 1530"/>
              <p:cNvSpPr>
                <a:spLocks/>
              </p:cNvSpPr>
              <p:nvPr/>
            </p:nvSpPr>
            <p:spPr bwMode="auto">
              <a:xfrm>
                <a:off x="2550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1" name="Freeform 1531"/>
              <p:cNvSpPr>
                <a:spLocks/>
              </p:cNvSpPr>
              <p:nvPr/>
            </p:nvSpPr>
            <p:spPr bwMode="auto">
              <a:xfrm>
                <a:off x="2856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2" name="Freeform 1532"/>
              <p:cNvSpPr>
                <a:spLocks/>
              </p:cNvSpPr>
              <p:nvPr/>
            </p:nvSpPr>
            <p:spPr bwMode="auto">
              <a:xfrm>
                <a:off x="3006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3" name="Freeform 1533"/>
              <p:cNvSpPr>
                <a:spLocks/>
              </p:cNvSpPr>
              <p:nvPr/>
            </p:nvSpPr>
            <p:spPr bwMode="auto">
              <a:xfrm>
                <a:off x="2880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4" name="Freeform 1534"/>
              <p:cNvSpPr>
                <a:spLocks/>
              </p:cNvSpPr>
              <p:nvPr/>
            </p:nvSpPr>
            <p:spPr bwMode="auto">
              <a:xfrm>
                <a:off x="3420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5" name="Freeform 1535"/>
              <p:cNvSpPr>
                <a:spLocks/>
              </p:cNvSpPr>
              <p:nvPr/>
            </p:nvSpPr>
            <p:spPr bwMode="auto">
              <a:xfrm>
                <a:off x="2934" y="27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6" name="Freeform 1536"/>
              <p:cNvSpPr>
                <a:spLocks/>
              </p:cNvSpPr>
              <p:nvPr/>
            </p:nvSpPr>
            <p:spPr bwMode="auto">
              <a:xfrm>
                <a:off x="2724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7" name="Freeform 1537"/>
              <p:cNvSpPr>
                <a:spLocks/>
              </p:cNvSpPr>
              <p:nvPr/>
            </p:nvSpPr>
            <p:spPr bwMode="auto">
              <a:xfrm>
                <a:off x="2640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8" name="Freeform 1538"/>
              <p:cNvSpPr>
                <a:spLocks/>
              </p:cNvSpPr>
              <p:nvPr/>
            </p:nvSpPr>
            <p:spPr bwMode="auto">
              <a:xfrm>
                <a:off x="3006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9" name="Freeform 1539"/>
              <p:cNvSpPr>
                <a:spLocks/>
              </p:cNvSpPr>
              <p:nvPr/>
            </p:nvSpPr>
            <p:spPr bwMode="auto">
              <a:xfrm>
                <a:off x="2916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0" name="Freeform 1540"/>
              <p:cNvSpPr>
                <a:spLocks/>
              </p:cNvSpPr>
              <p:nvPr/>
            </p:nvSpPr>
            <p:spPr bwMode="auto">
              <a:xfrm>
                <a:off x="2856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1" name="Freeform 1541"/>
              <p:cNvSpPr>
                <a:spLocks/>
              </p:cNvSpPr>
              <p:nvPr/>
            </p:nvSpPr>
            <p:spPr bwMode="auto">
              <a:xfrm>
                <a:off x="3216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2" name="Freeform 1542"/>
              <p:cNvSpPr>
                <a:spLocks/>
              </p:cNvSpPr>
              <p:nvPr/>
            </p:nvSpPr>
            <p:spPr bwMode="auto">
              <a:xfrm>
                <a:off x="3414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3" name="Freeform 1543"/>
              <p:cNvSpPr>
                <a:spLocks/>
              </p:cNvSpPr>
              <p:nvPr/>
            </p:nvSpPr>
            <p:spPr bwMode="auto">
              <a:xfrm>
                <a:off x="2910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4" name="Freeform 1544"/>
              <p:cNvSpPr>
                <a:spLocks/>
              </p:cNvSpPr>
              <p:nvPr/>
            </p:nvSpPr>
            <p:spPr bwMode="auto">
              <a:xfrm>
                <a:off x="2952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5" name="Freeform 1545"/>
              <p:cNvSpPr>
                <a:spLocks/>
              </p:cNvSpPr>
              <p:nvPr/>
            </p:nvSpPr>
            <p:spPr bwMode="auto">
              <a:xfrm>
                <a:off x="2916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6" name="Freeform 1546"/>
              <p:cNvSpPr>
                <a:spLocks/>
              </p:cNvSpPr>
              <p:nvPr/>
            </p:nvSpPr>
            <p:spPr bwMode="auto">
              <a:xfrm>
                <a:off x="3210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7" name="Freeform 1547"/>
              <p:cNvSpPr>
                <a:spLocks/>
              </p:cNvSpPr>
              <p:nvPr/>
            </p:nvSpPr>
            <p:spPr bwMode="auto">
              <a:xfrm>
                <a:off x="3438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8" name="Freeform 1548"/>
              <p:cNvSpPr>
                <a:spLocks/>
              </p:cNvSpPr>
              <p:nvPr/>
            </p:nvSpPr>
            <p:spPr bwMode="auto">
              <a:xfrm>
                <a:off x="3258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9" name="Freeform 1549"/>
              <p:cNvSpPr>
                <a:spLocks/>
              </p:cNvSpPr>
              <p:nvPr/>
            </p:nvSpPr>
            <p:spPr bwMode="auto">
              <a:xfrm>
                <a:off x="3042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0" name="Freeform 1550"/>
              <p:cNvSpPr>
                <a:spLocks/>
              </p:cNvSpPr>
              <p:nvPr/>
            </p:nvSpPr>
            <p:spPr bwMode="auto">
              <a:xfrm>
                <a:off x="2694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1" name="Freeform 1551"/>
              <p:cNvSpPr>
                <a:spLocks/>
              </p:cNvSpPr>
              <p:nvPr/>
            </p:nvSpPr>
            <p:spPr bwMode="auto">
              <a:xfrm>
                <a:off x="3048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2" name="Freeform 1552"/>
              <p:cNvSpPr>
                <a:spLocks/>
              </p:cNvSpPr>
              <p:nvPr/>
            </p:nvSpPr>
            <p:spPr bwMode="auto">
              <a:xfrm>
                <a:off x="2556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3" name="Freeform 1553"/>
              <p:cNvSpPr>
                <a:spLocks/>
              </p:cNvSpPr>
              <p:nvPr/>
            </p:nvSpPr>
            <p:spPr bwMode="auto">
              <a:xfrm>
                <a:off x="2850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4" name="Freeform 1554"/>
              <p:cNvSpPr>
                <a:spLocks/>
              </p:cNvSpPr>
              <p:nvPr/>
            </p:nvSpPr>
            <p:spPr bwMode="auto">
              <a:xfrm>
                <a:off x="2922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5" name="Freeform 1555"/>
              <p:cNvSpPr>
                <a:spLocks/>
              </p:cNvSpPr>
              <p:nvPr/>
            </p:nvSpPr>
            <p:spPr bwMode="auto">
              <a:xfrm>
                <a:off x="3006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6" name="Freeform 1556"/>
              <p:cNvSpPr>
                <a:spLocks/>
              </p:cNvSpPr>
              <p:nvPr/>
            </p:nvSpPr>
            <p:spPr bwMode="auto">
              <a:xfrm>
                <a:off x="3102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7" name="Freeform 1557"/>
              <p:cNvSpPr>
                <a:spLocks/>
              </p:cNvSpPr>
              <p:nvPr/>
            </p:nvSpPr>
            <p:spPr bwMode="auto">
              <a:xfrm>
                <a:off x="2922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8" name="Freeform 1558"/>
              <p:cNvSpPr>
                <a:spLocks/>
              </p:cNvSpPr>
              <p:nvPr/>
            </p:nvSpPr>
            <p:spPr bwMode="auto">
              <a:xfrm>
                <a:off x="3144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9" name="Freeform 1559"/>
              <p:cNvSpPr>
                <a:spLocks/>
              </p:cNvSpPr>
              <p:nvPr/>
            </p:nvSpPr>
            <p:spPr bwMode="auto">
              <a:xfrm>
                <a:off x="2760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0" name="Freeform 1560"/>
              <p:cNvSpPr>
                <a:spLocks/>
              </p:cNvSpPr>
              <p:nvPr/>
            </p:nvSpPr>
            <p:spPr bwMode="auto">
              <a:xfrm>
                <a:off x="2844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1" name="Freeform 1561"/>
              <p:cNvSpPr>
                <a:spLocks/>
              </p:cNvSpPr>
              <p:nvPr/>
            </p:nvSpPr>
            <p:spPr bwMode="auto">
              <a:xfrm>
                <a:off x="2910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2" name="Freeform 1562"/>
              <p:cNvSpPr>
                <a:spLocks/>
              </p:cNvSpPr>
              <p:nvPr/>
            </p:nvSpPr>
            <p:spPr bwMode="auto">
              <a:xfrm>
                <a:off x="2844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3" name="Freeform 1563"/>
              <p:cNvSpPr>
                <a:spLocks/>
              </p:cNvSpPr>
              <p:nvPr/>
            </p:nvSpPr>
            <p:spPr bwMode="auto">
              <a:xfrm>
                <a:off x="3102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4" name="Freeform 1564"/>
              <p:cNvSpPr>
                <a:spLocks/>
              </p:cNvSpPr>
              <p:nvPr/>
            </p:nvSpPr>
            <p:spPr bwMode="auto">
              <a:xfrm>
                <a:off x="2682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5" name="Freeform 1565"/>
              <p:cNvSpPr>
                <a:spLocks/>
              </p:cNvSpPr>
              <p:nvPr/>
            </p:nvSpPr>
            <p:spPr bwMode="auto">
              <a:xfrm>
                <a:off x="285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6" name="Freeform 1566"/>
              <p:cNvSpPr>
                <a:spLocks/>
              </p:cNvSpPr>
              <p:nvPr/>
            </p:nvSpPr>
            <p:spPr bwMode="auto">
              <a:xfrm>
                <a:off x="2280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7" name="Freeform 1567"/>
              <p:cNvSpPr>
                <a:spLocks/>
              </p:cNvSpPr>
              <p:nvPr/>
            </p:nvSpPr>
            <p:spPr bwMode="auto">
              <a:xfrm>
                <a:off x="3312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8" name="Freeform 1568"/>
              <p:cNvSpPr>
                <a:spLocks/>
              </p:cNvSpPr>
              <p:nvPr/>
            </p:nvSpPr>
            <p:spPr bwMode="auto">
              <a:xfrm>
                <a:off x="2832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9" name="Freeform 1569"/>
              <p:cNvSpPr>
                <a:spLocks/>
              </p:cNvSpPr>
              <p:nvPr/>
            </p:nvSpPr>
            <p:spPr bwMode="auto">
              <a:xfrm>
                <a:off x="2604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0" name="Freeform 1570"/>
              <p:cNvSpPr>
                <a:spLocks/>
              </p:cNvSpPr>
              <p:nvPr/>
            </p:nvSpPr>
            <p:spPr bwMode="auto">
              <a:xfrm>
                <a:off x="3204" y="20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1" name="Freeform 1571"/>
              <p:cNvSpPr>
                <a:spLocks/>
              </p:cNvSpPr>
              <p:nvPr/>
            </p:nvSpPr>
            <p:spPr bwMode="auto">
              <a:xfrm>
                <a:off x="2688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2" name="Freeform 1572"/>
              <p:cNvSpPr>
                <a:spLocks/>
              </p:cNvSpPr>
              <p:nvPr/>
            </p:nvSpPr>
            <p:spPr bwMode="auto">
              <a:xfrm>
                <a:off x="3168" y="21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3" name="Freeform 1573"/>
              <p:cNvSpPr>
                <a:spLocks/>
              </p:cNvSpPr>
              <p:nvPr/>
            </p:nvSpPr>
            <p:spPr bwMode="auto">
              <a:xfrm>
                <a:off x="2724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4" name="Freeform 1574"/>
              <p:cNvSpPr>
                <a:spLocks/>
              </p:cNvSpPr>
              <p:nvPr/>
            </p:nvSpPr>
            <p:spPr bwMode="auto">
              <a:xfrm>
                <a:off x="3318" y="21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5" name="Freeform 1575"/>
              <p:cNvSpPr>
                <a:spLocks/>
              </p:cNvSpPr>
              <p:nvPr/>
            </p:nvSpPr>
            <p:spPr bwMode="auto">
              <a:xfrm>
                <a:off x="3078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6" name="Freeform 1576"/>
              <p:cNvSpPr>
                <a:spLocks/>
              </p:cNvSpPr>
              <p:nvPr/>
            </p:nvSpPr>
            <p:spPr bwMode="auto">
              <a:xfrm>
                <a:off x="2496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7" name="Freeform 1577"/>
              <p:cNvSpPr>
                <a:spLocks/>
              </p:cNvSpPr>
              <p:nvPr/>
            </p:nvSpPr>
            <p:spPr bwMode="auto">
              <a:xfrm>
                <a:off x="2958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8" name="Freeform 1578"/>
              <p:cNvSpPr>
                <a:spLocks/>
              </p:cNvSpPr>
              <p:nvPr/>
            </p:nvSpPr>
            <p:spPr bwMode="auto">
              <a:xfrm>
                <a:off x="2382" y="30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9" name="Freeform 1579"/>
              <p:cNvSpPr>
                <a:spLocks/>
              </p:cNvSpPr>
              <p:nvPr/>
            </p:nvSpPr>
            <p:spPr bwMode="auto">
              <a:xfrm>
                <a:off x="2952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0" name="Freeform 1580"/>
              <p:cNvSpPr>
                <a:spLocks/>
              </p:cNvSpPr>
              <p:nvPr/>
            </p:nvSpPr>
            <p:spPr bwMode="auto">
              <a:xfrm>
                <a:off x="2670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1" name="Freeform 1581"/>
              <p:cNvSpPr>
                <a:spLocks/>
              </p:cNvSpPr>
              <p:nvPr/>
            </p:nvSpPr>
            <p:spPr bwMode="auto">
              <a:xfrm>
                <a:off x="3306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2" name="Freeform 1582"/>
              <p:cNvSpPr>
                <a:spLocks/>
              </p:cNvSpPr>
              <p:nvPr/>
            </p:nvSpPr>
            <p:spPr bwMode="auto">
              <a:xfrm>
                <a:off x="2706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3" name="Freeform 1583"/>
              <p:cNvSpPr>
                <a:spLocks/>
              </p:cNvSpPr>
              <p:nvPr/>
            </p:nvSpPr>
            <p:spPr bwMode="auto">
              <a:xfrm>
                <a:off x="2580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4" name="Freeform 1584"/>
              <p:cNvSpPr>
                <a:spLocks/>
              </p:cNvSpPr>
              <p:nvPr/>
            </p:nvSpPr>
            <p:spPr bwMode="auto">
              <a:xfrm>
                <a:off x="2700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5" name="Freeform 1585"/>
              <p:cNvSpPr>
                <a:spLocks/>
              </p:cNvSpPr>
              <p:nvPr/>
            </p:nvSpPr>
            <p:spPr bwMode="auto">
              <a:xfrm>
                <a:off x="3108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6" name="Freeform 1586"/>
              <p:cNvSpPr>
                <a:spLocks/>
              </p:cNvSpPr>
              <p:nvPr/>
            </p:nvSpPr>
            <p:spPr bwMode="auto">
              <a:xfrm>
                <a:off x="2826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7" name="Freeform 1587"/>
              <p:cNvSpPr>
                <a:spLocks/>
              </p:cNvSpPr>
              <p:nvPr/>
            </p:nvSpPr>
            <p:spPr bwMode="auto">
              <a:xfrm>
                <a:off x="3048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8" name="Freeform 1588"/>
              <p:cNvSpPr>
                <a:spLocks/>
              </p:cNvSpPr>
              <p:nvPr/>
            </p:nvSpPr>
            <p:spPr bwMode="auto">
              <a:xfrm>
                <a:off x="2970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9" name="Freeform 1589"/>
              <p:cNvSpPr>
                <a:spLocks/>
              </p:cNvSpPr>
              <p:nvPr/>
            </p:nvSpPr>
            <p:spPr bwMode="auto">
              <a:xfrm>
                <a:off x="2808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0" name="Freeform 1590"/>
              <p:cNvSpPr>
                <a:spLocks/>
              </p:cNvSpPr>
              <p:nvPr/>
            </p:nvSpPr>
            <p:spPr bwMode="auto">
              <a:xfrm>
                <a:off x="3234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1" name="Freeform 1591"/>
              <p:cNvSpPr>
                <a:spLocks/>
              </p:cNvSpPr>
              <p:nvPr/>
            </p:nvSpPr>
            <p:spPr bwMode="auto">
              <a:xfrm>
                <a:off x="2784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2" name="Freeform 1592"/>
              <p:cNvSpPr>
                <a:spLocks/>
              </p:cNvSpPr>
              <p:nvPr/>
            </p:nvSpPr>
            <p:spPr bwMode="auto">
              <a:xfrm>
                <a:off x="3378" y="21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3" name="Freeform 1593"/>
              <p:cNvSpPr>
                <a:spLocks/>
              </p:cNvSpPr>
              <p:nvPr/>
            </p:nvSpPr>
            <p:spPr bwMode="auto">
              <a:xfrm>
                <a:off x="2862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4" name="Freeform 1594"/>
              <p:cNvSpPr>
                <a:spLocks/>
              </p:cNvSpPr>
              <p:nvPr/>
            </p:nvSpPr>
            <p:spPr bwMode="auto">
              <a:xfrm>
                <a:off x="2808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5" name="Freeform 1595"/>
              <p:cNvSpPr>
                <a:spLocks/>
              </p:cNvSpPr>
              <p:nvPr/>
            </p:nvSpPr>
            <p:spPr bwMode="auto">
              <a:xfrm>
                <a:off x="3624" y="21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6" name="Freeform 1596"/>
              <p:cNvSpPr>
                <a:spLocks/>
              </p:cNvSpPr>
              <p:nvPr/>
            </p:nvSpPr>
            <p:spPr bwMode="auto">
              <a:xfrm>
                <a:off x="3000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7" name="Freeform 1597"/>
              <p:cNvSpPr>
                <a:spLocks/>
              </p:cNvSpPr>
              <p:nvPr/>
            </p:nvSpPr>
            <p:spPr bwMode="auto">
              <a:xfrm>
                <a:off x="2736" y="28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8" name="Freeform 1598"/>
              <p:cNvSpPr>
                <a:spLocks/>
              </p:cNvSpPr>
              <p:nvPr/>
            </p:nvSpPr>
            <p:spPr bwMode="auto">
              <a:xfrm>
                <a:off x="3024" y="20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9" name="Freeform 1599"/>
              <p:cNvSpPr>
                <a:spLocks/>
              </p:cNvSpPr>
              <p:nvPr/>
            </p:nvSpPr>
            <p:spPr bwMode="auto">
              <a:xfrm>
                <a:off x="2826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0" name="Freeform 1600"/>
              <p:cNvSpPr>
                <a:spLocks/>
              </p:cNvSpPr>
              <p:nvPr/>
            </p:nvSpPr>
            <p:spPr bwMode="auto">
              <a:xfrm>
                <a:off x="3120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1" name="Freeform 1601"/>
              <p:cNvSpPr>
                <a:spLocks/>
              </p:cNvSpPr>
              <p:nvPr/>
            </p:nvSpPr>
            <p:spPr bwMode="auto">
              <a:xfrm>
                <a:off x="3330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2" name="Freeform 1602"/>
              <p:cNvSpPr>
                <a:spLocks/>
              </p:cNvSpPr>
              <p:nvPr/>
            </p:nvSpPr>
            <p:spPr bwMode="auto">
              <a:xfrm>
                <a:off x="2826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3" name="Freeform 1603"/>
              <p:cNvSpPr>
                <a:spLocks/>
              </p:cNvSpPr>
              <p:nvPr/>
            </p:nvSpPr>
            <p:spPr bwMode="auto">
              <a:xfrm>
                <a:off x="3006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4" name="Freeform 1604"/>
              <p:cNvSpPr>
                <a:spLocks/>
              </p:cNvSpPr>
              <p:nvPr/>
            </p:nvSpPr>
            <p:spPr bwMode="auto">
              <a:xfrm>
                <a:off x="2916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5" name="Freeform 1605"/>
              <p:cNvSpPr>
                <a:spLocks/>
              </p:cNvSpPr>
              <p:nvPr/>
            </p:nvSpPr>
            <p:spPr bwMode="auto">
              <a:xfrm>
                <a:off x="2682" y="28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6" name="Freeform 1606"/>
              <p:cNvSpPr>
                <a:spLocks/>
              </p:cNvSpPr>
              <p:nvPr/>
            </p:nvSpPr>
            <p:spPr bwMode="auto">
              <a:xfrm>
                <a:off x="2394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7" name="Freeform 1607"/>
              <p:cNvSpPr>
                <a:spLocks/>
              </p:cNvSpPr>
              <p:nvPr/>
            </p:nvSpPr>
            <p:spPr bwMode="auto">
              <a:xfrm>
                <a:off x="2802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8" name="Freeform 1608"/>
              <p:cNvSpPr>
                <a:spLocks/>
              </p:cNvSpPr>
              <p:nvPr/>
            </p:nvSpPr>
            <p:spPr bwMode="auto">
              <a:xfrm>
                <a:off x="2802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9" name="Freeform 1609"/>
              <p:cNvSpPr>
                <a:spLocks/>
              </p:cNvSpPr>
              <p:nvPr/>
            </p:nvSpPr>
            <p:spPr bwMode="auto">
              <a:xfrm>
                <a:off x="3144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50" name="Freeform 1610"/>
              <p:cNvSpPr>
                <a:spLocks/>
              </p:cNvSpPr>
              <p:nvPr/>
            </p:nvSpPr>
            <p:spPr bwMode="auto">
              <a:xfrm>
                <a:off x="2910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51" name="Freeform 1611"/>
              <p:cNvSpPr>
                <a:spLocks/>
              </p:cNvSpPr>
              <p:nvPr/>
            </p:nvSpPr>
            <p:spPr bwMode="auto">
              <a:xfrm>
                <a:off x="2916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2" name="Group 1813"/>
            <p:cNvGrpSpPr>
              <a:grpSpLocks/>
            </p:cNvGrpSpPr>
            <p:nvPr/>
          </p:nvGrpSpPr>
          <p:grpSpPr bwMode="auto">
            <a:xfrm>
              <a:off x="2238" y="1845"/>
              <a:ext cx="1392" cy="1176"/>
              <a:chOff x="2238" y="1845"/>
              <a:chExt cx="1392" cy="1176"/>
            </a:xfrm>
          </p:grpSpPr>
          <p:sp>
            <p:nvSpPr>
              <p:cNvPr id="59552" name="Freeform 1613"/>
              <p:cNvSpPr>
                <a:spLocks/>
              </p:cNvSpPr>
              <p:nvPr/>
            </p:nvSpPr>
            <p:spPr bwMode="auto">
              <a:xfrm>
                <a:off x="2802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53" name="Freeform 1614"/>
              <p:cNvSpPr>
                <a:spLocks/>
              </p:cNvSpPr>
              <p:nvPr/>
            </p:nvSpPr>
            <p:spPr bwMode="auto">
              <a:xfrm>
                <a:off x="2712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54" name="Freeform 1615"/>
              <p:cNvSpPr>
                <a:spLocks/>
              </p:cNvSpPr>
              <p:nvPr/>
            </p:nvSpPr>
            <p:spPr bwMode="auto">
              <a:xfrm>
                <a:off x="2784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55" name="Freeform 1616"/>
              <p:cNvSpPr>
                <a:spLocks/>
              </p:cNvSpPr>
              <p:nvPr/>
            </p:nvSpPr>
            <p:spPr bwMode="auto">
              <a:xfrm>
                <a:off x="2808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56" name="Freeform 1617"/>
              <p:cNvSpPr>
                <a:spLocks/>
              </p:cNvSpPr>
              <p:nvPr/>
            </p:nvSpPr>
            <p:spPr bwMode="auto">
              <a:xfrm>
                <a:off x="3072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57" name="Freeform 1618"/>
              <p:cNvSpPr>
                <a:spLocks/>
              </p:cNvSpPr>
              <p:nvPr/>
            </p:nvSpPr>
            <p:spPr bwMode="auto">
              <a:xfrm>
                <a:off x="2832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58" name="Freeform 1619"/>
              <p:cNvSpPr>
                <a:spLocks/>
              </p:cNvSpPr>
              <p:nvPr/>
            </p:nvSpPr>
            <p:spPr bwMode="auto">
              <a:xfrm>
                <a:off x="2934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59" name="Freeform 1620"/>
              <p:cNvSpPr>
                <a:spLocks/>
              </p:cNvSpPr>
              <p:nvPr/>
            </p:nvSpPr>
            <p:spPr bwMode="auto">
              <a:xfrm>
                <a:off x="2574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0" name="Freeform 1621"/>
              <p:cNvSpPr>
                <a:spLocks/>
              </p:cNvSpPr>
              <p:nvPr/>
            </p:nvSpPr>
            <p:spPr bwMode="auto">
              <a:xfrm>
                <a:off x="3552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1" name="Freeform 1622"/>
              <p:cNvSpPr>
                <a:spLocks/>
              </p:cNvSpPr>
              <p:nvPr/>
            </p:nvSpPr>
            <p:spPr bwMode="auto">
              <a:xfrm>
                <a:off x="2826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2" name="Freeform 1623"/>
              <p:cNvSpPr>
                <a:spLocks/>
              </p:cNvSpPr>
              <p:nvPr/>
            </p:nvSpPr>
            <p:spPr bwMode="auto">
              <a:xfrm>
                <a:off x="3054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3" name="Freeform 1624"/>
              <p:cNvSpPr>
                <a:spLocks/>
              </p:cNvSpPr>
              <p:nvPr/>
            </p:nvSpPr>
            <p:spPr bwMode="auto">
              <a:xfrm>
                <a:off x="2484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4" name="Freeform 1625"/>
              <p:cNvSpPr>
                <a:spLocks/>
              </p:cNvSpPr>
              <p:nvPr/>
            </p:nvSpPr>
            <p:spPr bwMode="auto">
              <a:xfrm>
                <a:off x="3084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5" name="Freeform 1626"/>
              <p:cNvSpPr>
                <a:spLocks/>
              </p:cNvSpPr>
              <p:nvPr/>
            </p:nvSpPr>
            <p:spPr bwMode="auto">
              <a:xfrm>
                <a:off x="3030" y="20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6" name="Freeform 1627"/>
              <p:cNvSpPr>
                <a:spLocks/>
              </p:cNvSpPr>
              <p:nvPr/>
            </p:nvSpPr>
            <p:spPr bwMode="auto">
              <a:xfrm>
                <a:off x="2970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7" name="Freeform 1628"/>
              <p:cNvSpPr>
                <a:spLocks/>
              </p:cNvSpPr>
              <p:nvPr/>
            </p:nvSpPr>
            <p:spPr bwMode="auto">
              <a:xfrm>
                <a:off x="3066" y="21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8" name="Freeform 1629"/>
              <p:cNvSpPr>
                <a:spLocks/>
              </p:cNvSpPr>
              <p:nvPr/>
            </p:nvSpPr>
            <p:spPr bwMode="auto">
              <a:xfrm>
                <a:off x="2706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9" name="Freeform 1630"/>
              <p:cNvSpPr>
                <a:spLocks/>
              </p:cNvSpPr>
              <p:nvPr/>
            </p:nvSpPr>
            <p:spPr bwMode="auto">
              <a:xfrm>
                <a:off x="2994" y="28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0" name="Freeform 1631"/>
              <p:cNvSpPr>
                <a:spLocks/>
              </p:cNvSpPr>
              <p:nvPr/>
            </p:nvSpPr>
            <p:spPr bwMode="auto">
              <a:xfrm>
                <a:off x="2694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1" name="Freeform 1632"/>
              <p:cNvSpPr>
                <a:spLocks/>
              </p:cNvSpPr>
              <p:nvPr/>
            </p:nvSpPr>
            <p:spPr bwMode="auto">
              <a:xfrm>
                <a:off x="2394" y="28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2" name="Freeform 1633"/>
              <p:cNvSpPr>
                <a:spLocks/>
              </p:cNvSpPr>
              <p:nvPr/>
            </p:nvSpPr>
            <p:spPr bwMode="auto">
              <a:xfrm>
                <a:off x="2994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3" name="Freeform 1634"/>
              <p:cNvSpPr>
                <a:spLocks/>
              </p:cNvSpPr>
              <p:nvPr/>
            </p:nvSpPr>
            <p:spPr bwMode="auto">
              <a:xfrm>
                <a:off x="2604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4" name="Freeform 1635"/>
              <p:cNvSpPr>
                <a:spLocks/>
              </p:cNvSpPr>
              <p:nvPr/>
            </p:nvSpPr>
            <p:spPr bwMode="auto">
              <a:xfrm>
                <a:off x="3012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5" name="Freeform 1636"/>
              <p:cNvSpPr>
                <a:spLocks/>
              </p:cNvSpPr>
              <p:nvPr/>
            </p:nvSpPr>
            <p:spPr bwMode="auto">
              <a:xfrm>
                <a:off x="2796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6" name="Freeform 1637"/>
              <p:cNvSpPr>
                <a:spLocks/>
              </p:cNvSpPr>
              <p:nvPr/>
            </p:nvSpPr>
            <p:spPr bwMode="auto">
              <a:xfrm>
                <a:off x="2838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7" name="Freeform 1638"/>
              <p:cNvSpPr>
                <a:spLocks/>
              </p:cNvSpPr>
              <p:nvPr/>
            </p:nvSpPr>
            <p:spPr bwMode="auto">
              <a:xfrm>
                <a:off x="2970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8" name="Freeform 1639"/>
              <p:cNvSpPr>
                <a:spLocks/>
              </p:cNvSpPr>
              <p:nvPr/>
            </p:nvSpPr>
            <p:spPr bwMode="auto">
              <a:xfrm>
                <a:off x="3222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9" name="Freeform 1640"/>
              <p:cNvSpPr>
                <a:spLocks/>
              </p:cNvSpPr>
              <p:nvPr/>
            </p:nvSpPr>
            <p:spPr bwMode="auto">
              <a:xfrm>
                <a:off x="2244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0" name="Freeform 1641"/>
              <p:cNvSpPr>
                <a:spLocks/>
              </p:cNvSpPr>
              <p:nvPr/>
            </p:nvSpPr>
            <p:spPr bwMode="auto">
              <a:xfrm>
                <a:off x="2478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1" name="Freeform 1642"/>
              <p:cNvSpPr>
                <a:spLocks/>
              </p:cNvSpPr>
              <p:nvPr/>
            </p:nvSpPr>
            <p:spPr bwMode="auto">
              <a:xfrm>
                <a:off x="2910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2" name="Freeform 1643"/>
              <p:cNvSpPr>
                <a:spLocks/>
              </p:cNvSpPr>
              <p:nvPr/>
            </p:nvSpPr>
            <p:spPr bwMode="auto">
              <a:xfrm>
                <a:off x="2682" y="28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3" name="Freeform 1644"/>
              <p:cNvSpPr>
                <a:spLocks/>
              </p:cNvSpPr>
              <p:nvPr/>
            </p:nvSpPr>
            <p:spPr bwMode="auto">
              <a:xfrm>
                <a:off x="3312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4" name="Freeform 1645"/>
              <p:cNvSpPr>
                <a:spLocks/>
              </p:cNvSpPr>
              <p:nvPr/>
            </p:nvSpPr>
            <p:spPr bwMode="auto">
              <a:xfrm>
                <a:off x="3576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5" name="Freeform 1646"/>
              <p:cNvSpPr>
                <a:spLocks/>
              </p:cNvSpPr>
              <p:nvPr/>
            </p:nvSpPr>
            <p:spPr bwMode="auto">
              <a:xfrm>
                <a:off x="2790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6" name="Freeform 1647"/>
              <p:cNvSpPr>
                <a:spLocks/>
              </p:cNvSpPr>
              <p:nvPr/>
            </p:nvSpPr>
            <p:spPr bwMode="auto">
              <a:xfrm>
                <a:off x="3000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7" name="Freeform 1648"/>
              <p:cNvSpPr>
                <a:spLocks/>
              </p:cNvSpPr>
              <p:nvPr/>
            </p:nvSpPr>
            <p:spPr bwMode="auto">
              <a:xfrm>
                <a:off x="3150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8" name="Freeform 1649"/>
              <p:cNvSpPr>
                <a:spLocks/>
              </p:cNvSpPr>
              <p:nvPr/>
            </p:nvSpPr>
            <p:spPr bwMode="auto">
              <a:xfrm>
                <a:off x="2850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9" name="Freeform 1650"/>
              <p:cNvSpPr>
                <a:spLocks/>
              </p:cNvSpPr>
              <p:nvPr/>
            </p:nvSpPr>
            <p:spPr bwMode="auto">
              <a:xfrm>
                <a:off x="2652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0" name="Freeform 1651"/>
              <p:cNvSpPr>
                <a:spLocks/>
              </p:cNvSpPr>
              <p:nvPr/>
            </p:nvSpPr>
            <p:spPr bwMode="auto">
              <a:xfrm>
                <a:off x="2958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1" name="Freeform 1652"/>
              <p:cNvSpPr>
                <a:spLocks/>
              </p:cNvSpPr>
              <p:nvPr/>
            </p:nvSpPr>
            <p:spPr bwMode="auto">
              <a:xfrm>
                <a:off x="2874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2" name="Freeform 1653"/>
              <p:cNvSpPr>
                <a:spLocks/>
              </p:cNvSpPr>
              <p:nvPr/>
            </p:nvSpPr>
            <p:spPr bwMode="auto">
              <a:xfrm>
                <a:off x="2988" y="27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3" name="Freeform 1654"/>
              <p:cNvSpPr>
                <a:spLocks/>
              </p:cNvSpPr>
              <p:nvPr/>
            </p:nvSpPr>
            <p:spPr bwMode="auto">
              <a:xfrm>
                <a:off x="3378" y="20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4" name="Freeform 1655"/>
              <p:cNvSpPr>
                <a:spLocks/>
              </p:cNvSpPr>
              <p:nvPr/>
            </p:nvSpPr>
            <p:spPr bwMode="auto">
              <a:xfrm>
                <a:off x="3090" y="21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5" name="Freeform 1656"/>
              <p:cNvSpPr>
                <a:spLocks/>
              </p:cNvSpPr>
              <p:nvPr/>
            </p:nvSpPr>
            <p:spPr bwMode="auto">
              <a:xfrm>
                <a:off x="2712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6" name="Freeform 1657"/>
              <p:cNvSpPr>
                <a:spLocks/>
              </p:cNvSpPr>
              <p:nvPr/>
            </p:nvSpPr>
            <p:spPr bwMode="auto">
              <a:xfrm>
                <a:off x="2586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7" name="Freeform 1658"/>
              <p:cNvSpPr>
                <a:spLocks/>
              </p:cNvSpPr>
              <p:nvPr/>
            </p:nvSpPr>
            <p:spPr bwMode="auto">
              <a:xfrm>
                <a:off x="2574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8" name="Freeform 1659"/>
              <p:cNvSpPr>
                <a:spLocks/>
              </p:cNvSpPr>
              <p:nvPr/>
            </p:nvSpPr>
            <p:spPr bwMode="auto">
              <a:xfrm>
                <a:off x="3018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9" name="Freeform 1660"/>
              <p:cNvSpPr>
                <a:spLocks/>
              </p:cNvSpPr>
              <p:nvPr/>
            </p:nvSpPr>
            <p:spPr bwMode="auto">
              <a:xfrm>
                <a:off x="2646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00" name="Freeform 1661"/>
              <p:cNvSpPr>
                <a:spLocks/>
              </p:cNvSpPr>
              <p:nvPr/>
            </p:nvSpPr>
            <p:spPr bwMode="auto">
              <a:xfrm>
                <a:off x="3072" y="21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01" name="Freeform 1662"/>
              <p:cNvSpPr>
                <a:spLocks/>
              </p:cNvSpPr>
              <p:nvPr/>
            </p:nvSpPr>
            <p:spPr bwMode="auto">
              <a:xfrm>
                <a:off x="2772" y="28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02" name="Freeform 1663"/>
              <p:cNvSpPr>
                <a:spLocks/>
              </p:cNvSpPr>
              <p:nvPr/>
            </p:nvSpPr>
            <p:spPr bwMode="auto">
              <a:xfrm>
                <a:off x="2982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03" name="Freeform 1664"/>
              <p:cNvSpPr>
                <a:spLocks/>
              </p:cNvSpPr>
              <p:nvPr/>
            </p:nvSpPr>
            <p:spPr bwMode="auto">
              <a:xfrm>
                <a:off x="2544" y="27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04" name="Freeform 1665"/>
              <p:cNvSpPr>
                <a:spLocks/>
              </p:cNvSpPr>
              <p:nvPr/>
            </p:nvSpPr>
            <p:spPr bwMode="auto">
              <a:xfrm>
                <a:off x="2772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05" name="Freeform 1666"/>
              <p:cNvSpPr>
                <a:spLocks/>
              </p:cNvSpPr>
              <p:nvPr/>
            </p:nvSpPr>
            <p:spPr bwMode="auto">
              <a:xfrm>
                <a:off x="3366" y="21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06" name="Freeform 1667"/>
              <p:cNvSpPr>
                <a:spLocks/>
              </p:cNvSpPr>
              <p:nvPr/>
            </p:nvSpPr>
            <p:spPr bwMode="auto">
              <a:xfrm>
                <a:off x="2838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07" name="Freeform 1668"/>
              <p:cNvSpPr>
                <a:spLocks/>
              </p:cNvSpPr>
              <p:nvPr/>
            </p:nvSpPr>
            <p:spPr bwMode="auto">
              <a:xfrm>
                <a:off x="2862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08" name="Freeform 1669"/>
              <p:cNvSpPr>
                <a:spLocks/>
              </p:cNvSpPr>
              <p:nvPr/>
            </p:nvSpPr>
            <p:spPr bwMode="auto">
              <a:xfrm>
                <a:off x="3204" y="21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09" name="Freeform 1670"/>
              <p:cNvSpPr>
                <a:spLocks/>
              </p:cNvSpPr>
              <p:nvPr/>
            </p:nvSpPr>
            <p:spPr bwMode="auto">
              <a:xfrm>
                <a:off x="2826" y="20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0" name="Freeform 1671"/>
              <p:cNvSpPr>
                <a:spLocks/>
              </p:cNvSpPr>
              <p:nvPr/>
            </p:nvSpPr>
            <p:spPr bwMode="auto">
              <a:xfrm>
                <a:off x="2664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1" name="Freeform 1672"/>
              <p:cNvSpPr>
                <a:spLocks/>
              </p:cNvSpPr>
              <p:nvPr/>
            </p:nvSpPr>
            <p:spPr bwMode="auto">
              <a:xfrm>
                <a:off x="3282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2" name="Freeform 1673"/>
              <p:cNvSpPr>
                <a:spLocks/>
              </p:cNvSpPr>
              <p:nvPr/>
            </p:nvSpPr>
            <p:spPr bwMode="auto">
              <a:xfrm>
                <a:off x="2670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3" name="Freeform 1674"/>
              <p:cNvSpPr>
                <a:spLocks/>
              </p:cNvSpPr>
              <p:nvPr/>
            </p:nvSpPr>
            <p:spPr bwMode="auto">
              <a:xfrm>
                <a:off x="2478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4" name="Freeform 1675"/>
              <p:cNvSpPr>
                <a:spLocks/>
              </p:cNvSpPr>
              <p:nvPr/>
            </p:nvSpPr>
            <p:spPr bwMode="auto">
              <a:xfrm>
                <a:off x="2760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5" name="Freeform 1676"/>
              <p:cNvSpPr>
                <a:spLocks/>
              </p:cNvSpPr>
              <p:nvPr/>
            </p:nvSpPr>
            <p:spPr bwMode="auto">
              <a:xfrm>
                <a:off x="2784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6" name="Freeform 1677"/>
              <p:cNvSpPr>
                <a:spLocks/>
              </p:cNvSpPr>
              <p:nvPr/>
            </p:nvSpPr>
            <p:spPr bwMode="auto">
              <a:xfrm>
                <a:off x="2964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7" name="Freeform 1678"/>
              <p:cNvSpPr>
                <a:spLocks/>
              </p:cNvSpPr>
              <p:nvPr/>
            </p:nvSpPr>
            <p:spPr bwMode="auto">
              <a:xfrm>
                <a:off x="3162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8" name="Freeform 1679"/>
              <p:cNvSpPr>
                <a:spLocks/>
              </p:cNvSpPr>
              <p:nvPr/>
            </p:nvSpPr>
            <p:spPr bwMode="auto">
              <a:xfrm>
                <a:off x="2670" y="27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9" name="Freeform 1680"/>
              <p:cNvSpPr>
                <a:spLocks/>
              </p:cNvSpPr>
              <p:nvPr/>
            </p:nvSpPr>
            <p:spPr bwMode="auto">
              <a:xfrm>
                <a:off x="3258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0" name="Freeform 1681"/>
              <p:cNvSpPr>
                <a:spLocks/>
              </p:cNvSpPr>
              <p:nvPr/>
            </p:nvSpPr>
            <p:spPr bwMode="auto">
              <a:xfrm>
                <a:off x="2892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1" name="Freeform 1682"/>
              <p:cNvSpPr>
                <a:spLocks/>
              </p:cNvSpPr>
              <p:nvPr/>
            </p:nvSpPr>
            <p:spPr bwMode="auto">
              <a:xfrm>
                <a:off x="3252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2" name="Freeform 1683"/>
              <p:cNvSpPr>
                <a:spLocks/>
              </p:cNvSpPr>
              <p:nvPr/>
            </p:nvSpPr>
            <p:spPr bwMode="auto">
              <a:xfrm>
                <a:off x="2676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3" name="Freeform 1684"/>
              <p:cNvSpPr>
                <a:spLocks/>
              </p:cNvSpPr>
              <p:nvPr/>
            </p:nvSpPr>
            <p:spPr bwMode="auto">
              <a:xfrm>
                <a:off x="2784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4" name="Freeform 1685"/>
              <p:cNvSpPr>
                <a:spLocks/>
              </p:cNvSpPr>
              <p:nvPr/>
            </p:nvSpPr>
            <p:spPr bwMode="auto">
              <a:xfrm>
                <a:off x="2976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5" name="Freeform 1686"/>
              <p:cNvSpPr>
                <a:spLocks/>
              </p:cNvSpPr>
              <p:nvPr/>
            </p:nvSpPr>
            <p:spPr bwMode="auto">
              <a:xfrm>
                <a:off x="2838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6" name="Freeform 1687"/>
              <p:cNvSpPr>
                <a:spLocks/>
              </p:cNvSpPr>
              <p:nvPr/>
            </p:nvSpPr>
            <p:spPr bwMode="auto">
              <a:xfrm>
                <a:off x="2772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7" name="Freeform 1688"/>
              <p:cNvSpPr>
                <a:spLocks/>
              </p:cNvSpPr>
              <p:nvPr/>
            </p:nvSpPr>
            <p:spPr bwMode="auto">
              <a:xfrm>
                <a:off x="3000" y="21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8" name="Freeform 1689"/>
              <p:cNvSpPr>
                <a:spLocks/>
              </p:cNvSpPr>
              <p:nvPr/>
            </p:nvSpPr>
            <p:spPr bwMode="auto">
              <a:xfrm>
                <a:off x="2676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9" name="Freeform 1690"/>
              <p:cNvSpPr>
                <a:spLocks/>
              </p:cNvSpPr>
              <p:nvPr/>
            </p:nvSpPr>
            <p:spPr bwMode="auto">
              <a:xfrm>
                <a:off x="2778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0" name="Freeform 1691"/>
              <p:cNvSpPr>
                <a:spLocks/>
              </p:cNvSpPr>
              <p:nvPr/>
            </p:nvSpPr>
            <p:spPr bwMode="auto">
              <a:xfrm>
                <a:off x="2814" y="28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1" name="Freeform 1692"/>
              <p:cNvSpPr>
                <a:spLocks/>
              </p:cNvSpPr>
              <p:nvPr/>
            </p:nvSpPr>
            <p:spPr bwMode="auto">
              <a:xfrm>
                <a:off x="2880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2" name="Freeform 1693"/>
              <p:cNvSpPr>
                <a:spLocks/>
              </p:cNvSpPr>
              <p:nvPr/>
            </p:nvSpPr>
            <p:spPr bwMode="auto">
              <a:xfrm>
                <a:off x="3522" y="19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3" name="Freeform 1694"/>
              <p:cNvSpPr>
                <a:spLocks/>
              </p:cNvSpPr>
              <p:nvPr/>
            </p:nvSpPr>
            <p:spPr bwMode="auto">
              <a:xfrm>
                <a:off x="2886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4" name="Freeform 1695"/>
              <p:cNvSpPr>
                <a:spLocks/>
              </p:cNvSpPr>
              <p:nvPr/>
            </p:nvSpPr>
            <p:spPr bwMode="auto">
              <a:xfrm>
                <a:off x="2616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5" name="Freeform 1696"/>
              <p:cNvSpPr>
                <a:spLocks/>
              </p:cNvSpPr>
              <p:nvPr/>
            </p:nvSpPr>
            <p:spPr bwMode="auto">
              <a:xfrm>
                <a:off x="2676" y="20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6" name="Freeform 1697"/>
              <p:cNvSpPr>
                <a:spLocks/>
              </p:cNvSpPr>
              <p:nvPr/>
            </p:nvSpPr>
            <p:spPr bwMode="auto">
              <a:xfrm>
                <a:off x="2574" y="20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7" name="Freeform 1698"/>
              <p:cNvSpPr>
                <a:spLocks/>
              </p:cNvSpPr>
              <p:nvPr/>
            </p:nvSpPr>
            <p:spPr bwMode="auto">
              <a:xfrm>
                <a:off x="2670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8" name="Freeform 1699"/>
              <p:cNvSpPr>
                <a:spLocks/>
              </p:cNvSpPr>
              <p:nvPr/>
            </p:nvSpPr>
            <p:spPr bwMode="auto">
              <a:xfrm>
                <a:off x="2856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9" name="Freeform 1700"/>
              <p:cNvSpPr>
                <a:spLocks/>
              </p:cNvSpPr>
              <p:nvPr/>
            </p:nvSpPr>
            <p:spPr bwMode="auto">
              <a:xfrm>
                <a:off x="2658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0" name="Freeform 1701"/>
              <p:cNvSpPr>
                <a:spLocks/>
              </p:cNvSpPr>
              <p:nvPr/>
            </p:nvSpPr>
            <p:spPr bwMode="auto">
              <a:xfrm>
                <a:off x="3000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1" name="Freeform 1702"/>
              <p:cNvSpPr>
                <a:spLocks/>
              </p:cNvSpPr>
              <p:nvPr/>
            </p:nvSpPr>
            <p:spPr bwMode="auto">
              <a:xfrm>
                <a:off x="2544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2" name="Freeform 1703"/>
              <p:cNvSpPr>
                <a:spLocks/>
              </p:cNvSpPr>
              <p:nvPr/>
            </p:nvSpPr>
            <p:spPr bwMode="auto">
              <a:xfrm>
                <a:off x="3216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3" name="Freeform 1704"/>
              <p:cNvSpPr>
                <a:spLocks/>
              </p:cNvSpPr>
              <p:nvPr/>
            </p:nvSpPr>
            <p:spPr bwMode="auto">
              <a:xfrm>
                <a:off x="3150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4" name="Freeform 1705"/>
              <p:cNvSpPr>
                <a:spLocks/>
              </p:cNvSpPr>
              <p:nvPr/>
            </p:nvSpPr>
            <p:spPr bwMode="auto">
              <a:xfrm>
                <a:off x="2478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5" name="Freeform 1706"/>
              <p:cNvSpPr>
                <a:spLocks/>
              </p:cNvSpPr>
              <p:nvPr/>
            </p:nvSpPr>
            <p:spPr bwMode="auto">
              <a:xfrm>
                <a:off x="2910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6" name="Freeform 1707"/>
              <p:cNvSpPr>
                <a:spLocks/>
              </p:cNvSpPr>
              <p:nvPr/>
            </p:nvSpPr>
            <p:spPr bwMode="auto">
              <a:xfrm>
                <a:off x="2328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7" name="Freeform 1708"/>
              <p:cNvSpPr>
                <a:spLocks/>
              </p:cNvSpPr>
              <p:nvPr/>
            </p:nvSpPr>
            <p:spPr bwMode="auto">
              <a:xfrm>
                <a:off x="3006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8" name="Freeform 1709"/>
              <p:cNvSpPr>
                <a:spLocks/>
              </p:cNvSpPr>
              <p:nvPr/>
            </p:nvSpPr>
            <p:spPr bwMode="auto">
              <a:xfrm>
                <a:off x="2856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9" name="Freeform 1710"/>
              <p:cNvSpPr>
                <a:spLocks/>
              </p:cNvSpPr>
              <p:nvPr/>
            </p:nvSpPr>
            <p:spPr bwMode="auto">
              <a:xfrm>
                <a:off x="2832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0" name="Freeform 1711"/>
              <p:cNvSpPr>
                <a:spLocks/>
              </p:cNvSpPr>
              <p:nvPr/>
            </p:nvSpPr>
            <p:spPr bwMode="auto">
              <a:xfrm>
                <a:off x="2598" y="28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1" name="Freeform 1712"/>
              <p:cNvSpPr>
                <a:spLocks/>
              </p:cNvSpPr>
              <p:nvPr/>
            </p:nvSpPr>
            <p:spPr bwMode="auto">
              <a:xfrm>
                <a:off x="3618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2" name="Freeform 1713"/>
              <p:cNvSpPr>
                <a:spLocks/>
              </p:cNvSpPr>
              <p:nvPr/>
            </p:nvSpPr>
            <p:spPr bwMode="auto">
              <a:xfrm>
                <a:off x="3522" y="20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3" name="Freeform 1714"/>
              <p:cNvSpPr>
                <a:spLocks/>
              </p:cNvSpPr>
              <p:nvPr/>
            </p:nvSpPr>
            <p:spPr bwMode="auto">
              <a:xfrm>
                <a:off x="3078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4" name="Freeform 1715"/>
              <p:cNvSpPr>
                <a:spLocks/>
              </p:cNvSpPr>
              <p:nvPr/>
            </p:nvSpPr>
            <p:spPr bwMode="auto">
              <a:xfrm>
                <a:off x="2850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5" name="Freeform 1716"/>
              <p:cNvSpPr>
                <a:spLocks/>
              </p:cNvSpPr>
              <p:nvPr/>
            </p:nvSpPr>
            <p:spPr bwMode="auto">
              <a:xfrm>
                <a:off x="2706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6" name="Freeform 1717"/>
              <p:cNvSpPr>
                <a:spLocks/>
              </p:cNvSpPr>
              <p:nvPr/>
            </p:nvSpPr>
            <p:spPr bwMode="auto">
              <a:xfrm>
                <a:off x="2598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7" name="Freeform 1718"/>
              <p:cNvSpPr>
                <a:spLocks/>
              </p:cNvSpPr>
              <p:nvPr/>
            </p:nvSpPr>
            <p:spPr bwMode="auto">
              <a:xfrm>
                <a:off x="2952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8" name="Freeform 1719"/>
              <p:cNvSpPr>
                <a:spLocks/>
              </p:cNvSpPr>
              <p:nvPr/>
            </p:nvSpPr>
            <p:spPr bwMode="auto">
              <a:xfrm>
                <a:off x="3006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9" name="Freeform 1720"/>
              <p:cNvSpPr>
                <a:spLocks/>
              </p:cNvSpPr>
              <p:nvPr/>
            </p:nvSpPr>
            <p:spPr bwMode="auto">
              <a:xfrm>
                <a:off x="2550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0" name="Freeform 1721"/>
              <p:cNvSpPr>
                <a:spLocks/>
              </p:cNvSpPr>
              <p:nvPr/>
            </p:nvSpPr>
            <p:spPr bwMode="auto">
              <a:xfrm>
                <a:off x="2664" y="27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1" name="Freeform 1722"/>
              <p:cNvSpPr>
                <a:spLocks/>
              </p:cNvSpPr>
              <p:nvPr/>
            </p:nvSpPr>
            <p:spPr bwMode="auto">
              <a:xfrm>
                <a:off x="2802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2" name="Freeform 1723"/>
              <p:cNvSpPr>
                <a:spLocks/>
              </p:cNvSpPr>
              <p:nvPr/>
            </p:nvSpPr>
            <p:spPr bwMode="auto">
              <a:xfrm>
                <a:off x="2424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3" name="Freeform 1724"/>
              <p:cNvSpPr>
                <a:spLocks/>
              </p:cNvSpPr>
              <p:nvPr/>
            </p:nvSpPr>
            <p:spPr bwMode="auto">
              <a:xfrm>
                <a:off x="3012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4" name="Freeform 1725"/>
              <p:cNvSpPr>
                <a:spLocks/>
              </p:cNvSpPr>
              <p:nvPr/>
            </p:nvSpPr>
            <p:spPr bwMode="auto">
              <a:xfrm>
                <a:off x="2808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5" name="Freeform 1726"/>
              <p:cNvSpPr>
                <a:spLocks/>
              </p:cNvSpPr>
              <p:nvPr/>
            </p:nvSpPr>
            <p:spPr bwMode="auto">
              <a:xfrm>
                <a:off x="2742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6" name="Freeform 1727"/>
              <p:cNvSpPr>
                <a:spLocks/>
              </p:cNvSpPr>
              <p:nvPr/>
            </p:nvSpPr>
            <p:spPr bwMode="auto">
              <a:xfrm>
                <a:off x="2838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7" name="Freeform 1728"/>
              <p:cNvSpPr>
                <a:spLocks/>
              </p:cNvSpPr>
              <p:nvPr/>
            </p:nvSpPr>
            <p:spPr bwMode="auto">
              <a:xfrm>
                <a:off x="3414" y="21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8" name="Freeform 1729"/>
              <p:cNvSpPr>
                <a:spLocks/>
              </p:cNvSpPr>
              <p:nvPr/>
            </p:nvSpPr>
            <p:spPr bwMode="auto">
              <a:xfrm>
                <a:off x="2856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9" name="Freeform 1730"/>
              <p:cNvSpPr>
                <a:spLocks/>
              </p:cNvSpPr>
              <p:nvPr/>
            </p:nvSpPr>
            <p:spPr bwMode="auto">
              <a:xfrm>
                <a:off x="3030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0" name="Freeform 1731"/>
              <p:cNvSpPr>
                <a:spLocks/>
              </p:cNvSpPr>
              <p:nvPr/>
            </p:nvSpPr>
            <p:spPr bwMode="auto">
              <a:xfrm>
                <a:off x="3300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1" name="Freeform 1732"/>
              <p:cNvSpPr>
                <a:spLocks/>
              </p:cNvSpPr>
              <p:nvPr/>
            </p:nvSpPr>
            <p:spPr bwMode="auto">
              <a:xfrm>
                <a:off x="2778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2" name="Freeform 1733"/>
              <p:cNvSpPr>
                <a:spLocks/>
              </p:cNvSpPr>
              <p:nvPr/>
            </p:nvSpPr>
            <p:spPr bwMode="auto">
              <a:xfrm>
                <a:off x="2970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3" name="Freeform 1734"/>
              <p:cNvSpPr>
                <a:spLocks/>
              </p:cNvSpPr>
              <p:nvPr/>
            </p:nvSpPr>
            <p:spPr bwMode="auto">
              <a:xfrm>
                <a:off x="3216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4" name="Freeform 1735"/>
              <p:cNvSpPr>
                <a:spLocks/>
              </p:cNvSpPr>
              <p:nvPr/>
            </p:nvSpPr>
            <p:spPr bwMode="auto">
              <a:xfrm>
                <a:off x="2904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5" name="Freeform 1736"/>
              <p:cNvSpPr>
                <a:spLocks/>
              </p:cNvSpPr>
              <p:nvPr/>
            </p:nvSpPr>
            <p:spPr bwMode="auto">
              <a:xfrm>
                <a:off x="3600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6" name="Freeform 1737"/>
              <p:cNvSpPr>
                <a:spLocks/>
              </p:cNvSpPr>
              <p:nvPr/>
            </p:nvSpPr>
            <p:spPr bwMode="auto">
              <a:xfrm>
                <a:off x="2868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7" name="Freeform 1738"/>
              <p:cNvSpPr>
                <a:spLocks/>
              </p:cNvSpPr>
              <p:nvPr/>
            </p:nvSpPr>
            <p:spPr bwMode="auto">
              <a:xfrm>
                <a:off x="2988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8" name="Freeform 1739"/>
              <p:cNvSpPr>
                <a:spLocks/>
              </p:cNvSpPr>
              <p:nvPr/>
            </p:nvSpPr>
            <p:spPr bwMode="auto">
              <a:xfrm>
                <a:off x="2826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9" name="Freeform 1740"/>
              <p:cNvSpPr>
                <a:spLocks/>
              </p:cNvSpPr>
              <p:nvPr/>
            </p:nvSpPr>
            <p:spPr bwMode="auto">
              <a:xfrm>
                <a:off x="2688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0" name="Freeform 1741"/>
              <p:cNvSpPr>
                <a:spLocks/>
              </p:cNvSpPr>
              <p:nvPr/>
            </p:nvSpPr>
            <p:spPr bwMode="auto">
              <a:xfrm>
                <a:off x="2850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1" name="Freeform 1742"/>
              <p:cNvSpPr>
                <a:spLocks/>
              </p:cNvSpPr>
              <p:nvPr/>
            </p:nvSpPr>
            <p:spPr bwMode="auto">
              <a:xfrm>
                <a:off x="2418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2" name="Freeform 1743"/>
              <p:cNvSpPr>
                <a:spLocks/>
              </p:cNvSpPr>
              <p:nvPr/>
            </p:nvSpPr>
            <p:spPr bwMode="auto">
              <a:xfrm>
                <a:off x="2400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3" name="Freeform 1744"/>
              <p:cNvSpPr>
                <a:spLocks/>
              </p:cNvSpPr>
              <p:nvPr/>
            </p:nvSpPr>
            <p:spPr bwMode="auto">
              <a:xfrm>
                <a:off x="2442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4" name="Freeform 1745"/>
              <p:cNvSpPr>
                <a:spLocks/>
              </p:cNvSpPr>
              <p:nvPr/>
            </p:nvSpPr>
            <p:spPr bwMode="auto">
              <a:xfrm>
                <a:off x="2850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5" name="Freeform 1746"/>
              <p:cNvSpPr>
                <a:spLocks/>
              </p:cNvSpPr>
              <p:nvPr/>
            </p:nvSpPr>
            <p:spPr bwMode="auto">
              <a:xfrm>
                <a:off x="2856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6" name="Freeform 1747"/>
              <p:cNvSpPr>
                <a:spLocks/>
              </p:cNvSpPr>
              <p:nvPr/>
            </p:nvSpPr>
            <p:spPr bwMode="auto">
              <a:xfrm>
                <a:off x="3258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7" name="Freeform 1748"/>
              <p:cNvSpPr>
                <a:spLocks/>
              </p:cNvSpPr>
              <p:nvPr/>
            </p:nvSpPr>
            <p:spPr bwMode="auto">
              <a:xfrm>
                <a:off x="2730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8" name="Freeform 1749"/>
              <p:cNvSpPr>
                <a:spLocks/>
              </p:cNvSpPr>
              <p:nvPr/>
            </p:nvSpPr>
            <p:spPr bwMode="auto">
              <a:xfrm>
                <a:off x="2784" y="27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9" name="Freeform 1750"/>
              <p:cNvSpPr>
                <a:spLocks/>
              </p:cNvSpPr>
              <p:nvPr/>
            </p:nvSpPr>
            <p:spPr bwMode="auto">
              <a:xfrm>
                <a:off x="2988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0" name="Freeform 1751"/>
              <p:cNvSpPr>
                <a:spLocks/>
              </p:cNvSpPr>
              <p:nvPr/>
            </p:nvSpPr>
            <p:spPr bwMode="auto">
              <a:xfrm>
                <a:off x="2928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1" name="Freeform 1752"/>
              <p:cNvSpPr>
                <a:spLocks/>
              </p:cNvSpPr>
              <p:nvPr/>
            </p:nvSpPr>
            <p:spPr bwMode="auto">
              <a:xfrm>
                <a:off x="2826" y="20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2" name="Freeform 1753"/>
              <p:cNvSpPr>
                <a:spLocks/>
              </p:cNvSpPr>
              <p:nvPr/>
            </p:nvSpPr>
            <p:spPr bwMode="auto">
              <a:xfrm>
                <a:off x="2412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3" name="Freeform 1754"/>
              <p:cNvSpPr>
                <a:spLocks/>
              </p:cNvSpPr>
              <p:nvPr/>
            </p:nvSpPr>
            <p:spPr bwMode="auto">
              <a:xfrm>
                <a:off x="3048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4" name="Freeform 1755"/>
              <p:cNvSpPr>
                <a:spLocks/>
              </p:cNvSpPr>
              <p:nvPr/>
            </p:nvSpPr>
            <p:spPr bwMode="auto">
              <a:xfrm>
                <a:off x="2874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5" name="Freeform 1756"/>
              <p:cNvSpPr>
                <a:spLocks/>
              </p:cNvSpPr>
              <p:nvPr/>
            </p:nvSpPr>
            <p:spPr bwMode="auto">
              <a:xfrm>
                <a:off x="2580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6" name="Freeform 1757"/>
              <p:cNvSpPr>
                <a:spLocks/>
              </p:cNvSpPr>
              <p:nvPr/>
            </p:nvSpPr>
            <p:spPr bwMode="auto">
              <a:xfrm>
                <a:off x="3024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7" name="Freeform 1758"/>
              <p:cNvSpPr>
                <a:spLocks/>
              </p:cNvSpPr>
              <p:nvPr/>
            </p:nvSpPr>
            <p:spPr bwMode="auto">
              <a:xfrm>
                <a:off x="2832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8" name="Freeform 1759"/>
              <p:cNvSpPr>
                <a:spLocks/>
              </p:cNvSpPr>
              <p:nvPr/>
            </p:nvSpPr>
            <p:spPr bwMode="auto">
              <a:xfrm>
                <a:off x="2784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9" name="Freeform 1760"/>
              <p:cNvSpPr>
                <a:spLocks/>
              </p:cNvSpPr>
              <p:nvPr/>
            </p:nvSpPr>
            <p:spPr bwMode="auto">
              <a:xfrm>
                <a:off x="2640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0" name="Freeform 1761"/>
              <p:cNvSpPr>
                <a:spLocks/>
              </p:cNvSpPr>
              <p:nvPr/>
            </p:nvSpPr>
            <p:spPr bwMode="auto">
              <a:xfrm>
                <a:off x="3048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1" name="Freeform 1762"/>
              <p:cNvSpPr>
                <a:spLocks/>
              </p:cNvSpPr>
              <p:nvPr/>
            </p:nvSpPr>
            <p:spPr bwMode="auto">
              <a:xfrm>
                <a:off x="3204" y="21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2" name="Freeform 1763"/>
              <p:cNvSpPr>
                <a:spLocks/>
              </p:cNvSpPr>
              <p:nvPr/>
            </p:nvSpPr>
            <p:spPr bwMode="auto">
              <a:xfrm>
                <a:off x="2238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3" name="Freeform 1764"/>
              <p:cNvSpPr>
                <a:spLocks/>
              </p:cNvSpPr>
              <p:nvPr/>
            </p:nvSpPr>
            <p:spPr bwMode="auto">
              <a:xfrm>
                <a:off x="2826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4" name="Freeform 1765"/>
              <p:cNvSpPr>
                <a:spLocks/>
              </p:cNvSpPr>
              <p:nvPr/>
            </p:nvSpPr>
            <p:spPr bwMode="auto">
              <a:xfrm>
                <a:off x="3378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5" name="Freeform 1766"/>
              <p:cNvSpPr>
                <a:spLocks/>
              </p:cNvSpPr>
              <p:nvPr/>
            </p:nvSpPr>
            <p:spPr bwMode="auto">
              <a:xfrm>
                <a:off x="2850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6" name="Freeform 1767"/>
              <p:cNvSpPr>
                <a:spLocks/>
              </p:cNvSpPr>
              <p:nvPr/>
            </p:nvSpPr>
            <p:spPr bwMode="auto">
              <a:xfrm>
                <a:off x="2910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7" name="Freeform 1768"/>
              <p:cNvSpPr>
                <a:spLocks/>
              </p:cNvSpPr>
              <p:nvPr/>
            </p:nvSpPr>
            <p:spPr bwMode="auto">
              <a:xfrm>
                <a:off x="3042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8" name="Freeform 1769"/>
              <p:cNvSpPr>
                <a:spLocks/>
              </p:cNvSpPr>
              <p:nvPr/>
            </p:nvSpPr>
            <p:spPr bwMode="auto">
              <a:xfrm>
                <a:off x="3144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9" name="Freeform 1770"/>
              <p:cNvSpPr>
                <a:spLocks/>
              </p:cNvSpPr>
              <p:nvPr/>
            </p:nvSpPr>
            <p:spPr bwMode="auto">
              <a:xfrm>
                <a:off x="2928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0" name="Freeform 1771"/>
              <p:cNvSpPr>
                <a:spLocks/>
              </p:cNvSpPr>
              <p:nvPr/>
            </p:nvSpPr>
            <p:spPr bwMode="auto">
              <a:xfrm>
                <a:off x="3288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1" name="Freeform 1772"/>
              <p:cNvSpPr>
                <a:spLocks/>
              </p:cNvSpPr>
              <p:nvPr/>
            </p:nvSpPr>
            <p:spPr bwMode="auto">
              <a:xfrm>
                <a:off x="2886" y="29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2" name="Freeform 1773"/>
              <p:cNvSpPr>
                <a:spLocks/>
              </p:cNvSpPr>
              <p:nvPr/>
            </p:nvSpPr>
            <p:spPr bwMode="auto">
              <a:xfrm>
                <a:off x="2736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3" name="Freeform 1774"/>
              <p:cNvSpPr>
                <a:spLocks/>
              </p:cNvSpPr>
              <p:nvPr/>
            </p:nvSpPr>
            <p:spPr bwMode="auto">
              <a:xfrm>
                <a:off x="2964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4" name="Freeform 1775"/>
              <p:cNvSpPr>
                <a:spLocks/>
              </p:cNvSpPr>
              <p:nvPr/>
            </p:nvSpPr>
            <p:spPr bwMode="auto">
              <a:xfrm>
                <a:off x="2622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5" name="Freeform 1776"/>
              <p:cNvSpPr>
                <a:spLocks/>
              </p:cNvSpPr>
              <p:nvPr/>
            </p:nvSpPr>
            <p:spPr bwMode="auto">
              <a:xfrm>
                <a:off x="3084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6" name="Freeform 1777"/>
              <p:cNvSpPr>
                <a:spLocks/>
              </p:cNvSpPr>
              <p:nvPr/>
            </p:nvSpPr>
            <p:spPr bwMode="auto">
              <a:xfrm>
                <a:off x="3114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7" name="Freeform 1778"/>
              <p:cNvSpPr>
                <a:spLocks/>
              </p:cNvSpPr>
              <p:nvPr/>
            </p:nvSpPr>
            <p:spPr bwMode="auto">
              <a:xfrm>
                <a:off x="2514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8" name="Freeform 1779"/>
              <p:cNvSpPr>
                <a:spLocks/>
              </p:cNvSpPr>
              <p:nvPr/>
            </p:nvSpPr>
            <p:spPr bwMode="auto">
              <a:xfrm>
                <a:off x="2682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9" name="Freeform 1780"/>
              <p:cNvSpPr>
                <a:spLocks/>
              </p:cNvSpPr>
              <p:nvPr/>
            </p:nvSpPr>
            <p:spPr bwMode="auto">
              <a:xfrm>
                <a:off x="2610" y="30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0" name="Freeform 1781"/>
              <p:cNvSpPr>
                <a:spLocks/>
              </p:cNvSpPr>
              <p:nvPr/>
            </p:nvSpPr>
            <p:spPr bwMode="auto">
              <a:xfrm>
                <a:off x="3090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1" name="Freeform 1782"/>
              <p:cNvSpPr>
                <a:spLocks/>
              </p:cNvSpPr>
              <p:nvPr/>
            </p:nvSpPr>
            <p:spPr bwMode="auto">
              <a:xfrm>
                <a:off x="2946" y="27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2" name="Freeform 1783"/>
              <p:cNvSpPr>
                <a:spLocks/>
              </p:cNvSpPr>
              <p:nvPr/>
            </p:nvSpPr>
            <p:spPr bwMode="auto">
              <a:xfrm>
                <a:off x="3174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3" name="Freeform 1784"/>
              <p:cNvSpPr>
                <a:spLocks/>
              </p:cNvSpPr>
              <p:nvPr/>
            </p:nvSpPr>
            <p:spPr bwMode="auto">
              <a:xfrm>
                <a:off x="2850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4" name="Freeform 1785"/>
              <p:cNvSpPr>
                <a:spLocks/>
              </p:cNvSpPr>
              <p:nvPr/>
            </p:nvSpPr>
            <p:spPr bwMode="auto">
              <a:xfrm>
                <a:off x="2712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5" name="Freeform 1786"/>
              <p:cNvSpPr>
                <a:spLocks/>
              </p:cNvSpPr>
              <p:nvPr/>
            </p:nvSpPr>
            <p:spPr bwMode="auto">
              <a:xfrm>
                <a:off x="2964" y="28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6" name="Freeform 1787"/>
              <p:cNvSpPr>
                <a:spLocks/>
              </p:cNvSpPr>
              <p:nvPr/>
            </p:nvSpPr>
            <p:spPr bwMode="auto">
              <a:xfrm>
                <a:off x="3042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7" name="Freeform 1788"/>
              <p:cNvSpPr>
                <a:spLocks/>
              </p:cNvSpPr>
              <p:nvPr/>
            </p:nvSpPr>
            <p:spPr bwMode="auto">
              <a:xfrm>
                <a:off x="2658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8" name="Freeform 1789"/>
              <p:cNvSpPr>
                <a:spLocks/>
              </p:cNvSpPr>
              <p:nvPr/>
            </p:nvSpPr>
            <p:spPr bwMode="auto">
              <a:xfrm>
                <a:off x="3036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9" name="Freeform 1790"/>
              <p:cNvSpPr>
                <a:spLocks/>
              </p:cNvSpPr>
              <p:nvPr/>
            </p:nvSpPr>
            <p:spPr bwMode="auto">
              <a:xfrm>
                <a:off x="2898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0" name="Freeform 1791"/>
              <p:cNvSpPr>
                <a:spLocks/>
              </p:cNvSpPr>
              <p:nvPr/>
            </p:nvSpPr>
            <p:spPr bwMode="auto">
              <a:xfrm>
                <a:off x="3066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1" name="Freeform 1792"/>
              <p:cNvSpPr>
                <a:spLocks/>
              </p:cNvSpPr>
              <p:nvPr/>
            </p:nvSpPr>
            <p:spPr bwMode="auto">
              <a:xfrm>
                <a:off x="2958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2" name="Freeform 1793"/>
              <p:cNvSpPr>
                <a:spLocks/>
              </p:cNvSpPr>
              <p:nvPr/>
            </p:nvSpPr>
            <p:spPr bwMode="auto">
              <a:xfrm>
                <a:off x="3048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3" name="Freeform 1794"/>
              <p:cNvSpPr>
                <a:spLocks/>
              </p:cNvSpPr>
              <p:nvPr/>
            </p:nvSpPr>
            <p:spPr bwMode="auto">
              <a:xfrm>
                <a:off x="2652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4" name="Freeform 1795"/>
              <p:cNvSpPr>
                <a:spLocks/>
              </p:cNvSpPr>
              <p:nvPr/>
            </p:nvSpPr>
            <p:spPr bwMode="auto">
              <a:xfrm>
                <a:off x="2904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5" name="Freeform 1796"/>
              <p:cNvSpPr>
                <a:spLocks/>
              </p:cNvSpPr>
              <p:nvPr/>
            </p:nvSpPr>
            <p:spPr bwMode="auto">
              <a:xfrm>
                <a:off x="2592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6" name="Freeform 1797"/>
              <p:cNvSpPr>
                <a:spLocks/>
              </p:cNvSpPr>
              <p:nvPr/>
            </p:nvSpPr>
            <p:spPr bwMode="auto">
              <a:xfrm>
                <a:off x="3096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7" name="Freeform 1798"/>
              <p:cNvSpPr>
                <a:spLocks/>
              </p:cNvSpPr>
              <p:nvPr/>
            </p:nvSpPr>
            <p:spPr bwMode="auto">
              <a:xfrm>
                <a:off x="2778" y="22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8" name="Freeform 1799"/>
              <p:cNvSpPr>
                <a:spLocks/>
              </p:cNvSpPr>
              <p:nvPr/>
            </p:nvSpPr>
            <p:spPr bwMode="auto">
              <a:xfrm>
                <a:off x="2712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9" name="Freeform 1800"/>
              <p:cNvSpPr>
                <a:spLocks/>
              </p:cNvSpPr>
              <p:nvPr/>
            </p:nvSpPr>
            <p:spPr bwMode="auto">
              <a:xfrm>
                <a:off x="2952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0" name="Freeform 1801"/>
              <p:cNvSpPr>
                <a:spLocks/>
              </p:cNvSpPr>
              <p:nvPr/>
            </p:nvSpPr>
            <p:spPr bwMode="auto">
              <a:xfrm>
                <a:off x="267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1" name="Freeform 1802"/>
              <p:cNvSpPr>
                <a:spLocks/>
              </p:cNvSpPr>
              <p:nvPr/>
            </p:nvSpPr>
            <p:spPr bwMode="auto">
              <a:xfrm>
                <a:off x="2598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2" name="Freeform 1803"/>
              <p:cNvSpPr>
                <a:spLocks/>
              </p:cNvSpPr>
              <p:nvPr/>
            </p:nvSpPr>
            <p:spPr bwMode="auto">
              <a:xfrm>
                <a:off x="2790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3" name="Freeform 1804"/>
              <p:cNvSpPr>
                <a:spLocks/>
              </p:cNvSpPr>
              <p:nvPr/>
            </p:nvSpPr>
            <p:spPr bwMode="auto">
              <a:xfrm>
                <a:off x="3222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4" name="Freeform 1805"/>
              <p:cNvSpPr>
                <a:spLocks/>
              </p:cNvSpPr>
              <p:nvPr/>
            </p:nvSpPr>
            <p:spPr bwMode="auto">
              <a:xfrm>
                <a:off x="2694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5" name="Freeform 1806"/>
              <p:cNvSpPr>
                <a:spLocks/>
              </p:cNvSpPr>
              <p:nvPr/>
            </p:nvSpPr>
            <p:spPr bwMode="auto">
              <a:xfrm>
                <a:off x="2922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6" name="Freeform 1807"/>
              <p:cNvSpPr>
                <a:spLocks/>
              </p:cNvSpPr>
              <p:nvPr/>
            </p:nvSpPr>
            <p:spPr bwMode="auto">
              <a:xfrm>
                <a:off x="3234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7" name="Freeform 1808"/>
              <p:cNvSpPr>
                <a:spLocks/>
              </p:cNvSpPr>
              <p:nvPr/>
            </p:nvSpPr>
            <p:spPr bwMode="auto">
              <a:xfrm>
                <a:off x="2532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8" name="Freeform 1809"/>
              <p:cNvSpPr>
                <a:spLocks/>
              </p:cNvSpPr>
              <p:nvPr/>
            </p:nvSpPr>
            <p:spPr bwMode="auto">
              <a:xfrm>
                <a:off x="3126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9" name="Freeform 1810"/>
              <p:cNvSpPr>
                <a:spLocks/>
              </p:cNvSpPr>
              <p:nvPr/>
            </p:nvSpPr>
            <p:spPr bwMode="auto">
              <a:xfrm>
                <a:off x="2736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50" name="Freeform 1811"/>
              <p:cNvSpPr>
                <a:spLocks/>
              </p:cNvSpPr>
              <p:nvPr/>
            </p:nvSpPr>
            <p:spPr bwMode="auto">
              <a:xfrm>
                <a:off x="3048" y="28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51" name="Freeform 1812"/>
              <p:cNvSpPr>
                <a:spLocks/>
              </p:cNvSpPr>
              <p:nvPr/>
            </p:nvSpPr>
            <p:spPr bwMode="auto">
              <a:xfrm>
                <a:off x="2886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3" name="Group 2014"/>
            <p:cNvGrpSpPr>
              <a:grpSpLocks/>
            </p:cNvGrpSpPr>
            <p:nvPr/>
          </p:nvGrpSpPr>
          <p:grpSpPr bwMode="auto">
            <a:xfrm>
              <a:off x="2016" y="1893"/>
              <a:ext cx="1512" cy="1140"/>
              <a:chOff x="2016" y="1893"/>
              <a:chExt cx="1512" cy="1140"/>
            </a:xfrm>
          </p:grpSpPr>
          <p:sp>
            <p:nvSpPr>
              <p:cNvPr id="59352" name="Freeform 1814"/>
              <p:cNvSpPr>
                <a:spLocks/>
              </p:cNvSpPr>
              <p:nvPr/>
            </p:nvSpPr>
            <p:spPr bwMode="auto">
              <a:xfrm>
                <a:off x="2772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53" name="Freeform 1815"/>
              <p:cNvSpPr>
                <a:spLocks/>
              </p:cNvSpPr>
              <p:nvPr/>
            </p:nvSpPr>
            <p:spPr bwMode="auto">
              <a:xfrm>
                <a:off x="2784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54" name="Freeform 1816"/>
              <p:cNvSpPr>
                <a:spLocks/>
              </p:cNvSpPr>
              <p:nvPr/>
            </p:nvSpPr>
            <p:spPr bwMode="auto">
              <a:xfrm>
                <a:off x="2940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55" name="Freeform 1817"/>
              <p:cNvSpPr>
                <a:spLocks/>
              </p:cNvSpPr>
              <p:nvPr/>
            </p:nvSpPr>
            <p:spPr bwMode="auto">
              <a:xfrm>
                <a:off x="3138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56" name="Freeform 1818"/>
              <p:cNvSpPr>
                <a:spLocks/>
              </p:cNvSpPr>
              <p:nvPr/>
            </p:nvSpPr>
            <p:spPr bwMode="auto">
              <a:xfrm>
                <a:off x="2778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57" name="Freeform 1819"/>
              <p:cNvSpPr>
                <a:spLocks/>
              </p:cNvSpPr>
              <p:nvPr/>
            </p:nvSpPr>
            <p:spPr bwMode="auto">
              <a:xfrm>
                <a:off x="2634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58" name="Freeform 1820"/>
              <p:cNvSpPr>
                <a:spLocks/>
              </p:cNvSpPr>
              <p:nvPr/>
            </p:nvSpPr>
            <p:spPr bwMode="auto">
              <a:xfrm>
                <a:off x="2694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59" name="Freeform 1821"/>
              <p:cNvSpPr>
                <a:spLocks/>
              </p:cNvSpPr>
              <p:nvPr/>
            </p:nvSpPr>
            <p:spPr bwMode="auto">
              <a:xfrm>
                <a:off x="2724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0" name="Freeform 1822"/>
              <p:cNvSpPr>
                <a:spLocks/>
              </p:cNvSpPr>
              <p:nvPr/>
            </p:nvSpPr>
            <p:spPr bwMode="auto">
              <a:xfrm>
                <a:off x="2970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1" name="Freeform 1823"/>
              <p:cNvSpPr>
                <a:spLocks/>
              </p:cNvSpPr>
              <p:nvPr/>
            </p:nvSpPr>
            <p:spPr bwMode="auto">
              <a:xfrm>
                <a:off x="3252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2" name="Freeform 1824"/>
              <p:cNvSpPr>
                <a:spLocks/>
              </p:cNvSpPr>
              <p:nvPr/>
            </p:nvSpPr>
            <p:spPr bwMode="auto">
              <a:xfrm>
                <a:off x="3054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3" name="Freeform 1825"/>
              <p:cNvSpPr>
                <a:spLocks/>
              </p:cNvSpPr>
              <p:nvPr/>
            </p:nvSpPr>
            <p:spPr bwMode="auto">
              <a:xfrm>
                <a:off x="2556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4" name="Freeform 1826"/>
              <p:cNvSpPr>
                <a:spLocks/>
              </p:cNvSpPr>
              <p:nvPr/>
            </p:nvSpPr>
            <p:spPr bwMode="auto">
              <a:xfrm>
                <a:off x="2916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5" name="Freeform 1827"/>
              <p:cNvSpPr>
                <a:spLocks/>
              </p:cNvSpPr>
              <p:nvPr/>
            </p:nvSpPr>
            <p:spPr bwMode="auto">
              <a:xfrm>
                <a:off x="2736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6" name="Freeform 1828"/>
              <p:cNvSpPr>
                <a:spLocks/>
              </p:cNvSpPr>
              <p:nvPr/>
            </p:nvSpPr>
            <p:spPr bwMode="auto">
              <a:xfrm>
                <a:off x="2688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7" name="Freeform 1829"/>
              <p:cNvSpPr>
                <a:spLocks/>
              </p:cNvSpPr>
              <p:nvPr/>
            </p:nvSpPr>
            <p:spPr bwMode="auto">
              <a:xfrm>
                <a:off x="3276" y="21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8" name="Freeform 1830"/>
              <p:cNvSpPr>
                <a:spLocks/>
              </p:cNvSpPr>
              <p:nvPr/>
            </p:nvSpPr>
            <p:spPr bwMode="auto">
              <a:xfrm>
                <a:off x="265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9" name="Freeform 1831"/>
              <p:cNvSpPr>
                <a:spLocks/>
              </p:cNvSpPr>
              <p:nvPr/>
            </p:nvSpPr>
            <p:spPr bwMode="auto">
              <a:xfrm>
                <a:off x="2964" y="27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0" name="Freeform 1832"/>
              <p:cNvSpPr>
                <a:spLocks/>
              </p:cNvSpPr>
              <p:nvPr/>
            </p:nvSpPr>
            <p:spPr bwMode="auto">
              <a:xfrm>
                <a:off x="2742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1" name="Freeform 1833"/>
              <p:cNvSpPr>
                <a:spLocks/>
              </p:cNvSpPr>
              <p:nvPr/>
            </p:nvSpPr>
            <p:spPr bwMode="auto">
              <a:xfrm>
                <a:off x="3378" y="19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2" name="Freeform 1834"/>
              <p:cNvSpPr>
                <a:spLocks/>
              </p:cNvSpPr>
              <p:nvPr/>
            </p:nvSpPr>
            <p:spPr bwMode="auto">
              <a:xfrm>
                <a:off x="2952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3" name="Freeform 1835"/>
              <p:cNvSpPr>
                <a:spLocks/>
              </p:cNvSpPr>
              <p:nvPr/>
            </p:nvSpPr>
            <p:spPr bwMode="auto">
              <a:xfrm>
                <a:off x="2766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4" name="Freeform 1836"/>
              <p:cNvSpPr>
                <a:spLocks/>
              </p:cNvSpPr>
              <p:nvPr/>
            </p:nvSpPr>
            <p:spPr bwMode="auto">
              <a:xfrm>
                <a:off x="3216" y="20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5" name="Freeform 1837"/>
              <p:cNvSpPr>
                <a:spLocks/>
              </p:cNvSpPr>
              <p:nvPr/>
            </p:nvSpPr>
            <p:spPr bwMode="auto">
              <a:xfrm>
                <a:off x="2934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6" name="Freeform 1838"/>
              <p:cNvSpPr>
                <a:spLocks/>
              </p:cNvSpPr>
              <p:nvPr/>
            </p:nvSpPr>
            <p:spPr bwMode="auto">
              <a:xfrm>
                <a:off x="3162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7" name="Freeform 1839"/>
              <p:cNvSpPr>
                <a:spLocks/>
              </p:cNvSpPr>
              <p:nvPr/>
            </p:nvSpPr>
            <p:spPr bwMode="auto">
              <a:xfrm>
                <a:off x="3366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8" name="Freeform 1840"/>
              <p:cNvSpPr>
                <a:spLocks/>
              </p:cNvSpPr>
              <p:nvPr/>
            </p:nvSpPr>
            <p:spPr bwMode="auto">
              <a:xfrm>
                <a:off x="2604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9" name="Freeform 1841"/>
              <p:cNvSpPr>
                <a:spLocks/>
              </p:cNvSpPr>
              <p:nvPr/>
            </p:nvSpPr>
            <p:spPr bwMode="auto">
              <a:xfrm>
                <a:off x="2832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0" name="Freeform 1842"/>
              <p:cNvSpPr>
                <a:spLocks/>
              </p:cNvSpPr>
              <p:nvPr/>
            </p:nvSpPr>
            <p:spPr bwMode="auto">
              <a:xfrm>
                <a:off x="2736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1" name="Freeform 1843"/>
              <p:cNvSpPr>
                <a:spLocks/>
              </p:cNvSpPr>
              <p:nvPr/>
            </p:nvSpPr>
            <p:spPr bwMode="auto">
              <a:xfrm>
                <a:off x="2598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2" name="Freeform 1844"/>
              <p:cNvSpPr>
                <a:spLocks/>
              </p:cNvSpPr>
              <p:nvPr/>
            </p:nvSpPr>
            <p:spPr bwMode="auto">
              <a:xfrm>
                <a:off x="2748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3" name="Freeform 1845"/>
              <p:cNvSpPr>
                <a:spLocks/>
              </p:cNvSpPr>
              <p:nvPr/>
            </p:nvSpPr>
            <p:spPr bwMode="auto">
              <a:xfrm>
                <a:off x="3192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4" name="Freeform 1846"/>
              <p:cNvSpPr>
                <a:spLocks/>
              </p:cNvSpPr>
              <p:nvPr/>
            </p:nvSpPr>
            <p:spPr bwMode="auto">
              <a:xfrm>
                <a:off x="2964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5" name="Freeform 1847"/>
              <p:cNvSpPr>
                <a:spLocks/>
              </p:cNvSpPr>
              <p:nvPr/>
            </p:nvSpPr>
            <p:spPr bwMode="auto">
              <a:xfrm>
                <a:off x="2820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6" name="Freeform 1848"/>
              <p:cNvSpPr>
                <a:spLocks/>
              </p:cNvSpPr>
              <p:nvPr/>
            </p:nvSpPr>
            <p:spPr bwMode="auto">
              <a:xfrm>
                <a:off x="2796" y="30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7" name="Freeform 1849"/>
              <p:cNvSpPr>
                <a:spLocks/>
              </p:cNvSpPr>
              <p:nvPr/>
            </p:nvSpPr>
            <p:spPr bwMode="auto">
              <a:xfrm>
                <a:off x="2538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8" name="Freeform 1850"/>
              <p:cNvSpPr>
                <a:spLocks/>
              </p:cNvSpPr>
              <p:nvPr/>
            </p:nvSpPr>
            <p:spPr bwMode="auto">
              <a:xfrm>
                <a:off x="2652" y="28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9" name="Freeform 1851"/>
              <p:cNvSpPr>
                <a:spLocks/>
              </p:cNvSpPr>
              <p:nvPr/>
            </p:nvSpPr>
            <p:spPr bwMode="auto">
              <a:xfrm>
                <a:off x="2928" y="28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0" name="Freeform 1852"/>
              <p:cNvSpPr>
                <a:spLocks/>
              </p:cNvSpPr>
              <p:nvPr/>
            </p:nvSpPr>
            <p:spPr bwMode="auto">
              <a:xfrm>
                <a:off x="3174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1" name="Freeform 1853"/>
              <p:cNvSpPr>
                <a:spLocks/>
              </p:cNvSpPr>
              <p:nvPr/>
            </p:nvSpPr>
            <p:spPr bwMode="auto">
              <a:xfrm>
                <a:off x="2442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2" name="Freeform 1854"/>
              <p:cNvSpPr>
                <a:spLocks/>
              </p:cNvSpPr>
              <p:nvPr/>
            </p:nvSpPr>
            <p:spPr bwMode="auto">
              <a:xfrm>
                <a:off x="2928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3" name="Freeform 1855"/>
              <p:cNvSpPr>
                <a:spLocks/>
              </p:cNvSpPr>
              <p:nvPr/>
            </p:nvSpPr>
            <p:spPr bwMode="auto">
              <a:xfrm>
                <a:off x="3060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4" name="Freeform 1856"/>
              <p:cNvSpPr>
                <a:spLocks/>
              </p:cNvSpPr>
              <p:nvPr/>
            </p:nvSpPr>
            <p:spPr bwMode="auto">
              <a:xfrm>
                <a:off x="3000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5" name="Freeform 1857"/>
              <p:cNvSpPr>
                <a:spLocks/>
              </p:cNvSpPr>
              <p:nvPr/>
            </p:nvSpPr>
            <p:spPr bwMode="auto">
              <a:xfrm>
                <a:off x="2856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6" name="Freeform 1858"/>
              <p:cNvSpPr>
                <a:spLocks/>
              </p:cNvSpPr>
              <p:nvPr/>
            </p:nvSpPr>
            <p:spPr bwMode="auto">
              <a:xfrm>
                <a:off x="2934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7" name="Freeform 1859"/>
              <p:cNvSpPr>
                <a:spLocks/>
              </p:cNvSpPr>
              <p:nvPr/>
            </p:nvSpPr>
            <p:spPr bwMode="auto">
              <a:xfrm>
                <a:off x="2778" y="21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8" name="Freeform 1860"/>
              <p:cNvSpPr>
                <a:spLocks/>
              </p:cNvSpPr>
              <p:nvPr/>
            </p:nvSpPr>
            <p:spPr bwMode="auto">
              <a:xfrm>
                <a:off x="3252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9" name="Freeform 1861"/>
              <p:cNvSpPr>
                <a:spLocks/>
              </p:cNvSpPr>
              <p:nvPr/>
            </p:nvSpPr>
            <p:spPr bwMode="auto">
              <a:xfrm>
                <a:off x="2694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00" name="Freeform 1862"/>
              <p:cNvSpPr>
                <a:spLocks/>
              </p:cNvSpPr>
              <p:nvPr/>
            </p:nvSpPr>
            <p:spPr bwMode="auto">
              <a:xfrm>
                <a:off x="3114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01" name="Freeform 1863"/>
              <p:cNvSpPr>
                <a:spLocks/>
              </p:cNvSpPr>
              <p:nvPr/>
            </p:nvSpPr>
            <p:spPr bwMode="auto">
              <a:xfrm>
                <a:off x="2700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02" name="Freeform 1864"/>
              <p:cNvSpPr>
                <a:spLocks/>
              </p:cNvSpPr>
              <p:nvPr/>
            </p:nvSpPr>
            <p:spPr bwMode="auto">
              <a:xfrm>
                <a:off x="2766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03" name="Freeform 1865"/>
              <p:cNvSpPr>
                <a:spLocks/>
              </p:cNvSpPr>
              <p:nvPr/>
            </p:nvSpPr>
            <p:spPr bwMode="auto">
              <a:xfrm>
                <a:off x="3006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04" name="Freeform 1866"/>
              <p:cNvSpPr>
                <a:spLocks/>
              </p:cNvSpPr>
              <p:nvPr/>
            </p:nvSpPr>
            <p:spPr bwMode="auto">
              <a:xfrm>
                <a:off x="2838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05" name="Freeform 1867"/>
              <p:cNvSpPr>
                <a:spLocks/>
              </p:cNvSpPr>
              <p:nvPr/>
            </p:nvSpPr>
            <p:spPr bwMode="auto">
              <a:xfrm>
                <a:off x="2946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06" name="Freeform 1868"/>
              <p:cNvSpPr>
                <a:spLocks/>
              </p:cNvSpPr>
              <p:nvPr/>
            </p:nvSpPr>
            <p:spPr bwMode="auto">
              <a:xfrm>
                <a:off x="2934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07" name="Freeform 1869"/>
              <p:cNvSpPr>
                <a:spLocks/>
              </p:cNvSpPr>
              <p:nvPr/>
            </p:nvSpPr>
            <p:spPr bwMode="auto">
              <a:xfrm>
                <a:off x="3168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08" name="Freeform 1870"/>
              <p:cNvSpPr>
                <a:spLocks/>
              </p:cNvSpPr>
              <p:nvPr/>
            </p:nvSpPr>
            <p:spPr bwMode="auto">
              <a:xfrm>
                <a:off x="3126" y="21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09" name="Freeform 1871"/>
              <p:cNvSpPr>
                <a:spLocks/>
              </p:cNvSpPr>
              <p:nvPr/>
            </p:nvSpPr>
            <p:spPr bwMode="auto">
              <a:xfrm>
                <a:off x="2718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0" name="Freeform 1872"/>
              <p:cNvSpPr>
                <a:spLocks/>
              </p:cNvSpPr>
              <p:nvPr/>
            </p:nvSpPr>
            <p:spPr bwMode="auto">
              <a:xfrm>
                <a:off x="3018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1" name="Freeform 1873"/>
              <p:cNvSpPr>
                <a:spLocks/>
              </p:cNvSpPr>
              <p:nvPr/>
            </p:nvSpPr>
            <p:spPr bwMode="auto">
              <a:xfrm>
                <a:off x="2862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2" name="Freeform 1874"/>
              <p:cNvSpPr>
                <a:spLocks/>
              </p:cNvSpPr>
              <p:nvPr/>
            </p:nvSpPr>
            <p:spPr bwMode="auto">
              <a:xfrm>
                <a:off x="3192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3" name="Freeform 1875"/>
              <p:cNvSpPr>
                <a:spLocks/>
              </p:cNvSpPr>
              <p:nvPr/>
            </p:nvSpPr>
            <p:spPr bwMode="auto">
              <a:xfrm>
                <a:off x="2940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4" name="Freeform 1876"/>
              <p:cNvSpPr>
                <a:spLocks/>
              </p:cNvSpPr>
              <p:nvPr/>
            </p:nvSpPr>
            <p:spPr bwMode="auto">
              <a:xfrm>
                <a:off x="2574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5" name="Freeform 1877"/>
              <p:cNvSpPr>
                <a:spLocks/>
              </p:cNvSpPr>
              <p:nvPr/>
            </p:nvSpPr>
            <p:spPr bwMode="auto">
              <a:xfrm>
                <a:off x="2808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6" name="Freeform 1878"/>
              <p:cNvSpPr>
                <a:spLocks/>
              </p:cNvSpPr>
              <p:nvPr/>
            </p:nvSpPr>
            <p:spPr bwMode="auto">
              <a:xfrm>
                <a:off x="2838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7" name="Freeform 1879"/>
              <p:cNvSpPr>
                <a:spLocks/>
              </p:cNvSpPr>
              <p:nvPr/>
            </p:nvSpPr>
            <p:spPr bwMode="auto">
              <a:xfrm>
                <a:off x="2508" y="28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8" name="Freeform 1880"/>
              <p:cNvSpPr>
                <a:spLocks/>
              </p:cNvSpPr>
              <p:nvPr/>
            </p:nvSpPr>
            <p:spPr bwMode="auto">
              <a:xfrm>
                <a:off x="2718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9" name="Freeform 1881"/>
              <p:cNvSpPr>
                <a:spLocks/>
              </p:cNvSpPr>
              <p:nvPr/>
            </p:nvSpPr>
            <p:spPr bwMode="auto">
              <a:xfrm>
                <a:off x="3480" y="18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0" name="Freeform 1882"/>
              <p:cNvSpPr>
                <a:spLocks/>
              </p:cNvSpPr>
              <p:nvPr/>
            </p:nvSpPr>
            <p:spPr bwMode="auto">
              <a:xfrm>
                <a:off x="2544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1" name="Freeform 1883"/>
              <p:cNvSpPr>
                <a:spLocks/>
              </p:cNvSpPr>
              <p:nvPr/>
            </p:nvSpPr>
            <p:spPr bwMode="auto">
              <a:xfrm>
                <a:off x="2628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2" name="Freeform 1884"/>
              <p:cNvSpPr>
                <a:spLocks/>
              </p:cNvSpPr>
              <p:nvPr/>
            </p:nvSpPr>
            <p:spPr bwMode="auto">
              <a:xfrm>
                <a:off x="3156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3" name="Freeform 1885"/>
              <p:cNvSpPr>
                <a:spLocks/>
              </p:cNvSpPr>
              <p:nvPr/>
            </p:nvSpPr>
            <p:spPr bwMode="auto">
              <a:xfrm>
                <a:off x="2700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4" name="Freeform 1886"/>
              <p:cNvSpPr>
                <a:spLocks/>
              </p:cNvSpPr>
              <p:nvPr/>
            </p:nvSpPr>
            <p:spPr bwMode="auto">
              <a:xfrm>
                <a:off x="3000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5" name="Freeform 1887"/>
              <p:cNvSpPr>
                <a:spLocks/>
              </p:cNvSpPr>
              <p:nvPr/>
            </p:nvSpPr>
            <p:spPr bwMode="auto">
              <a:xfrm>
                <a:off x="2706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6" name="Freeform 1888"/>
              <p:cNvSpPr>
                <a:spLocks/>
              </p:cNvSpPr>
              <p:nvPr/>
            </p:nvSpPr>
            <p:spPr bwMode="auto">
              <a:xfrm>
                <a:off x="2958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7" name="Freeform 1889"/>
              <p:cNvSpPr>
                <a:spLocks/>
              </p:cNvSpPr>
              <p:nvPr/>
            </p:nvSpPr>
            <p:spPr bwMode="auto">
              <a:xfrm>
                <a:off x="2760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8" name="Freeform 1890"/>
              <p:cNvSpPr>
                <a:spLocks/>
              </p:cNvSpPr>
              <p:nvPr/>
            </p:nvSpPr>
            <p:spPr bwMode="auto">
              <a:xfrm>
                <a:off x="2802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9" name="Freeform 1891"/>
              <p:cNvSpPr>
                <a:spLocks/>
              </p:cNvSpPr>
              <p:nvPr/>
            </p:nvSpPr>
            <p:spPr bwMode="auto">
              <a:xfrm>
                <a:off x="2568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0" name="Freeform 1892"/>
              <p:cNvSpPr>
                <a:spLocks/>
              </p:cNvSpPr>
              <p:nvPr/>
            </p:nvSpPr>
            <p:spPr bwMode="auto">
              <a:xfrm>
                <a:off x="3048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1" name="Freeform 1893"/>
              <p:cNvSpPr>
                <a:spLocks/>
              </p:cNvSpPr>
              <p:nvPr/>
            </p:nvSpPr>
            <p:spPr bwMode="auto">
              <a:xfrm>
                <a:off x="2472" y="28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2" name="Freeform 1894"/>
              <p:cNvSpPr>
                <a:spLocks/>
              </p:cNvSpPr>
              <p:nvPr/>
            </p:nvSpPr>
            <p:spPr bwMode="auto">
              <a:xfrm>
                <a:off x="2844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3" name="Freeform 1895"/>
              <p:cNvSpPr>
                <a:spLocks/>
              </p:cNvSpPr>
              <p:nvPr/>
            </p:nvSpPr>
            <p:spPr bwMode="auto">
              <a:xfrm>
                <a:off x="2988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4" name="Freeform 1896"/>
              <p:cNvSpPr>
                <a:spLocks/>
              </p:cNvSpPr>
              <p:nvPr/>
            </p:nvSpPr>
            <p:spPr bwMode="auto">
              <a:xfrm>
                <a:off x="2838" y="20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5" name="Freeform 1897"/>
              <p:cNvSpPr>
                <a:spLocks/>
              </p:cNvSpPr>
              <p:nvPr/>
            </p:nvSpPr>
            <p:spPr bwMode="auto">
              <a:xfrm>
                <a:off x="2724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6" name="Freeform 1898"/>
              <p:cNvSpPr>
                <a:spLocks/>
              </p:cNvSpPr>
              <p:nvPr/>
            </p:nvSpPr>
            <p:spPr bwMode="auto">
              <a:xfrm>
                <a:off x="3180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7" name="Freeform 1899"/>
              <p:cNvSpPr>
                <a:spLocks/>
              </p:cNvSpPr>
              <p:nvPr/>
            </p:nvSpPr>
            <p:spPr bwMode="auto">
              <a:xfrm>
                <a:off x="2634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8" name="Freeform 1900"/>
              <p:cNvSpPr>
                <a:spLocks/>
              </p:cNvSpPr>
              <p:nvPr/>
            </p:nvSpPr>
            <p:spPr bwMode="auto">
              <a:xfrm>
                <a:off x="2880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9" name="Freeform 1901"/>
              <p:cNvSpPr>
                <a:spLocks/>
              </p:cNvSpPr>
              <p:nvPr/>
            </p:nvSpPr>
            <p:spPr bwMode="auto">
              <a:xfrm>
                <a:off x="3300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0" name="Freeform 1902"/>
              <p:cNvSpPr>
                <a:spLocks/>
              </p:cNvSpPr>
              <p:nvPr/>
            </p:nvSpPr>
            <p:spPr bwMode="auto">
              <a:xfrm>
                <a:off x="2916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1" name="Freeform 1903"/>
              <p:cNvSpPr>
                <a:spLocks/>
              </p:cNvSpPr>
              <p:nvPr/>
            </p:nvSpPr>
            <p:spPr bwMode="auto">
              <a:xfrm>
                <a:off x="2754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2" name="Freeform 1904"/>
              <p:cNvSpPr>
                <a:spLocks/>
              </p:cNvSpPr>
              <p:nvPr/>
            </p:nvSpPr>
            <p:spPr bwMode="auto">
              <a:xfrm>
                <a:off x="3258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3" name="Freeform 1905"/>
              <p:cNvSpPr>
                <a:spLocks/>
              </p:cNvSpPr>
              <p:nvPr/>
            </p:nvSpPr>
            <p:spPr bwMode="auto">
              <a:xfrm>
                <a:off x="2916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4" name="Freeform 1906"/>
              <p:cNvSpPr>
                <a:spLocks/>
              </p:cNvSpPr>
              <p:nvPr/>
            </p:nvSpPr>
            <p:spPr bwMode="auto">
              <a:xfrm>
                <a:off x="2976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5" name="Freeform 1907"/>
              <p:cNvSpPr>
                <a:spLocks/>
              </p:cNvSpPr>
              <p:nvPr/>
            </p:nvSpPr>
            <p:spPr bwMode="auto">
              <a:xfrm>
                <a:off x="3168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6" name="Freeform 1908"/>
              <p:cNvSpPr>
                <a:spLocks/>
              </p:cNvSpPr>
              <p:nvPr/>
            </p:nvSpPr>
            <p:spPr bwMode="auto">
              <a:xfrm>
                <a:off x="2580" y="27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7" name="Freeform 1909"/>
              <p:cNvSpPr>
                <a:spLocks/>
              </p:cNvSpPr>
              <p:nvPr/>
            </p:nvSpPr>
            <p:spPr bwMode="auto">
              <a:xfrm>
                <a:off x="2934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8" name="Freeform 1910"/>
              <p:cNvSpPr>
                <a:spLocks/>
              </p:cNvSpPr>
              <p:nvPr/>
            </p:nvSpPr>
            <p:spPr bwMode="auto">
              <a:xfrm>
                <a:off x="292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9" name="Freeform 1911"/>
              <p:cNvSpPr>
                <a:spLocks/>
              </p:cNvSpPr>
              <p:nvPr/>
            </p:nvSpPr>
            <p:spPr bwMode="auto">
              <a:xfrm>
                <a:off x="2958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0" name="Freeform 1912"/>
              <p:cNvSpPr>
                <a:spLocks/>
              </p:cNvSpPr>
              <p:nvPr/>
            </p:nvSpPr>
            <p:spPr bwMode="auto">
              <a:xfrm>
                <a:off x="2814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1" name="Freeform 1913"/>
              <p:cNvSpPr>
                <a:spLocks/>
              </p:cNvSpPr>
              <p:nvPr/>
            </p:nvSpPr>
            <p:spPr bwMode="auto">
              <a:xfrm>
                <a:off x="321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2" name="Freeform 1914"/>
              <p:cNvSpPr>
                <a:spLocks/>
              </p:cNvSpPr>
              <p:nvPr/>
            </p:nvSpPr>
            <p:spPr bwMode="auto">
              <a:xfrm>
                <a:off x="2772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3" name="Freeform 1915"/>
              <p:cNvSpPr>
                <a:spLocks/>
              </p:cNvSpPr>
              <p:nvPr/>
            </p:nvSpPr>
            <p:spPr bwMode="auto">
              <a:xfrm>
                <a:off x="2946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4" name="Freeform 1916"/>
              <p:cNvSpPr>
                <a:spLocks/>
              </p:cNvSpPr>
              <p:nvPr/>
            </p:nvSpPr>
            <p:spPr bwMode="auto">
              <a:xfrm>
                <a:off x="3408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5" name="Freeform 1917"/>
              <p:cNvSpPr>
                <a:spLocks/>
              </p:cNvSpPr>
              <p:nvPr/>
            </p:nvSpPr>
            <p:spPr bwMode="auto">
              <a:xfrm>
                <a:off x="2808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6" name="Freeform 1918"/>
              <p:cNvSpPr>
                <a:spLocks/>
              </p:cNvSpPr>
              <p:nvPr/>
            </p:nvSpPr>
            <p:spPr bwMode="auto">
              <a:xfrm>
                <a:off x="2514" y="27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7" name="Freeform 1919"/>
              <p:cNvSpPr>
                <a:spLocks/>
              </p:cNvSpPr>
              <p:nvPr/>
            </p:nvSpPr>
            <p:spPr bwMode="auto">
              <a:xfrm>
                <a:off x="3336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8" name="Freeform 1920"/>
              <p:cNvSpPr>
                <a:spLocks/>
              </p:cNvSpPr>
              <p:nvPr/>
            </p:nvSpPr>
            <p:spPr bwMode="auto">
              <a:xfrm>
                <a:off x="2538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9" name="Freeform 1921"/>
              <p:cNvSpPr>
                <a:spLocks/>
              </p:cNvSpPr>
              <p:nvPr/>
            </p:nvSpPr>
            <p:spPr bwMode="auto">
              <a:xfrm>
                <a:off x="2340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0" name="Freeform 1922"/>
              <p:cNvSpPr>
                <a:spLocks/>
              </p:cNvSpPr>
              <p:nvPr/>
            </p:nvSpPr>
            <p:spPr bwMode="auto">
              <a:xfrm>
                <a:off x="3114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1" name="Freeform 1923"/>
              <p:cNvSpPr>
                <a:spLocks/>
              </p:cNvSpPr>
              <p:nvPr/>
            </p:nvSpPr>
            <p:spPr bwMode="auto">
              <a:xfrm>
                <a:off x="2868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2" name="Freeform 1924"/>
              <p:cNvSpPr>
                <a:spLocks/>
              </p:cNvSpPr>
              <p:nvPr/>
            </p:nvSpPr>
            <p:spPr bwMode="auto">
              <a:xfrm>
                <a:off x="2838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3" name="Freeform 1925"/>
              <p:cNvSpPr>
                <a:spLocks/>
              </p:cNvSpPr>
              <p:nvPr/>
            </p:nvSpPr>
            <p:spPr bwMode="auto">
              <a:xfrm>
                <a:off x="2904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4" name="Freeform 1926"/>
              <p:cNvSpPr>
                <a:spLocks/>
              </p:cNvSpPr>
              <p:nvPr/>
            </p:nvSpPr>
            <p:spPr bwMode="auto">
              <a:xfrm>
                <a:off x="2682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5" name="Freeform 1927"/>
              <p:cNvSpPr>
                <a:spLocks/>
              </p:cNvSpPr>
              <p:nvPr/>
            </p:nvSpPr>
            <p:spPr bwMode="auto">
              <a:xfrm>
                <a:off x="2892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6" name="Freeform 1928"/>
              <p:cNvSpPr>
                <a:spLocks/>
              </p:cNvSpPr>
              <p:nvPr/>
            </p:nvSpPr>
            <p:spPr bwMode="auto">
              <a:xfrm>
                <a:off x="3114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7" name="Freeform 1929"/>
              <p:cNvSpPr>
                <a:spLocks/>
              </p:cNvSpPr>
              <p:nvPr/>
            </p:nvSpPr>
            <p:spPr bwMode="auto">
              <a:xfrm>
                <a:off x="2628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8" name="Freeform 1930"/>
              <p:cNvSpPr>
                <a:spLocks/>
              </p:cNvSpPr>
              <p:nvPr/>
            </p:nvSpPr>
            <p:spPr bwMode="auto">
              <a:xfrm>
                <a:off x="3156" y="27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9" name="Freeform 1931"/>
              <p:cNvSpPr>
                <a:spLocks/>
              </p:cNvSpPr>
              <p:nvPr/>
            </p:nvSpPr>
            <p:spPr bwMode="auto">
              <a:xfrm>
                <a:off x="2838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0" name="Freeform 1932"/>
              <p:cNvSpPr>
                <a:spLocks/>
              </p:cNvSpPr>
              <p:nvPr/>
            </p:nvSpPr>
            <p:spPr bwMode="auto">
              <a:xfrm>
                <a:off x="2394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1" name="Freeform 1933"/>
              <p:cNvSpPr>
                <a:spLocks/>
              </p:cNvSpPr>
              <p:nvPr/>
            </p:nvSpPr>
            <p:spPr bwMode="auto">
              <a:xfrm>
                <a:off x="2460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2" name="Freeform 1934"/>
              <p:cNvSpPr>
                <a:spLocks/>
              </p:cNvSpPr>
              <p:nvPr/>
            </p:nvSpPr>
            <p:spPr bwMode="auto">
              <a:xfrm>
                <a:off x="2784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3" name="Freeform 1935"/>
              <p:cNvSpPr>
                <a:spLocks/>
              </p:cNvSpPr>
              <p:nvPr/>
            </p:nvSpPr>
            <p:spPr bwMode="auto">
              <a:xfrm>
                <a:off x="2322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4" name="Freeform 1936"/>
              <p:cNvSpPr>
                <a:spLocks/>
              </p:cNvSpPr>
              <p:nvPr/>
            </p:nvSpPr>
            <p:spPr bwMode="auto">
              <a:xfrm>
                <a:off x="3186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5" name="Freeform 1937"/>
              <p:cNvSpPr>
                <a:spLocks/>
              </p:cNvSpPr>
              <p:nvPr/>
            </p:nvSpPr>
            <p:spPr bwMode="auto">
              <a:xfrm>
                <a:off x="3246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6" name="Freeform 1938"/>
              <p:cNvSpPr>
                <a:spLocks/>
              </p:cNvSpPr>
              <p:nvPr/>
            </p:nvSpPr>
            <p:spPr bwMode="auto">
              <a:xfrm>
                <a:off x="3210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7" name="Freeform 1939"/>
              <p:cNvSpPr>
                <a:spLocks/>
              </p:cNvSpPr>
              <p:nvPr/>
            </p:nvSpPr>
            <p:spPr bwMode="auto">
              <a:xfrm>
                <a:off x="2988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8" name="Freeform 1940"/>
              <p:cNvSpPr>
                <a:spLocks/>
              </p:cNvSpPr>
              <p:nvPr/>
            </p:nvSpPr>
            <p:spPr bwMode="auto">
              <a:xfrm>
                <a:off x="2442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9" name="Freeform 1941"/>
              <p:cNvSpPr>
                <a:spLocks/>
              </p:cNvSpPr>
              <p:nvPr/>
            </p:nvSpPr>
            <p:spPr bwMode="auto">
              <a:xfrm>
                <a:off x="2886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0" name="Freeform 1942"/>
              <p:cNvSpPr>
                <a:spLocks/>
              </p:cNvSpPr>
              <p:nvPr/>
            </p:nvSpPr>
            <p:spPr bwMode="auto">
              <a:xfrm>
                <a:off x="2784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1" name="Freeform 1943"/>
              <p:cNvSpPr>
                <a:spLocks/>
              </p:cNvSpPr>
              <p:nvPr/>
            </p:nvSpPr>
            <p:spPr bwMode="auto">
              <a:xfrm>
                <a:off x="2958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2" name="Freeform 1944"/>
              <p:cNvSpPr>
                <a:spLocks/>
              </p:cNvSpPr>
              <p:nvPr/>
            </p:nvSpPr>
            <p:spPr bwMode="auto">
              <a:xfrm>
                <a:off x="2748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3" name="Freeform 1945"/>
              <p:cNvSpPr>
                <a:spLocks/>
              </p:cNvSpPr>
              <p:nvPr/>
            </p:nvSpPr>
            <p:spPr bwMode="auto">
              <a:xfrm>
                <a:off x="3108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4" name="Freeform 1946"/>
              <p:cNvSpPr>
                <a:spLocks/>
              </p:cNvSpPr>
              <p:nvPr/>
            </p:nvSpPr>
            <p:spPr bwMode="auto">
              <a:xfrm>
                <a:off x="3276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5" name="Freeform 1947"/>
              <p:cNvSpPr>
                <a:spLocks/>
              </p:cNvSpPr>
              <p:nvPr/>
            </p:nvSpPr>
            <p:spPr bwMode="auto">
              <a:xfrm>
                <a:off x="2520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6" name="Freeform 1948"/>
              <p:cNvSpPr>
                <a:spLocks/>
              </p:cNvSpPr>
              <p:nvPr/>
            </p:nvSpPr>
            <p:spPr bwMode="auto">
              <a:xfrm>
                <a:off x="2664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7" name="Freeform 1949"/>
              <p:cNvSpPr>
                <a:spLocks/>
              </p:cNvSpPr>
              <p:nvPr/>
            </p:nvSpPr>
            <p:spPr bwMode="auto">
              <a:xfrm>
                <a:off x="2790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8" name="Freeform 1950"/>
              <p:cNvSpPr>
                <a:spLocks/>
              </p:cNvSpPr>
              <p:nvPr/>
            </p:nvSpPr>
            <p:spPr bwMode="auto">
              <a:xfrm>
                <a:off x="3516" y="21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9" name="Freeform 1951"/>
              <p:cNvSpPr>
                <a:spLocks/>
              </p:cNvSpPr>
              <p:nvPr/>
            </p:nvSpPr>
            <p:spPr bwMode="auto">
              <a:xfrm>
                <a:off x="2838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0" name="Freeform 1952"/>
              <p:cNvSpPr>
                <a:spLocks/>
              </p:cNvSpPr>
              <p:nvPr/>
            </p:nvSpPr>
            <p:spPr bwMode="auto">
              <a:xfrm>
                <a:off x="2016" y="28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1" name="Freeform 1953"/>
              <p:cNvSpPr>
                <a:spLocks/>
              </p:cNvSpPr>
              <p:nvPr/>
            </p:nvSpPr>
            <p:spPr bwMode="auto">
              <a:xfrm>
                <a:off x="3120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2" name="Freeform 1954"/>
              <p:cNvSpPr>
                <a:spLocks/>
              </p:cNvSpPr>
              <p:nvPr/>
            </p:nvSpPr>
            <p:spPr bwMode="auto">
              <a:xfrm>
                <a:off x="2214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3" name="Freeform 1955"/>
              <p:cNvSpPr>
                <a:spLocks/>
              </p:cNvSpPr>
              <p:nvPr/>
            </p:nvSpPr>
            <p:spPr bwMode="auto">
              <a:xfrm>
                <a:off x="2622" y="28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4" name="Freeform 1956"/>
              <p:cNvSpPr>
                <a:spLocks/>
              </p:cNvSpPr>
              <p:nvPr/>
            </p:nvSpPr>
            <p:spPr bwMode="auto">
              <a:xfrm>
                <a:off x="2544" y="27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5" name="Freeform 1957"/>
              <p:cNvSpPr>
                <a:spLocks/>
              </p:cNvSpPr>
              <p:nvPr/>
            </p:nvSpPr>
            <p:spPr bwMode="auto">
              <a:xfrm>
                <a:off x="3270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6" name="Freeform 1958"/>
              <p:cNvSpPr>
                <a:spLocks/>
              </p:cNvSpPr>
              <p:nvPr/>
            </p:nvSpPr>
            <p:spPr bwMode="auto">
              <a:xfrm>
                <a:off x="3018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7" name="Freeform 1959"/>
              <p:cNvSpPr>
                <a:spLocks/>
              </p:cNvSpPr>
              <p:nvPr/>
            </p:nvSpPr>
            <p:spPr bwMode="auto">
              <a:xfrm>
                <a:off x="3018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8" name="Freeform 1960"/>
              <p:cNvSpPr>
                <a:spLocks/>
              </p:cNvSpPr>
              <p:nvPr/>
            </p:nvSpPr>
            <p:spPr bwMode="auto">
              <a:xfrm>
                <a:off x="3258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9" name="Freeform 1961"/>
              <p:cNvSpPr>
                <a:spLocks/>
              </p:cNvSpPr>
              <p:nvPr/>
            </p:nvSpPr>
            <p:spPr bwMode="auto">
              <a:xfrm>
                <a:off x="2982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0" name="Freeform 1962"/>
              <p:cNvSpPr>
                <a:spLocks/>
              </p:cNvSpPr>
              <p:nvPr/>
            </p:nvSpPr>
            <p:spPr bwMode="auto">
              <a:xfrm>
                <a:off x="2958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1" name="Freeform 1963"/>
              <p:cNvSpPr>
                <a:spLocks/>
              </p:cNvSpPr>
              <p:nvPr/>
            </p:nvSpPr>
            <p:spPr bwMode="auto">
              <a:xfrm>
                <a:off x="3174" y="21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2" name="Freeform 1964"/>
              <p:cNvSpPr>
                <a:spLocks/>
              </p:cNvSpPr>
              <p:nvPr/>
            </p:nvSpPr>
            <p:spPr bwMode="auto">
              <a:xfrm>
                <a:off x="2802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3" name="Freeform 1965"/>
              <p:cNvSpPr>
                <a:spLocks/>
              </p:cNvSpPr>
              <p:nvPr/>
            </p:nvSpPr>
            <p:spPr bwMode="auto">
              <a:xfrm>
                <a:off x="2676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4" name="Freeform 1966"/>
              <p:cNvSpPr>
                <a:spLocks/>
              </p:cNvSpPr>
              <p:nvPr/>
            </p:nvSpPr>
            <p:spPr bwMode="auto">
              <a:xfrm>
                <a:off x="3474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5" name="Freeform 1967"/>
              <p:cNvSpPr>
                <a:spLocks/>
              </p:cNvSpPr>
              <p:nvPr/>
            </p:nvSpPr>
            <p:spPr bwMode="auto">
              <a:xfrm>
                <a:off x="2988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6" name="Freeform 1968"/>
              <p:cNvSpPr>
                <a:spLocks/>
              </p:cNvSpPr>
              <p:nvPr/>
            </p:nvSpPr>
            <p:spPr bwMode="auto">
              <a:xfrm>
                <a:off x="2970" y="29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7" name="Freeform 1969"/>
              <p:cNvSpPr>
                <a:spLocks/>
              </p:cNvSpPr>
              <p:nvPr/>
            </p:nvSpPr>
            <p:spPr bwMode="auto">
              <a:xfrm>
                <a:off x="2694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8" name="Freeform 1970"/>
              <p:cNvSpPr>
                <a:spLocks/>
              </p:cNvSpPr>
              <p:nvPr/>
            </p:nvSpPr>
            <p:spPr bwMode="auto">
              <a:xfrm>
                <a:off x="3258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9" name="Freeform 1971"/>
              <p:cNvSpPr>
                <a:spLocks/>
              </p:cNvSpPr>
              <p:nvPr/>
            </p:nvSpPr>
            <p:spPr bwMode="auto">
              <a:xfrm>
                <a:off x="2778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0" name="Freeform 1972"/>
              <p:cNvSpPr>
                <a:spLocks/>
              </p:cNvSpPr>
              <p:nvPr/>
            </p:nvSpPr>
            <p:spPr bwMode="auto">
              <a:xfrm>
                <a:off x="3324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1" name="Freeform 1973"/>
              <p:cNvSpPr>
                <a:spLocks/>
              </p:cNvSpPr>
              <p:nvPr/>
            </p:nvSpPr>
            <p:spPr bwMode="auto">
              <a:xfrm>
                <a:off x="3060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2" name="Freeform 1974"/>
              <p:cNvSpPr>
                <a:spLocks/>
              </p:cNvSpPr>
              <p:nvPr/>
            </p:nvSpPr>
            <p:spPr bwMode="auto">
              <a:xfrm>
                <a:off x="3180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3" name="Freeform 1975"/>
              <p:cNvSpPr>
                <a:spLocks/>
              </p:cNvSpPr>
              <p:nvPr/>
            </p:nvSpPr>
            <p:spPr bwMode="auto">
              <a:xfrm>
                <a:off x="2754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4" name="Freeform 1976"/>
              <p:cNvSpPr>
                <a:spLocks/>
              </p:cNvSpPr>
              <p:nvPr/>
            </p:nvSpPr>
            <p:spPr bwMode="auto">
              <a:xfrm>
                <a:off x="2772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5" name="Freeform 1977"/>
              <p:cNvSpPr>
                <a:spLocks/>
              </p:cNvSpPr>
              <p:nvPr/>
            </p:nvSpPr>
            <p:spPr bwMode="auto">
              <a:xfrm>
                <a:off x="2670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6" name="Freeform 1978"/>
              <p:cNvSpPr>
                <a:spLocks/>
              </p:cNvSpPr>
              <p:nvPr/>
            </p:nvSpPr>
            <p:spPr bwMode="auto">
              <a:xfrm>
                <a:off x="2604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7" name="Freeform 1979"/>
              <p:cNvSpPr>
                <a:spLocks/>
              </p:cNvSpPr>
              <p:nvPr/>
            </p:nvSpPr>
            <p:spPr bwMode="auto">
              <a:xfrm>
                <a:off x="3030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8" name="Freeform 1980"/>
              <p:cNvSpPr>
                <a:spLocks/>
              </p:cNvSpPr>
              <p:nvPr/>
            </p:nvSpPr>
            <p:spPr bwMode="auto">
              <a:xfrm>
                <a:off x="2646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9" name="Freeform 1981"/>
              <p:cNvSpPr>
                <a:spLocks/>
              </p:cNvSpPr>
              <p:nvPr/>
            </p:nvSpPr>
            <p:spPr bwMode="auto">
              <a:xfrm>
                <a:off x="2580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0" name="Freeform 1982"/>
              <p:cNvSpPr>
                <a:spLocks/>
              </p:cNvSpPr>
              <p:nvPr/>
            </p:nvSpPr>
            <p:spPr bwMode="auto">
              <a:xfrm>
                <a:off x="2874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1" name="Freeform 1983"/>
              <p:cNvSpPr>
                <a:spLocks/>
              </p:cNvSpPr>
              <p:nvPr/>
            </p:nvSpPr>
            <p:spPr bwMode="auto">
              <a:xfrm>
                <a:off x="3156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2" name="Freeform 1984"/>
              <p:cNvSpPr>
                <a:spLocks/>
              </p:cNvSpPr>
              <p:nvPr/>
            </p:nvSpPr>
            <p:spPr bwMode="auto">
              <a:xfrm>
                <a:off x="2616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3" name="Freeform 1985"/>
              <p:cNvSpPr>
                <a:spLocks/>
              </p:cNvSpPr>
              <p:nvPr/>
            </p:nvSpPr>
            <p:spPr bwMode="auto">
              <a:xfrm>
                <a:off x="3132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4" name="Freeform 1986"/>
              <p:cNvSpPr>
                <a:spLocks/>
              </p:cNvSpPr>
              <p:nvPr/>
            </p:nvSpPr>
            <p:spPr bwMode="auto">
              <a:xfrm>
                <a:off x="2628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5" name="Freeform 1987"/>
              <p:cNvSpPr>
                <a:spLocks/>
              </p:cNvSpPr>
              <p:nvPr/>
            </p:nvSpPr>
            <p:spPr bwMode="auto">
              <a:xfrm>
                <a:off x="2826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6" name="Freeform 1988"/>
              <p:cNvSpPr>
                <a:spLocks/>
              </p:cNvSpPr>
              <p:nvPr/>
            </p:nvSpPr>
            <p:spPr bwMode="auto">
              <a:xfrm>
                <a:off x="3114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7" name="Freeform 1989"/>
              <p:cNvSpPr>
                <a:spLocks/>
              </p:cNvSpPr>
              <p:nvPr/>
            </p:nvSpPr>
            <p:spPr bwMode="auto">
              <a:xfrm>
                <a:off x="2862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8" name="Freeform 1990"/>
              <p:cNvSpPr>
                <a:spLocks/>
              </p:cNvSpPr>
              <p:nvPr/>
            </p:nvSpPr>
            <p:spPr bwMode="auto">
              <a:xfrm>
                <a:off x="2754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9" name="Freeform 1991"/>
              <p:cNvSpPr>
                <a:spLocks/>
              </p:cNvSpPr>
              <p:nvPr/>
            </p:nvSpPr>
            <p:spPr bwMode="auto">
              <a:xfrm>
                <a:off x="2718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0" name="Freeform 1992"/>
              <p:cNvSpPr>
                <a:spLocks/>
              </p:cNvSpPr>
              <p:nvPr/>
            </p:nvSpPr>
            <p:spPr bwMode="auto">
              <a:xfrm>
                <a:off x="3096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1" name="Freeform 1993"/>
              <p:cNvSpPr>
                <a:spLocks/>
              </p:cNvSpPr>
              <p:nvPr/>
            </p:nvSpPr>
            <p:spPr bwMode="auto">
              <a:xfrm>
                <a:off x="2640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2" name="Freeform 1994"/>
              <p:cNvSpPr>
                <a:spLocks/>
              </p:cNvSpPr>
              <p:nvPr/>
            </p:nvSpPr>
            <p:spPr bwMode="auto">
              <a:xfrm>
                <a:off x="2790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3" name="Freeform 1995"/>
              <p:cNvSpPr>
                <a:spLocks/>
              </p:cNvSpPr>
              <p:nvPr/>
            </p:nvSpPr>
            <p:spPr bwMode="auto">
              <a:xfrm>
                <a:off x="2976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4" name="Freeform 1996"/>
              <p:cNvSpPr>
                <a:spLocks/>
              </p:cNvSpPr>
              <p:nvPr/>
            </p:nvSpPr>
            <p:spPr bwMode="auto">
              <a:xfrm>
                <a:off x="2886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5" name="Freeform 1997"/>
              <p:cNvSpPr>
                <a:spLocks/>
              </p:cNvSpPr>
              <p:nvPr/>
            </p:nvSpPr>
            <p:spPr bwMode="auto">
              <a:xfrm>
                <a:off x="2448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6" name="Freeform 1998"/>
              <p:cNvSpPr>
                <a:spLocks/>
              </p:cNvSpPr>
              <p:nvPr/>
            </p:nvSpPr>
            <p:spPr bwMode="auto">
              <a:xfrm>
                <a:off x="2886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7" name="Freeform 1999"/>
              <p:cNvSpPr>
                <a:spLocks/>
              </p:cNvSpPr>
              <p:nvPr/>
            </p:nvSpPr>
            <p:spPr bwMode="auto">
              <a:xfrm>
                <a:off x="2976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8" name="Freeform 2000"/>
              <p:cNvSpPr>
                <a:spLocks/>
              </p:cNvSpPr>
              <p:nvPr/>
            </p:nvSpPr>
            <p:spPr bwMode="auto">
              <a:xfrm>
                <a:off x="2964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9" name="Freeform 2001"/>
              <p:cNvSpPr>
                <a:spLocks/>
              </p:cNvSpPr>
              <p:nvPr/>
            </p:nvSpPr>
            <p:spPr bwMode="auto">
              <a:xfrm>
                <a:off x="2988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0" name="Freeform 2002"/>
              <p:cNvSpPr>
                <a:spLocks/>
              </p:cNvSpPr>
              <p:nvPr/>
            </p:nvSpPr>
            <p:spPr bwMode="auto">
              <a:xfrm>
                <a:off x="2448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1" name="Freeform 2003"/>
              <p:cNvSpPr>
                <a:spLocks/>
              </p:cNvSpPr>
              <p:nvPr/>
            </p:nvSpPr>
            <p:spPr bwMode="auto">
              <a:xfrm>
                <a:off x="3198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2" name="Freeform 2004"/>
              <p:cNvSpPr>
                <a:spLocks/>
              </p:cNvSpPr>
              <p:nvPr/>
            </p:nvSpPr>
            <p:spPr bwMode="auto">
              <a:xfrm>
                <a:off x="2940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3" name="Freeform 2005"/>
              <p:cNvSpPr>
                <a:spLocks/>
              </p:cNvSpPr>
              <p:nvPr/>
            </p:nvSpPr>
            <p:spPr bwMode="auto">
              <a:xfrm>
                <a:off x="3024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4" name="Freeform 2006"/>
              <p:cNvSpPr>
                <a:spLocks/>
              </p:cNvSpPr>
              <p:nvPr/>
            </p:nvSpPr>
            <p:spPr bwMode="auto">
              <a:xfrm>
                <a:off x="2850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5" name="Freeform 2007"/>
              <p:cNvSpPr>
                <a:spLocks/>
              </p:cNvSpPr>
              <p:nvPr/>
            </p:nvSpPr>
            <p:spPr bwMode="auto">
              <a:xfrm>
                <a:off x="2448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6" name="Freeform 2008"/>
              <p:cNvSpPr>
                <a:spLocks/>
              </p:cNvSpPr>
              <p:nvPr/>
            </p:nvSpPr>
            <p:spPr bwMode="auto">
              <a:xfrm>
                <a:off x="3000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7" name="Freeform 2009"/>
              <p:cNvSpPr>
                <a:spLocks/>
              </p:cNvSpPr>
              <p:nvPr/>
            </p:nvSpPr>
            <p:spPr bwMode="auto">
              <a:xfrm>
                <a:off x="2592" y="28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8" name="Freeform 2010"/>
              <p:cNvSpPr>
                <a:spLocks/>
              </p:cNvSpPr>
              <p:nvPr/>
            </p:nvSpPr>
            <p:spPr bwMode="auto">
              <a:xfrm>
                <a:off x="2988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9" name="Freeform 2011"/>
              <p:cNvSpPr>
                <a:spLocks/>
              </p:cNvSpPr>
              <p:nvPr/>
            </p:nvSpPr>
            <p:spPr bwMode="auto">
              <a:xfrm>
                <a:off x="2808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50" name="Freeform 2012"/>
              <p:cNvSpPr>
                <a:spLocks/>
              </p:cNvSpPr>
              <p:nvPr/>
            </p:nvSpPr>
            <p:spPr bwMode="auto">
              <a:xfrm>
                <a:off x="3090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51" name="Freeform 2013"/>
              <p:cNvSpPr>
                <a:spLocks/>
              </p:cNvSpPr>
              <p:nvPr/>
            </p:nvSpPr>
            <p:spPr bwMode="auto">
              <a:xfrm>
                <a:off x="2682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4" name="Group 2215"/>
            <p:cNvGrpSpPr>
              <a:grpSpLocks/>
            </p:cNvGrpSpPr>
            <p:nvPr/>
          </p:nvGrpSpPr>
          <p:grpSpPr bwMode="auto">
            <a:xfrm>
              <a:off x="2100" y="1989"/>
              <a:ext cx="1542" cy="1122"/>
              <a:chOff x="2100" y="1989"/>
              <a:chExt cx="1542" cy="1122"/>
            </a:xfrm>
          </p:grpSpPr>
          <p:sp>
            <p:nvSpPr>
              <p:cNvPr id="59152" name="Freeform 2015"/>
              <p:cNvSpPr>
                <a:spLocks/>
              </p:cNvSpPr>
              <p:nvPr/>
            </p:nvSpPr>
            <p:spPr bwMode="auto">
              <a:xfrm>
                <a:off x="2808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53" name="Freeform 2016"/>
              <p:cNvSpPr>
                <a:spLocks/>
              </p:cNvSpPr>
              <p:nvPr/>
            </p:nvSpPr>
            <p:spPr bwMode="auto">
              <a:xfrm>
                <a:off x="2568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54" name="Freeform 2017"/>
              <p:cNvSpPr>
                <a:spLocks/>
              </p:cNvSpPr>
              <p:nvPr/>
            </p:nvSpPr>
            <p:spPr bwMode="auto">
              <a:xfrm>
                <a:off x="2874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55" name="Freeform 2018"/>
              <p:cNvSpPr>
                <a:spLocks/>
              </p:cNvSpPr>
              <p:nvPr/>
            </p:nvSpPr>
            <p:spPr bwMode="auto">
              <a:xfrm>
                <a:off x="2628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56" name="Freeform 2019"/>
              <p:cNvSpPr>
                <a:spLocks/>
              </p:cNvSpPr>
              <p:nvPr/>
            </p:nvSpPr>
            <p:spPr bwMode="auto">
              <a:xfrm>
                <a:off x="2622" y="28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57" name="Freeform 2020"/>
              <p:cNvSpPr>
                <a:spLocks/>
              </p:cNvSpPr>
              <p:nvPr/>
            </p:nvSpPr>
            <p:spPr bwMode="auto">
              <a:xfrm>
                <a:off x="3084" y="20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58" name="Freeform 2021"/>
              <p:cNvSpPr>
                <a:spLocks/>
              </p:cNvSpPr>
              <p:nvPr/>
            </p:nvSpPr>
            <p:spPr bwMode="auto">
              <a:xfrm>
                <a:off x="3246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59" name="Freeform 2022"/>
              <p:cNvSpPr>
                <a:spLocks/>
              </p:cNvSpPr>
              <p:nvPr/>
            </p:nvSpPr>
            <p:spPr bwMode="auto">
              <a:xfrm>
                <a:off x="3360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0" name="Freeform 2023"/>
              <p:cNvSpPr>
                <a:spLocks/>
              </p:cNvSpPr>
              <p:nvPr/>
            </p:nvSpPr>
            <p:spPr bwMode="auto">
              <a:xfrm>
                <a:off x="2826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1" name="Freeform 2024"/>
              <p:cNvSpPr>
                <a:spLocks/>
              </p:cNvSpPr>
              <p:nvPr/>
            </p:nvSpPr>
            <p:spPr bwMode="auto">
              <a:xfrm>
                <a:off x="2730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2" name="Freeform 2025"/>
              <p:cNvSpPr>
                <a:spLocks/>
              </p:cNvSpPr>
              <p:nvPr/>
            </p:nvSpPr>
            <p:spPr bwMode="auto">
              <a:xfrm>
                <a:off x="2976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3" name="Freeform 2026"/>
              <p:cNvSpPr>
                <a:spLocks/>
              </p:cNvSpPr>
              <p:nvPr/>
            </p:nvSpPr>
            <p:spPr bwMode="auto">
              <a:xfrm>
                <a:off x="2730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4" name="Freeform 2027"/>
              <p:cNvSpPr>
                <a:spLocks/>
              </p:cNvSpPr>
              <p:nvPr/>
            </p:nvSpPr>
            <p:spPr bwMode="auto">
              <a:xfrm>
                <a:off x="2976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5" name="Freeform 2028"/>
              <p:cNvSpPr>
                <a:spLocks/>
              </p:cNvSpPr>
              <p:nvPr/>
            </p:nvSpPr>
            <p:spPr bwMode="auto">
              <a:xfrm>
                <a:off x="2256" y="28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6" name="Freeform 2029"/>
              <p:cNvSpPr>
                <a:spLocks/>
              </p:cNvSpPr>
              <p:nvPr/>
            </p:nvSpPr>
            <p:spPr bwMode="auto">
              <a:xfrm>
                <a:off x="3294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7" name="Freeform 2030"/>
              <p:cNvSpPr>
                <a:spLocks/>
              </p:cNvSpPr>
              <p:nvPr/>
            </p:nvSpPr>
            <p:spPr bwMode="auto">
              <a:xfrm>
                <a:off x="2742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8" name="Freeform 2031"/>
              <p:cNvSpPr>
                <a:spLocks/>
              </p:cNvSpPr>
              <p:nvPr/>
            </p:nvSpPr>
            <p:spPr bwMode="auto">
              <a:xfrm>
                <a:off x="2700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9" name="Freeform 2032"/>
              <p:cNvSpPr>
                <a:spLocks/>
              </p:cNvSpPr>
              <p:nvPr/>
            </p:nvSpPr>
            <p:spPr bwMode="auto">
              <a:xfrm>
                <a:off x="2958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0" name="Freeform 2033"/>
              <p:cNvSpPr>
                <a:spLocks/>
              </p:cNvSpPr>
              <p:nvPr/>
            </p:nvSpPr>
            <p:spPr bwMode="auto">
              <a:xfrm>
                <a:off x="3348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1" name="Freeform 2034"/>
              <p:cNvSpPr>
                <a:spLocks/>
              </p:cNvSpPr>
              <p:nvPr/>
            </p:nvSpPr>
            <p:spPr bwMode="auto">
              <a:xfrm>
                <a:off x="3264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2" name="Freeform 2035"/>
              <p:cNvSpPr>
                <a:spLocks/>
              </p:cNvSpPr>
              <p:nvPr/>
            </p:nvSpPr>
            <p:spPr bwMode="auto">
              <a:xfrm>
                <a:off x="3126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3" name="Freeform 2036"/>
              <p:cNvSpPr>
                <a:spLocks/>
              </p:cNvSpPr>
              <p:nvPr/>
            </p:nvSpPr>
            <p:spPr bwMode="auto">
              <a:xfrm>
                <a:off x="2892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4" name="Freeform 2037"/>
              <p:cNvSpPr>
                <a:spLocks/>
              </p:cNvSpPr>
              <p:nvPr/>
            </p:nvSpPr>
            <p:spPr bwMode="auto">
              <a:xfrm>
                <a:off x="2754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5" name="Freeform 2038"/>
              <p:cNvSpPr>
                <a:spLocks/>
              </p:cNvSpPr>
              <p:nvPr/>
            </p:nvSpPr>
            <p:spPr bwMode="auto">
              <a:xfrm>
                <a:off x="3006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6" name="Freeform 2039"/>
              <p:cNvSpPr>
                <a:spLocks/>
              </p:cNvSpPr>
              <p:nvPr/>
            </p:nvSpPr>
            <p:spPr bwMode="auto">
              <a:xfrm>
                <a:off x="3024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7" name="Freeform 2040"/>
              <p:cNvSpPr>
                <a:spLocks/>
              </p:cNvSpPr>
              <p:nvPr/>
            </p:nvSpPr>
            <p:spPr bwMode="auto">
              <a:xfrm>
                <a:off x="2964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8" name="Freeform 2041"/>
              <p:cNvSpPr>
                <a:spLocks/>
              </p:cNvSpPr>
              <p:nvPr/>
            </p:nvSpPr>
            <p:spPr bwMode="auto">
              <a:xfrm>
                <a:off x="3432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9" name="Freeform 2042"/>
              <p:cNvSpPr>
                <a:spLocks/>
              </p:cNvSpPr>
              <p:nvPr/>
            </p:nvSpPr>
            <p:spPr bwMode="auto">
              <a:xfrm>
                <a:off x="2892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0" name="Freeform 2043"/>
              <p:cNvSpPr>
                <a:spLocks/>
              </p:cNvSpPr>
              <p:nvPr/>
            </p:nvSpPr>
            <p:spPr bwMode="auto">
              <a:xfrm>
                <a:off x="3012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1" name="Freeform 2044"/>
              <p:cNvSpPr>
                <a:spLocks/>
              </p:cNvSpPr>
              <p:nvPr/>
            </p:nvSpPr>
            <p:spPr bwMode="auto">
              <a:xfrm>
                <a:off x="2976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2" name="Freeform 2045"/>
              <p:cNvSpPr>
                <a:spLocks/>
              </p:cNvSpPr>
              <p:nvPr/>
            </p:nvSpPr>
            <p:spPr bwMode="auto">
              <a:xfrm>
                <a:off x="3288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3" name="Freeform 2046"/>
              <p:cNvSpPr>
                <a:spLocks/>
              </p:cNvSpPr>
              <p:nvPr/>
            </p:nvSpPr>
            <p:spPr bwMode="auto">
              <a:xfrm>
                <a:off x="2940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4" name="Freeform 2047"/>
              <p:cNvSpPr>
                <a:spLocks/>
              </p:cNvSpPr>
              <p:nvPr/>
            </p:nvSpPr>
            <p:spPr bwMode="auto">
              <a:xfrm>
                <a:off x="3144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5" name="Freeform 2048"/>
              <p:cNvSpPr>
                <a:spLocks/>
              </p:cNvSpPr>
              <p:nvPr/>
            </p:nvSpPr>
            <p:spPr bwMode="auto">
              <a:xfrm>
                <a:off x="2754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6" name="Freeform 2049"/>
              <p:cNvSpPr>
                <a:spLocks/>
              </p:cNvSpPr>
              <p:nvPr/>
            </p:nvSpPr>
            <p:spPr bwMode="auto">
              <a:xfrm>
                <a:off x="3234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7" name="Freeform 2050"/>
              <p:cNvSpPr>
                <a:spLocks/>
              </p:cNvSpPr>
              <p:nvPr/>
            </p:nvSpPr>
            <p:spPr bwMode="auto">
              <a:xfrm>
                <a:off x="2568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8" name="Freeform 2051"/>
              <p:cNvSpPr>
                <a:spLocks/>
              </p:cNvSpPr>
              <p:nvPr/>
            </p:nvSpPr>
            <p:spPr bwMode="auto">
              <a:xfrm>
                <a:off x="2868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9" name="Freeform 2052"/>
              <p:cNvSpPr>
                <a:spLocks/>
              </p:cNvSpPr>
              <p:nvPr/>
            </p:nvSpPr>
            <p:spPr bwMode="auto">
              <a:xfrm>
                <a:off x="3084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0" name="Freeform 2053"/>
              <p:cNvSpPr>
                <a:spLocks/>
              </p:cNvSpPr>
              <p:nvPr/>
            </p:nvSpPr>
            <p:spPr bwMode="auto">
              <a:xfrm>
                <a:off x="2568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1" name="Freeform 2054"/>
              <p:cNvSpPr>
                <a:spLocks/>
              </p:cNvSpPr>
              <p:nvPr/>
            </p:nvSpPr>
            <p:spPr bwMode="auto">
              <a:xfrm>
                <a:off x="3630" y="21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2" name="Freeform 2055"/>
              <p:cNvSpPr>
                <a:spLocks/>
              </p:cNvSpPr>
              <p:nvPr/>
            </p:nvSpPr>
            <p:spPr bwMode="auto">
              <a:xfrm>
                <a:off x="3294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3" name="Freeform 2056"/>
              <p:cNvSpPr>
                <a:spLocks/>
              </p:cNvSpPr>
              <p:nvPr/>
            </p:nvSpPr>
            <p:spPr bwMode="auto">
              <a:xfrm>
                <a:off x="3042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4" name="Freeform 2057"/>
              <p:cNvSpPr>
                <a:spLocks/>
              </p:cNvSpPr>
              <p:nvPr/>
            </p:nvSpPr>
            <p:spPr bwMode="auto">
              <a:xfrm>
                <a:off x="3078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5" name="Freeform 2058"/>
              <p:cNvSpPr>
                <a:spLocks/>
              </p:cNvSpPr>
              <p:nvPr/>
            </p:nvSpPr>
            <p:spPr bwMode="auto">
              <a:xfrm>
                <a:off x="2454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6" name="Freeform 2059"/>
              <p:cNvSpPr>
                <a:spLocks/>
              </p:cNvSpPr>
              <p:nvPr/>
            </p:nvSpPr>
            <p:spPr bwMode="auto">
              <a:xfrm>
                <a:off x="2880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7" name="Freeform 2060"/>
              <p:cNvSpPr>
                <a:spLocks/>
              </p:cNvSpPr>
              <p:nvPr/>
            </p:nvSpPr>
            <p:spPr bwMode="auto">
              <a:xfrm>
                <a:off x="2862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8" name="Freeform 2061"/>
              <p:cNvSpPr>
                <a:spLocks/>
              </p:cNvSpPr>
              <p:nvPr/>
            </p:nvSpPr>
            <p:spPr bwMode="auto">
              <a:xfrm>
                <a:off x="2886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9" name="Freeform 2062"/>
              <p:cNvSpPr>
                <a:spLocks/>
              </p:cNvSpPr>
              <p:nvPr/>
            </p:nvSpPr>
            <p:spPr bwMode="auto">
              <a:xfrm>
                <a:off x="2796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00" name="Freeform 2063"/>
              <p:cNvSpPr>
                <a:spLocks/>
              </p:cNvSpPr>
              <p:nvPr/>
            </p:nvSpPr>
            <p:spPr bwMode="auto">
              <a:xfrm>
                <a:off x="3096" y="27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01" name="Freeform 2064"/>
              <p:cNvSpPr>
                <a:spLocks/>
              </p:cNvSpPr>
              <p:nvPr/>
            </p:nvSpPr>
            <p:spPr bwMode="auto">
              <a:xfrm>
                <a:off x="2400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02" name="Freeform 2065"/>
              <p:cNvSpPr>
                <a:spLocks/>
              </p:cNvSpPr>
              <p:nvPr/>
            </p:nvSpPr>
            <p:spPr bwMode="auto">
              <a:xfrm>
                <a:off x="2652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03" name="Freeform 2066"/>
              <p:cNvSpPr>
                <a:spLocks/>
              </p:cNvSpPr>
              <p:nvPr/>
            </p:nvSpPr>
            <p:spPr bwMode="auto">
              <a:xfrm>
                <a:off x="3012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04" name="Freeform 2067"/>
              <p:cNvSpPr>
                <a:spLocks/>
              </p:cNvSpPr>
              <p:nvPr/>
            </p:nvSpPr>
            <p:spPr bwMode="auto">
              <a:xfrm>
                <a:off x="2940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05" name="Freeform 2068"/>
              <p:cNvSpPr>
                <a:spLocks/>
              </p:cNvSpPr>
              <p:nvPr/>
            </p:nvSpPr>
            <p:spPr bwMode="auto">
              <a:xfrm>
                <a:off x="2598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06" name="Freeform 2069"/>
              <p:cNvSpPr>
                <a:spLocks/>
              </p:cNvSpPr>
              <p:nvPr/>
            </p:nvSpPr>
            <p:spPr bwMode="auto">
              <a:xfrm>
                <a:off x="2490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07" name="Freeform 2070"/>
              <p:cNvSpPr>
                <a:spLocks/>
              </p:cNvSpPr>
              <p:nvPr/>
            </p:nvSpPr>
            <p:spPr bwMode="auto">
              <a:xfrm>
                <a:off x="2910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08" name="Freeform 2071"/>
              <p:cNvSpPr>
                <a:spLocks/>
              </p:cNvSpPr>
              <p:nvPr/>
            </p:nvSpPr>
            <p:spPr bwMode="auto">
              <a:xfrm>
                <a:off x="3012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09" name="Freeform 2072"/>
              <p:cNvSpPr>
                <a:spLocks/>
              </p:cNvSpPr>
              <p:nvPr/>
            </p:nvSpPr>
            <p:spPr bwMode="auto">
              <a:xfrm>
                <a:off x="3036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0" name="Freeform 2073"/>
              <p:cNvSpPr>
                <a:spLocks/>
              </p:cNvSpPr>
              <p:nvPr/>
            </p:nvSpPr>
            <p:spPr bwMode="auto">
              <a:xfrm>
                <a:off x="3042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1" name="Freeform 2074"/>
              <p:cNvSpPr>
                <a:spLocks/>
              </p:cNvSpPr>
              <p:nvPr/>
            </p:nvSpPr>
            <p:spPr bwMode="auto">
              <a:xfrm>
                <a:off x="2706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2" name="Freeform 2075"/>
              <p:cNvSpPr>
                <a:spLocks/>
              </p:cNvSpPr>
              <p:nvPr/>
            </p:nvSpPr>
            <p:spPr bwMode="auto">
              <a:xfrm>
                <a:off x="2814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3" name="Freeform 2076"/>
              <p:cNvSpPr>
                <a:spLocks/>
              </p:cNvSpPr>
              <p:nvPr/>
            </p:nvSpPr>
            <p:spPr bwMode="auto">
              <a:xfrm>
                <a:off x="2808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4" name="Freeform 2077"/>
              <p:cNvSpPr>
                <a:spLocks/>
              </p:cNvSpPr>
              <p:nvPr/>
            </p:nvSpPr>
            <p:spPr bwMode="auto">
              <a:xfrm>
                <a:off x="2988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5" name="Freeform 2078"/>
              <p:cNvSpPr>
                <a:spLocks/>
              </p:cNvSpPr>
              <p:nvPr/>
            </p:nvSpPr>
            <p:spPr bwMode="auto">
              <a:xfrm>
                <a:off x="2898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6" name="Freeform 2079"/>
              <p:cNvSpPr>
                <a:spLocks/>
              </p:cNvSpPr>
              <p:nvPr/>
            </p:nvSpPr>
            <p:spPr bwMode="auto">
              <a:xfrm>
                <a:off x="2916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7" name="Freeform 2080"/>
              <p:cNvSpPr>
                <a:spLocks/>
              </p:cNvSpPr>
              <p:nvPr/>
            </p:nvSpPr>
            <p:spPr bwMode="auto">
              <a:xfrm>
                <a:off x="2916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8" name="Freeform 2081"/>
              <p:cNvSpPr>
                <a:spLocks/>
              </p:cNvSpPr>
              <p:nvPr/>
            </p:nvSpPr>
            <p:spPr bwMode="auto">
              <a:xfrm>
                <a:off x="3192" y="21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9" name="Freeform 2082"/>
              <p:cNvSpPr>
                <a:spLocks/>
              </p:cNvSpPr>
              <p:nvPr/>
            </p:nvSpPr>
            <p:spPr bwMode="auto">
              <a:xfrm>
                <a:off x="2736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0" name="Freeform 2083"/>
              <p:cNvSpPr>
                <a:spLocks/>
              </p:cNvSpPr>
              <p:nvPr/>
            </p:nvSpPr>
            <p:spPr bwMode="auto">
              <a:xfrm>
                <a:off x="3024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1" name="Freeform 2084"/>
              <p:cNvSpPr>
                <a:spLocks/>
              </p:cNvSpPr>
              <p:nvPr/>
            </p:nvSpPr>
            <p:spPr bwMode="auto">
              <a:xfrm>
                <a:off x="2964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2" name="Freeform 2085"/>
              <p:cNvSpPr>
                <a:spLocks/>
              </p:cNvSpPr>
              <p:nvPr/>
            </p:nvSpPr>
            <p:spPr bwMode="auto">
              <a:xfrm>
                <a:off x="2952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3" name="Freeform 2086"/>
              <p:cNvSpPr>
                <a:spLocks/>
              </p:cNvSpPr>
              <p:nvPr/>
            </p:nvSpPr>
            <p:spPr bwMode="auto">
              <a:xfrm>
                <a:off x="3090" y="20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4" name="Freeform 2087"/>
              <p:cNvSpPr>
                <a:spLocks/>
              </p:cNvSpPr>
              <p:nvPr/>
            </p:nvSpPr>
            <p:spPr bwMode="auto">
              <a:xfrm>
                <a:off x="3186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5" name="Freeform 2088"/>
              <p:cNvSpPr>
                <a:spLocks/>
              </p:cNvSpPr>
              <p:nvPr/>
            </p:nvSpPr>
            <p:spPr bwMode="auto">
              <a:xfrm>
                <a:off x="2670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6" name="Freeform 2089"/>
              <p:cNvSpPr>
                <a:spLocks/>
              </p:cNvSpPr>
              <p:nvPr/>
            </p:nvSpPr>
            <p:spPr bwMode="auto">
              <a:xfrm>
                <a:off x="2772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7" name="Freeform 2090"/>
              <p:cNvSpPr>
                <a:spLocks/>
              </p:cNvSpPr>
              <p:nvPr/>
            </p:nvSpPr>
            <p:spPr bwMode="auto">
              <a:xfrm>
                <a:off x="2574" y="28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8" name="Freeform 2091"/>
              <p:cNvSpPr>
                <a:spLocks/>
              </p:cNvSpPr>
              <p:nvPr/>
            </p:nvSpPr>
            <p:spPr bwMode="auto">
              <a:xfrm>
                <a:off x="2610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9" name="Freeform 2092"/>
              <p:cNvSpPr>
                <a:spLocks/>
              </p:cNvSpPr>
              <p:nvPr/>
            </p:nvSpPr>
            <p:spPr bwMode="auto">
              <a:xfrm>
                <a:off x="2514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0" name="Freeform 2093"/>
              <p:cNvSpPr>
                <a:spLocks/>
              </p:cNvSpPr>
              <p:nvPr/>
            </p:nvSpPr>
            <p:spPr bwMode="auto">
              <a:xfrm>
                <a:off x="2694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1" name="Freeform 2094"/>
              <p:cNvSpPr>
                <a:spLocks/>
              </p:cNvSpPr>
              <p:nvPr/>
            </p:nvSpPr>
            <p:spPr bwMode="auto">
              <a:xfrm>
                <a:off x="2652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2" name="Freeform 2095"/>
              <p:cNvSpPr>
                <a:spLocks/>
              </p:cNvSpPr>
              <p:nvPr/>
            </p:nvSpPr>
            <p:spPr bwMode="auto">
              <a:xfrm>
                <a:off x="2454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3" name="Freeform 2096"/>
              <p:cNvSpPr>
                <a:spLocks/>
              </p:cNvSpPr>
              <p:nvPr/>
            </p:nvSpPr>
            <p:spPr bwMode="auto">
              <a:xfrm>
                <a:off x="2640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4" name="Freeform 2097"/>
              <p:cNvSpPr>
                <a:spLocks/>
              </p:cNvSpPr>
              <p:nvPr/>
            </p:nvSpPr>
            <p:spPr bwMode="auto">
              <a:xfrm>
                <a:off x="2592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5" name="Freeform 2098"/>
              <p:cNvSpPr>
                <a:spLocks/>
              </p:cNvSpPr>
              <p:nvPr/>
            </p:nvSpPr>
            <p:spPr bwMode="auto">
              <a:xfrm>
                <a:off x="3090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6" name="Freeform 2099"/>
              <p:cNvSpPr>
                <a:spLocks/>
              </p:cNvSpPr>
              <p:nvPr/>
            </p:nvSpPr>
            <p:spPr bwMode="auto">
              <a:xfrm>
                <a:off x="3198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7" name="Freeform 2100"/>
              <p:cNvSpPr>
                <a:spLocks/>
              </p:cNvSpPr>
              <p:nvPr/>
            </p:nvSpPr>
            <p:spPr bwMode="auto">
              <a:xfrm>
                <a:off x="3120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8" name="Freeform 2101"/>
              <p:cNvSpPr>
                <a:spLocks/>
              </p:cNvSpPr>
              <p:nvPr/>
            </p:nvSpPr>
            <p:spPr bwMode="auto">
              <a:xfrm>
                <a:off x="2946" y="21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9" name="Freeform 2102"/>
              <p:cNvSpPr>
                <a:spLocks/>
              </p:cNvSpPr>
              <p:nvPr/>
            </p:nvSpPr>
            <p:spPr bwMode="auto">
              <a:xfrm>
                <a:off x="2844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0" name="Freeform 2103"/>
              <p:cNvSpPr>
                <a:spLocks/>
              </p:cNvSpPr>
              <p:nvPr/>
            </p:nvSpPr>
            <p:spPr bwMode="auto">
              <a:xfrm>
                <a:off x="2994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1" name="Freeform 2104"/>
              <p:cNvSpPr>
                <a:spLocks/>
              </p:cNvSpPr>
              <p:nvPr/>
            </p:nvSpPr>
            <p:spPr bwMode="auto">
              <a:xfrm>
                <a:off x="2982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2" name="Freeform 2105"/>
              <p:cNvSpPr>
                <a:spLocks/>
              </p:cNvSpPr>
              <p:nvPr/>
            </p:nvSpPr>
            <p:spPr bwMode="auto">
              <a:xfrm>
                <a:off x="2706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3" name="Freeform 2106"/>
              <p:cNvSpPr>
                <a:spLocks/>
              </p:cNvSpPr>
              <p:nvPr/>
            </p:nvSpPr>
            <p:spPr bwMode="auto">
              <a:xfrm>
                <a:off x="2430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4" name="Freeform 2107"/>
              <p:cNvSpPr>
                <a:spLocks/>
              </p:cNvSpPr>
              <p:nvPr/>
            </p:nvSpPr>
            <p:spPr bwMode="auto">
              <a:xfrm>
                <a:off x="3186" y="21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5" name="Freeform 2108"/>
              <p:cNvSpPr>
                <a:spLocks/>
              </p:cNvSpPr>
              <p:nvPr/>
            </p:nvSpPr>
            <p:spPr bwMode="auto">
              <a:xfrm>
                <a:off x="2388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6" name="Freeform 2109"/>
              <p:cNvSpPr>
                <a:spLocks/>
              </p:cNvSpPr>
              <p:nvPr/>
            </p:nvSpPr>
            <p:spPr bwMode="auto">
              <a:xfrm>
                <a:off x="2760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7" name="Freeform 2110"/>
              <p:cNvSpPr>
                <a:spLocks/>
              </p:cNvSpPr>
              <p:nvPr/>
            </p:nvSpPr>
            <p:spPr bwMode="auto">
              <a:xfrm>
                <a:off x="2928" y="27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8" name="Freeform 2111"/>
              <p:cNvSpPr>
                <a:spLocks/>
              </p:cNvSpPr>
              <p:nvPr/>
            </p:nvSpPr>
            <p:spPr bwMode="auto">
              <a:xfrm>
                <a:off x="3060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9" name="Freeform 2112"/>
              <p:cNvSpPr>
                <a:spLocks/>
              </p:cNvSpPr>
              <p:nvPr/>
            </p:nvSpPr>
            <p:spPr bwMode="auto">
              <a:xfrm>
                <a:off x="2910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0" name="Freeform 2113"/>
              <p:cNvSpPr>
                <a:spLocks/>
              </p:cNvSpPr>
              <p:nvPr/>
            </p:nvSpPr>
            <p:spPr bwMode="auto">
              <a:xfrm>
                <a:off x="2778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1" name="Freeform 2114"/>
              <p:cNvSpPr>
                <a:spLocks/>
              </p:cNvSpPr>
              <p:nvPr/>
            </p:nvSpPr>
            <p:spPr bwMode="auto">
              <a:xfrm>
                <a:off x="2814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2" name="Freeform 2115"/>
              <p:cNvSpPr>
                <a:spLocks/>
              </p:cNvSpPr>
              <p:nvPr/>
            </p:nvSpPr>
            <p:spPr bwMode="auto">
              <a:xfrm>
                <a:off x="3006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3" name="Freeform 2116"/>
              <p:cNvSpPr>
                <a:spLocks/>
              </p:cNvSpPr>
              <p:nvPr/>
            </p:nvSpPr>
            <p:spPr bwMode="auto">
              <a:xfrm>
                <a:off x="3006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4" name="Freeform 2117"/>
              <p:cNvSpPr>
                <a:spLocks/>
              </p:cNvSpPr>
              <p:nvPr/>
            </p:nvSpPr>
            <p:spPr bwMode="auto">
              <a:xfrm>
                <a:off x="2100" y="29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5" name="Freeform 2118"/>
              <p:cNvSpPr>
                <a:spLocks/>
              </p:cNvSpPr>
              <p:nvPr/>
            </p:nvSpPr>
            <p:spPr bwMode="auto">
              <a:xfrm>
                <a:off x="2844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6" name="Freeform 2119"/>
              <p:cNvSpPr>
                <a:spLocks/>
              </p:cNvSpPr>
              <p:nvPr/>
            </p:nvSpPr>
            <p:spPr bwMode="auto">
              <a:xfrm>
                <a:off x="2856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7" name="Freeform 2120"/>
              <p:cNvSpPr>
                <a:spLocks/>
              </p:cNvSpPr>
              <p:nvPr/>
            </p:nvSpPr>
            <p:spPr bwMode="auto">
              <a:xfrm>
                <a:off x="3042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8" name="Freeform 2121"/>
              <p:cNvSpPr>
                <a:spLocks/>
              </p:cNvSpPr>
              <p:nvPr/>
            </p:nvSpPr>
            <p:spPr bwMode="auto">
              <a:xfrm>
                <a:off x="2850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9" name="Freeform 2122"/>
              <p:cNvSpPr>
                <a:spLocks/>
              </p:cNvSpPr>
              <p:nvPr/>
            </p:nvSpPr>
            <p:spPr bwMode="auto">
              <a:xfrm>
                <a:off x="2706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0" name="Freeform 2123"/>
              <p:cNvSpPr>
                <a:spLocks/>
              </p:cNvSpPr>
              <p:nvPr/>
            </p:nvSpPr>
            <p:spPr bwMode="auto">
              <a:xfrm>
                <a:off x="3000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1" name="Freeform 2124"/>
              <p:cNvSpPr>
                <a:spLocks/>
              </p:cNvSpPr>
              <p:nvPr/>
            </p:nvSpPr>
            <p:spPr bwMode="auto">
              <a:xfrm>
                <a:off x="2886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2" name="Freeform 2125"/>
              <p:cNvSpPr>
                <a:spLocks/>
              </p:cNvSpPr>
              <p:nvPr/>
            </p:nvSpPr>
            <p:spPr bwMode="auto">
              <a:xfrm>
                <a:off x="2442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3" name="Freeform 2126"/>
              <p:cNvSpPr>
                <a:spLocks/>
              </p:cNvSpPr>
              <p:nvPr/>
            </p:nvSpPr>
            <p:spPr bwMode="auto">
              <a:xfrm>
                <a:off x="2142" y="29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4" name="Freeform 2127"/>
              <p:cNvSpPr>
                <a:spLocks/>
              </p:cNvSpPr>
              <p:nvPr/>
            </p:nvSpPr>
            <p:spPr bwMode="auto">
              <a:xfrm>
                <a:off x="2802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5" name="Freeform 2128"/>
              <p:cNvSpPr>
                <a:spLocks/>
              </p:cNvSpPr>
              <p:nvPr/>
            </p:nvSpPr>
            <p:spPr bwMode="auto">
              <a:xfrm>
                <a:off x="2454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6" name="Freeform 2129"/>
              <p:cNvSpPr>
                <a:spLocks/>
              </p:cNvSpPr>
              <p:nvPr/>
            </p:nvSpPr>
            <p:spPr bwMode="auto">
              <a:xfrm>
                <a:off x="2736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7" name="Freeform 2130"/>
              <p:cNvSpPr>
                <a:spLocks/>
              </p:cNvSpPr>
              <p:nvPr/>
            </p:nvSpPr>
            <p:spPr bwMode="auto">
              <a:xfrm>
                <a:off x="2934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8" name="Freeform 2131"/>
              <p:cNvSpPr>
                <a:spLocks/>
              </p:cNvSpPr>
              <p:nvPr/>
            </p:nvSpPr>
            <p:spPr bwMode="auto">
              <a:xfrm>
                <a:off x="3066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9" name="Freeform 2132"/>
              <p:cNvSpPr>
                <a:spLocks/>
              </p:cNvSpPr>
              <p:nvPr/>
            </p:nvSpPr>
            <p:spPr bwMode="auto">
              <a:xfrm>
                <a:off x="2718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0" name="Freeform 2133"/>
              <p:cNvSpPr>
                <a:spLocks/>
              </p:cNvSpPr>
              <p:nvPr/>
            </p:nvSpPr>
            <p:spPr bwMode="auto">
              <a:xfrm>
                <a:off x="3096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1" name="Freeform 2134"/>
              <p:cNvSpPr>
                <a:spLocks/>
              </p:cNvSpPr>
              <p:nvPr/>
            </p:nvSpPr>
            <p:spPr bwMode="auto">
              <a:xfrm>
                <a:off x="2676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2" name="Freeform 2135"/>
              <p:cNvSpPr>
                <a:spLocks/>
              </p:cNvSpPr>
              <p:nvPr/>
            </p:nvSpPr>
            <p:spPr bwMode="auto">
              <a:xfrm>
                <a:off x="2718" y="27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3" name="Freeform 2136"/>
              <p:cNvSpPr>
                <a:spLocks/>
              </p:cNvSpPr>
              <p:nvPr/>
            </p:nvSpPr>
            <p:spPr bwMode="auto">
              <a:xfrm>
                <a:off x="3246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4" name="Freeform 2137"/>
              <p:cNvSpPr>
                <a:spLocks/>
              </p:cNvSpPr>
              <p:nvPr/>
            </p:nvSpPr>
            <p:spPr bwMode="auto">
              <a:xfrm>
                <a:off x="2712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5" name="Freeform 2138"/>
              <p:cNvSpPr>
                <a:spLocks/>
              </p:cNvSpPr>
              <p:nvPr/>
            </p:nvSpPr>
            <p:spPr bwMode="auto">
              <a:xfrm>
                <a:off x="2574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6" name="Freeform 2139"/>
              <p:cNvSpPr>
                <a:spLocks/>
              </p:cNvSpPr>
              <p:nvPr/>
            </p:nvSpPr>
            <p:spPr bwMode="auto">
              <a:xfrm>
                <a:off x="2742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7" name="Freeform 2140"/>
              <p:cNvSpPr>
                <a:spLocks/>
              </p:cNvSpPr>
              <p:nvPr/>
            </p:nvSpPr>
            <p:spPr bwMode="auto">
              <a:xfrm>
                <a:off x="2940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8" name="Freeform 2141"/>
              <p:cNvSpPr>
                <a:spLocks/>
              </p:cNvSpPr>
              <p:nvPr/>
            </p:nvSpPr>
            <p:spPr bwMode="auto">
              <a:xfrm>
                <a:off x="2136" y="30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9" name="Freeform 2142"/>
              <p:cNvSpPr>
                <a:spLocks/>
              </p:cNvSpPr>
              <p:nvPr/>
            </p:nvSpPr>
            <p:spPr bwMode="auto">
              <a:xfrm>
                <a:off x="3018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0" name="Freeform 2143"/>
              <p:cNvSpPr>
                <a:spLocks/>
              </p:cNvSpPr>
              <p:nvPr/>
            </p:nvSpPr>
            <p:spPr bwMode="auto">
              <a:xfrm>
                <a:off x="2640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1" name="Freeform 2144"/>
              <p:cNvSpPr>
                <a:spLocks/>
              </p:cNvSpPr>
              <p:nvPr/>
            </p:nvSpPr>
            <p:spPr bwMode="auto">
              <a:xfrm>
                <a:off x="2748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2" name="Freeform 2145"/>
              <p:cNvSpPr>
                <a:spLocks/>
              </p:cNvSpPr>
              <p:nvPr/>
            </p:nvSpPr>
            <p:spPr bwMode="auto">
              <a:xfrm>
                <a:off x="2946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3" name="Freeform 2146"/>
              <p:cNvSpPr>
                <a:spLocks/>
              </p:cNvSpPr>
              <p:nvPr/>
            </p:nvSpPr>
            <p:spPr bwMode="auto">
              <a:xfrm>
                <a:off x="2814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4" name="Freeform 2147"/>
              <p:cNvSpPr>
                <a:spLocks/>
              </p:cNvSpPr>
              <p:nvPr/>
            </p:nvSpPr>
            <p:spPr bwMode="auto">
              <a:xfrm>
                <a:off x="2820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5" name="Freeform 2148"/>
              <p:cNvSpPr>
                <a:spLocks/>
              </p:cNvSpPr>
              <p:nvPr/>
            </p:nvSpPr>
            <p:spPr bwMode="auto">
              <a:xfrm>
                <a:off x="2550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6" name="Freeform 2149"/>
              <p:cNvSpPr>
                <a:spLocks/>
              </p:cNvSpPr>
              <p:nvPr/>
            </p:nvSpPr>
            <p:spPr bwMode="auto">
              <a:xfrm>
                <a:off x="2946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7" name="Freeform 2150"/>
              <p:cNvSpPr>
                <a:spLocks/>
              </p:cNvSpPr>
              <p:nvPr/>
            </p:nvSpPr>
            <p:spPr bwMode="auto">
              <a:xfrm>
                <a:off x="2904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8" name="Freeform 2151"/>
              <p:cNvSpPr>
                <a:spLocks/>
              </p:cNvSpPr>
              <p:nvPr/>
            </p:nvSpPr>
            <p:spPr bwMode="auto">
              <a:xfrm>
                <a:off x="2244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9" name="Freeform 2152"/>
              <p:cNvSpPr>
                <a:spLocks/>
              </p:cNvSpPr>
              <p:nvPr/>
            </p:nvSpPr>
            <p:spPr bwMode="auto">
              <a:xfrm>
                <a:off x="2886" y="21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0" name="Freeform 2153"/>
              <p:cNvSpPr>
                <a:spLocks/>
              </p:cNvSpPr>
              <p:nvPr/>
            </p:nvSpPr>
            <p:spPr bwMode="auto">
              <a:xfrm>
                <a:off x="3276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1" name="Freeform 2154"/>
              <p:cNvSpPr>
                <a:spLocks/>
              </p:cNvSpPr>
              <p:nvPr/>
            </p:nvSpPr>
            <p:spPr bwMode="auto">
              <a:xfrm>
                <a:off x="3354" y="20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2" name="Freeform 2155"/>
              <p:cNvSpPr>
                <a:spLocks/>
              </p:cNvSpPr>
              <p:nvPr/>
            </p:nvSpPr>
            <p:spPr bwMode="auto">
              <a:xfrm>
                <a:off x="2562" y="27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3" name="Freeform 2156"/>
              <p:cNvSpPr>
                <a:spLocks/>
              </p:cNvSpPr>
              <p:nvPr/>
            </p:nvSpPr>
            <p:spPr bwMode="auto">
              <a:xfrm>
                <a:off x="2958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4" name="Freeform 2157"/>
              <p:cNvSpPr>
                <a:spLocks/>
              </p:cNvSpPr>
              <p:nvPr/>
            </p:nvSpPr>
            <p:spPr bwMode="auto">
              <a:xfrm>
                <a:off x="2802" y="22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5" name="Freeform 2158"/>
              <p:cNvSpPr>
                <a:spLocks/>
              </p:cNvSpPr>
              <p:nvPr/>
            </p:nvSpPr>
            <p:spPr bwMode="auto">
              <a:xfrm>
                <a:off x="2718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6" name="Freeform 2159"/>
              <p:cNvSpPr>
                <a:spLocks/>
              </p:cNvSpPr>
              <p:nvPr/>
            </p:nvSpPr>
            <p:spPr bwMode="auto">
              <a:xfrm>
                <a:off x="3114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7" name="Freeform 2160"/>
              <p:cNvSpPr>
                <a:spLocks/>
              </p:cNvSpPr>
              <p:nvPr/>
            </p:nvSpPr>
            <p:spPr bwMode="auto">
              <a:xfrm>
                <a:off x="2736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8" name="Freeform 2161"/>
              <p:cNvSpPr>
                <a:spLocks/>
              </p:cNvSpPr>
              <p:nvPr/>
            </p:nvSpPr>
            <p:spPr bwMode="auto">
              <a:xfrm>
                <a:off x="2952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9" name="Freeform 2162"/>
              <p:cNvSpPr>
                <a:spLocks/>
              </p:cNvSpPr>
              <p:nvPr/>
            </p:nvSpPr>
            <p:spPr bwMode="auto">
              <a:xfrm>
                <a:off x="3288" y="19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0" name="Freeform 2163"/>
              <p:cNvSpPr>
                <a:spLocks/>
              </p:cNvSpPr>
              <p:nvPr/>
            </p:nvSpPr>
            <p:spPr bwMode="auto">
              <a:xfrm>
                <a:off x="2826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1" name="Freeform 2164"/>
              <p:cNvSpPr>
                <a:spLocks/>
              </p:cNvSpPr>
              <p:nvPr/>
            </p:nvSpPr>
            <p:spPr bwMode="auto">
              <a:xfrm>
                <a:off x="3018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2" name="Freeform 2165"/>
              <p:cNvSpPr>
                <a:spLocks/>
              </p:cNvSpPr>
              <p:nvPr/>
            </p:nvSpPr>
            <p:spPr bwMode="auto">
              <a:xfrm>
                <a:off x="3018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3" name="Freeform 2166"/>
              <p:cNvSpPr>
                <a:spLocks/>
              </p:cNvSpPr>
              <p:nvPr/>
            </p:nvSpPr>
            <p:spPr bwMode="auto">
              <a:xfrm>
                <a:off x="2730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4" name="Freeform 2167"/>
              <p:cNvSpPr>
                <a:spLocks/>
              </p:cNvSpPr>
              <p:nvPr/>
            </p:nvSpPr>
            <p:spPr bwMode="auto">
              <a:xfrm>
                <a:off x="3180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5" name="Freeform 2168"/>
              <p:cNvSpPr>
                <a:spLocks/>
              </p:cNvSpPr>
              <p:nvPr/>
            </p:nvSpPr>
            <p:spPr bwMode="auto">
              <a:xfrm>
                <a:off x="3150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6" name="Freeform 2169"/>
              <p:cNvSpPr>
                <a:spLocks/>
              </p:cNvSpPr>
              <p:nvPr/>
            </p:nvSpPr>
            <p:spPr bwMode="auto">
              <a:xfrm>
                <a:off x="2562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7" name="Freeform 2170"/>
              <p:cNvSpPr>
                <a:spLocks/>
              </p:cNvSpPr>
              <p:nvPr/>
            </p:nvSpPr>
            <p:spPr bwMode="auto">
              <a:xfrm>
                <a:off x="2700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8" name="Freeform 2171"/>
              <p:cNvSpPr>
                <a:spLocks/>
              </p:cNvSpPr>
              <p:nvPr/>
            </p:nvSpPr>
            <p:spPr bwMode="auto">
              <a:xfrm>
                <a:off x="3042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9" name="Freeform 2172"/>
              <p:cNvSpPr>
                <a:spLocks/>
              </p:cNvSpPr>
              <p:nvPr/>
            </p:nvSpPr>
            <p:spPr bwMode="auto">
              <a:xfrm>
                <a:off x="2610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0" name="Freeform 2173"/>
              <p:cNvSpPr>
                <a:spLocks/>
              </p:cNvSpPr>
              <p:nvPr/>
            </p:nvSpPr>
            <p:spPr bwMode="auto">
              <a:xfrm>
                <a:off x="2544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1" name="Freeform 2174"/>
              <p:cNvSpPr>
                <a:spLocks/>
              </p:cNvSpPr>
              <p:nvPr/>
            </p:nvSpPr>
            <p:spPr bwMode="auto">
              <a:xfrm>
                <a:off x="3120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2" name="Freeform 2175"/>
              <p:cNvSpPr>
                <a:spLocks/>
              </p:cNvSpPr>
              <p:nvPr/>
            </p:nvSpPr>
            <p:spPr bwMode="auto">
              <a:xfrm>
                <a:off x="2976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3" name="Freeform 2176"/>
              <p:cNvSpPr>
                <a:spLocks/>
              </p:cNvSpPr>
              <p:nvPr/>
            </p:nvSpPr>
            <p:spPr bwMode="auto">
              <a:xfrm>
                <a:off x="2646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4" name="Freeform 2177"/>
              <p:cNvSpPr>
                <a:spLocks/>
              </p:cNvSpPr>
              <p:nvPr/>
            </p:nvSpPr>
            <p:spPr bwMode="auto">
              <a:xfrm>
                <a:off x="3180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5" name="Freeform 2178"/>
              <p:cNvSpPr>
                <a:spLocks/>
              </p:cNvSpPr>
              <p:nvPr/>
            </p:nvSpPr>
            <p:spPr bwMode="auto">
              <a:xfrm>
                <a:off x="2958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6" name="Freeform 2179"/>
              <p:cNvSpPr>
                <a:spLocks/>
              </p:cNvSpPr>
              <p:nvPr/>
            </p:nvSpPr>
            <p:spPr bwMode="auto">
              <a:xfrm>
                <a:off x="2658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7" name="Freeform 2180"/>
              <p:cNvSpPr>
                <a:spLocks/>
              </p:cNvSpPr>
              <p:nvPr/>
            </p:nvSpPr>
            <p:spPr bwMode="auto">
              <a:xfrm>
                <a:off x="2784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8" name="Freeform 2181"/>
              <p:cNvSpPr>
                <a:spLocks/>
              </p:cNvSpPr>
              <p:nvPr/>
            </p:nvSpPr>
            <p:spPr bwMode="auto">
              <a:xfrm>
                <a:off x="3174" y="27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9" name="Freeform 2182"/>
              <p:cNvSpPr>
                <a:spLocks/>
              </p:cNvSpPr>
              <p:nvPr/>
            </p:nvSpPr>
            <p:spPr bwMode="auto">
              <a:xfrm>
                <a:off x="2904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0" name="Freeform 2183"/>
              <p:cNvSpPr>
                <a:spLocks/>
              </p:cNvSpPr>
              <p:nvPr/>
            </p:nvSpPr>
            <p:spPr bwMode="auto">
              <a:xfrm>
                <a:off x="3306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1" name="Freeform 2184"/>
              <p:cNvSpPr>
                <a:spLocks/>
              </p:cNvSpPr>
              <p:nvPr/>
            </p:nvSpPr>
            <p:spPr bwMode="auto">
              <a:xfrm>
                <a:off x="3138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2" name="Freeform 2185"/>
              <p:cNvSpPr>
                <a:spLocks/>
              </p:cNvSpPr>
              <p:nvPr/>
            </p:nvSpPr>
            <p:spPr bwMode="auto">
              <a:xfrm>
                <a:off x="3228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3" name="Freeform 2186"/>
              <p:cNvSpPr>
                <a:spLocks/>
              </p:cNvSpPr>
              <p:nvPr/>
            </p:nvSpPr>
            <p:spPr bwMode="auto">
              <a:xfrm>
                <a:off x="3372" y="20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4" name="Freeform 2187"/>
              <p:cNvSpPr>
                <a:spLocks/>
              </p:cNvSpPr>
              <p:nvPr/>
            </p:nvSpPr>
            <p:spPr bwMode="auto">
              <a:xfrm>
                <a:off x="2808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5" name="Freeform 2188"/>
              <p:cNvSpPr>
                <a:spLocks/>
              </p:cNvSpPr>
              <p:nvPr/>
            </p:nvSpPr>
            <p:spPr bwMode="auto">
              <a:xfrm>
                <a:off x="3078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6" name="Freeform 2189"/>
              <p:cNvSpPr>
                <a:spLocks/>
              </p:cNvSpPr>
              <p:nvPr/>
            </p:nvSpPr>
            <p:spPr bwMode="auto">
              <a:xfrm>
                <a:off x="2982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7" name="Freeform 2190"/>
              <p:cNvSpPr>
                <a:spLocks/>
              </p:cNvSpPr>
              <p:nvPr/>
            </p:nvSpPr>
            <p:spPr bwMode="auto">
              <a:xfrm>
                <a:off x="2772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8" name="Freeform 2191"/>
              <p:cNvSpPr>
                <a:spLocks/>
              </p:cNvSpPr>
              <p:nvPr/>
            </p:nvSpPr>
            <p:spPr bwMode="auto">
              <a:xfrm>
                <a:off x="3450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9" name="Freeform 2192"/>
              <p:cNvSpPr>
                <a:spLocks/>
              </p:cNvSpPr>
              <p:nvPr/>
            </p:nvSpPr>
            <p:spPr bwMode="auto">
              <a:xfrm>
                <a:off x="2838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0" name="Freeform 2193"/>
              <p:cNvSpPr>
                <a:spLocks/>
              </p:cNvSpPr>
              <p:nvPr/>
            </p:nvSpPr>
            <p:spPr bwMode="auto">
              <a:xfrm>
                <a:off x="2868" y="20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1" name="Freeform 2194"/>
              <p:cNvSpPr>
                <a:spLocks/>
              </p:cNvSpPr>
              <p:nvPr/>
            </p:nvSpPr>
            <p:spPr bwMode="auto">
              <a:xfrm>
                <a:off x="2910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2" name="Freeform 2195"/>
              <p:cNvSpPr>
                <a:spLocks/>
              </p:cNvSpPr>
              <p:nvPr/>
            </p:nvSpPr>
            <p:spPr bwMode="auto">
              <a:xfrm>
                <a:off x="2994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3" name="Freeform 2196"/>
              <p:cNvSpPr>
                <a:spLocks/>
              </p:cNvSpPr>
              <p:nvPr/>
            </p:nvSpPr>
            <p:spPr bwMode="auto">
              <a:xfrm>
                <a:off x="2976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4" name="Freeform 2197"/>
              <p:cNvSpPr>
                <a:spLocks/>
              </p:cNvSpPr>
              <p:nvPr/>
            </p:nvSpPr>
            <p:spPr bwMode="auto">
              <a:xfrm>
                <a:off x="3078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5" name="Freeform 2198"/>
              <p:cNvSpPr>
                <a:spLocks/>
              </p:cNvSpPr>
              <p:nvPr/>
            </p:nvSpPr>
            <p:spPr bwMode="auto">
              <a:xfrm>
                <a:off x="2766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6" name="Freeform 2199"/>
              <p:cNvSpPr>
                <a:spLocks/>
              </p:cNvSpPr>
              <p:nvPr/>
            </p:nvSpPr>
            <p:spPr bwMode="auto">
              <a:xfrm>
                <a:off x="2406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7" name="Freeform 2200"/>
              <p:cNvSpPr>
                <a:spLocks/>
              </p:cNvSpPr>
              <p:nvPr/>
            </p:nvSpPr>
            <p:spPr bwMode="auto">
              <a:xfrm>
                <a:off x="2994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8" name="Freeform 2201"/>
              <p:cNvSpPr>
                <a:spLocks/>
              </p:cNvSpPr>
              <p:nvPr/>
            </p:nvSpPr>
            <p:spPr bwMode="auto">
              <a:xfrm>
                <a:off x="3132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9" name="Freeform 2202"/>
              <p:cNvSpPr>
                <a:spLocks/>
              </p:cNvSpPr>
              <p:nvPr/>
            </p:nvSpPr>
            <p:spPr bwMode="auto">
              <a:xfrm>
                <a:off x="2370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0" name="Freeform 2203"/>
              <p:cNvSpPr>
                <a:spLocks/>
              </p:cNvSpPr>
              <p:nvPr/>
            </p:nvSpPr>
            <p:spPr bwMode="auto">
              <a:xfrm>
                <a:off x="2652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1" name="Freeform 2204"/>
              <p:cNvSpPr>
                <a:spLocks/>
              </p:cNvSpPr>
              <p:nvPr/>
            </p:nvSpPr>
            <p:spPr bwMode="auto">
              <a:xfrm>
                <a:off x="2796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2" name="Freeform 2205"/>
              <p:cNvSpPr>
                <a:spLocks/>
              </p:cNvSpPr>
              <p:nvPr/>
            </p:nvSpPr>
            <p:spPr bwMode="auto">
              <a:xfrm>
                <a:off x="2904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3" name="Freeform 2206"/>
              <p:cNvSpPr>
                <a:spLocks/>
              </p:cNvSpPr>
              <p:nvPr/>
            </p:nvSpPr>
            <p:spPr bwMode="auto">
              <a:xfrm>
                <a:off x="3030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4" name="Freeform 2207"/>
              <p:cNvSpPr>
                <a:spLocks/>
              </p:cNvSpPr>
              <p:nvPr/>
            </p:nvSpPr>
            <p:spPr bwMode="auto">
              <a:xfrm>
                <a:off x="2850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5" name="Freeform 2208"/>
              <p:cNvSpPr>
                <a:spLocks/>
              </p:cNvSpPr>
              <p:nvPr/>
            </p:nvSpPr>
            <p:spPr bwMode="auto">
              <a:xfrm>
                <a:off x="2796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6" name="Freeform 2209"/>
              <p:cNvSpPr>
                <a:spLocks/>
              </p:cNvSpPr>
              <p:nvPr/>
            </p:nvSpPr>
            <p:spPr bwMode="auto">
              <a:xfrm>
                <a:off x="2760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7" name="Freeform 2210"/>
              <p:cNvSpPr>
                <a:spLocks/>
              </p:cNvSpPr>
              <p:nvPr/>
            </p:nvSpPr>
            <p:spPr bwMode="auto">
              <a:xfrm>
                <a:off x="2892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8" name="Freeform 2211"/>
              <p:cNvSpPr>
                <a:spLocks/>
              </p:cNvSpPr>
              <p:nvPr/>
            </p:nvSpPr>
            <p:spPr bwMode="auto">
              <a:xfrm>
                <a:off x="2436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9" name="Freeform 2212"/>
              <p:cNvSpPr>
                <a:spLocks/>
              </p:cNvSpPr>
              <p:nvPr/>
            </p:nvSpPr>
            <p:spPr bwMode="auto">
              <a:xfrm>
                <a:off x="2748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50" name="Freeform 2213"/>
              <p:cNvSpPr>
                <a:spLocks/>
              </p:cNvSpPr>
              <p:nvPr/>
            </p:nvSpPr>
            <p:spPr bwMode="auto">
              <a:xfrm>
                <a:off x="3024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51" name="Freeform 2214"/>
              <p:cNvSpPr>
                <a:spLocks/>
              </p:cNvSpPr>
              <p:nvPr/>
            </p:nvSpPr>
            <p:spPr bwMode="auto">
              <a:xfrm>
                <a:off x="2808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5" name="Group 2416"/>
            <p:cNvGrpSpPr>
              <a:grpSpLocks/>
            </p:cNvGrpSpPr>
            <p:nvPr/>
          </p:nvGrpSpPr>
          <p:grpSpPr bwMode="auto">
            <a:xfrm>
              <a:off x="2136" y="1899"/>
              <a:ext cx="1410" cy="1158"/>
              <a:chOff x="2136" y="1899"/>
              <a:chExt cx="1410" cy="1158"/>
            </a:xfrm>
          </p:grpSpPr>
          <p:sp>
            <p:nvSpPr>
              <p:cNvPr id="58952" name="Freeform 2216"/>
              <p:cNvSpPr>
                <a:spLocks/>
              </p:cNvSpPr>
              <p:nvPr/>
            </p:nvSpPr>
            <p:spPr bwMode="auto">
              <a:xfrm>
                <a:off x="2598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53" name="Freeform 2217"/>
              <p:cNvSpPr>
                <a:spLocks/>
              </p:cNvSpPr>
              <p:nvPr/>
            </p:nvSpPr>
            <p:spPr bwMode="auto">
              <a:xfrm>
                <a:off x="270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54" name="Freeform 2218"/>
              <p:cNvSpPr>
                <a:spLocks/>
              </p:cNvSpPr>
              <p:nvPr/>
            </p:nvSpPr>
            <p:spPr bwMode="auto">
              <a:xfrm>
                <a:off x="2910" y="27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55" name="Freeform 2219"/>
              <p:cNvSpPr>
                <a:spLocks/>
              </p:cNvSpPr>
              <p:nvPr/>
            </p:nvSpPr>
            <p:spPr bwMode="auto">
              <a:xfrm>
                <a:off x="2796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56" name="Freeform 2220"/>
              <p:cNvSpPr>
                <a:spLocks/>
              </p:cNvSpPr>
              <p:nvPr/>
            </p:nvSpPr>
            <p:spPr bwMode="auto">
              <a:xfrm>
                <a:off x="3330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57" name="Freeform 2221"/>
              <p:cNvSpPr>
                <a:spLocks/>
              </p:cNvSpPr>
              <p:nvPr/>
            </p:nvSpPr>
            <p:spPr bwMode="auto">
              <a:xfrm>
                <a:off x="3324" y="18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58" name="Freeform 2222"/>
              <p:cNvSpPr>
                <a:spLocks/>
              </p:cNvSpPr>
              <p:nvPr/>
            </p:nvSpPr>
            <p:spPr bwMode="auto">
              <a:xfrm>
                <a:off x="2904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59" name="Freeform 2223"/>
              <p:cNvSpPr>
                <a:spLocks/>
              </p:cNvSpPr>
              <p:nvPr/>
            </p:nvSpPr>
            <p:spPr bwMode="auto">
              <a:xfrm>
                <a:off x="2736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0" name="Freeform 2224"/>
              <p:cNvSpPr>
                <a:spLocks/>
              </p:cNvSpPr>
              <p:nvPr/>
            </p:nvSpPr>
            <p:spPr bwMode="auto">
              <a:xfrm>
                <a:off x="2544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1" name="Freeform 2225"/>
              <p:cNvSpPr>
                <a:spLocks/>
              </p:cNvSpPr>
              <p:nvPr/>
            </p:nvSpPr>
            <p:spPr bwMode="auto">
              <a:xfrm>
                <a:off x="2628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2" name="Freeform 2226"/>
              <p:cNvSpPr>
                <a:spLocks/>
              </p:cNvSpPr>
              <p:nvPr/>
            </p:nvSpPr>
            <p:spPr bwMode="auto">
              <a:xfrm>
                <a:off x="2760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3" name="Freeform 2227"/>
              <p:cNvSpPr>
                <a:spLocks/>
              </p:cNvSpPr>
              <p:nvPr/>
            </p:nvSpPr>
            <p:spPr bwMode="auto">
              <a:xfrm>
                <a:off x="2892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4" name="Freeform 2228"/>
              <p:cNvSpPr>
                <a:spLocks/>
              </p:cNvSpPr>
              <p:nvPr/>
            </p:nvSpPr>
            <p:spPr bwMode="auto">
              <a:xfrm>
                <a:off x="2694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5" name="Freeform 2229"/>
              <p:cNvSpPr>
                <a:spLocks/>
              </p:cNvSpPr>
              <p:nvPr/>
            </p:nvSpPr>
            <p:spPr bwMode="auto">
              <a:xfrm>
                <a:off x="2856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6" name="Freeform 2230"/>
              <p:cNvSpPr>
                <a:spLocks/>
              </p:cNvSpPr>
              <p:nvPr/>
            </p:nvSpPr>
            <p:spPr bwMode="auto">
              <a:xfrm>
                <a:off x="3156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7" name="Freeform 2231"/>
              <p:cNvSpPr>
                <a:spLocks/>
              </p:cNvSpPr>
              <p:nvPr/>
            </p:nvSpPr>
            <p:spPr bwMode="auto">
              <a:xfrm>
                <a:off x="3192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8" name="Freeform 2232"/>
              <p:cNvSpPr>
                <a:spLocks/>
              </p:cNvSpPr>
              <p:nvPr/>
            </p:nvSpPr>
            <p:spPr bwMode="auto">
              <a:xfrm>
                <a:off x="2928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9" name="Freeform 2233"/>
              <p:cNvSpPr>
                <a:spLocks/>
              </p:cNvSpPr>
              <p:nvPr/>
            </p:nvSpPr>
            <p:spPr bwMode="auto">
              <a:xfrm>
                <a:off x="2886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0" name="Freeform 2234"/>
              <p:cNvSpPr>
                <a:spLocks/>
              </p:cNvSpPr>
              <p:nvPr/>
            </p:nvSpPr>
            <p:spPr bwMode="auto">
              <a:xfrm>
                <a:off x="2796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1" name="Freeform 2235"/>
              <p:cNvSpPr>
                <a:spLocks/>
              </p:cNvSpPr>
              <p:nvPr/>
            </p:nvSpPr>
            <p:spPr bwMode="auto">
              <a:xfrm>
                <a:off x="2568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2" name="Freeform 2236"/>
              <p:cNvSpPr>
                <a:spLocks/>
              </p:cNvSpPr>
              <p:nvPr/>
            </p:nvSpPr>
            <p:spPr bwMode="auto">
              <a:xfrm>
                <a:off x="3330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3" name="Freeform 2237"/>
              <p:cNvSpPr>
                <a:spLocks/>
              </p:cNvSpPr>
              <p:nvPr/>
            </p:nvSpPr>
            <p:spPr bwMode="auto">
              <a:xfrm>
                <a:off x="2892" y="29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4" name="Freeform 2238"/>
              <p:cNvSpPr>
                <a:spLocks/>
              </p:cNvSpPr>
              <p:nvPr/>
            </p:nvSpPr>
            <p:spPr bwMode="auto">
              <a:xfrm>
                <a:off x="2796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5" name="Freeform 2239"/>
              <p:cNvSpPr>
                <a:spLocks/>
              </p:cNvSpPr>
              <p:nvPr/>
            </p:nvSpPr>
            <p:spPr bwMode="auto">
              <a:xfrm>
                <a:off x="2742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6" name="Freeform 2240"/>
              <p:cNvSpPr>
                <a:spLocks/>
              </p:cNvSpPr>
              <p:nvPr/>
            </p:nvSpPr>
            <p:spPr bwMode="auto">
              <a:xfrm>
                <a:off x="2742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7" name="Freeform 2241"/>
              <p:cNvSpPr>
                <a:spLocks/>
              </p:cNvSpPr>
              <p:nvPr/>
            </p:nvSpPr>
            <p:spPr bwMode="auto">
              <a:xfrm>
                <a:off x="2922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8" name="Freeform 2242"/>
              <p:cNvSpPr>
                <a:spLocks/>
              </p:cNvSpPr>
              <p:nvPr/>
            </p:nvSpPr>
            <p:spPr bwMode="auto">
              <a:xfrm>
                <a:off x="2658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9" name="Freeform 2243"/>
              <p:cNvSpPr>
                <a:spLocks/>
              </p:cNvSpPr>
              <p:nvPr/>
            </p:nvSpPr>
            <p:spPr bwMode="auto">
              <a:xfrm>
                <a:off x="3354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0" name="Freeform 2244"/>
              <p:cNvSpPr>
                <a:spLocks/>
              </p:cNvSpPr>
              <p:nvPr/>
            </p:nvSpPr>
            <p:spPr bwMode="auto">
              <a:xfrm>
                <a:off x="2736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1" name="Freeform 2245"/>
              <p:cNvSpPr>
                <a:spLocks/>
              </p:cNvSpPr>
              <p:nvPr/>
            </p:nvSpPr>
            <p:spPr bwMode="auto">
              <a:xfrm>
                <a:off x="3258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2" name="Freeform 2246"/>
              <p:cNvSpPr>
                <a:spLocks/>
              </p:cNvSpPr>
              <p:nvPr/>
            </p:nvSpPr>
            <p:spPr bwMode="auto">
              <a:xfrm>
                <a:off x="2586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3" name="Freeform 2247"/>
              <p:cNvSpPr>
                <a:spLocks/>
              </p:cNvSpPr>
              <p:nvPr/>
            </p:nvSpPr>
            <p:spPr bwMode="auto">
              <a:xfrm>
                <a:off x="2514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4" name="Freeform 2248"/>
              <p:cNvSpPr>
                <a:spLocks/>
              </p:cNvSpPr>
              <p:nvPr/>
            </p:nvSpPr>
            <p:spPr bwMode="auto">
              <a:xfrm>
                <a:off x="2814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5" name="Freeform 2249"/>
              <p:cNvSpPr>
                <a:spLocks/>
              </p:cNvSpPr>
              <p:nvPr/>
            </p:nvSpPr>
            <p:spPr bwMode="auto">
              <a:xfrm>
                <a:off x="2712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6" name="Freeform 2250"/>
              <p:cNvSpPr>
                <a:spLocks/>
              </p:cNvSpPr>
              <p:nvPr/>
            </p:nvSpPr>
            <p:spPr bwMode="auto">
              <a:xfrm>
                <a:off x="2526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7" name="Freeform 2251"/>
              <p:cNvSpPr>
                <a:spLocks/>
              </p:cNvSpPr>
              <p:nvPr/>
            </p:nvSpPr>
            <p:spPr bwMode="auto">
              <a:xfrm>
                <a:off x="3276" y="20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8" name="Freeform 2252"/>
              <p:cNvSpPr>
                <a:spLocks/>
              </p:cNvSpPr>
              <p:nvPr/>
            </p:nvSpPr>
            <p:spPr bwMode="auto">
              <a:xfrm>
                <a:off x="2724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9" name="Freeform 2253"/>
              <p:cNvSpPr>
                <a:spLocks/>
              </p:cNvSpPr>
              <p:nvPr/>
            </p:nvSpPr>
            <p:spPr bwMode="auto">
              <a:xfrm>
                <a:off x="2892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0" name="Freeform 2254"/>
              <p:cNvSpPr>
                <a:spLocks/>
              </p:cNvSpPr>
              <p:nvPr/>
            </p:nvSpPr>
            <p:spPr bwMode="auto">
              <a:xfrm>
                <a:off x="2856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1" name="Freeform 2255"/>
              <p:cNvSpPr>
                <a:spLocks/>
              </p:cNvSpPr>
              <p:nvPr/>
            </p:nvSpPr>
            <p:spPr bwMode="auto">
              <a:xfrm>
                <a:off x="2958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2" name="Freeform 2256"/>
              <p:cNvSpPr>
                <a:spLocks/>
              </p:cNvSpPr>
              <p:nvPr/>
            </p:nvSpPr>
            <p:spPr bwMode="auto">
              <a:xfrm>
                <a:off x="3144" y="21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3" name="Freeform 2257"/>
              <p:cNvSpPr>
                <a:spLocks/>
              </p:cNvSpPr>
              <p:nvPr/>
            </p:nvSpPr>
            <p:spPr bwMode="auto">
              <a:xfrm>
                <a:off x="2958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4" name="Freeform 2258"/>
              <p:cNvSpPr>
                <a:spLocks/>
              </p:cNvSpPr>
              <p:nvPr/>
            </p:nvSpPr>
            <p:spPr bwMode="auto">
              <a:xfrm>
                <a:off x="3126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5" name="Freeform 2259"/>
              <p:cNvSpPr>
                <a:spLocks/>
              </p:cNvSpPr>
              <p:nvPr/>
            </p:nvSpPr>
            <p:spPr bwMode="auto">
              <a:xfrm>
                <a:off x="3378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6" name="Freeform 2260"/>
              <p:cNvSpPr>
                <a:spLocks/>
              </p:cNvSpPr>
              <p:nvPr/>
            </p:nvSpPr>
            <p:spPr bwMode="auto">
              <a:xfrm>
                <a:off x="3084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7" name="Freeform 2261"/>
              <p:cNvSpPr>
                <a:spLocks/>
              </p:cNvSpPr>
              <p:nvPr/>
            </p:nvSpPr>
            <p:spPr bwMode="auto">
              <a:xfrm>
                <a:off x="2958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8" name="Freeform 2262"/>
              <p:cNvSpPr>
                <a:spLocks/>
              </p:cNvSpPr>
              <p:nvPr/>
            </p:nvSpPr>
            <p:spPr bwMode="auto">
              <a:xfrm>
                <a:off x="2808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9" name="Freeform 2263"/>
              <p:cNvSpPr>
                <a:spLocks/>
              </p:cNvSpPr>
              <p:nvPr/>
            </p:nvSpPr>
            <p:spPr bwMode="auto">
              <a:xfrm>
                <a:off x="3396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00" name="Freeform 2264"/>
              <p:cNvSpPr>
                <a:spLocks/>
              </p:cNvSpPr>
              <p:nvPr/>
            </p:nvSpPr>
            <p:spPr bwMode="auto">
              <a:xfrm>
                <a:off x="3036" y="21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01" name="Freeform 2265"/>
              <p:cNvSpPr>
                <a:spLocks/>
              </p:cNvSpPr>
              <p:nvPr/>
            </p:nvSpPr>
            <p:spPr bwMode="auto">
              <a:xfrm>
                <a:off x="3330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02" name="Freeform 2266"/>
              <p:cNvSpPr>
                <a:spLocks/>
              </p:cNvSpPr>
              <p:nvPr/>
            </p:nvSpPr>
            <p:spPr bwMode="auto">
              <a:xfrm>
                <a:off x="2520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03" name="Freeform 2267"/>
              <p:cNvSpPr>
                <a:spLocks/>
              </p:cNvSpPr>
              <p:nvPr/>
            </p:nvSpPr>
            <p:spPr bwMode="auto">
              <a:xfrm>
                <a:off x="2796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04" name="Freeform 2268"/>
              <p:cNvSpPr>
                <a:spLocks/>
              </p:cNvSpPr>
              <p:nvPr/>
            </p:nvSpPr>
            <p:spPr bwMode="auto">
              <a:xfrm>
                <a:off x="3006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05" name="Freeform 2269"/>
              <p:cNvSpPr>
                <a:spLocks/>
              </p:cNvSpPr>
              <p:nvPr/>
            </p:nvSpPr>
            <p:spPr bwMode="auto">
              <a:xfrm>
                <a:off x="2820" y="27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06" name="Freeform 2270"/>
              <p:cNvSpPr>
                <a:spLocks/>
              </p:cNvSpPr>
              <p:nvPr/>
            </p:nvSpPr>
            <p:spPr bwMode="auto">
              <a:xfrm>
                <a:off x="2880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07" name="Freeform 2271"/>
              <p:cNvSpPr>
                <a:spLocks/>
              </p:cNvSpPr>
              <p:nvPr/>
            </p:nvSpPr>
            <p:spPr bwMode="auto">
              <a:xfrm>
                <a:off x="3474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08" name="Freeform 2272"/>
              <p:cNvSpPr>
                <a:spLocks/>
              </p:cNvSpPr>
              <p:nvPr/>
            </p:nvSpPr>
            <p:spPr bwMode="auto">
              <a:xfrm>
                <a:off x="2970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09" name="Freeform 2273"/>
              <p:cNvSpPr>
                <a:spLocks/>
              </p:cNvSpPr>
              <p:nvPr/>
            </p:nvSpPr>
            <p:spPr bwMode="auto">
              <a:xfrm>
                <a:off x="3156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0" name="Freeform 2274"/>
              <p:cNvSpPr>
                <a:spLocks/>
              </p:cNvSpPr>
              <p:nvPr/>
            </p:nvSpPr>
            <p:spPr bwMode="auto">
              <a:xfrm>
                <a:off x="3270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1" name="Freeform 2275"/>
              <p:cNvSpPr>
                <a:spLocks/>
              </p:cNvSpPr>
              <p:nvPr/>
            </p:nvSpPr>
            <p:spPr bwMode="auto">
              <a:xfrm>
                <a:off x="2724" y="28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2" name="Freeform 2276"/>
              <p:cNvSpPr>
                <a:spLocks/>
              </p:cNvSpPr>
              <p:nvPr/>
            </p:nvSpPr>
            <p:spPr bwMode="auto">
              <a:xfrm>
                <a:off x="2508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3" name="Freeform 2277"/>
              <p:cNvSpPr>
                <a:spLocks/>
              </p:cNvSpPr>
              <p:nvPr/>
            </p:nvSpPr>
            <p:spPr bwMode="auto">
              <a:xfrm>
                <a:off x="3114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4" name="Freeform 2278"/>
              <p:cNvSpPr>
                <a:spLocks/>
              </p:cNvSpPr>
              <p:nvPr/>
            </p:nvSpPr>
            <p:spPr bwMode="auto">
              <a:xfrm>
                <a:off x="2850" y="27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5" name="Freeform 2279"/>
              <p:cNvSpPr>
                <a:spLocks/>
              </p:cNvSpPr>
              <p:nvPr/>
            </p:nvSpPr>
            <p:spPr bwMode="auto">
              <a:xfrm>
                <a:off x="2862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6" name="Freeform 2280"/>
              <p:cNvSpPr>
                <a:spLocks/>
              </p:cNvSpPr>
              <p:nvPr/>
            </p:nvSpPr>
            <p:spPr bwMode="auto">
              <a:xfrm>
                <a:off x="2688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7" name="Freeform 2281"/>
              <p:cNvSpPr>
                <a:spLocks/>
              </p:cNvSpPr>
              <p:nvPr/>
            </p:nvSpPr>
            <p:spPr bwMode="auto">
              <a:xfrm>
                <a:off x="3018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8" name="Freeform 2282"/>
              <p:cNvSpPr>
                <a:spLocks/>
              </p:cNvSpPr>
              <p:nvPr/>
            </p:nvSpPr>
            <p:spPr bwMode="auto">
              <a:xfrm>
                <a:off x="2742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9" name="Freeform 2283"/>
              <p:cNvSpPr>
                <a:spLocks/>
              </p:cNvSpPr>
              <p:nvPr/>
            </p:nvSpPr>
            <p:spPr bwMode="auto">
              <a:xfrm>
                <a:off x="2874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0" name="Freeform 2284"/>
              <p:cNvSpPr>
                <a:spLocks/>
              </p:cNvSpPr>
              <p:nvPr/>
            </p:nvSpPr>
            <p:spPr bwMode="auto">
              <a:xfrm>
                <a:off x="2796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1" name="Freeform 2285"/>
              <p:cNvSpPr>
                <a:spLocks/>
              </p:cNvSpPr>
              <p:nvPr/>
            </p:nvSpPr>
            <p:spPr bwMode="auto">
              <a:xfrm>
                <a:off x="3042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2" name="Freeform 2286"/>
              <p:cNvSpPr>
                <a:spLocks/>
              </p:cNvSpPr>
              <p:nvPr/>
            </p:nvSpPr>
            <p:spPr bwMode="auto">
              <a:xfrm>
                <a:off x="2448" y="27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3" name="Freeform 2287"/>
              <p:cNvSpPr>
                <a:spLocks/>
              </p:cNvSpPr>
              <p:nvPr/>
            </p:nvSpPr>
            <p:spPr bwMode="auto">
              <a:xfrm>
                <a:off x="2994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4" name="Freeform 2288"/>
              <p:cNvSpPr>
                <a:spLocks/>
              </p:cNvSpPr>
              <p:nvPr/>
            </p:nvSpPr>
            <p:spPr bwMode="auto">
              <a:xfrm>
                <a:off x="2658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5" name="Freeform 2289"/>
              <p:cNvSpPr>
                <a:spLocks/>
              </p:cNvSpPr>
              <p:nvPr/>
            </p:nvSpPr>
            <p:spPr bwMode="auto">
              <a:xfrm>
                <a:off x="2682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6" name="Freeform 2290"/>
              <p:cNvSpPr>
                <a:spLocks/>
              </p:cNvSpPr>
              <p:nvPr/>
            </p:nvSpPr>
            <p:spPr bwMode="auto">
              <a:xfrm>
                <a:off x="3198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7" name="Freeform 2291"/>
              <p:cNvSpPr>
                <a:spLocks/>
              </p:cNvSpPr>
              <p:nvPr/>
            </p:nvSpPr>
            <p:spPr bwMode="auto">
              <a:xfrm>
                <a:off x="2778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8" name="Freeform 2292"/>
              <p:cNvSpPr>
                <a:spLocks/>
              </p:cNvSpPr>
              <p:nvPr/>
            </p:nvSpPr>
            <p:spPr bwMode="auto">
              <a:xfrm>
                <a:off x="3492" y="20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9" name="Freeform 2293"/>
              <p:cNvSpPr>
                <a:spLocks/>
              </p:cNvSpPr>
              <p:nvPr/>
            </p:nvSpPr>
            <p:spPr bwMode="auto">
              <a:xfrm>
                <a:off x="2688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0" name="Freeform 2294"/>
              <p:cNvSpPr>
                <a:spLocks/>
              </p:cNvSpPr>
              <p:nvPr/>
            </p:nvSpPr>
            <p:spPr bwMode="auto">
              <a:xfrm>
                <a:off x="3246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1" name="Freeform 2295"/>
              <p:cNvSpPr>
                <a:spLocks/>
              </p:cNvSpPr>
              <p:nvPr/>
            </p:nvSpPr>
            <p:spPr bwMode="auto">
              <a:xfrm>
                <a:off x="2802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2" name="Freeform 2296"/>
              <p:cNvSpPr>
                <a:spLocks/>
              </p:cNvSpPr>
              <p:nvPr/>
            </p:nvSpPr>
            <p:spPr bwMode="auto">
              <a:xfrm>
                <a:off x="3042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3" name="Freeform 2297"/>
              <p:cNvSpPr>
                <a:spLocks/>
              </p:cNvSpPr>
              <p:nvPr/>
            </p:nvSpPr>
            <p:spPr bwMode="auto">
              <a:xfrm>
                <a:off x="2970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4" name="Freeform 2298"/>
              <p:cNvSpPr>
                <a:spLocks/>
              </p:cNvSpPr>
              <p:nvPr/>
            </p:nvSpPr>
            <p:spPr bwMode="auto">
              <a:xfrm>
                <a:off x="3126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5" name="Freeform 2299"/>
              <p:cNvSpPr>
                <a:spLocks/>
              </p:cNvSpPr>
              <p:nvPr/>
            </p:nvSpPr>
            <p:spPr bwMode="auto">
              <a:xfrm>
                <a:off x="2382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6" name="Freeform 2300"/>
              <p:cNvSpPr>
                <a:spLocks/>
              </p:cNvSpPr>
              <p:nvPr/>
            </p:nvSpPr>
            <p:spPr bwMode="auto">
              <a:xfrm>
                <a:off x="2976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7" name="Freeform 2301"/>
              <p:cNvSpPr>
                <a:spLocks/>
              </p:cNvSpPr>
              <p:nvPr/>
            </p:nvSpPr>
            <p:spPr bwMode="auto">
              <a:xfrm>
                <a:off x="2724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8" name="Freeform 2302"/>
              <p:cNvSpPr>
                <a:spLocks/>
              </p:cNvSpPr>
              <p:nvPr/>
            </p:nvSpPr>
            <p:spPr bwMode="auto">
              <a:xfrm>
                <a:off x="2784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9" name="Freeform 2303"/>
              <p:cNvSpPr>
                <a:spLocks/>
              </p:cNvSpPr>
              <p:nvPr/>
            </p:nvSpPr>
            <p:spPr bwMode="auto">
              <a:xfrm>
                <a:off x="3132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0" name="Freeform 2304"/>
              <p:cNvSpPr>
                <a:spLocks/>
              </p:cNvSpPr>
              <p:nvPr/>
            </p:nvSpPr>
            <p:spPr bwMode="auto">
              <a:xfrm>
                <a:off x="2784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1" name="Freeform 2305"/>
              <p:cNvSpPr>
                <a:spLocks/>
              </p:cNvSpPr>
              <p:nvPr/>
            </p:nvSpPr>
            <p:spPr bwMode="auto">
              <a:xfrm>
                <a:off x="3000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2" name="Freeform 2306"/>
              <p:cNvSpPr>
                <a:spLocks/>
              </p:cNvSpPr>
              <p:nvPr/>
            </p:nvSpPr>
            <p:spPr bwMode="auto">
              <a:xfrm>
                <a:off x="3012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3" name="Freeform 2307"/>
              <p:cNvSpPr>
                <a:spLocks/>
              </p:cNvSpPr>
              <p:nvPr/>
            </p:nvSpPr>
            <p:spPr bwMode="auto">
              <a:xfrm>
                <a:off x="2538" y="28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4" name="Freeform 2308"/>
              <p:cNvSpPr>
                <a:spLocks/>
              </p:cNvSpPr>
              <p:nvPr/>
            </p:nvSpPr>
            <p:spPr bwMode="auto">
              <a:xfrm>
                <a:off x="3198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5" name="Freeform 2309"/>
              <p:cNvSpPr>
                <a:spLocks/>
              </p:cNvSpPr>
              <p:nvPr/>
            </p:nvSpPr>
            <p:spPr bwMode="auto">
              <a:xfrm>
                <a:off x="2364" y="27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6" name="Freeform 2310"/>
              <p:cNvSpPr>
                <a:spLocks/>
              </p:cNvSpPr>
              <p:nvPr/>
            </p:nvSpPr>
            <p:spPr bwMode="auto">
              <a:xfrm>
                <a:off x="2646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7" name="Freeform 2311"/>
              <p:cNvSpPr>
                <a:spLocks/>
              </p:cNvSpPr>
              <p:nvPr/>
            </p:nvSpPr>
            <p:spPr bwMode="auto">
              <a:xfrm>
                <a:off x="3060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8" name="Freeform 2312"/>
              <p:cNvSpPr>
                <a:spLocks/>
              </p:cNvSpPr>
              <p:nvPr/>
            </p:nvSpPr>
            <p:spPr bwMode="auto">
              <a:xfrm>
                <a:off x="2862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9" name="Freeform 2313"/>
              <p:cNvSpPr>
                <a:spLocks/>
              </p:cNvSpPr>
              <p:nvPr/>
            </p:nvSpPr>
            <p:spPr bwMode="auto">
              <a:xfrm>
                <a:off x="3078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0" name="Freeform 2314"/>
              <p:cNvSpPr>
                <a:spLocks/>
              </p:cNvSpPr>
              <p:nvPr/>
            </p:nvSpPr>
            <p:spPr bwMode="auto">
              <a:xfrm>
                <a:off x="3102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1" name="Freeform 2315"/>
              <p:cNvSpPr>
                <a:spLocks/>
              </p:cNvSpPr>
              <p:nvPr/>
            </p:nvSpPr>
            <p:spPr bwMode="auto">
              <a:xfrm>
                <a:off x="3174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2" name="Freeform 2316"/>
              <p:cNvSpPr>
                <a:spLocks/>
              </p:cNvSpPr>
              <p:nvPr/>
            </p:nvSpPr>
            <p:spPr bwMode="auto">
              <a:xfrm>
                <a:off x="2628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3" name="Freeform 2317"/>
              <p:cNvSpPr>
                <a:spLocks/>
              </p:cNvSpPr>
              <p:nvPr/>
            </p:nvSpPr>
            <p:spPr bwMode="auto">
              <a:xfrm>
                <a:off x="2694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4" name="Freeform 2318"/>
              <p:cNvSpPr>
                <a:spLocks/>
              </p:cNvSpPr>
              <p:nvPr/>
            </p:nvSpPr>
            <p:spPr bwMode="auto">
              <a:xfrm>
                <a:off x="2580" y="28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5" name="Freeform 2319"/>
              <p:cNvSpPr>
                <a:spLocks/>
              </p:cNvSpPr>
              <p:nvPr/>
            </p:nvSpPr>
            <p:spPr bwMode="auto">
              <a:xfrm>
                <a:off x="2580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6" name="Freeform 2320"/>
              <p:cNvSpPr>
                <a:spLocks/>
              </p:cNvSpPr>
              <p:nvPr/>
            </p:nvSpPr>
            <p:spPr bwMode="auto">
              <a:xfrm>
                <a:off x="2826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7" name="Freeform 2321"/>
              <p:cNvSpPr>
                <a:spLocks/>
              </p:cNvSpPr>
              <p:nvPr/>
            </p:nvSpPr>
            <p:spPr bwMode="auto">
              <a:xfrm>
                <a:off x="2754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8" name="Freeform 2322"/>
              <p:cNvSpPr>
                <a:spLocks/>
              </p:cNvSpPr>
              <p:nvPr/>
            </p:nvSpPr>
            <p:spPr bwMode="auto">
              <a:xfrm>
                <a:off x="3054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9" name="Freeform 2323"/>
              <p:cNvSpPr>
                <a:spLocks/>
              </p:cNvSpPr>
              <p:nvPr/>
            </p:nvSpPr>
            <p:spPr bwMode="auto">
              <a:xfrm>
                <a:off x="2484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0" name="Freeform 2324"/>
              <p:cNvSpPr>
                <a:spLocks/>
              </p:cNvSpPr>
              <p:nvPr/>
            </p:nvSpPr>
            <p:spPr bwMode="auto">
              <a:xfrm>
                <a:off x="2868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1" name="Freeform 2325"/>
              <p:cNvSpPr>
                <a:spLocks/>
              </p:cNvSpPr>
              <p:nvPr/>
            </p:nvSpPr>
            <p:spPr bwMode="auto">
              <a:xfrm>
                <a:off x="3246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2" name="Freeform 2326"/>
              <p:cNvSpPr>
                <a:spLocks/>
              </p:cNvSpPr>
              <p:nvPr/>
            </p:nvSpPr>
            <p:spPr bwMode="auto">
              <a:xfrm>
                <a:off x="2730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3" name="Freeform 2327"/>
              <p:cNvSpPr>
                <a:spLocks/>
              </p:cNvSpPr>
              <p:nvPr/>
            </p:nvSpPr>
            <p:spPr bwMode="auto">
              <a:xfrm>
                <a:off x="2772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4" name="Freeform 2328"/>
              <p:cNvSpPr>
                <a:spLocks/>
              </p:cNvSpPr>
              <p:nvPr/>
            </p:nvSpPr>
            <p:spPr bwMode="auto">
              <a:xfrm>
                <a:off x="3120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5" name="Freeform 2329"/>
              <p:cNvSpPr>
                <a:spLocks/>
              </p:cNvSpPr>
              <p:nvPr/>
            </p:nvSpPr>
            <p:spPr bwMode="auto">
              <a:xfrm>
                <a:off x="3126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6" name="Freeform 2330"/>
              <p:cNvSpPr>
                <a:spLocks/>
              </p:cNvSpPr>
              <p:nvPr/>
            </p:nvSpPr>
            <p:spPr bwMode="auto">
              <a:xfrm>
                <a:off x="2556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7" name="Freeform 2331"/>
              <p:cNvSpPr>
                <a:spLocks/>
              </p:cNvSpPr>
              <p:nvPr/>
            </p:nvSpPr>
            <p:spPr bwMode="auto">
              <a:xfrm>
                <a:off x="3126" y="21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8" name="Freeform 2332"/>
              <p:cNvSpPr>
                <a:spLocks/>
              </p:cNvSpPr>
              <p:nvPr/>
            </p:nvSpPr>
            <p:spPr bwMode="auto">
              <a:xfrm>
                <a:off x="3282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9" name="Freeform 2333"/>
              <p:cNvSpPr>
                <a:spLocks/>
              </p:cNvSpPr>
              <p:nvPr/>
            </p:nvSpPr>
            <p:spPr bwMode="auto">
              <a:xfrm>
                <a:off x="2868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0" name="Freeform 2334"/>
              <p:cNvSpPr>
                <a:spLocks/>
              </p:cNvSpPr>
              <p:nvPr/>
            </p:nvSpPr>
            <p:spPr bwMode="auto">
              <a:xfrm>
                <a:off x="2838" y="27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1" name="Freeform 2335"/>
              <p:cNvSpPr>
                <a:spLocks/>
              </p:cNvSpPr>
              <p:nvPr/>
            </p:nvSpPr>
            <p:spPr bwMode="auto">
              <a:xfrm>
                <a:off x="3096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2" name="Freeform 2336"/>
              <p:cNvSpPr>
                <a:spLocks/>
              </p:cNvSpPr>
              <p:nvPr/>
            </p:nvSpPr>
            <p:spPr bwMode="auto">
              <a:xfrm>
                <a:off x="2562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3" name="Freeform 2337"/>
              <p:cNvSpPr>
                <a:spLocks/>
              </p:cNvSpPr>
              <p:nvPr/>
            </p:nvSpPr>
            <p:spPr bwMode="auto">
              <a:xfrm>
                <a:off x="2622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4" name="Freeform 2338"/>
              <p:cNvSpPr>
                <a:spLocks/>
              </p:cNvSpPr>
              <p:nvPr/>
            </p:nvSpPr>
            <p:spPr bwMode="auto">
              <a:xfrm>
                <a:off x="2880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5" name="Freeform 2339"/>
              <p:cNvSpPr>
                <a:spLocks/>
              </p:cNvSpPr>
              <p:nvPr/>
            </p:nvSpPr>
            <p:spPr bwMode="auto">
              <a:xfrm>
                <a:off x="2712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6" name="Freeform 2340"/>
              <p:cNvSpPr>
                <a:spLocks/>
              </p:cNvSpPr>
              <p:nvPr/>
            </p:nvSpPr>
            <p:spPr bwMode="auto">
              <a:xfrm>
                <a:off x="2700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7" name="Freeform 2341"/>
              <p:cNvSpPr>
                <a:spLocks/>
              </p:cNvSpPr>
              <p:nvPr/>
            </p:nvSpPr>
            <p:spPr bwMode="auto">
              <a:xfrm>
                <a:off x="2622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8" name="Freeform 2342"/>
              <p:cNvSpPr>
                <a:spLocks/>
              </p:cNvSpPr>
              <p:nvPr/>
            </p:nvSpPr>
            <p:spPr bwMode="auto">
              <a:xfrm>
                <a:off x="2760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9" name="Freeform 2343"/>
              <p:cNvSpPr>
                <a:spLocks/>
              </p:cNvSpPr>
              <p:nvPr/>
            </p:nvSpPr>
            <p:spPr bwMode="auto">
              <a:xfrm>
                <a:off x="2754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0" name="Freeform 2344"/>
              <p:cNvSpPr>
                <a:spLocks/>
              </p:cNvSpPr>
              <p:nvPr/>
            </p:nvSpPr>
            <p:spPr bwMode="auto">
              <a:xfrm>
                <a:off x="2310" y="29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1" name="Freeform 2345"/>
              <p:cNvSpPr>
                <a:spLocks/>
              </p:cNvSpPr>
              <p:nvPr/>
            </p:nvSpPr>
            <p:spPr bwMode="auto">
              <a:xfrm>
                <a:off x="2790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2" name="Freeform 2346"/>
              <p:cNvSpPr>
                <a:spLocks/>
              </p:cNvSpPr>
              <p:nvPr/>
            </p:nvSpPr>
            <p:spPr bwMode="auto">
              <a:xfrm>
                <a:off x="2802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3" name="Freeform 2347"/>
              <p:cNvSpPr>
                <a:spLocks/>
              </p:cNvSpPr>
              <p:nvPr/>
            </p:nvSpPr>
            <p:spPr bwMode="auto">
              <a:xfrm>
                <a:off x="3378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4" name="Freeform 2348"/>
              <p:cNvSpPr>
                <a:spLocks/>
              </p:cNvSpPr>
              <p:nvPr/>
            </p:nvSpPr>
            <p:spPr bwMode="auto">
              <a:xfrm>
                <a:off x="3048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5" name="Freeform 2349"/>
              <p:cNvSpPr>
                <a:spLocks/>
              </p:cNvSpPr>
              <p:nvPr/>
            </p:nvSpPr>
            <p:spPr bwMode="auto">
              <a:xfrm>
                <a:off x="2952" y="22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6" name="Freeform 2350"/>
              <p:cNvSpPr>
                <a:spLocks/>
              </p:cNvSpPr>
              <p:nvPr/>
            </p:nvSpPr>
            <p:spPr bwMode="auto">
              <a:xfrm>
                <a:off x="2802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7" name="Freeform 2351"/>
              <p:cNvSpPr>
                <a:spLocks/>
              </p:cNvSpPr>
              <p:nvPr/>
            </p:nvSpPr>
            <p:spPr bwMode="auto">
              <a:xfrm>
                <a:off x="2502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8" name="Freeform 2352"/>
              <p:cNvSpPr>
                <a:spLocks/>
              </p:cNvSpPr>
              <p:nvPr/>
            </p:nvSpPr>
            <p:spPr bwMode="auto">
              <a:xfrm>
                <a:off x="3084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9" name="Freeform 2353"/>
              <p:cNvSpPr>
                <a:spLocks/>
              </p:cNvSpPr>
              <p:nvPr/>
            </p:nvSpPr>
            <p:spPr bwMode="auto">
              <a:xfrm>
                <a:off x="2940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0" name="Freeform 2354"/>
              <p:cNvSpPr>
                <a:spLocks/>
              </p:cNvSpPr>
              <p:nvPr/>
            </p:nvSpPr>
            <p:spPr bwMode="auto">
              <a:xfrm>
                <a:off x="2772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1" name="Freeform 2355"/>
              <p:cNvSpPr>
                <a:spLocks/>
              </p:cNvSpPr>
              <p:nvPr/>
            </p:nvSpPr>
            <p:spPr bwMode="auto">
              <a:xfrm>
                <a:off x="3090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2" name="Freeform 2356"/>
              <p:cNvSpPr>
                <a:spLocks/>
              </p:cNvSpPr>
              <p:nvPr/>
            </p:nvSpPr>
            <p:spPr bwMode="auto">
              <a:xfrm>
                <a:off x="2508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3" name="Freeform 2357"/>
              <p:cNvSpPr>
                <a:spLocks/>
              </p:cNvSpPr>
              <p:nvPr/>
            </p:nvSpPr>
            <p:spPr bwMode="auto">
              <a:xfrm>
                <a:off x="3078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4" name="Freeform 2358"/>
              <p:cNvSpPr>
                <a:spLocks/>
              </p:cNvSpPr>
              <p:nvPr/>
            </p:nvSpPr>
            <p:spPr bwMode="auto">
              <a:xfrm>
                <a:off x="3156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5" name="Freeform 2359"/>
              <p:cNvSpPr>
                <a:spLocks/>
              </p:cNvSpPr>
              <p:nvPr/>
            </p:nvSpPr>
            <p:spPr bwMode="auto">
              <a:xfrm>
                <a:off x="3120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6" name="Freeform 2360"/>
              <p:cNvSpPr>
                <a:spLocks/>
              </p:cNvSpPr>
              <p:nvPr/>
            </p:nvSpPr>
            <p:spPr bwMode="auto">
              <a:xfrm>
                <a:off x="2136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7" name="Freeform 2361"/>
              <p:cNvSpPr>
                <a:spLocks/>
              </p:cNvSpPr>
              <p:nvPr/>
            </p:nvSpPr>
            <p:spPr bwMode="auto">
              <a:xfrm>
                <a:off x="3114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8" name="Freeform 2362"/>
              <p:cNvSpPr>
                <a:spLocks/>
              </p:cNvSpPr>
              <p:nvPr/>
            </p:nvSpPr>
            <p:spPr bwMode="auto">
              <a:xfrm>
                <a:off x="2952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9" name="Freeform 2363"/>
              <p:cNvSpPr>
                <a:spLocks/>
              </p:cNvSpPr>
              <p:nvPr/>
            </p:nvSpPr>
            <p:spPr bwMode="auto">
              <a:xfrm>
                <a:off x="3426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0" name="Freeform 2364"/>
              <p:cNvSpPr>
                <a:spLocks/>
              </p:cNvSpPr>
              <p:nvPr/>
            </p:nvSpPr>
            <p:spPr bwMode="auto">
              <a:xfrm>
                <a:off x="2886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1" name="Freeform 2365"/>
              <p:cNvSpPr>
                <a:spLocks/>
              </p:cNvSpPr>
              <p:nvPr/>
            </p:nvSpPr>
            <p:spPr bwMode="auto">
              <a:xfrm>
                <a:off x="2328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2" name="Freeform 2366"/>
              <p:cNvSpPr>
                <a:spLocks/>
              </p:cNvSpPr>
              <p:nvPr/>
            </p:nvSpPr>
            <p:spPr bwMode="auto">
              <a:xfrm>
                <a:off x="2766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3" name="Freeform 2367"/>
              <p:cNvSpPr>
                <a:spLocks/>
              </p:cNvSpPr>
              <p:nvPr/>
            </p:nvSpPr>
            <p:spPr bwMode="auto">
              <a:xfrm>
                <a:off x="3012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4" name="Freeform 2368"/>
              <p:cNvSpPr>
                <a:spLocks/>
              </p:cNvSpPr>
              <p:nvPr/>
            </p:nvSpPr>
            <p:spPr bwMode="auto">
              <a:xfrm>
                <a:off x="2904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5" name="Freeform 2369"/>
              <p:cNvSpPr>
                <a:spLocks/>
              </p:cNvSpPr>
              <p:nvPr/>
            </p:nvSpPr>
            <p:spPr bwMode="auto">
              <a:xfrm>
                <a:off x="3000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6" name="Freeform 2370"/>
              <p:cNvSpPr>
                <a:spLocks/>
              </p:cNvSpPr>
              <p:nvPr/>
            </p:nvSpPr>
            <p:spPr bwMode="auto">
              <a:xfrm>
                <a:off x="2772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7" name="Freeform 2371"/>
              <p:cNvSpPr>
                <a:spLocks/>
              </p:cNvSpPr>
              <p:nvPr/>
            </p:nvSpPr>
            <p:spPr bwMode="auto">
              <a:xfrm>
                <a:off x="3426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8" name="Freeform 2372"/>
              <p:cNvSpPr>
                <a:spLocks/>
              </p:cNvSpPr>
              <p:nvPr/>
            </p:nvSpPr>
            <p:spPr bwMode="auto">
              <a:xfrm>
                <a:off x="2946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9" name="Freeform 2373"/>
              <p:cNvSpPr>
                <a:spLocks/>
              </p:cNvSpPr>
              <p:nvPr/>
            </p:nvSpPr>
            <p:spPr bwMode="auto">
              <a:xfrm>
                <a:off x="2832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0" name="Freeform 2374"/>
              <p:cNvSpPr>
                <a:spLocks/>
              </p:cNvSpPr>
              <p:nvPr/>
            </p:nvSpPr>
            <p:spPr bwMode="auto">
              <a:xfrm>
                <a:off x="2736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1" name="Freeform 2375"/>
              <p:cNvSpPr>
                <a:spLocks/>
              </p:cNvSpPr>
              <p:nvPr/>
            </p:nvSpPr>
            <p:spPr bwMode="auto">
              <a:xfrm>
                <a:off x="2868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2" name="Freeform 2376"/>
              <p:cNvSpPr>
                <a:spLocks/>
              </p:cNvSpPr>
              <p:nvPr/>
            </p:nvSpPr>
            <p:spPr bwMode="auto">
              <a:xfrm>
                <a:off x="2700" y="28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3" name="Freeform 2377"/>
              <p:cNvSpPr>
                <a:spLocks/>
              </p:cNvSpPr>
              <p:nvPr/>
            </p:nvSpPr>
            <p:spPr bwMode="auto">
              <a:xfrm>
                <a:off x="2796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4" name="Freeform 2378"/>
              <p:cNvSpPr>
                <a:spLocks/>
              </p:cNvSpPr>
              <p:nvPr/>
            </p:nvSpPr>
            <p:spPr bwMode="auto">
              <a:xfrm>
                <a:off x="2856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5" name="Freeform 2379"/>
              <p:cNvSpPr>
                <a:spLocks/>
              </p:cNvSpPr>
              <p:nvPr/>
            </p:nvSpPr>
            <p:spPr bwMode="auto">
              <a:xfrm>
                <a:off x="2838" y="28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6" name="Freeform 2380"/>
              <p:cNvSpPr>
                <a:spLocks/>
              </p:cNvSpPr>
              <p:nvPr/>
            </p:nvSpPr>
            <p:spPr bwMode="auto">
              <a:xfrm>
                <a:off x="2964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7" name="Freeform 2381"/>
              <p:cNvSpPr>
                <a:spLocks/>
              </p:cNvSpPr>
              <p:nvPr/>
            </p:nvSpPr>
            <p:spPr bwMode="auto">
              <a:xfrm>
                <a:off x="2856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8" name="Freeform 2382"/>
              <p:cNvSpPr>
                <a:spLocks/>
              </p:cNvSpPr>
              <p:nvPr/>
            </p:nvSpPr>
            <p:spPr bwMode="auto">
              <a:xfrm>
                <a:off x="2874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9" name="Freeform 2383"/>
              <p:cNvSpPr>
                <a:spLocks/>
              </p:cNvSpPr>
              <p:nvPr/>
            </p:nvSpPr>
            <p:spPr bwMode="auto">
              <a:xfrm>
                <a:off x="2676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0" name="Freeform 2384"/>
              <p:cNvSpPr>
                <a:spLocks/>
              </p:cNvSpPr>
              <p:nvPr/>
            </p:nvSpPr>
            <p:spPr bwMode="auto">
              <a:xfrm>
                <a:off x="3144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1" name="Freeform 2385"/>
              <p:cNvSpPr>
                <a:spLocks/>
              </p:cNvSpPr>
              <p:nvPr/>
            </p:nvSpPr>
            <p:spPr bwMode="auto">
              <a:xfrm>
                <a:off x="3084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2" name="Freeform 2386"/>
              <p:cNvSpPr>
                <a:spLocks/>
              </p:cNvSpPr>
              <p:nvPr/>
            </p:nvSpPr>
            <p:spPr bwMode="auto">
              <a:xfrm>
                <a:off x="2958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3" name="Freeform 2387"/>
              <p:cNvSpPr>
                <a:spLocks/>
              </p:cNvSpPr>
              <p:nvPr/>
            </p:nvSpPr>
            <p:spPr bwMode="auto">
              <a:xfrm>
                <a:off x="2520" y="30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4" name="Freeform 2388"/>
              <p:cNvSpPr>
                <a:spLocks/>
              </p:cNvSpPr>
              <p:nvPr/>
            </p:nvSpPr>
            <p:spPr bwMode="auto">
              <a:xfrm>
                <a:off x="3330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5" name="Freeform 2389"/>
              <p:cNvSpPr>
                <a:spLocks/>
              </p:cNvSpPr>
              <p:nvPr/>
            </p:nvSpPr>
            <p:spPr bwMode="auto">
              <a:xfrm>
                <a:off x="3024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6" name="Freeform 2390"/>
              <p:cNvSpPr>
                <a:spLocks/>
              </p:cNvSpPr>
              <p:nvPr/>
            </p:nvSpPr>
            <p:spPr bwMode="auto">
              <a:xfrm>
                <a:off x="2958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7" name="Freeform 2391"/>
              <p:cNvSpPr>
                <a:spLocks/>
              </p:cNvSpPr>
              <p:nvPr/>
            </p:nvSpPr>
            <p:spPr bwMode="auto">
              <a:xfrm>
                <a:off x="3534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8" name="Freeform 2392"/>
              <p:cNvSpPr>
                <a:spLocks/>
              </p:cNvSpPr>
              <p:nvPr/>
            </p:nvSpPr>
            <p:spPr bwMode="auto">
              <a:xfrm>
                <a:off x="2496" y="29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9" name="Freeform 2393"/>
              <p:cNvSpPr>
                <a:spLocks/>
              </p:cNvSpPr>
              <p:nvPr/>
            </p:nvSpPr>
            <p:spPr bwMode="auto">
              <a:xfrm>
                <a:off x="3102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0" name="Freeform 2394"/>
              <p:cNvSpPr>
                <a:spLocks/>
              </p:cNvSpPr>
              <p:nvPr/>
            </p:nvSpPr>
            <p:spPr bwMode="auto">
              <a:xfrm>
                <a:off x="2364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1" name="Freeform 2395"/>
              <p:cNvSpPr>
                <a:spLocks/>
              </p:cNvSpPr>
              <p:nvPr/>
            </p:nvSpPr>
            <p:spPr bwMode="auto">
              <a:xfrm>
                <a:off x="3102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2" name="Freeform 2396"/>
              <p:cNvSpPr>
                <a:spLocks/>
              </p:cNvSpPr>
              <p:nvPr/>
            </p:nvSpPr>
            <p:spPr bwMode="auto">
              <a:xfrm>
                <a:off x="3078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3" name="Freeform 2397"/>
              <p:cNvSpPr>
                <a:spLocks/>
              </p:cNvSpPr>
              <p:nvPr/>
            </p:nvSpPr>
            <p:spPr bwMode="auto">
              <a:xfrm>
                <a:off x="2466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4" name="Freeform 2398"/>
              <p:cNvSpPr>
                <a:spLocks/>
              </p:cNvSpPr>
              <p:nvPr/>
            </p:nvSpPr>
            <p:spPr bwMode="auto">
              <a:xfrm>
                <a:off x="2448" y="20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5" name="Freeform 2399"/>
              <p:cNvSpPr>
                <a:spLocks/>
              </p:cNvSpPr>
              <p:nvPr/>
            </p:nvSpPr>
            <p:spPr bwMode="auto">
              <a:xfrm>
                <a:off x="2754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6" name="Freeform 2400"/>
              <p:cNvSpPr>
                <a:spLocks/>
              </p:cNvSpPr>
              <p:nvPr/>
            </p:nvSpPr>
            <p:spPr bwMode="auto">
              <a:xfrm>
                <a:off x="2886" y="21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7" name="Freeform 2401"/>
              <p:cNvSpPr>
                <a:spLocks/>
              </p:cNvSpPr>
              <p:nvPr/>
            </p:nvSpPr>
            <p:spPr bwMode="auto">
              <a:xfrm>
                <a:off x="3138" y="21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8" name="Freeform 2402"/>
              <p:cNvSpPr>
                <a:spLocks/>
              </p:cNvSpPr>
              <p:nvPr/>
            </p:nvSpPr>
            <p:spPr bwMode="auto">
              <a:xfrm>
                <a:off x="2814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9" name="Freeform 2403"/>
              <p:cNvSpPr>
                <a:spLocks/>
              </p:cNvSpPr>
              <p:nvPr/>
            </p:nvSpPr>
            <p:spPr bwMode="auto">
              <a:xfrm>
                <a:off x="2724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0" name="Freeform 2404"/>
              <p:cNvSpPr>
                <a:spLocks/>
              </p:cNvSpPr>
              <p:nvPr/>
            </p:nvSpPr>
            <p:spPr bwMode="auto">
              <a:xfrm>
                <a:off x="2802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1" name="Freeform 2405"/>
              <p:cNvSpPr>
                <a:spLocks/>
              </p:cNvSpPr>
              <p:nvPr/>
            </p:nvSpPr>
            <p:spPr bwMode="auto">
              <a:xfrm>
                <a:off x="2550" y="28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2" name="Freeform 2406"/>
              <p:cNvSpPr>
                <a:spLocks/>
              </p:cNvSpPr>
              <p:nvPr/>
            </p:nvSpPr>
            <p:spPr bwMode="auto">
              <a:xfrm>
                <a:off x="3114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3" name="Freeform 2407"/>
              <p:cNvSpPr>
                <a:spLocks/>
              </p:cNvSpPr>
              <p:nvPr/>
            </p:nvSpPr>
            <p:spPr bwMode="auto">
              <a:xfrm>
                <a:off x="2736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4" name="Freeform 2408"/>
              <p:cNvSpPr>
                <a:spLocks/>
              </p:cNvSpPr>
              <p:nvPr/>
            </p:nvSpPr>
            <p:spPr bwMode="auto">
              <a:xfrm>
                <a:off x="2844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5" name="Freeform 2409"/>
              <p:cNvSpPr>
                <a:spLocks/>
              </p:cNvSpPr>
              <p:nvPr/>
            </p:nvSpPr>
            <p:spPr bwMode="auto">
              <a:xfrm>
                <a:off x="2760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6" name="Freeform 2410"/>
              <p:cNvSpPr>
                <a:spLocks/>
              </p:cNvSpPr>
              <p:nvPr/>
            </p:nvSpPr>
            <p:spPr bwMode="auto">
              <a:xfrm>
                <a:off x="2688" y="20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7" name="Freeform 2411"/>
              <p:cNvSpPr>
                <a:spLocks/>
              </p:cNvSpPr>
              <p:nvPr/>
            </p:nvSpPr>
            <p:spPr bwMode="auto">
              <a:xfrm>
                <a:off x="2646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8" name="Freeform 2412"/>
              <p:cNvSpPr>
                <a:spLocks/>
              </p:cNvSpPr>
              <p:nvPr/>
            </p:nvSpPr>
            <p:spPr bwMode="auto">
              <a:xfrm>
                <a:off x="3330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9" name="Freeform 2413"/>
              <p:cNvSpPr>
                <a:spLocks/>
              </p:cNvSpPr>
              <p:nvPr/>
            </p:nvSpPr>
            <p:spPr bwMode="auto">
              <a:xfrm>
                <a:off x="3066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50" name="Freeform 2414"/>
              <p:cNvSpPr>
                <a:spLocks/>
              </p:cNvSpPr>
              <p:nvPr/>
            </p:nvSpPr>
            <p:spPr bwMode="auto">
              <a:xfrm>
                <a:off x="2928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51" name="Freeform 2415"/>
              <p:cNvSpPr>
                <a:spLocks/>
              </p:cNvSpPr>
              <p:nvPr/>
            </p:nvSpPr>
            <p:spPr bwMode="auto">
              <a:xfrm>
                <a:off x="3390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6" name="Group 2617"/>
            <p:cNvGrpSpPr>
              <a:grpSpLocks/>
            </p:cNvGrpSpPr>
            <p:nvPr/>
          </p:nvGrpSpPr>
          <p:grpSpPr bwMode="auto">
            <a:xfrm>
              <a:off x="2076" y="2025"/>
              <a:ext cx="1434" cy="1026"/>
              <a:chOff x="2076" y="2025"/>
              <a:chExt cx="1434" cy="1026"/>
            </a:xfrm>
          </p:grpSpPr>
          <p:sp>
            <p:nvSpPr>
              <p:cNvPr id="58752" name="Freeform 2417"/>
              <p:cNvSpPr>
                <a:spLocks/>
              </p:cNvSpPr>
              <p:nvPr/>
            </p:nvSpPr>
            <p:spPr bwMode="auto">
              <a:xfrm>
                <a:off x="2406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53" name="Freeform 2418"/>
              <p:cNvSpPr>
                <a:spLocks/>
              </p:cNvSpPr>
              <p:nvPr/>
            </p:nvSpPr>
            <p:spPr bwMode="auto">
              <a:xfrm>
                <a:off x="2928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54" name="Freeform 2419"/>
              <p:cNvSpPr>
                <a:spLocks/>
              </p:cNvSpPr>
              <p:nvPr/>
            </p:nvSpPr>
            <p:spPr bwMode="auto">
              <a:xfrm>
                <a:off x="2868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55" name="Freeform 2420"/>
              <p:cNvSpPr>
                <a:spLocks/>
              </p:cNvSpPr>
              <p:nvPr/>
            </p:nvSpPr>
            <p:spPr bwMode="auto">
              <a:xfrm>
                <a:off x="2238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56" name="Freeform 2421"/>
              <p:cNvSpPr>
                <a:spLocks/>
              </p:cNvSpPr>
              <p:nvPr/>
            </p:nvSpPr>
            <p:spPr bwMode="auto">
              <a:xfrm>
                <a:off x="2724" y="28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57" name="Freeform 2422"/>
              <p:cNvSpPr>
                <a:spLocks/>
              </p:cNvSpPr>
              <p:nvPr/>
            </p:nvSpPr>
            <p:spPr bwMode="auto">
              <a:xfrm>
                <a:off x="3054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58" name="Freeform 2423"/>
              <p:cNvSpPr>
                <a:spLocks/>
              </p:cNvSpPr>
              <p:nvPr/>
            </p:nvSpPr>
            <p:spPr bwMode="auto">
              <a:xfrm>
                <a:off x="2790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59" name="Freeform 2424"/>
              <p:cNvSpPr>
                <a:spLocks/>
              </p:cNvSpPr>
              <p:nvPr/>
            </p:nvSpPr>
            <p:spPr bwMode="auto">
              <a:xfrm>
                <a:off x="2976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0" name="Freeform 2425"/>
              <p:cNvSpPr>
                <a:spLocks/>
              </p:cNvSpPr>
              <p:nvPr/>
            </p:nvSpPr>
            <p:spPr bwMode="auto">
              <a:xfrm>
                <a:off x="3006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1" name="Freeform 2426"/>
              <p:cNvSpPr>
                <a:spLocks/>
              </p:cNvSpPr>
              <p:nvPr/>
            </p:nvSpPr>
            <p:spPr bwMode="auto">
              <a:xfrm>
                <a:off x="2826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2" name="Freeform 2427"/>
              <p:cNvSpPr>
                <a:spLocks/>
              </p:cNvSpPr>
              <p:nvPr/>
            </p:nvSpPr>
            <p:spPr bwMode="auto">
              <a:xfrm>
                <a:off x="2688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3" name="Freeform 2428"/>
              <p:cNvSpPr>
                <a:spLocks/>
              </p:cNvSpPr>
              <p:nvPr/>
            </p:nvSpPr>
            <p:spPr bwMode="auto">
              <a:xfrm>
                <a:off x="2682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4" name="Freeform 2429"/>
              <p:cNvSpPr>
                <a:spLocks/>
              </p:cNvSpPr>
              <p:nvPr/>
            </p:nvSpPr>
            <p:spPr bwMode="auto">
              <a:xfrm>
                <a:off x="2604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5" name="Freeform 2430"/>
              <p:cNvSpPr>
                <a:spLocks/>
              </p:cNvSpPr>
              <p:nvPr/>
            </p:nvSpPr>
            <p:spPr bwMode="auto">
              <a:xfrm>
                <a:off x="2940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6" name="Freeform 2431"/>
              <p:cNvSpPr>
                <a:spLocks/>
              </p:cNvSpPr>
              <p:nvPr/>
            </p:nvSpPr>
            <p:spPr bwMode="auto">
              <a:xfrm>
                <a:off x="2976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7" name="Freeform 2432"/>
              <p:cNvSpPr>
                <a:spLocks/>
              </p:cNvSpPr>
              <p:nvPr/>
            </p:nvSpPr>
            <p:spPr bwMode="auto">
              <a:xfrm>
                <a:off x="2526" y="29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8" name="Freeform 2433"/>
              <p:cNvSpPr>
                <a:spLocks/>
              </p:cNvSpPr>
              <p:nvPr/>
            </p:nvSpPr>
            <p:spPr bwMode="auto">
              <a:xfrm>
                <a:off x="2898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9" name="Freeform 2434"/>
              <p:cNvSpPr>
                <a:spLocks/>
              </p:cNvSpPr>
              <p:nvPr/>
            </p:nvSpPr>
            <p:spPr bwMode="auto">
              <a:xfrm>
                <a:off x="2550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0" name="Freeform 2435"/>
              <p:cNvSpPr>
                <a:spLocks/>
              </p:cNvSpPr>
              <p:nvPr/>
            </p:nvSpPr>
            <p:spPr bwMode="auto">
              <a:xfrm>
                <a:off x="2376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1" name="Freeform 2436"/>
              <p:cNvSpPr>
                <a:spLocks/>
              </p:cNvSpPr>
              <p:nvPr/>
            </p:nvSpPr>
            <p:spPr bwMode="auto">
              <a:xfrm>
                <a:off x="3468" y="21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2" name="Freeform 2437"/>
              <p:cNvSpPr>
                <a:spLocks/>
              </p:cNvSpPr>
              <p:nvPr/>
            </p:nvSpPr>
            <p:spPr bwMode="auto">
              <a:xfrm>
                <a:off x="3126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3" name="Freeform 2438"/>
              <p:cNvSpPr>
                <a:spLocks/>
              </p:cNvSpPr>
              <p:nvPr/>
            </p:nvSpPr>
            <p:spPr bwMode="auto">
              <a:xfrm>
                <a:off x="2598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4" name="Freeform 2439"/>
              <p:cNvSpPr>
                <a:spLocks/>
              </p:cNvSpPr>
              <p:nvPr/>
            </p:nvSpPr>
            <p:spPr bwMode="auto">
              <a:xfrm>
                <a:off x="2478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5" name="Freeform 2440"/>
              <p:cNvSpPr>
                <a:spLocks/>
              </p:cNvSpPr>
              <p:nvPr/>
            </p:nvSpPr>
            <p:spPr bwMode="auto">
              <a:xfrm>
                <a:off x="3156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6" name="Freeform 2441"/>
              <p:cNvSpPr>
                <a:spLocks/>
              </p:cNvSpPr>
              <p:nvPr/>
            </p:nvSpPr>
            <p:spPr bwMode="auto">
              <a:xfrm>
                <a:off x="3102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7" name="Freeform 2442"/>
              <p:cNvSpPr>
                <a:spLocks/>
              </p:cNvSpPr>
              <p:nvPr/>
            </p:nvSpPr>
            <p:spPr bwMode="auto">
              <a:xfrm>
                <a:off x="2880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8" name="Freeform 2443"/>
              <p:cNvSpPr>
                <a:spLocks/>
              </p:cNvSpPr>
              <p:nvPr/>
            </p:nvSpPr>
            <p:spPr bwMode="auto">
              <a:xfrm>
                <a:off x="3144" y="20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9" name="Freeform 2444"/>
              <p:cNvSpPr>
                <a:spLocks/>
              </p:cNvSpPr>
              <p:nvPr/>
            </p:nvSpPr>
            <p:spPr bwMode="auto">
              <a:xfrm>
                <a:off x="2508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0" name="Freeform 2445"/>
              <p:cNvSpPr>
                <a:spLocks/>
              </p:cNvSpPr>
              <p:nvPr/>
            </p:nvSpPr>
            <p:spPr bwMode="auto">
              <a:xfrm>
                <a:off x="2886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1" name="Freeform 2446"/>
              <p:cNvSpPr>
                <a:spLocks/>
              </p:cNvSpPr>
              <p:nvPr/>
            </p:nvSpPr>
            <p:spPr bwMode="auto">
              <a:xfrm>
                <a:off x="3240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2" name="Freeform 2447"/>
              <p:cNvSpPr>
                <a:spLocks/>
              </p:cNvSpPr>
              <p:nvPr/>
            </p:nvSpPr>
            <p:spPr bwMode="auto">
              <a:xfrm>
                <a:off x="2850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3" name="Freeform 2448"/>
              <p:cNvSpPr>
                <a:spLocks/>
              </p:cNvSpPr>
              <p:nvPr/>
            </p:nvSpPr>
            <p:spPr bwMode="auto">
              <a:xfrm>
                <a:off x="2448" y="27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4" name="Freeform 2449"/>
              <p:cNvSpPr>
                <a:spLocks/>
              </p:cNvSpPr>
              <p:nvPr/>
            </p:nvSpPr>
            <p:spPr bwMode="auto">
              <a:xfrm>
                <a:off x="3222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5" name="Freeform 2450"/>
              <p:cNvSpPr>
                <a:spLocks/>
              </p:cNvSpPr>
              <p:nvPr/>
            </p:nvSpPr>
            <p:spPr bwMode="auto">
              <a:xfrm>
                <a:off x="3042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6" name="Freeform 2451"/>
              <p:cNvSpPr>
                <a:spLocks/>
              </p:cNvSpPr>
              <p:nvPr/>
            </p:nvSpPr>
            <p:spPr bwMode="auto">
              <a:xfrm>
                <a:off x="3084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7" name="Freeform 2452"/>
              <p:cNvSpPr>
                <a:spLocks/>
              </p:cNvSpPr>
              <p:nvPr/>
            </p:nvSpPr>
            <p:spPr bwMode="auto">
              <a:xfrm>
                <a:off x="2388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8" name="Freeform 2453"/>
              <p:cNvSpPr>
                <a:spLocks/>
              </p:cNvSpPr>
              <p:nvPr/>
            </p:nvSpPr>
            <p:spPr bwMode="auto">
              <a:xfrm>
                <a:off x="2934" y="29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9" name="Freeform 2454"/>
              <p:cNvSpPr>
                <a:spLocks/>
              </p:cNvSpPr>
              <p:nvPr/>
            </p:nvSpPr>
            <p:spPr bwMode="auto">
              <a:xfrm>
                <a:off x="3150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0" name="Freeform 2455"/>
              <p:cNvSpPr>
                <a:spLocks/>
              </p:cNvSpPr>
              <p:nvPr/>
            </p:nvSpPr>
            <p:spPr bwMode="auto">
              <a:xfrm>
                <a:off x="3348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1" name="Freeform 2456"/>
              <p:cNvSpPr>
                <a:spLocks/>
              </p:cNvSpPr>
              <p:nvPr/>
            </p:nvSpPr>
            <p:spPr bwMode="auto">
              <a:xfrm>
                <a:off x="2760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2" name="Freeform 2457"/>
              <p:cNvSpPr>
                <a:spLocks/>
              </p:cNvSpPr>
              <p:nvPr/>
            </p:nvSpPr>
            <p:spPr bwMode="auto">
              <a:xfrm>
                <a:off x="2538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3" name="Freeform 2458"/>
              <p:cNvSpPr>
                <a:spLocks/>
              </p:cNvSpPr>
              <p:nvPr/>
            </p:nvSpPr>
            <p:spPr bwMode="auto">
              <a:xfrm>
                <a:off x="3048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4" name="Freeform 2459"/>
              <p:cNvSpPr>
                <a:spLocks/>
              </p:cNvSpPr>
              <p:nvPr/>
            </p:nvSpPr>
            <p:spPr bwMode="auto">
              <a:xfrm>
                <a:off x="2880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5" name="Freeform 2460"/>
              <p:cNvSpPr>
                <a:spLocks/>
              </p:cNvSpPr>
              <p:nvPr/>
            </p:nvSpPr>
            <p:spPr bwMode="auto">
              <a:xfrm>
                <a:off x="3126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6" name="Freeform 2461"/>
              <p:cNvSpPr>
                <a:spLocks/>
              </p:cNvSpPr>
              <p:nvPr/>
            </p:nvSpPr>
            <p:spPr bwMode="auto">
              <a:xfrm>
                <a:off x="2976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7" name="Freeform 2462"/>
              <p:cNvSpPr>
                <a:spLocks/>
              </p:cNvSpPr>
              <p:nvPr/>
            </p:nvSpPr>
            <p:spPr bwMode="auto">
              <a:xfrm>
                <a:off x="2496" y="28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8" name="Freeform 2463"/>
              <p:cNvSpPr>
                <a:spLocks/>
              </p:cNvSpPr>
              <p:nvPr/>
            </p:nvSpPr>
            <p:spPr bwMode="auto">
              <a:xfrm>
                <a:off x="3018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9" name="Freeform 2464"/>
              <p:cNvSpPr>
                <a:spLocks/>
              </p:cNvSpPr>
              <p:nvPr/>
            </p:nvSpPr>
            <p:spPr bwMode="auto">
              <a:xfrm>
                <a:off x="3054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00" name="Freeform 2465"/>
              <p:cNvSpPr>
                <a:spLocks/>
              </p:cNvSpPr>
              <p:nvPr/>
            </p:nvSpPr>
            <p:spPr bwMode="auto">
              <a:xfrm>
                <a:off x="2532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01" name="Freeform 2466"/>
              <p:cNvSpPr>
                <a:spLocks/>
              </p:cNvSpPr>
              <p:nvPr/>
            </p:nvSpPr>
            <p:spPr bwMode="auto">
              <a:xfrm>
                <a:off x="3186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02" name="Freeform 2467"/>
              <p:cNvSpPr>
                <a:spLocks/>
              </p:cNvSpPr>
              <p:nvPr/>
            </p:nvSpPr>
            <p:spPr bwMode="auto">
              <a:xfrm>
                <a:off x="2868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03" name="Freeform 2468"/>
              <p:cNvSpPr>
                <a:spLocks/>
              </p:cNvSpPr>
              <p:nvPr/>
            </p:nvSpPr>
            <p:spPr bwMode="auto">
              <a:xfrm>
                <a:off x="2838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04" name="Freeform 2469"/>
              <p:cNvSpPr>
                <a:spLocks/>
              </p:cNvSpPr>
              <p:nvPr/>
            </p:nvSpPr>
            <p:spPr bwMode="auto">
              <a:xfrm>
                <a:off x="2472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05" name="Freeform 2470"/>
              <p:cNvSpPr>
                <a:spLocks/>
              </p:cNvSpPr>
              <p:nvPr/>
            </p:nvSpPr>
            <p:spPr bwMode="auto">
              <a:xfrm>
                <a:off x="2604" y="27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06" name="Freeform 2471"/>
              <p:cNvSpPr>
                <a:spLocks/>
              </p:cNvSpPr>
              <p:nvPr/>
            </p:nvSpPr>
            <p:spPr bwMode="auto">
              <a:xfrm>
                <a:off x="2574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07" name="Freeform 2472"/>
              <p:cNvSpPr>
                <a:spLocks/>
              </p:cNvSpPr>
              <p:nvPr/>
            </p:nvSpPr>
            <p:spPr bwMode="auto">
              <a:xfrm>
                <a:off x="2916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08" name="Freeform 2473"/>
              <p:cNvSpPr>
                <a:spLocks/>
              </p:cNvSpPr>
              <p:nvPr/>
            </p:nvSpPr>
            <p:spPr bwMode="auto">
              <a:xfrm>
                <a:off x="2922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09" name="Freeform 2474"/>
              <p:cNvSpPr>
                <a:spLocks/>
              </p:cNvSpPr>
              <p:nvPr/>
            </p:nvSpPr>
            <p:spPr bwMode="auto">
              <a:xfrm>
                <a:off x="2736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0" name="Freeform 2475"/>
              <p:cNvSpPr>
                <a:spLocks/>
              </p:cNvSpPr>
              <p:nvPr/>
            </p:nvSpPr>
            <p:spPr bwMode="auto">
              <a:xfrm>
                <a:off x="2358" y="27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1" name="Freeform 2476"/>
              <p:cNvSpPr>
                <a:spLocks/>
              </p:cNvSpPr>
              <p:nvPr/>
            </p:nvSpPr>
            <p:spPr bwMode="auto">
              <a:xfrm>
                <a:off x="3042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2" name="Freeform 2477"/>
              <p:cNvSpPr>
                <a:spLocks/>
              </p:cNvSpPr>
              <p:nvPr/>
            </p:nvSpPr>
            <p:spPr bwMode="auto">
              <a:xfrm>
                <a:off x="2406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3" name="Freeform 2478"/>
              <p:cNvSpPr>
                <a:spLocks/>
              </p:cNvSpPr>
              <p:nvPr/>
            </p:nvSpPr>
            <p:spPr bwMode="auto">
              <a:xfrm>
                <a:off x="2838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4" name="Freeform 2479"/>
              <p:cNvSpPr>
                <a:spLocks/>
              </p:cNvSpPr>
              <p:nvPr/>
            </p:nvSpPr>
            <p:spPr bwMode="auto">
              <a:xfrm>
                <a:off x="2616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5" name="Freeform 2480"/>
              <p:cNvSpPr>
                <a:spLocks/>
              </p:cNvSpPr>
              <p:nvPr/>
            </p:nvSpPr>
            <p:spPr bwMode="auto">
              <a:xfrm>
                <a:off x="2640" y="27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6" name="Freeform 2481"/>
              <p:cNvSpPr>
                <a:spLocks/>
              </p:cNvSpPr>
              <p:nvPr/>
            </p:nvSpPr>
            <p:spPr bwMode="auto">
              <a:xfrm>
                <a:off x="2802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7" name="Freeform 2482"/>
              <p:cNvSpPr>
                <a:spLocks/>
              </p:cNvSpPr>
              <p:nvPr/>
            </p:nvSpPr>
            <p:spPr bwMode="auto">
              <a:xfrm>
                <a:off x="2436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8" name="Freeform 2483"/>
              <p:cNvSpPr>
                <a:spLocks/>
              </p:cNvSpPr>
              <p:nvPr/>
            </p:nvSpPr>
            <p:spPr bwMode="auto">
              <a:xfrm>
                <a:off x="2820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9" name="Freeform 2484"/>
              <p:cNvSpPr>
                <a:spLocks/>
              </p:cNvSpPr>
              <p:nvPr/>
            </p:nvSpPr>
            <p:spPr bwMode="auto">
              <a:xfrm>
                <a:off x="2844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0" name="Freeform 2485"/>
              <p:cNvSpPr>
                <a:spLocks/>
              </p:cNvSpPr>
              <p:nvPr/>
            </p:nvSpPr>
            <p:spPr bwMode="auto">
              <a:xfrm>
                <a:off x="2796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1" name="Freeform 2486"/>
              <p:cNvSpPr>
                <a:spLocks/>
              </p:cNvSpPr>
              <p:nvPr/>
            </p:nvSpPr>
            <p:spPr bwMode="auto">
              <a:xfrm>
                <a:off x="3030" y="21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2" name="Freeform 2487"/>
              <p:cNvSpPr>
                <a:spLocks/>
              </p:cNvSpPr>
              <p:nvPr/>
            </p:nvSpPr>
            <p:spPr bwMode="auto">
              <a:xfrm>
                <a:off x="2388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3" name="Freeform 2488"/>
              <p:cNvSpPr>
                <a:spLocks/>
              </p:cNvSpPr>
              <p:nvPr/>
            </p:nvSpPr>
            <p:spPr bwMode="auto">
              <a:xfrm>
                <a:off x="3120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4" name="Freeform 2489"/>
              <p:cNvSpPr>
                <a:spLocks/>
              </p:cNvSpPr>
              <p:nvPr/>
            </p:nvSpPr>
            <p:spPr bwMode="auto">
              <a:xfrm>
                <a:off x="3156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5" name="Freeform 2490"/>
              <p:cNvSpPr>
                <a:spLocks/>
              </p:cNvSpPr>
              <p:nvPr/>
            </p:nvSpPr>
            <p:spPr bwMode="auto">
              <a:xfrm>
                <a:off x="2604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6" name="Freeform 2491"/>
              <p:cNvSpPr>
                <a:spLocks/>
              </p:cNvSpPr>
              <p:nvPr/>
            </p:nvSpPr>
            <p:spPr bwMode="auto">
              <a:xfrm>
                <a:off x="3360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7" name="Freeform 2492"/>
              <p:cNvSpPr>
                <a:spLocks/>
              </p:cNvSpPr>
              <p:nvPr/>
            </p:nvSpPr>
            <p:spPr bwMode="auto">
              <a:xfrm>
                <a:off x="2922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8" name="Freeform 2493"/>
              <p:cNvSpPr>
                <a:spLocks/>
              </p:cNvSpPr>
              <p:nvPr/>
            </p:nvSpPr>
            <p:spPr bwMode="auto">
              <a:xfrm>
                <a:off x="2814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9" name="Freeform 2494"/>
              <p:cNvSpPr>
                <a:spLocks/>
              </p:cNvSpPr>
              <p:nvPr/>
            </p:nvSpPr>
            <p:spPr bwMode="auto">
              <a:xfrm>
                <a:off x="2598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0" name="Freeform 2495"/>
              <p:cNvSpPr>
                <a:spLocks/>
              </p:cNvSpPr>
              <p:nvPr/>
            </p:nvSpPr>
            <p:spPr bwMode="auto">
              <a:xfrm>
                <a:off x="2928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1" name="Freeform 2496"/>
              <p:cNvSpPr>
                <a:spLocks/>
              </p:cNvSpPr>
              <p:nvPr/>
            </p:nvSpPr>
            <p:spPr bwMode="auto">
              <a:xfrm>
                <a:off x="2586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2" name="Freeform 2497"/>
              <p:cNvSpPr>
                <a:spLocks/>
              </p:cNvSpPr>
              <p:nvPr/>
            </p:nvSpPr>
            <p:spPr bwMode="auto">
              <a:xfrm>
                <a:off x="2556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3" name="Freeform 2498"/>
              <p:cNvSpPr>
                <a:spLocks/>
              </p:cNvSpPr>
              <p:nvPr/>
            </p:nvSpPr>
            <p:spPr bwMode="auto">
              <a:xfrm>
                <a:off x="2490" y="30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4" name="Freeform 2499"/>
              <p:cNvSpPr>
                <a:spLocks/>
              </p:cNvSpPr>
              <p:nvPr/>
            </p:nvSpPr>
            <p:spPr bwMode="auto">
              <a:xfrm>
                <a:off x="3156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5" name="Freeform 2500"/>
              <p:cNvSpPr>
                <a:spLocks/>
              </p:cNvSpPr>
              <p:nvPr/>
            </p:nvSpPr>
            <p:spPr bwMode="auto">
              <a:xfrm>
                <a:off x="2370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6" name="Freeform 2501"/>
              <p:cNvSpPr>
                <a:spLocks/>
              </p:cNvSpPr>
              <p:nvPr/>
            </p:nvSpPr>
            <p:spPr bwMode="auto">
              <a:xfrm>
                <a:off x="2634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7" name="Freeform 2502"/>
              <p:cNvSpPr>
                <a:spLocks/>
              </p:cNvSpPr>
              <p:nvPr/>
            </p:nvSpPr>
            <p:spPr bwMode="auto">
              <a:xfrm>
                <a:off x="2628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8" name="Freeform 2503"/>
              <p:cNvSpPr>
                <a:spLocks/>
              </p:cNvSpPr>
              <p:nvPr/>
            </p:nvSpPr>
            <p:spPr bwMode="auto">
              <a:xfrm>
                <a:off x="2916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9" name="Freeform 2504"/>
              <p:cNvSpPr>
                <a:spLocks/>
              </p:cNvSpPr>
              <p:nvPr/>
            </p:nvSpPr>
            <p:spPr bwMode="auto">
              <a:xfrm>
                <a:off x="2826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0" name="Freeform 2505"/>
              <p:cNvSpPr>
                <a:spLocks/>
              </p:cNvSpPr>
              <p:nvPr/>
            </p:nvSpPr>
            <p:spPr bwMode="auto">
              <a:xfrm>
                <a:off x="2850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1" name="Freeform 2506"/>
              <p:cNvSpPr>
                <a:spLocks/>
              </p:cNvSpPr>
              <p:nvPr/>
            </p:nvSpPr>
            <p:spPr bwMode="auto">
              <a:xfrm>
                <a:off x="2988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2" name="Freeform 2507"/>
              <p:cNvSpPr>
                <a:spLocks/>
              </p:cNvSpPr>
              <p:nvPr/>
            </p:nvSpPr>
            <p:spPr bwMode="auto">
              <a:xfrm>
                <a:off x="3108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3" name="Freeform 2508"/>
              <p:cNvSpPr>
                <a:spLocks/>
              </p:cNvSpPr>
              <p:nvPr/>
            </p:nvSpPr>
            <p:spPr bwMode="auto">
              <a:xfrm>
                <a:off x="3210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4" name="Freeform 2509"/>
              <p:cNvSpPr>
                <a:spLocks/>
              </p:cNvSpPr>
              <p:nvPr/>
            </p:nvSpPr>
            <p:spPr bwMode="auto">
              <a:xfrm>
                <a:off x="3270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5" name="Freeform 2510"/>
              <p:cNvSpPr>
                <a:spLocks/>
              </p:cNvSpPr>
              <p:nvPr/>
            </p:nvSpPr>
            <p:spPr bwMode="auto">
              <a:xfrm>
                <a:off x="2832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6" name="Freeform 2511"/>
              <p:cNvSpPr>
                <a:spLocks/>
              </p:cNvSpPr>
              <p:nvPr/>
            </p:nvSpPr>
            <p:spPr bwMode="auto">
              <a:xfrm>
                <a:off x="2712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7" name="Freeform 2512"/>
              <p:cNvSpPr>
                <a:spLocks/>
              </p:cNvSpPr>
              <p:nvPr/>
            </p:nvSpPr>
            <p:spPr bwMode="auto">
              <a:xfrm>
                <a:off x="2748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8" name="Freeform 2513"/>
              <p:cNvSpPr>
                <a:spLocks/>
              </p:cNvSpPr>
              <p:nvPr/>
            </p:nvSpPr>
            <p:spPr bwMode="auto">
              <a:xfrm>
                <a:off x="2268" y="27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9" name="Freeform 2514"/>
              <p:cNvSpPr>
                <a:spLocks/>
              </p:cNvSpPr>
              <p:nvPr/>
            </p:nvSpPr>
            <p:spPr bwMode="auto">
              <a:xfrm>
                <a:off x="3216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0" name="Freeform 2515"/>
              <p:cNvSpPr>
                <a:spLocks/>
              </p:cNvSpPr>
              <p:nvPr/>
            </p:nvSpPr>
            <p:spPr bwMode="auto">
              <a:xfrm>
                <a:off x="3324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1" name="Freeform 2516"/>
              <p:cNvSpPr>
                <a:spLocks/>
              </p:cNvSpPr>
              <p:nvPr/>
            </p:nvSpPr>
            <p:spPr bwMode="auto">
              <a:xfrm>
                <a:off x="2580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2" name="Freeform 2517"/>
              <p:cNvSpPr>
                <a:spLocks/>
              </p:cNvSpPr>
              <p:nvPr/>
            </p:nvSpPr>
            <p:spPr bwMode="auto">
              <a:xfrm>
                <a:off x="2784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3" name="Freeform 2518"/>
              <p:cNvSpPr>
                <a:spLocks/>
              </p:cNvSpPr>
              <p:nvPr/>
            </p:nvSpPr>
            <p:spPr bwMode="auto">
              <a:xfrm>
                <a:off x="2598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4" name="Freeform 2519"/>
              <p:cNvSpPr>
                <a:spLocks/>
              </p:cNvSpPr>
              <p:nvPr/>
            </p:nvSpPr>
            <p:spPr bwMode="auto">
              <a:xfrm>
                <a:off x="2640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5" name="Freeform 2520"/>
              <p:cNvSpPr>
                <a:spLocks/>
              </p:cNvSpPr>
              <p:nvPr/>
            </p:nvSpPr>
            <p:spPr bwMode="auto">
              <a:xfrm>
                <a:off x="3036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6" name="Freeform 2521"/>
              <p:cNvSpPr>
                <a:spLocks/>
              </p:cNvSpPr>
              <p:nvPr/>
            </p:nvSpPr>
            <p:spPr bwMode="auto">
              <a:xfrm>
                <a:off x="2574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7" name="Freeform 2522"/>
              <p:cNvSpPr>
                <a:spLocks/>
              </p:cNvSpPr>
              <p:nvPr/>
            </p:nvSpPr>
            <p:spPr bwMode="auto">
              <a:xfrm>
                <a:off x="3384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8" name="Freeform 2523"/>
              <p:cNvSpPr>
                <a:spLocks/>
              </p:cNvSpPr>
              <p:nvPr/>
            </p:nvSpPr>
            <p:spPr bwMode="auto">
              <a:xfrm>
                <a:off x="2244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9" name="Freeform 2524"/>
              <p:cNvSpPr>
                <a:spLocks/>
              </p:cNvSpPr>
              <p:nvPr/>
            </p:nvSpPr>
            <p:spPr bwMode="auto">
              <a:xfrm>
                <a:off x="2658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0" name="Freeform 2525"/>
              <p:cNvSpPr>
                <a:spLocks/>
              </p:cNvSpPr>
              <p:nvPr/>
            </p:nvSpPr>
            <p:spPr bwMode="auto">
              <a:xfrm>
                <a:off x="2160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1" name="Freeform 2526"/>
              <p:cNvSpPr>
                <a:spLocks/>
              </p:cNvSpPr>
              <p:nvPr/>
            </p:nvSpPr>
            <p:spPr bwMode="auto">
              <a:xfrm>
                <a:off x="2790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2" name="Freeform 2527"/>
              <p:cNvSpPr>
                <a:spLocks/>
              </p:cNvSpPr>
              <p:nvPr/>
            </p:nvSpPr>
            <p:spPr bwMode="auto">
              <a:xfrm>
                <a:off x="2616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3" name="Freeform 2528"/>
              <p:cNvSpPr>
                <a:spLocks/>
              </p:cNvSpPr>
              <p:nvPr/>
            </p:nvSpPr>
            <p:spPr bwMode="auto">
              <a:xfrm>
                <a:off x="2844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4" name="Freeform 2529"/>
              <p:cNvSpPr>
                <a:spLocks/>
              </p:cNvSpPr>
              <p:nvPr/>
            </p:nvSpPr>
            <p:spPr bwMode="auto">
              <a:xfrm>
                <a:off x="2916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5" name="Freeform 2530"/>
              <p:cNvSpPr>
                <a:spLocks/>
              </p:cNvSpPr>
              <p:nvPr/>
            </p:nvSpPr>
            <p:spPr bwMode="auto">
              <a:xfrm>
                <a:off x="3198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6" name="Freeform 2531"/>
              <p:cNvSpPr>
                <a:spLocks/>
              </p:cNvSpPr>
              <p:nvPr/>
            </p:nvSpPr>
            <p:spPr bwMode="auto">
              <a:xfrm>
                <a:off x="3204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7" name="Freeform 2532"/>
              <p:cNvSpPr>
                <a:spLocks/>
              </p:cNvSpPr>
              <p:nvPr/>
            </p:nvSpPr>
            <p:spPr bwMode="auto">
              <a:xfrm>
                <a:off x="3054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8" name="Freeform 2533"/>
              <p:cNvSpPr>
                <a:spLocks/>
              </p:cNvSpPr>
              <p:nvPr/>
            </p:nvSpPr>
            <p:spPr bwMode="auto">
              <a:xfrm>
                <a:off x="3024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9" name="Freeform 2534"/>
              <p:cNvSpPr>
                <a:spLocks/>
              </p:cNvSpPr>
              <p:nvPr/>
            </p:nvSpPr>
            <p:spPr bwMode="auto">
              <a:xfrm>
                <a:off x="288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0" name="Freeform 2535"/>
              <p:cNvSpPr>
                <a:spLocks/>
              </p:cNvSpPr>
              <p:nvPr/>
            </p:nvSpPr>
            <p:spPr bwMode="auto">
              <a:xfrm>
                <a:off x="3294" y="22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1" name="Freeform 2536"/>
              <p:cNvSpPr>
                <a:spLocks/>
              </p:cNvSpPr>
              <p:nvPr/>
            </p:nvSpPr>
            <p:spPr bwMode="auto">
              <a:xfrm>
                <a:off x="2502" y="28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2" name="Freeform 2537"/>
              <p:cNvSpPr>
                <a:spLocks/>
              </p:cNvSpPr>
              <p:nvPr/>
            </p:nvSpPr>
            <p:spPr bwMode="auto">
              <a:xfrm>
                <a:off x="2076" y="28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3" name="Freeform 2538"/>
              <p:cNvSpPr>
                <a:spLocks/>
              </p:cNvSpPr>
              <p:nvPr/>
            </p:nvSpPr>
            <p:spPr bwMode="auto">
              <a:xfrm>
                <a:off x="3228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4" name="Freeform 2539"/>
              <p:cNvSpPr>
                <a:spLocks/>
              </p:cNvSpPr>
              <p:nvPr/>
            </p:nvSpPr>
            <p:spPr bwMode="auto">
              <a:xfrm>
                <a:off x="2904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5" name="Freeform 2540"/>
              <p:cNvSpPr>
                <a:spLocks/>
              </p:cNvSpPr>
              <p:nvPr/>
            </p:nvSpPr>
            <p:spPr bwMode="auto">
              <a:xfrm>
                <a:off x="3366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6" name="Freeform 2541"/>
              <p:cNvSpPr>
                <a:spLocks/>
              </p:cNvSpPr>
              <p:nvPr/>
            </p:nvSpPr>
            <p:spPr bwMode="auto">
              <a:xfrm>
                <a:off x="2838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7" name="Freeform 2542"/>
              <p:cNvSpPr>
                <a:spLocks/>
              </p:cNvSpPr>
              <p:nvPr/>
            </p:nvSpPr>
            <p:spPr bwMode="auto">
              <a:xfrm>
                <a:off x="2886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8" name="Freeform 2543"/>
              <p:cNvSpPr>
                <a:spLocks/>
              </p:cNvSpPr>
              <p:nvPr/>
            </p:nvSpPr>
            <p:spPr bwMode="auto">
              <a:xfrm>
                <a:off x="2856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9" name="Freeform 2544"/>
              <p:cNvSpPr>
                <a:spLocks/>
              </p:cNvSpPr>
              <p:nvPr/>
            </p:nvSpPr>
            <p:spPr bwMode="auto">
              <a:xfrm>
                <a:off x="2592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0" name="Freeform 2545"/>
              <p:cNvSpPr>
                <a:spLocks/>
              </p:cNvSpPr>
              <p:nvPr/>
            </p:nvSpPr>
            <p:spPr bwMode="auto">
              <a:xfrm>
                <a:off x="2310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1" name="Freeform 2546"/>
              <p:cNvSpPr>
                <a:spLocks/>
              </p:cNvSpPr>
              <p:nvPr/>
            </p:nvSpPr>
            <p:spPr bwMode="auto">
              <a:xfrm>
                <a:off x="2556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2" name="Freeform 2547"/>
              <p:cNvSpPr>
                <a:spLocks/>
              </p:cNvSpPr>
              <p:nvPr/>
            </p:nvSpPr>
            <p:spPr bwMode="auto">
              <a:xfrm>
                <a:off x="2484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3" name="Freeform 2548"/>
              <p:cNvSpPr>
                <a:spLocks/>
              </p:cNvSpPr>
              <p:nvPr/>
            </p:nvSpPr>
            <p:spPr bwMode="auto">
              <a:xfrm>
                <a:off x="2838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4" name="Freeform 2549"/>
              <p:cNvSpPr>
                <a:spLocks/>
              </p:cNvSpPr>
              <p:nvPr/>
            </p:nvSpPr>
            <p:spPr bwMode="auto">
              <a:xfrm>
                <a:off x="2700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5" name="Freeform 2550"/>
              <p:cNvSpPr>
                <a:spLocks/>
              </p:cNvSpPr>
              <p:nvPr/>
            </p:nvSpPr>
            <p:spPr bwMode="auto">
              <a:xfrm>
                <a:off x="2922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6" name="Freeform 2551"/>
              <p:cNvSpPr>
                <a:spLocks/>
              </p:cNvSpPr>
              <p:nvPr/>
            </p:nvSpPr>
            <p:spPr bwMode="auto">
              <a:xfrm>
                <a:off x="2838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7" name="Freeform 2552"/>
              <p:cNvSpPr>
                <a:spLocks/>
              </p:cNvSpPr>
              <p:nvPr/>
            </p:nvSpPr>
            <p:spPr bwMode="auto">
              <a:xfrm>
                <a:off x="2592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8" name="Freeform 2553"/>
              <p:cNvSpPr>
                <a:spLocks/>
              </p:cNvSpPr>
              <p:nvPr/>
            </p:nvSpPr>
            <p:spPr bwMode="auto">
              <a:xfrm>
                <a:off x="2748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9" name="Freeform 2554"/>
              <p:cNvSpPr>
                <a:spLocks/>
              </p:cNvSpPr>
              <p:nvPr/>
            </p:nvSpPr>
            <p:spPr bwMode="auto">
              <a:xfrm>
                <a:off x="2538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0" name="Freeform 2555"/>
              <p:cNvSpPr>
                <a:spLocks/>
              </p:cNvSpPr>
              <p:nvPr/>
            </p:nvSpPr>
            <p:spPr bwMode="auto">
              <a:xfrm>
                <a:off x="2628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1" name="Freeform 2556"/>
              <p:cNvSpPr>
                <a:spLocks/>
              </p:cNvSpPr>
              <p:nvPr/>
            </p:nvSpPr>
            <p:spPr bwMode="auto">
              <a:xfrm>
                <a:off x="2868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2" name="Freeform 2557"/>
              <p:cNvSpPr>
                <a:spLocks/>
              </p:cNvSpPr>
              <p:nvPr/>
            </p:nvSpPr>
            <p:spPr bwMode="auto">
              <a:xfrm>
                <a:off x="2928" y="20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3" name="Freeform 2558"/>
              <p:cNvSpPr>
                <a:spLocks/>
              </p:cNvSpPr>
              <p:nvPr/>
            </p:nvSpPr>
            <p:spPr bwMode="auto">
              <a:xfrm>
                <a:off x="3168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4" name="Freeform 2559"/>
              <p:cNvSpPr>
                <a:spLocks/>
              </p:cNvSpPr>
              <p:nvPr/>
            </p:nvSpPr>
            <p:spPr bwMode="auto">
              <a:xfrm>
                <a:off x="2658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5" name="Freeform 2560"/>
              <p:cNvSpPr>
                <a:spLocks/>
              </p:cNvSpPr>
              <p:nvPr/>
            </p:nvSpPr>
            <p:spPr bwMode="auto">
              <a:xfrm>
                <a:off x="3144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6" name="Freeform 2561"/>
              <p:cNvSpPr>
                <a:spLocks/>
              </p:cNvSpPr>
              <p:nvPr/>
            </p:nvSpPr>
            <p:spPr bwMode="auto">
              <a:xfrm>
                <a:off x="2820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7" name="Freeform 2562"/>
              <p:cNvSpPr>
                <a:spLocks/>
              </p:cNvSpPr>
              <p:nvPr/>
            </p:nvSpPr>
            <p:spPr bwMode="auto">
              <a:xfrm>
                <a:off x="2610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8" name="Freeform 2563"/>
              <p:cNvSpPr>
                <a:spLocks/>
              </p:cNvSpPr>
              <p:nvPr/>
            </p:nvSpPr>
            <p:spPr bwMode="auto">
              <a:xfrm>
                <a:off x="2562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9" name="Freeform 2564"/>
              <p:cNvSpPr>
                <a:spLocks/>
              </p:cNvSpPr>
              <p:nvPr/>
            </p:nvSpPr>
            <p:spPr bwMode="auto">
              <a:xfrm>
                <a:off x="2724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0" name="Freeform 2565"/>
              <p:cNvSpPr>
                <a:spLocks/>
              </p:cNvSpPr>
              <p:nvPr/>
            </p:nvSpPr>
            <p:spPr bwMode="auto">
              <a:xfrm>
                <a:off x="2874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1" name="Freeform 2566"/>
              <p:cNvSpPr>
                <a:spLocks/>
              </p:cNvSpPr>
              <p:nvPr/>
            </p:nvSpPr>
            <p:spPr bwMode="auto">
              <a:xfrm>
                <a:off x="2712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2" name="Freeform 2567"/>
              <p:cNvSpPr>
                <a:spLocks/>
              </p:cNvSpPr>
              <p:nvPr/>
            </p:nvSpPr>
            <p:spPr bwMode="auto">
              <a:xfrm>
                <a:off x="2838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3" name="Freeform 2568"/>
              <p:cNvSpPr>
                <a:spLocks/>
              </p:cNvSpPr>
              <p:nvPr/>
            </p:nvSpPr>
            <p:spPr bwMode="auto">
              <a:xfrm>
                <a:off x="3132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4" name="Freeform 2569"/>
              <p:cNvSpPr>
                <a:spLocks/>
              </p:cNvSpPr>
              <p:nvPr/>
            </p:nvSpPr>
            <p:spPr bwMode="auto">
              <a:xfrm>
                <a:off x="3084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5" name="Freeform 2570"/>
              <p:cNvSpPr>
                <a:spLocks/>
              </p:cNvSpPr>
              <p:nvPr/>
            </p:nvSpPr>
            <p:spPr bwMode="auto">
              <a:xfrm>
                <a:off x="2436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6" name="Freeform 2571"/>
              <p:cNvSpPr>
                <a:spLocks/>
              </p:cNvSpPr>
              <p:nvPr/>
            </p:nvSpPr>
            <p:spPr bwMode="auto">
              <a:xfrm>
                <a:off x="2538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7" name="Freeform 2572"/>
              <p:cNvSpPr>
                <a:spLocks/>
              </p:cNvSpPr>
              <p:nvPr/>
            </p:nvSpPr>
            <p:spPr bwMode="auto">
              <a:xfrm>
                <a:off x="2286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8" name="Freeform 2573"/>
              <p:cNvSpPr>
                <a:spLocks/>
              </p:cNvSpPr>
              <p:nvPr/>
            </p:nvSpPr>
            <p:spPr bwMode="auto">
              <a:xfrm>
                <a:off x="2652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9" name="Freeform 2574"/>
              <p:cNvSpPr>
                <a:spLocks/>
              </p:cNvSpPr>
              <p:nvPr/>
            </p:nvSpPr>
            <p:spPr bwMode="auto">
              <a:xfrm>
                <a:off x="2874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0" name="Freeform 2575"/>
              <p:cNvSpPr>
                <a:spLocks/>
              </p:cNvSpPr>
              <p:nvPr/>
            </p:nvSpPr>
            <p:spPr bwMode="auto">
              <a:xfrm>
                <a:off x="2502" y="28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1" name="Freeform 2576"/>
              <p:cNvSpPr>
                <a:spLocks/>
              </p:cNvSpPr>
              <p:nvPr/>
            </p:nvSpPr>
            <p:spPr bwMode="auto">
              <a:xfrm>
                <a:off x="2868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2" name="Freeform 2577"/>
              <p:cNvSpPr>
                <a:spLocks/>
              </p:cNvSpPr>
              <p:nvPr/>
            </p:nvSpPr>
            <p:spPr bwMode="auto">
              <a:xfrm>
                <a:off x="3174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3" name="Freeform 2578"/>
              <p:cNvSpPr>
                <a:spLocks/>
              </p:cNvSpPr>
              <p:nvPr/>
            </p:nvSpPr>
            <p:spPr bwMode="auto">
              <a:xfrm>
                <a:off x="3006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4" name="Freeform 2579"/>
              <p:cNvSpPr>
                <a:spLocks/>
              </p:cNvSpPr>
              <p:nvPr/>
            </p:nvSpPr>
            <p:spPr bwMode="auto">
              <a:xfrm>
                <a:off x="2646" y="27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5" name="Freeform 2580"/>
              <p:cNvSpPr>
                <a:spLocks/>
              </p:cNvSpPr>
              <p:nvPr/>
            </p:nvSpPr>
            <p:spPr bwMode="auto">
              <a:xfrm>
                <a:off x="3204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6" name="Freeform 2581"/>
              <p:cNvSpPr>
                <a:spLocks/>
              </p:cNvSpPr>
              <p:nvPr/>
            </p:nvSpPr>
            <p:spPr bwMode="auto">
              <a:xfrm>
                <a:off x="2742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7" name="Freeform 2582"/>
              <p:cNvSpPr>
                <a:spLocks/>
              </p:cNvSpPr>
              <p:nvPr/>
            </p:nvSpPr>
            <p:spPr bwMode="auto">
              <a:xfrm>
                <a:off x="3150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8" name="Freeform 2583"/>
              <p:cNvSpPr>
                <a:spLocks/>
              </p:cNvSpPr>
              <p:nvPr/>
            </p:nvSpPr>
            <p:spPr bwMode="auto">
              <a:xfrm>
                <a:off x="3444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9" name="Freeform 2584"/>
              <p:cNvSpPr>
                <a:spLocks/>
              </p:cNvSpPr>
              <p:nvPr/>
            </p:nvSpPr>
            <p:spPr bwMode="auto">
              <a:xfrm>
                <a:off x="2988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0" name="Freeform 2585"/>
              <p:cNvSpPr>
                <a:spLocks/>
              </p:cNvSpPr>
              <p:nvPr/>
            </p:nvSpPr>
            <p:spPr bwMode="auto">
              <a:xfrm>
                <a:off x="2496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1" name="Freeform 2586"/>
              <p:cNvSpPr>
                <a:spLocks/>
              </p:cNvSpPr>
              <p:nvPr/>
            </p:nvSpPr>
            <p:spPr bwMode="auto">
              <a:xfrm>
                <a:off x="2652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2" name="Freeform 2587"/>
              <p:cNvSpPr>
                <a:spLocks/>
              </p:cNvSpPr>
              <p:nvPr/>
            </p:nvSpPr>
            <p:spPr bwMode="auto">
              <a:xfrm>
                <a:off x="2928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3" name="Freeform 2588"/>
              <p:cNvSpPr>
                <a:spLocks/>
              </p:cNvSpPr>
              <p:nvPr/>
            </p:nvSpPr>
            <p:spPr bwMode="auto">
              <a:xfrm>
                <a:off x="2664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4" name="Freeform 2589"/>
              <p:cNvSpPr>
                <a:spLocks/>
              </p:cNvSpPr>
              <p:nvPr/>
            </p:nvSpPr>
            <p:spPr bwMode="auto">
              <a:xfrm>
                <a:off x="3498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5" name="Freeform 2590"/>
              <p:cNvSpPr>
                <a:spLocks/>
              </p:cNvSpPr>
              <p:nvPr/>
            </p:nvSpPr>
            <p:spPr bwMode="auto">
              <a:xfrm>
                <a:off x="2568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6" name="Freeform 2591"/>
              <p:cNvSpPr>
                <a:spLocks/>
              </p:cNvSpPr>
              <p:nvPr/>
            </p:nvSpPr>
            <p:spPr bwMode="auto">
              <a:xfrm>
                <a:off x="2910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7" name="Freeform 2592"/>
              <p:cNvSpPr>
                <a:spLocks/>
              </p:cNvSpPr>
              <p:nvPr/>
            </p:nvSpPr>
            <p:spPr bwMode="auto">
              <a:xfrm>
                <a:off x="3036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8" name="Freeform 2593"/>
              <p:cNvSpPr>
                <a:spLocks/>
              </p:cNvSpPr>
              <p:nvPr/>
            </p:nvSpPr>
            <p:spPr bwMode="auto">
              <a:xfrm>
                <a:off x="2580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9" name="Freeform 2594"/>
              <p:cNvSpPr>
                <a:spLocks/>
              </p:cNvSpPr>
              <p:nvPr/>
            </p:nvSpPr>
            <p:spPr bwMode="auto">
              <a:xfrm>
                <a:off x="2904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0" name="Freeform 2595"/>
              <p:cNvSpPr>
                <a:spLocks/>
              </p:cNvSpPr>
              <p:nvPr/>
            </p:nvSpPr>
            <p:spPr bwMode="auto">
              <a:xfrm>
                <a:off x="2568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1" name="Freeform 2596"/>
              <p:cNvSpPr>
                <a:spLocks/>
              </p:cNvSpPr>
              <p:nvPr/>
            </p:nvSpPr>
            <p:spPr bwMode="auto">
              <a:xfrm>
                <a:off x="2760" y="21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2" name="Freeform 2597"/>
              <p:cNvSpPr>
                <a:spLocks/>
              </p:cNvSpPr>
              <p:nvPr/>
            </p:nvSpPr>
            <p:spPr bwMode="auto">
              <a:xfrm>
                <a:off x="2898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3" name="Freeform 2598"/>
              <p:cNvSpPr>
                <a:spLocks/>
              </p:cNvSpPr>
              <p:nvPr/>
            </p:nvSpPr>
            <p:spPr bwMode="auto">
              <a:xfrm>
                <a:off x="3108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4" name="Freeform 2599"/>
              <p:cNvSpPr>
                <a:spLocks/>
              </p:cNvSpPr>
              <p:nvPr/>
            </p:nvSpPr>
            <p:spPr bwMode="auto">
              <a:xfrm>
                <a:off x="3156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5" name="Freeform 2600"/>
              <p:cNvSpPr>
                <a:spLocks/>
              </p:cNvSpPr>
              <p:nvPr/>
            </p:nvSpPr>
            <p:spPr bwMode="auto">
              <a:xfrm>
                <a:off x="2796" y="21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6" name="Freeform 2601"/>
              <p:cNvSpPr>
                <a:spLocks/>
              </p:cNvSpPr>
              <p:nvPr/>
            </p:nvSpPr>
            <p:spPr bwMode="auto">
              <a:xfrm>
                <a:off x="2964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7" name="Freeform 2602"/>
              <p:cNvSpPr>
                <a:spLocks/>
              </p:cNvSpPr>
              <p:nvPr/>
            </p:nvSpPr>
            <p:spPr bwMode="auto">
              <a:xfrm>
                <a:off x="2952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8" name="Freeform 2603"/>
              <p:cNvSpPr>
                <a:spLocks/>
              </p:cNvSpPr>
              <p:nvPr/>
            </p:nvSpPr>
            <p:spPr bwMode="auto">
              <a:xfrm>
                <a:off x="2478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9" name="Freeform 2604"/>
              <p:cNvSpPr>
                <a:spLocks/>
              </p:cNvSpPr>
              <p:nvPr/>
            </p:nvSpPr>
            <p:spPr bwMode="auto">
              <a:xfrm>
                <a:off x="3258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0" name="Freeform 2605"/>
              <p:cNvSpPr>
                <a:spLocks/>
              </p:cNvSpPr>
              <p:nvPr/>
            </p:nvSpPr>
            <p:spPr bwMode="auto">
              <a:xfrm>
                <a:off x="2964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1" name="Freeform 2606"/>
              <p:cNvSpPr>
                <a:spLocks/>
              </p:cNvSpPr>
              <p:nvPr/>
            </p:nvSpPr>
            <p:spPr bwMode="auto">
              <a:xfrm>
                <a:off x="2712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2" name="Freeform 2607"/>
              <p:cNvSpPr>
                <a:spLocks/>
              </p:cNvSpPr>
              <p:nvPr/>
            </p:nvSpPr>
            <p:spPr bwMode="auto">
              <a:xfrm>
                <a:off x="2670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3" name="Freeform 2608"/>
              <p:cNvSpPr>
                <a:spLocks/>
              </p:cNvSpPr>
              <p:nvPr/>
            </p:nvSpPr>
            <p:spPr bwMode="auto">
              <a:xfrm>
                <a:off x="2802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4" name="Freeform 2609"/>
              <p:cNvSpPr>
                <a:spLocks/>
              </p:cNvSpPr>
              <p:nvPr/>
            </p:nvSpPr>
            <p:spPr bwMode="auto">
              <a:xfrm>
                <a:off x="2364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5" name="Freeform 2610"/>
              <p:cNvSpPr>
                <a:spLocks/>
              </p:cNvSpPr>
              <p:nvPr/>
            </p:nvSpPr>
            <p:spPr bwMode="auto">
              <a:xfrm>
                <a:off x="2508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6" name="Freeform 2611"/>
              <p:cNvSpPr>
                <a:spLocks/>
              </p:cNvSpPr>
              <p:nvPr/>
            </p:nvSpPr>
            <p:spPr bwMode="auto">
              <a:xfrm>
                <a:off x="3270" y="21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7" name="Freeform 2612"/>
              <p:cNvSpPr>
                <a:spLocks/>
              </p:cNvSpPr>
              <p:nvPr/>
            </p:nvSpPr>
            <p:spPr bwMode="auto">
              <a:xfrm>
                <a:off x="2730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8" name="Freeform 2613"/>
              <p:cNvSpPr>
                <a:spLocks/>
              </p:cNvSpPr>
              <p:nvPr/>
            </p:nvSpPr>
            <p:spPr bwMode="auto">
              <a:xfrm>
                <a:off x="2550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9" name="Freeform 2614"/>
              <p:cNvSpPr>
                <a:spLocks/>
              </p:cNvSpPr>
              <p:nvPr/>
            </p:nvSpPr>
            <p:spPr bwMode="auto">
              <a:xfrm>
                <a:off x="2610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50" name="Freeform 2615"/>
              <p:cNvSpPr>
                <a:spLocks/>
              </p:cNvSpPr>
              <p:nvPr/>
            </p:nvSpPr>
            <p:spPr bwMode="auto">
              <a:xfrm>
                <a:off x="2976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51" name="Freeform 2616"/>
              <p:cNvSpPr>
                <a:spLocks/>
              </p:cNvSpPr>
              <p:nvPr/>
            </p:nvSpPr>
            <p:spPr bwMode="auto">
              <a:xfrm>
                <a:off x="261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7" name="Group 2818"/>
            <p:cNvGrpSpPr>
              <a:grpSpLocks/>
            </p:cNvGrpSpPr>
            <p:nvPr/>
          </p:nvGrpSpPr>
          <p:grpSpPr bwMode="auto">
            <a:xfrm>
              <a:off x="2196" y="1881"/>
              <a:ext cx="1380" cy="1086"/>
              <a:chOff x="2196" y="1881"/>
              <a:chExt cx="1380" cy="1086"/>
            </a:xfrm>
          </p:grpSpPr>
          <p:sp>
            <p:nvSpPr>
              <p:cNvPr id="58552" name="Freeform 2618"/>
              <p:cNvSpPr>
                <a:spLocks/>
              </p:cNvSpPr>
              <p:nvPr/>
            </p:nvSpPr>
            <p:spPr bwMode="auto">
              <a:xfrm>
                <a:off x="2772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53" name="Freeform 2619"/>
              <p:cNvSpPr>
                <a:spLocks/>
              </p:cNvSpPr>
              <p:nvPr/>
            </p:nvSpPr>
            <p:spPr bwMode="auto">
              <a:xfrm>
                <a:off x="2772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54" name="Freeform 2620"/>
              <p:cNvSpPr>
                <a:spLocks/>
              </p:cNvSpPr>
              <p:nvPr/>
            </p:nvSpPr>
            <p:spPr bwMode="auto">
              <a:xfrm>
                <a:off x="2988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55" name="Freeform 2621"/>
              <p:cNvSpPr>
                <a:spLocks/>
              </p:cNvSpPr>
              <p:nvPr/>
            </p:nvSpPr>
            <p:spPr bwMode="auto">
              <a:xfrm>
                <a:off x="2892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56" name="Freeform 2622"/>
              <p:cNvSpPr>
                <a:spLocks/>
              </p:cNvSpPr>
              <p:nvPr/>
            </p:nvSpPr>
            <p:spPr bwMode="auto">
              <a:xfrm>
                <a:off x="2706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57" name="Freeform 2623"/>
              <p:cNvSpPr>
                <a:spLocks/>
              </p:cNvSpPr>
              <p:nvPr/>
            </p:nvSpPr>
            <p:spPr bwMode="auto">
              <a:xfrm>
                <a:off x="3420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58" name="Freeform 2624"/>
              <p:cNvSpPr>
                <a:spLocks/>
              </p:cNvSpPr>
              <p:nvPr/>
            </p:nvSpPr>
            <p:spPr bwMode="auto">
              <a:xfrm>
                <a:off x="3198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59" name="Freeform 2625"/>
              <p:cNvSpPr>
                <a:spLocks/>
              </p:cNvSpPr>
              <p:nvPr/>
            </p:nvSpPr>
            <p:spPr bwMode="auto">
              <a:xfrm>
                <a:off x="3048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0" name="Freeform 2626"/>
              <p:cNvSpPr>
                <a:spLocks/>
              </p:cNvSpPr>
              <p:nvPr/>
            </p:nvSpPr>
            <p:spPr bwMode="auto">
              <a:xfrm>
                <a:off x="3054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1" name="Freeform 2627"/>
              <p:cNvSpPr>
                <a:spLocks/>
              </p:cNvSpPr>
              <p:nvPr/>
            </p:nvSpPr>
            <p:spPr bwMode="auto">
              <a:xfrm>
                <a:off x="2886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2" name="Freeform 2628"/>
              <p:cNvSpPr>
                <a:spLocks/>
              </p:cNvSpPr>
              <p:nvPr/>
            </p:nvSpPr>
            <p:spPr bwMode="auto">
              <a:xfrm>
                <a:off x="2940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3" name="Freeform 2629"/>
              <p:cNvSpPr>
                <a:spLocks/>
              </p:cNvSpPr>
              <p:nvPr/>
            </p:nvSpPr>
            <p:spPr bwMode="auto">
              <a:xfrm>
                <a:off x="2802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4" name="Freeform 2630"/>
              <p:cNvSpPr>
                <a:spLocks/>
              </p:cNvSpPr>
              <p:nvPr/>
            </p:nvSpPr>
            <p:spPr bwMode="auto">
              <a:xfrm>
                <a:off x="2970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5" name="Freeform 2631"/>
              <p:cNvSpPr>
                <a:spLocks/>
              </p:cNvSpPr>
              <p:nvPr/>
            </p:nvSpPr>
            <p:spPr bwMode="auto">
              <a:xfrm>
                <a:off x="2676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6" name="Freeform 2632"/>
              <p:cNvSpPr>
                <a:spLocks/>
              </p:cNvSpPr>
              <p:nvPr/>
            </p:nvSpPr>
            <p:spPr bwMode="auto">
              <a:xfrm>
                <a:off x="2892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7" name="Freeform 2633"/>
              <p:cNvSpPr>
                <a:spLocks/>
              </p:cNvSpPr>
              <p:nvPr/>
            </p:nvSpPr>
            <p:spPr bwMode="auto">
              <a:xfrm>
                <a:off x="2874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8" name="Freeform 2634"/>
              <p:cNvSpPr>
                <a:spLocks/>
              </p:cNvSpPr>
              <p:nvPr/>
            </p:nvSpPr>
            <p:spPr bwMode="auto">
              <a:xfrm>
                <a:off x="2520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9" name="Freeform 2635"/>
              <p:cNvSpPr>
                <a:spLocks/>
              </p:cNvSpPr>
              <p:nvPr/>
            </p:nvSpPr>
            <p:spPr bwMode="auto">
              <a:xfrm>
                <a:off x="3048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0" name="Freeform 2636"/>
              <p:cNvSpPr>
                <a:spLocks/>
              </p:cNvSpPr>
              <p:nvPr/>
            </p:nvSpPr>
            <p:spPr bwMode="auto">
              <a:xfrm>
                <a:off x="3120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1" name="Freeform 2637"/>
              <p:cNvSpPr>
                <a:spLocks/>
              </p:cNvSpPr>
              <p:nvPr/>
            </p:nvSpPr>
            <p:spPr bwMode="auto">
              <a:xfrm>
                <a:off x="2910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2" name="Freeform 2638"/>
              <p:cNvSpPr>
                <a:spLocks/>
              </p:cNvSpPr>
              <p:nvPr/>
            </p:nvSpPr>
            <p:spPr bwMode="auto">
              <a:xfrm>
                <a:off x="2424" y="27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3" name="Freeform 2639"/>
              <p:cNvSpPr>
                <a:spLocks/>
              </p:cNvSpPr>
              <p:nvPr/>
            </p:nvSpPr>
            <p:spPr bwMode="auto">
              <a:xfrm>
                <a:off x="2838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4" name="Freeform 2640"/>
              <p:cNvSpPr>
                <a:spLocks/>
              </p:cNvSpPr>
              <p:nvPr/>
            </p:nvSpPr>
            <p:spPr bwMode="auto">
              <a:xfrm>
                <a:off x="2928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5" name="Freeform 2641"/>
              <p:cNvSpPr>
                <a:spLocks/>
              </p:cNvSpPr>
              <p:nvPr/>
            </p:nvSpPr>
            <p:spPr bwMode="auto">
              <a:xfrm>
                <a:off x="3096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6" name="Freeform 2642"/>
              <p:cNvSpPr>
                <a:spLocks/>
              </p:cNvSpPr>
              <p:nvPr/>
            </p:nvSpPr>
            <p:spPr bwMode="auto">
              <a:xfrm>
                <a:off x="2790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7" name="Freeform 2643"/>
              <p:cNvSpPr>
                <a:spLocks/>
              </p:cNvSpPr>
              <p:nvPr/>
            </p:nvSpPr>
            <p:spPr bwMode="auto">
              <a:xfrm>
                <a:off x="3336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8" name="Freeform 2644"/>
              <p:cNvSpPr>
                <a:spLocks/>
              </p:cNvSpPr>
              <p:nvPr/>
            </p:nvSpPr>
            <p:spPr bwMode="auto">
              <a:xfrm>
                <a:off x="2928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9" name="Freeform 2645"/>
              <p:cNvSpPr>
                <a:spLocks/>
              </p:cNvSpPr>
              <p:nvPr/>
            </p:nvSpPr>
            <p:spPr bwMode="auto">
              <a:xfrm>
                <a:off x="3264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0" name="Freeform 2646"/>
              <p:cNvSpPr>
                <a:spLocks/>
              </p:cNvSpPr>
              <p:nvPr/>
            </p:nvSpPr>
            <p:spPr bwMode="auto">
              <a:xfrm>
                <a:off x="2376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1" name="Freeform 2647"/>
              <p:cNvSpPr>
                <a:spLocks/>
              </p:cNvSpPr>
              <p:nvPr/>
            </p:nvSpPr>
            <p:spPr bwMode="auto">
              <a:xfrm>
                <a:off x="2904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2" name="Freeform 2648"/>
              <p:cNvSpPr>
                <a:spLocks/>
              </p:cNvSpPr>
              <p:nvPr/>
            </p:nvSpPr>
            <p:spPr bwMode="auto">
              <a:xfrm>
                <a:off x="3276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3" name="Freeform 2649"/>
              <p:cNvSpPr>
                <a:spLocks/>
              </p:cNvSpPr>
              <p:nvPr/>
            </p:nvSpPr>
            <p:spPr bwMode="auto">
              <a:xfrm>
                <a:off x="3030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4" name="Freeform 2650"/>
              <p:cNvSpPr>
                <a:spLocks/>
              </p:cNvSpPr>
              <p:nvPr/>
            </p:nvSpPr>
            <p:spPr bwMode="auto">
              <a:xfrm>
                <a:off x="2454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5" name="Freeform 2651"/>
              <p:cNvSpPr>
                <a:spLocks/>
              </p:cNvSpPr>
              <p:nvPr/>
            </p:nvSpPr>
            <p:spPr bwMode="auto">
              <a:xfrm>
                <a:off x="2538" y="28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6" name="Freeform 2652"/>
              <p:cNvSpPr>
                <a:spLocks/>
              </p:cNvSpPr>
              <p:nvPr/>
            </p:nvSpPr>
            <p:spPr bwMode="auto">
              <a:xfrm>
                <a:off x="2706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7" name="Freeform 2653"/>
              <p:cNvSpPr>
                <a:spLocks/>
              </p:cNvSpPr>
              <p:nvPr/>
            </p:nvSpPr>
            <p:spPr bwMode="auto">
              <a:xfrm>
                <a:off x="2538" y="28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8" name="Freeform 2654"/>
              <p:cNvSpPr>
                <a:spLocks/>
              </p:cNvSpPr>
              <p:nvPr/>
            </p:nvSpPr>
            <p:spPr bwMode="auto">
              <a:xfrm>
                <a:off x="2706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9" name="Freeform 2655"/>
              <p:cNvSpPr>
                <a:spLocks/>
              </p:cNvSpPr>
              <p:nvPr/>
            </p:nvSpPr>
            <p:spPr bwMode="auto">
              <a:xfrm>
                <a:off x="2892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0" name="Freeform 2656"/>
              <p:cNvSpPr>
                <a:spLocks/>
              </p:cNvSpPr>
              <p:nvPr/>
            </p:nvSpPr>
            <p:spPr bwMode="auto">
              <a:xfrm>
                <a:off x="3042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1" name="Freeform 2657"/>
              <p:cNvSpPr>
                <a:spLocks/>
              </p:cNvSpPr>
              <p:nvPr/>
            </p:nvSpPr>
            <p:spPr bwMode="auto">
              <a:xfrm>
                <a:off x="2916" y="21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2" name="Freeform 2658"/>
              <p:cNvSpPr>
                <a:spLocks/>
              </p:cNvSpPr>
              <p:nvPr/>
            </p:nvSpPr>
            <p:spPr bwMode="auto">
              <a:xfrm>
                <a:off x="2364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3" name="Freeform 2659"/>
              <p:cNvSpPr>
                <a:spLocks/>
              </p:cNvSpPr>
              <p:nvPr/>
            </p:nvSpPr>
            <p:spPr bwMode="auto">
              <a:xfrm>
                <a:off x="3066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4" name="Freeform 2660"/>
              <p:cNvSpPr>
                <a:spLocks/>
              </p:cNvSpPr>
              <p:nvPr/>
            </p:nvSpPr>
            <p:spPr bwMode="auto">
              <a:xfrm>
                <a:off x="2538" y="27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5" name="Freeform 2661"/>
              <p:cNvSpPr>
                <a:spLocks/>
              </p:cNvSpPr>
              <p:nvPr/>
            </p:nvSpPr>
            <p:spPr bwMode="auto">
              <a:xfrm>
                <a:off x="2670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6" name="Freeform 2662"/>
              <p:cNvSpPr>
                <a:spLocks/>
              </p:cNvSpPr>
              <p:nvPr/>
            </p:nvSpPr>
            <p:spPr bwMode="auto">
              <a:xfrm>
                <a:off x="3432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7" name="Freeform 2663"/>
              <p:cNvSpPr>
                <a:spLocks/>
              </p:cNvSpPr>
              <p:nvPr/>
            </p:nvSpPr>
            <p:spPr bwMode="auto">
              <a:xfrm>
                <a:off x="2592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8" name="Freeform 2664"/>
              <p:cNvSpPr>
                <a:spLocks/>
              </p:cNvSpPr>
              <p:nvPr/>
            </p:nvSpPr>
            <p:spPr bwMode="auto">
              <a:xfrm>
                <a:off x="3090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9" name="Freeform 2665"/>
              <p:cNvSpPr>
                <a:spLocks/>
              </p:cNvSpPr>
              <p:nvPr/>
            </p:nvSpPr>
            <p:spPr bwMode="auto">
              <a:xfrm>
                <a:off x="2490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00" name="Freeform 2666"/>
              <p:cNvSpPr>
                <a:spLocks/>
              </p:cNvSpPr>
              <p:nvPr/>
            </p:nvSpPr>
            <p:spPr bwMode="auto">
              <a:xfrm>
                <a:off x="3084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01" name="Freeform 2667"/>
              <p:cNvSpPr>
                <a:spLocks/>
              </p:cNvSpPr>
              <p:nvPr/>
            </p:nvSpPr>
            <p:spPr bwMode="auto">
              <a:xfrm>
                <a:off x="2556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02" name="Freeform 2668"/>
              <p:cNvSpPr>
                <a:spLocks/>
              </p:cNvSpPr>
              <p:nvPr/>
            </p:nvSpPr>
            <p:spPr bwMode="auto">
              <a:xfrm>
                <a:off x="2982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03" name="Freeform 2669"/>
              <p:cNvSpPr>
                <a:spLocks/>
              </p:cNvSpPr>
              <p:nvPr/>
            </p:nvSpPr>
            <p:spPr bwMode="auto">
              <a:xfrm>
                <a:off x="2688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04" name="Freeform 2670"/>
              <p:cNvSpPr>
                <a:spLocks/>
              </p:cNvSpPr>
              <p:nvPr/>
            </p:nvSpPr>
            <p:spPr bwMode="auto">
              <a:xfrm>
                <a:off x="3030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05" name="Freeform 2671"/>
              <p:cNvSpPr>
                <a:spLocks/>
              </p:cNvSpPr>
              <p:nvPr/>
            </p:nvSpPr>
            <p:spPr bwMode="auto">
              <a:xfrm>
                <a:off x="2814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06" name="Freeform 2672"/>
              <p:cNvSpPr>
                <a:spLocks/>
              </p:cNvSpPr>
              <p:nvPr/>
            </p:nvSpPr>
            <p:spPr bwMode="auto">
              <a:xfrm>
                <a:off x="2904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07" name="Freeform 2673"/>
              <p:cNvSpPr>
                <a:spLocks/>
              </p:cNvSpPr>
              <p:nvPr/>
            </p:nvSpPr>
            <p:spPr bwMode="auto">
              <a:xfrm>
                <a:off x="2862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08" name="Freeform 2674"/>
              <p:cNvSpPr>
                <a:spLocks/>
              </p:cNvSpPr>
              <p:nvPr/>
            </p:nvSpPr>
            <p:spPr bwMode="auto">
              <a:xfrm>
                <a:off x="2484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09" name="Freeform 2675"/>
              <p:cNvSpPr>
                <a:spLocks/>
              </p:cNvSpPr>
              <p:nvPr/>
            </p:nvSpPr>
            <p:spPr bwMode="auto">
              <a:xfrm>
                <a:off x="2904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0" name="Freeform 2676"/>
              <p:cNvSpPr>
                <a:spLocks/>
              </p:cNvSpPr>
              <p:nvPr/>
            </p:nvSpPr>
            <p:spPr bwMode="auto">
              <a:xfrm>
                <a:off x="3024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1" name="Freeform 2677"/>
              <p:cNvSpPr>
                <a:spLocks/>
              </p:cNvSpPr>
              <p:nvPr/>
            </p:nvSpPr>
            <p:spPr bwMode="auto">
              <a:xfrm>
                <a:off x="2790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2" name="Freeform 2678"/>
              <p:cNvSpPr>
                <a:spLocks/>
              </p:cNvSpPr>
              <p:nvPr/>
            </p:nvSpPr>
            <p:spPr bwMode="auto">
              <a:xfrm>
                <a:off x="2820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3" name="Freeform 2679"/>
              <p:cNvSpPr>
                <a:spLocks/>
              </p:cNvSpPr>
              <p:nvPr/>
            </p:nvSpPr>
            <p:spPr bwMode="auto">
              <a:xfrm>
                <a:off x="2904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4" name="Freeform 2680"/>
              <p:cNvSpPr>
                <a:spLocks/>
              </p:cNvSpPr>
              <p:nvPr/>
            </p:nvSpPr>
            <p:spPr bwMode="auto">
              <a:xfrm>
                <a:off x="306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5" name="Freeform 2681"/>
              <p:cNvSpPr>
                <a:spLocks/>
              </p:cNvSpPr>
              <p:nvPr/>
            </p:nvSpPr>
            <p:spPr bwMode="auto">
              <a:xfrm>
                <a:off x="2790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6" name="Freeform 2682"/>
              <p:cNvSpPr>
                <a:spLocks/>
              </p:cNvSpPr>
              <p:nvPr/>
            </p:nvSpPr>
            <p:spPr bwMode="auto">
              <a:xfrm>
                <a:off x="3006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7" name="Freeform 2683"/>
              <p:cNvSpPr>
                <a:spLocks/>
              </p:cNvSpPr>
              <p:nvPr/>
            </p:nvSpPr>
            <p:spPr bwMode="auto">
              <a:xfrm>
                <a:off x="2430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8" name="Freeform 2684"/>
              <p:cNvSpPr>
                <a:spLocks/>
              </p:cNvSpPr>
              <p:nvPr/>
            </p:nvSpPr>
            <p:spPr bwMode="auto">
              <a:xfrm>
                <a:off x="2682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9" name="Freeform 2685"/>
              <p:cNvSpPr>
                <a:spLocks/>
              </p:cNvSpPr>
              <p:nvPr/>
            </p:nvSpPr>
            <p:spPr bwMode="auto">
              <a:xfrm>
                <a:off x="2892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0" name="Freeform 2686"/>
              <p:cNvSpPr>
                <a:spLocks/>
              </p:cNvSpPr>
              <p:nvPr/>
            </p:nvSpPr>
            <p:spPr bwMode="auto">
              <a:xfrm>
                <a:off x="2766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1" name="Freeform 2687"/>
              <p:cNvSpPr>
                <a:spLocks/>
              </p:cNvSpPr>
              <p:nvPr/>
            </p:nvSpPr>
            <p:spPr bwMode="auto">
              <a:xfrm>
                <a:off x="2940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2" name="Freeform 2688"/>
              <p:cNvSpPr>
                <a:spLocks/>
              </p:cNvSpPr>
              <p:nvPr/>
            </p:nvSpPr>
            <p:spPr bwMode="auto">
              <a:xfrm>
                <a:off x="3438" y="21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3" name="Freeform 2689"/>
              <p:cNvSpPr>
                <a:spLocks/>
              </p:cNvSpPr>
              <p:nvPr/>
            </p:nvSpPr>
            <p:spPr bwMode="auto">
              <a:xfrm>
                <a:off x="3318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4" name="Freeform 2690"/>
              <p:cNvSpPr>
                <a:spLocks/>
              </p:cNvSpPr>
              <p:nvPr/>
            </p:nvSpPr>
            <p:spPr bwMode="auto">
              <a:xfrm>
                <a:off x="3276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5" name="Freeform 2691"/>
              <p:cNvSpPr>
                <a:spLocks/>
              </p:cNvSpPr>
              <p:nvPr/>
            </p:nvSpPr>
            <p:spPr bwMode="auto">
              <a:xfrm>
                <a:off x="2718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6" name="Freeform 2692"/>
              <p:cNvSpPr>
                <a:spLocks/>
              </p:cNvSpPr>
              <p:nvPr/>
            </p:nvSpPr>
            <p:spPr bwMode="auto">
              <a:xfrm>
                <a:off x="3000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7" name="Freeform 2693"/>
              <p:cNvSpPr>
                <a:spLocks/>
              </p:cNvSpPr>
              <p:nvPr/>
            </p:nvSpPr>
            <p:spPr bwMode="auto">
              <a:xfrm>
                <a:off x="2940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8" name="Freeform 2694"/>
              <p:cNvSpPr>
                <a:spLocks/>
              </p:cNvSpPr>
              <p:nvPr/>
            </p:nvSpPr>
            <p:spPr bwMode="auto">
              <a:xfrm>
                <a:off x="3150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9" name="Freeform 2695"/>
              <p:cNvSpPr>
                <a:spLocks/>
              </p:cNvSpPr>
              <p:nvPr/>
            </p:nvSpPr>
            <p:spPr bwMode="auto">
              <a:xfrm>
                <a:off x="3012" y="19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0" name="Freeform 2696"/>
              <p:cNvSpPr>
                <a:spLocks/>
              </p:cNvSpPr>
              <p:nvPr/>
            </p:nvSpPr>
            <p:spPr bwMode="auto">
              <a:xfrm>
                <a:off x="3162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1" name="Freeform 2697"/>
              <p:cNvSpPr>
                <a:spLocks/>
              </p:cNvSpPr>
              <p:nvPr/>
            </p:nvSpPr>
            <p:spPr bwMode="auto">
              <a:xfrm>
                <a:off x="2910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2" name="Freeform 2698"/>
              <p:cNvSpPr>
                <a:spLocks/>
              </p:cNvSpPr>
              <p:nvPr/>
            </p:nvSpPr>
            <p:spPr bwMode="auto">
              <a:xfrm>
                <a:off x="3102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3" name="Freeform 2699"/>
              <p:cNvSpPr>
                <a:spLocks/>
              </p:cNvSpPr>
              <p:nvPr/>
            </p:nvSpPr>
            <p:spPr bwMode="auto">
              <a:xfrm>
                <a:off x="2616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4" name="Freeform 2700"/>
              <p:cNvSpPr>
                <a:spLocks/>
              </p:cNvSpPr>
              <p:nvPr/>
            </p:nvSpPr>
            <p:spPr bwMode="auto">
              <a:xfrm>
                <a:off x="3018" y="20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5" name="Freeform 2701"/>
              <p:cNvSpPr>
                <a:spLocks/>
              </p:cNvSpPr>
              <p:nvPr/>
            </p:nvSpPr>
            <p:spPr bwMode="auto">
              <a:xfrm>
                <a:off x="2802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6" name="Freeform 2702"/>
              <p:cNvSpPr>
                <a:spLocks/>
              </p:cNvSpPr>
              <p:nvPr/>
            </p:nvSpPr>
            <p:spPr bwMode="auto">
              <a:xfrm>
                <a:off x="3420" y="20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7" name="Freeform 2703"/>
              <p:cNvSpPr>
                <a:spLocks/>
              </p:cNvSpPr>
              <p:nvPr/>
            </p:nvSpPr>
            <p:spPr bwMode="auto">
              <a:xfrm>
                <a:off x="3210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8" name="Freeform 2704"/>
              <p:cNvSpPr>
                <a:spLocks/>
              </p:cNvSpPr>
              <p:nvPr/>
            </p:nvSpPr>
            <p:spPr bwMode="auto">
              <a:xfrm>
                <a:off x="2652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9" name="Freeform 2705"/>
              <p:cNvSpPr>
                <a:spLocks/>
              </p:cNvSpPr>
              <p:nvPr/>
            </p:nvSpPr>
            <p:spPr bwMode="auto">
              <a:xfrm>
                <a:off x="2934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0" name="Freeform 2706"/>
              <p:cNvSpPr>
                <a:spLocks/>
              </p:cNvSpPr>
              <p:nvPr/>
            </p:nvSpPr>
            <p:spPr bwMode="auto">
              <a:xfrm>
                <a:off x="2820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1" name="Freeform 2707"/>
              <p:cNvSpPr>
                <a:spLocks/>
              </p:cNvSpPr>
              <p:nvPr/>
            </p:nvSpPr>
            <p:spPr bwMode="auto">
              <a:xfrm>
                <a:off x="2520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2" name="Freeform 2708"/>
              <p:cNvSpPr>
                <a:spLocks/>
              </p:cNvSpPr>
              <p:nvPr/>
            </p:nvSpPr>
            <p:spPr bwMode="auto">
              <a:xfrm>
                <a:off x="3174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3" name="Freeform 2709"/>
              <p:cNvSpPr>
                <a:spLocks/>
              </p:cNvSpPr>
              <p:nvPr/>
            </p:nvSpPr>
            <p:spPr bwMode="auto">
              <a:xfrm>
                <a:off x="2904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4" name="Freeform 2710"/>
              <p:cNvSpPr>
                <a:spLocks/>
              </p:cNvSpPr>
              <p:nvPr/>
            </p:nvSpPr>
            <p:spPr bwMode="auto">
              <a:xfrm>
                <a:off x="2256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5" name="Freeform 2711"/>
              <p:cNvSpPr>
                <a:spLocks/>
              </p:cNvSpPr>
              <p:nvPr/>
            </p:nvSpPr>
            <p:spPr bwMode="auto">
              <a:xfrm>
                <a:off x="2652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6" name="Freeform 2712"/>
              <p:cNvSpPr>
                <a:spLocks/>
              </p:cNvSpPr>
              <p:nvPr/>
            </p:nvSpPr>
            <p:spPr bwMode="auto">
              <a:xfrm>
                <a:off x="2796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7" name="Freeform 2713"/>
              <p:cNvSpPr>
                <a:spLocks/>
              </p:cNvSpPr>
              <p:nvPr/>
            </p:nvSpPr>
            <p:spPr bwMode="auto">
              <a:xfrm>
                <a:off x="3048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8" name="Freeform 2714"/>
              <p:cNvSpPr>
                <a:spLocks/>
              </p:cNvSpPr>
              <p:nvPr/>
            </p:nvSpPr>
            <p:spPr bwMode="auto">
              <a:xfrm>
                <a:off x="2646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9" name="Freeform 2715"/>
              <p:cNvSpPr>
                <a:spLocks/>
              </p:cNvSpPr>
              <p:nvPr/>
            </p:nvSpPr>
            <p:spPr bwMode="auto">
              <a:xfrm>
                <a:off x="2682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0" name="Freeform 2716"/>
              <p:cNvSpPr>
                <a:spLocks/>
              </p:cNvSpPr>
              <p:nvPr/>
            </p:nvSpPr>
            <p:spPr bwMode="auto">
              <a:xfrm>
                <a:off x="2610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1" name="Freeform 2717"/>
              <p:cNvSpPr>
                <a:spLocks/>
              </p:cNvSpPr>
              <p:nvPr/>
            </p:nvSpPr>
            <p:spPr bwMode="auto">
              <a:xfrm>
                <a:off x="3042" y="27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2" name="Freeform 2718"/>
              <p:cNvSpPr>
                <a:spLocks/>
              </p:cNvSpPr>
              <p:nvPr/>
            </p:nvSpPr>
            <p:spPr bwMode="auto">
              <a:xfrm>
                <a:off x="2922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3" name="Freeform 2719"/>
              <p:cNvSpPr>
                <a:spLocks/>
              </p:cNvSpPr>
              <p:nvPr/>
            </p:nvSpPr>
            <p:spPr bwMode="auto">
              <a:xfrm>
                <a:off x="3318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4" name="Freeform 2720"/>
              <p:cNvSpPr>
                <a:spLocks/>
              </p:cNvSpPr>
              <p:nvPr/>
            </p:nvSpPr>
            <p:spPr bwMode="auto">
              <a:xfrm>
                <a:off x="2850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5" name="Freeform 2721"/>
              <p:cNvSpPr>
                <a:spLocks/>
              </p:cNvSpPr>
              <p:nvPr/>
            </p:nvSpPr>
            <p:spPr bwMode="auto">
              <a:xfrm>
                <a:off x="2940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6" name="Freeform 2722"/>
              <p:cNvSpPr>
                <a:spLocks/>
              </p:cNvSpPr>
              <p:nvPr/>
            </p:nvSpPr>
            <p:spPr bwMode="auto">
              <a:xfrm>
                <a:off x="2910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7" name="Freeform 2723"/>
              <p:cNvSpPr>
                <a:spLocks/>
              </p:cNvSpPr>
              <p:nvPr/>
            </p:nvSpPr>
            <p:spPr bwMode="auto">
              <a:xfrm>
                <a:off x="2640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8" name="Freeform 2724"/>
              <p:cNvSpPr>
                <a:spLocks/>
              </p:cNvSpPr>
              <p:nvPr/>
            </p:nvSpPr>
            <p:spPr bwMode="auto">
              <a:xfrm>
                <a:off x="2802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9" name="Freeform 2725"/>
              <p:cNvSpPr>
                <a:spLocks/>
              </p:cNvSpPr>
              <p:nvPr/>
            </p:nvSpPr>
            <p:spPr bwMode="auto">
              <a:xfrm>
                <a:off x="2952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0" name="Freeform 2726"/>
              <p:cNvSpPr>
                <a:spLocks/>
              </p:cNvSpPr>
              <p:nvPr/>
            </p:nvSpPr>
            <p:spPr bwMode="auto">
              <a:xfrm>
                <a:off x="2580" y="29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1" name="Freeform 2727"/>
              <p:cNvSpPr>
                <a:spLocks/>
              </p:cNvSpPr>
              <p:nvPr/>
            </p:nvSpPr>
            <p:spPr bwMode="auto">
              <a:xfrm>
                <a:off x="3252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2" name="Freeform 2728"/>
              <p:cNvSpPr>
                <a:spLocks/>
              </p:cNvSpPr>
              <p:nvPr/>
            </p:nvSpPr>
            <p:spPr bwMode="auto">
              <a:xfrm>
                <a:off x="3378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3" name="Freeform 2729"/>
              <p:cNvSpPr>
                <a:spLocks/>
              </p:cNvSpPr>
              <p:nvPr/>
            </p:nvSpPr>
            <p:spPr bwMode="auto">
              <a:xfrm>
                <a:off x="2880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4" name="Freeform 2730"/>
              <p:cNvSpPr>
                <a:spLocks/>
              </p:cNvSpPr>
              <p:nvPr/>
            </p:nvSpPr>
            <p:spPr bwMode="auto">
              <a:xfrm>
                <a:off x="2616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5" name="Freeform 2731"/>
              <p:cNvSpPr>
                <a:spLocks/>
              </p:cNvSpPr>
              <p:nvPr/>
            </p:nvSpPr>
            <p:spPr bwMode="auto">
              <a:xfrm>
                <a:off x="2466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6" name="Freeform 2732"/>
              <p:cNvSpPr>
                <a:spLocks/>
              </p:cNvSpPr>
              <p:nvPr/>
            </p:nvSpPr>
            <p:spPr bwMode="auto">
              <a:xfrm>
                <a:off x="2784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7" name="Freeform 2733"/>
              <p:cNvSpPr>
                <a:spLocks/>
              </p:cNvSpPr>
              <p:nvPr/>
            </p:nvSpPr>
            <p:spPr bwMode="auto">
              <a:xfrm>
                <a:off x="3276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8" name="Freeform 2734"/>
              <p:cNvSpPr>
                <a:spLocks/>
              </p:cNvSpPr>
              <p:nvPr/>
            </p:nvSpPr>
            <p:spPr bwMode="auto">
              <a:xfrm>
                <a:off x="2766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9" name="Freeform 2735"/>
              <p:cNvSpPr>
                <a:spLocks/>
              </p:cNvSpPr>
              <p:nvPr/>
            </p:nvSpPr>
            <p:spPr bwMode="auto">
              <a:xfrm>
                <a:off x="3138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0" name="Freeform 2736"/>
              <p:cNvSpPr>
                <a:spLocks/>
              </p:cNvSpPr>
              <p:nvPr/>
            </p:nvSpPr>
            <p:spPr bwMode="auto">
              <a:xfrm>
                <a:off x="2220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1" name="Freeform 2737"/>
              <p:cNvSpPr>
                <a:spLocks/>
              </p:cNvSpPr>
              <p:nvPr/>
            </p:nvSpPr>
            <p:spPr bwMode="auto">
              <a:xfrm>
                <a:off x="3132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2" name="Freeform 2738"/>
              <p:cNvSpPr>
                <a:spLocks/>
              </p:cNvSpPr>
              <p:nvPr/>
            </p:nvSpPr>
            <p:spPr bwMode="auto">
              <a:xfrm>
                <a:off x="2520" y="22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3" name="Freeform 2739"/>
              <p:cNvSpPr>
                <a:spLocks/>
              </p:cNvSpPr>
              <p:nvPr/>
            </p:nvSpPr>
            <p:spPr bwMode="auto">
              <a:xfrm>
                <a:off x="3078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4" name="Freeform 2740"/>
              <p:cNvSpPr>
                <a:spLocks/>
              </p:cNvSpPr>
              <p:nvPr/>
            </p:nvSpPr>
            <p:spPr bwMode="auto">
              <a:xfrm>
                <a:off x="2976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5" name="Freeform 2741"/>
              <p:cNvSpPr>
                <a:spLocks/>
              </p:cNvSpPr>
              <p:nvPr/>
            </p:nvSpPr>
            <p:spPr bwMode="auto">
              <a:xfrm>
                <a:off x="3210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6" name="Freeform 2742"/>
              <p:cNvSpPr>
                <a:spLocks/>
              </p:cNvSpPr>
              <p:nvPr/>
            </p:nvSpPr>
            <p:spPr bwMode="auto">
              <a:xfrm>
                <a:off x="2682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7" name="Freeform 2743"/>
              <p:cNvSpPr>
                <a:spLocks/>
              </p:cNvSpPr>
              <p:nvPr/>
            </p:nvSpPr>
            <p:spPr bwMode="auto">
              <a:xfrm>
                <a:off x="3336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8" name="Freeform 2744"/>
              <p:cNvSpPr>
                <a:spLocks/>
              </p:cNvSpPr>
              <p:nvPr/>
            </p:nvSpPr>
            <p:spPr bwMode="auto">
              <a:xfrm>
                <a:off x="2982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9" name="Freeform 2745"/>
              <p:cNvSpPr>
                <a:spLocks/>
              </p:cNvSpPr>
              <p:nvPr/>
            </p:nvSpPr>
            <p:spPr bwMode="auto">
              <a:xfrm>
                <a:off x="2748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0" name="Freeform 2746"/>
              <p:cNvSpPr>
                <a:spLocks/>
              </p:cNvSpPr>
              <p:nvPr/>
            </p:nvSpPr>
            <p:spPr bwMode="auto">
              <a:xfrm>
                <a:off x="2904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1" name="Freeform 2747"/>
              <p:cNvSpPr>
                <a:spLocks/>
              </p:cNvSpPr>
              <p:nvPr/>
            </p:nvSpPr>
            <p:spPr bwMode="auto">
              <a:xfrm>
                <a:off x="2760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2" name="Freeform 2748"/>
              <p:cNvSpPr>
                <a:spLocks/>
              </p:cNvSpPr>
              <p:nvPr/>
            </p:nvSpPr>
            <p:spPr bwMode="auto">
              <a:xfrm>
                <a:off x="2712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3" name="Freeform 2749"/>
              <p:cNvSpPr>
                <a:spLocks/>
              </p:cNvSpPr>
              <p:nvPr/>
            </p:nvSpPr>
            <p:spPr bwMode="auto">
              <a:xfrm>
                <a:off x="3186" y="21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4" name="Freeform 2750"/>
              <p:cNvSpPr>
                <a:spLocks/>
              </p:cNvSpPr>
              <p:nvPr/>
            </p:nvSpPr>
            <p:spPr bwMode="auto">
              <a:xfrm>
                <a:off x="2556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5" name="Freeform 2751"/>
              <p:cNvSpPr>
                <a:spLocks/>
              </p:cNvSpPr>
              <p:nvPr/>
            </p:nvSpPr>
            <p:spPr bwMode="auto">
              <a:xfrm>
                <a:off x="3012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6" name="Freeform 2752"/>
              <p:cNvSpPr>
                <a:spLocks/>
              </p:cNvSpPr>
              <p:nvPr/>
            </p:nvSpPr>
            <p:spPr bwMode="auto">
              <a:xfrm>
                <a:off x="2628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7" name="Freeform 2753"/>
              <p:cNvSpPr>
                <a:spLocks/>
              </p:cNvSpPr>
              <p:nvPr/>
            </p:nvSpPr>
            <p:spPr bwMode="auto">
              <a:xfrm>
                <a:off x="2328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8" name="Freeform 2754"/>
              <p:cNvSpPr>
                <a:spLocks/>
              </p:cNvSpPr>
              <p:nvPr/>
            </p:nvSpPr>
            <p:spPr bwMode="auto">
              <a:xfrm>
                <a:off x="2538" y="28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9" name="Freeform 2755"/>
              <p:cNvSpPr>
                <a:spLocks/>
              </p:cNvSpPr>
              <p:nvPr/>
            </p:nvSpPr>
            <p:spPr bwMode="auto">
              <a:xfrm>
                <a:off x="2574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0" name="Freeform 2756"/>
              <p:cNvSpPr>
                <a:spLocks/>
              </p:cNvSpPr>
              <p:nvPr/>
            </p:nvSpPr>
            <p:spPr bwMode="auto">
              <a:xfrm>
                <a:off x="2970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1" name="Freeform 2757"/>
              <p:cNvSpPr>
                <a:spLocks/>
              </p:cNvSpPr>
              <p:nvPr/>
            </p:nvSpPr>
            <p:spPr bwMode="auto">
              <a:xfrm>
                <a:off x="2340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2" name="Freeform 2758"/>
              <p:cNvSpPr>
                <a:spLocks/>
              </p:cNvSpPr>
              <p:nvPr/>
            </p:nvSpPr>
            <p:spPr bwMode="auto">
              <a:xfrm>
                <a:off x="3270" y="20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3" name="Freeform 2759"/>
              <p:cNvSpPr>
                <a:spLocks/>
              </p:cNvSpPr>
              <p:nvPr/>
            </p:nvSpPr>
            <p:spPr bwMode="auto">
              <a:xfrm>
                <a:off x="3066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4" name="Freeform 2760"/>
              <p:cNvSpPr>
                <a:spLocks/>
              </p:cNvSpPr>
              <p:nvPr/>
            </p:nvSpPr>
            <p:spPr bwMode="auto">
              <a:xfrm>
                <a:off x="2940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5" name="Freeform 2761"/>
              <p:cNvSpPr>
                <a:spLocks/>
              </p:cNvSpPr>
              <p:nvPr/>
            </p:nvSpPr>
            <p:spPr bwMode="auto">
              <a:xfrm>
                <a:off x="2640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6" name="Freeform 2762"/>
              <p:cNvSpPr>
                <a:spLocks/>
              </p:cNvSpPr>
              <p:nvPr/>
            </p:nvSpPr>
            <p:spPr bwMode="auto">
              <a:xfrm>
                <a:off x="3144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7" name="Freeform 2763"/>
              <p:cNvSpPr>
                <a:spLocks/>
              </p:cNvSpPr>
              <p:nvPr/>
            </p:nvSpPr>
            <p:spPr bwMode="auto">
              <a:xfrm>
                <a:off x="2802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8" name="Freeform 2764"/>
              <p:cNvSpPr>
                <a:spLocks/>
              </p:cNvSpPr>
              <p:nvPr/>
            </p:nvSpPr>
            <p:spPr bwMode="auto">
              <a:xfrm>
                <a:off x="2904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9" name="Freeform 2765"/>
              <p:cNvSpPr>
                <a:spLocks/>
              </p:cNvSpPr>
              <p:nvPr/>
            </p:nvSpPr>
            <p:spPr bwMode="auto">
              <a:xfrm>
                <a:off x="2904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0" name="Freeform 2766"/>
              <p:cNvSpPr>
                <a:spLocks/>
              </p:cNvSpPr>
              <p:nvPr/>
            </p:nvSpPr>
            <p:spPr bwMode="auto">
              <a:xfrm>
                <a:off x="3276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1" name="Freeform 2767"/>
              <p:cNvSpPr>
                <a:spLocks/>
              </p:cNvSpPr>
              <p:nvPr/>
            </p:nvSpPr>
            <p:spPr bwMode="auto">
              <a:xfrm>
                <a:off x="2964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2" name="Freeform 2768"/>
              <p:cNvSpPr>
                <a:spLocks/>
              </p:cNvSpPr>
              <p:nvPr/>
            </p:nvSpPr>
            <p:spPr bwMode="auto">
              <a:xfrm>
                <a:off x="2748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3" name="Freeform 2769"/>
              <p:cNvSpPr>
                <a:spLocks/>
              </p:cNvSpPr>
              <p:nvPr/>
            </p:nvSpPr>
            <p:spPr bwMode="auto">
              <a:xfrm>
                <a:off x="2820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4" name="Freeform 2770"/>
              <p:cNvSpPr>
                <a:spLocks/>
              </p:cNvSpPr>
              <p:nvPr/>
            </p:nvSpPr>
            <p:spPr bwMode="auto">
              <a:xfrm>
                <a:off x="3264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5" name="Freeform 2771"/>
              <p:cNvSpPr>
                <a:spLocks/>
              </p:cNvSpPr>
              <p:nvPr/>
            </p:nvSpPr>
            <p:spPr bwMode="auto">
              <a:xfrm>
                <a:off x="2220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6" name="Freeform 2772"/>
              <p:cNvSpPr>
                <a:spLocks/>
              </p:cNvSpPr>
              <p:nvPr/>
            </p:nvSpPr>
            <p:spPr bwMode="auto">
              <a:xfrm>
                <a:off x="2196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7" name="Freeform 2773"/>
              <p:cNvSpPr>
                <a:spLocks/>
              </p:cNvSpPr>
              <p:nvPr/>
            </p:nvSpPr>
            <p:spPr bwMode="auto">
              <a:xfrm>
                <a:off x="2988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8" name="Freeform 2774"/>
              <p:cNvSpPr>
                <a:spLocks/>
              </p:cNvSpPr>
              <p:nvPr/>
            </p:nvSpPr>
            <p:spPr bwMode="auto">
              <a:xfrm>
                <a:off x="3072" y="20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9" name="Freeform 2775"/>
              <p:cNvSpPr>
                <a:spLocks/>
              </p:cNvSpPr>
              <p:nvPr/>
            </p:nvSpPr>
            <p:spPr bwMode="auto">
              <a:xfrm>
                <a:off x="2568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0" name="Freeform 2776"/>
              <p:cNvSpPr>
                <a:spLocks/>
              </p:cNvSpPr>
              <p:nvPr/>
            </p:nvSpPr>
            <p:spPr bwMode="auto">
              <a:xfrm>
                <a:off x="2814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1" name="Freeform 2777"/>
              <p:cNvSpPr>
                <a:spLocks/>
              </p:cNvSpPr>
              <p:nvPr/>
            </p:nvSpPr>
            <p:spPr bwMode="auto">
              <a:xfrm>
                <a:off x="2898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2" name="Freeform 2778"/>
              <p:cNvSpPr>
                <a:spLocks/>
              </p:cNvSpPr>
              <p:nvPr/>
            </p:nvSpPr>
            <p:spPr bwMode="auto">
              <a:xfrm>
                <a:off x="2736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3" name="Freeform 2779"/>
              <p:cNvSpPr>
                <a:spLocks/>
              </p:cNvSpPr>
              <p:nvPr/>
            </p:nvSpPr>
            <p:spPr bwMode="auto">
              <a:xfrm>
                <a:off x="3252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4" name="Freeform 2780"/>
              <p:cNvSpPr>
                <a:spLocks/>
              </p:cNvSpPr>
              <p:nvPr/>
            </p:nvSpPr>
            <p:spPr bwMode="auto">
              <a:xfrm>
                <a:off x="2808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5" name="Freeform 2781"/>
              <p:cNvSpPr>
                <a:spLocks/>
              </p:cNvSpPr>
              <p:nvPr/>
            </p:nvSpPr>
            <p:spPr bwMode="auto">
              <a:xfrm>
                <a:off x="3030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6" name="Freeform 2782"/>
              <p:cNvSpPr>
                <a:spLocks/>
              </p:cNvSpPr>
              <p:nvPr/>
            </p:nvSpPr>
            <p:spPr bwMode="auto">
              <a:xfrm>
                <a:off x="288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7" name="Freeform 2783"/>
              <p:cNvSpPr>
                <a:spLocks/>
              </p:cNvSpPr>
              <p:nvPr/>
            </p:nvSpPr>
            <p:spPr bwMode="auto">
              <a:xfrm>
                <a:off x="2916" y="27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8" name="Freeform 2784"/>
              <p:cNvSpPr>
                <a:spLocks/>
              </p:cNvSpPr>
              <p:nvPr/>
            </p:nvSpPr>
            <p:spPr bwMode="auto">
              <a:xfrm>
                <a:off x="2970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9" name="Freeform 2785"/>
              <p:cNvSpPr>
                <a:spLocks/>
              </p:cNvSpPr>
              <p:nvPr/>
            </p:nvSpPr>
            <p:spPr bwMode="auto">
              <a:xfrm>
                <a:off x="3462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0" name="Freeform 2786"/>
              <p:cNvSpPr>
                <a:spLocks/>
              </p:cNvSpPr>
              <p:nvPr/>
            </p:nvSpPr>
            <p:spPr bwMode="auto">
              <a:xfrm>
                <a:off x="3162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1" name="Freeform 2787"/>
              <p:cNvSpPr>
                <a:spLocks/>
              </p:cNvSpPr>
              <p:nvPr/>
            </p:nvSpPr>
            <p:spPr bwMode="auto">
              <a:xfrm>
                <a:off x="3234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2" name="Freeform 2788"/>
              <p:cNvSpPr>
                <a:spLocks/>
              </p:cNvSpPr>
              <p:nvPr/>
            </p:nvSpPr>
            <p:spPr bwMode="auto">
              <a:xfrm>
                <a:off x="3564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3" name="Freeform 2789"/>
              <p:cNvSpPr>
                <a:spLocks/>
              </p:cNvSpPr>
              <p:nvPr/>
            </p:nvSpPr>
            <p:spPr bwMode="auto">
              <a:xfrm>
                <a:off x="3078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4" name="Freeform 2790"/>
              <p:cNvSpPr>
                <a:spLocks/>
              </p:cNvSpPr>
              <p:nvPr/>
            </p:nvSpPr>
            <p:spPr bwMode="auto">
              <a:xfrm>
                <a:off x="2394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5" name="Freeform 2791"/>
              <p:cNvSpPr>
                <a:spLocks/>
              </p:cNvSpPr>
              <p:nvPr/>
            </p:nvSpPr>
            <p:spPr bwMode="auto">
              <a:xfrm>
                <a:off x="2622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6" name="Freeform 2792"/>
              <p:cNvSpPr>
                <a:spLocks/>
              </p:cNvSpPr>
              <p:nvPr/>
            </p:nvSpPr>
            <p:spPr bwMode="auto">
              <a:xfrm>
                <a:off x="2700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7" name="Freeform 2793"/>
              <p:cNvSpPr>
                <a:spLocks/>
              </p:cNvSpPr>
              <p:nvPr/>
            </p:nvSpPr>
            <p:spPr bwMode="auto">
              <a:xfrm>
                <a:off x="2958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8" name="Freeform 2794"/>
              <p:cNvSpPr>
                <a:spLocks/>
              </p:cNvSpPr>
              <p:nvPr/>
            </p:nvSpPr>
            <p:spPr bwMode="auto">
              <a:xfrm>
                <a:off x="2538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9" name="Freeform 2795"/>
              <p:cNvSpPr>
                <a:spLocks/>
              </p:cNvSpPr>
              <p:nvPr/>
            </p:nvSpPr>
            <p:spPr bwMode="auto">
              <a:xfrm>
                <a:off x="3042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0" name="Freeform 2796"/>
              <p:cNvSpPr>
                <a:spLocks/>
              </p:cNvSpPr>
              <p:nvPr/>
            </p:nvSpPr>
            <p:spPr bwMode="auto">
              <a:xfrm>
                <a:off x="3018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1" name="Freeform 2797"/>
              <p:cNvSpPr>
                <a:spLocks/>
              </p:cNvSpPr>
              <p:nvPr/>
            </p:nvSpPr>
            <p:spPr bwMode="auto">
              <a:xfrm>
                <a:off x="2904" y="21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2" name="Freeform 2798"/>
              <p:cNvSpPr>
                <a:spLocks/>
              </p:cNvSpPr>
              <p:nvPr/>
            </p:nvSpPr>
            <p:spPr bwMode="auto">
              <a:xfrm>
                <a:off x="3258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3" name="Freeform 2799"/>
              <p:cNvSpPr>
                <a:spLocks/>
              </p:cNvSpPr>
              <p:nvPr/>
            </p:nvSpPr>
            <p:spPr bwMode="auto">
              <a:xfrm>
                <a:off x="2724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4" name="Freeform 2800"/>
              <p:cNvSpPr>
                <a:spLocks/>
              </p:cNvSpPr>
              <p:nvPr/>
            </p:nvSpPr>
            <p:spPr bwMode="auto">
              <a:xfrm>
                <a:off x="2916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5" name="Freeform 2801"/>
              <p:cNvSpPr>
                <a:spLocks/>
              </p:cNvSpPr>
              <p:nvPr/>
            </p:nvSpPr>
            <p:spPr bwMode="auto">
              <a:xfrm>
                <a:off x="2886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6" name="Freeform 2802"/>
              <p:cNvSpPr>
                <a:spLocks/>
              </p:cNvSpPr>
              <p:nvPr/>
            </p:nvSpPr>
            <p:spPr bwMode="auto">
              <a:xfrm>
                <a:off x="2652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7" name="Freeform 2803"/>
              <p:cNvSpPr>
                <a:spLocks/>
              </p:cNvSpPr>
              <p:nvPr/>
            </p:nvSpPr>
            <p:spPr bwMode="auto">
              <a:xfrm>
                <a:off x="3384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8" name="Freeform 2804"/>
              <p:cNvSpPr>
                <a:spLocks/>
              </p:cNvSpPr>
              <p:nvPr/>
            </p:nvSpPr>
            <p:spPr bwMode="auto">
              <a:xfrm>
                <a:off x="2916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9" name="Freeform 2805"/>
              <p:cNvSpPr>
                <a:spLocks/>
              </p:cNvSpPr>
              <p:nvPr/>
            </p:nvSpPr>
            <p:spPr bwMode="auto">
              <a:xfrm>
                <a:off x="2532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0" name="Freeform 2806"/>
              <p:cNvSpPr>
                <a:spLocks/>
              </p:cNvSpPr>
              <p:nvPr/>
            </p:nvSpPr>
            <p:spPr bwMode="auto">
              <a:xfrm>
                <a:off x="3090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1" name="Freeform 2807"/>
              <p:cNvSpPr>
                <a:spLocks/>
              </p:cNvSpPr>
              <p:nvPr/>
            </p:nvSpPr>
            <p:spPr bwMode="auto">
              <a:xfrm>
                <a:off x="2934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2" name="Freeform 2808"/>
              <p:cNvSpPr>
                <a:spLocks/>
              </p:cNvSpPr>
              <p:nvPr/>
            </p:nvSpPr>
            <p:spPr bwMode="auto">
              <a:xfrm>
                <a:off x="2514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3" name="Freeform 2809"/>
              <p:cNvSpPr>
                <a:spLocks/>
              </p:cNvSpPr>
              <p:nvPr/>
            </p:nvSpPr>
            <p:spPr bwMode="auto">
              <a:xfrm>
                <a:off x="2760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4" name="Freeform 2810"/>
              <p:cNvSpPr>
                <a:spLocks/>
              </p:cNvSpPr>
              <p:nvPr/>
            </p:nvSpPr>
            <p:spPr bwMode="auto">
              <a:xfrm>
                <a:off x="2448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5" name="Freeform 2811"/>
              <p:cNvSpPr>
                <a:spLocks/>
              </p:cNvSpPr>
              <p:nvPr/>
            </p:nvSpPr>
            <p:spPr bwMode="auto">
              <a:xfrm>
                <a:off x="2808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6" name="Freeform 2812"/>
              <p:cNvSpPr>
                <a:spLocks/>
              </p:cNvSpPr>
              <p:nvPr/>
            </p:nvSpPr>
            <p:spPr bwMode="auto">
              <a:xfrm>
                <a:off x="2862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7" name="Freeform 2813"/>
              <p:cNvSpPr>
                <a:spLocks/>
              </p:cNvSpPr>
              <p:nvPr/>
            </p:nvSpPr>
            <p:spPr bwMode="auto">
              <a:xfrm>
                <a:off x="2934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8" name="Freeform 2814"/>
              <p:cNvSpPr>
                <a:spLocks/>
              </p:cNvSpPr>
              <p:nvPr/>
            </p:nvSpPr>
            <p:spPr bwMode="auto">
              <a:xfrm>
                <a:off x="3018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9" name="Freeform 2815"/>
              <p:cNvSpPr>
                <a:spLocks/>
              </p:cNvSpPr>
              <p:nvPr/>
            </p:nvSpPr>
            <p:spPr bwMode="auto">
              <a:xfrm>
                <a:off x="2892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50" name="Freeform 2816"/>
              <p:cNvSpPr>
                <a:spLocks/>
              </p:cNvSpPr>
              <p:nvPr/>
            </p:nvSpPr>
            <p:spPr bwMode="auto">
              <a:xfrm>
                <a:off x="2442" y="27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51" name="Freeform 2817"/>
              <p:cNvSpPr>
                <a:spLocks/>
              </p:cNvSpPr>
              <p:nvPr/>
            </p:nvSpPr>
            <p:spPr bwMode="auto">
              <a:xfrm>
                <a:off x="2646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8" name="Group 3019"/>
            <p:cNvGrpSpPr>
              <a:grpSpLocks/>
            </p:cNvGrpSpPr>
            <p:nvPr/>
          </p:nvGrpSpPr>
          <p:grpSpPr bwMode="auto">
            <a:xfrm>
              <a:off x="2226" y="1869"/>
              <a:ext cx="1248" cy="1338"/>
              <a:chOff x="2226" y="1869"/>
              <a:chExt cx="1248" cy="1338"/>
            </a:xfrm>
          </p:grpSpPr>
          <p:sp>
            <p:nvSpPr>
              <p:cNvPr id="58352" name="Freeform 2819"/>
              <p:cNvSpPr>
                <a:spLocks/>
              </p:cNvSpPr>
              <p:nvPr/>
            </p:nvSpPr>
            <p:spPr bwMode="auto">
              <a:xfrm>
                <a:off x="2850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53" name="Freeform 2820"/>
              <p:cNvSpPr>
                <a:spLocks/>
              </p:cNvSpPr>
              <p:nvPr/>
            </p:nvSpPr>
            <p:spPr bwMode="auto">
              <a:xfrm>
                <a:off x="2718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54" name="Freeform 2821"/>
              <p:cNvSpPr>
                <a:spLocks/>
              </p:cNvSpPr>
              <p:nvPr/>
            </p:nvSpPr>
            <p:spPr bwMode="auto">
              <a:xfrm>
                <a:off x="3054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55" name="Freeform 2822"/>
              <p:cNvSpPr>
                <a:spLocks/>
              </p:cNvSpPr>
              <p:nvPr/>
            </p:nvSpPr>
            <p:spPr bwMode="auto">
              <a:xfrm>
                <a:off x="2628" y="28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56" name="Freeform 2823"/>
              <p:cNvSpPr>
                <a:spLocks/>
              </p:cNvSpPr>
              <p:nvPr/>
            </p:nvSpPr>
            <p:spPr bwMode="auto">
              <a:xfrm>
                <a:off x="2988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57" name="Freeform 2824"/>
              <p:cNvSpPr>
                <a:spLocks/>
              </p:cNvSpPr>
              <p:nvPr/>
            </p:nvSpPr>
            <p:spPr bwMode="auto">
              <a:xfrm>
                <a:off x="2292" y="27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58" name="Freeform 2825"/>
              <p:cNvSpPr>
                <a:spLocks/>
              </p:cNvSpPr>
              <p:nvPr/>
            </p:nvSpPr>
            <p:spPr bwMode="auto">
              <a:xfrm>
                <a:off x="2538" y="27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59" name="Freeform 2826"/>
              <p:cNvSpPr>
                <a:spLocks/>
              </p:cNvSpPr>
              <p:nvPr/>
            </p:nvSpPr>
            <p:spPr bwMode="auto">
              <a:xfrm>
                <a:off x="3006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60" name="Freeform 2827"/>
              <p:cNvSpPr>
                <a:spLocks/>
              </p:cNvSpPr>
              <p:nvPr/>
            </p:nvSpPr>
            <p:spPr bwMode="auto">
              <a:xfrm>
                <a:off x="3120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61" name="Freeform 2828"/>
              <p:cNvSpPr>
                <a:spLocks/>
              </p:cNvSpPr>
              <p:nvPr/>
            </p:nvSpPr>
            <p:spPr bwMode="auto">
              <a:xfrm>
                <a:off x="3006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62" name="Freeform 2829"/>
              <p:cNvSpPr>
                <a:spLocks/>
              </p:cNvSpPr>
              <p:nvPr/>
            </p:nvSpPr>
            <p:spPr bwMode="auto">
              <a:xfrm>
                <a:off x="3210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63" name="Freeform 2830"/>
              <p:cNvSpPr>
                <a:spLocks/>
              </p:cNvSpPr>
              <p:nvPr/>
            </p:nvSpPr>
            <p:spPr bwMode="auto">
              <a:xfrm>
                <a:off x="3234" y="21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64" name="Freeform 2831"/>
              <p:cNvSpPr>
                <a:spLocks/>
              </p:cNvSpPr>
              <p:nvPr/>
            </p:nvSpPr>
            <p:spPr bwMode="auto">
              <a:xfrm>
                <a:off x="2592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65" name="Freeform 2832"/>
              <p:cNvSpPr>
                <a:spLocks/>
              </p:cNvSpPr>
              <p:nvPr/>
            </p:nvSpPr>
            <p:spPr bwMode="auto">
              <a:xfrm>
                <a:off x="2730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66" name="Freeform 2833"/>
              <p:cNvSpPr>
                <a:spLocks/>
              </p:cNvSpPr>
              <p:nvPr/>
            </p:nvSpPr>
            <p:spPr bwMode="auto">
              <a:xfrm>
                <a:off x="2832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67" name="Freeform 2834"/>
              <p:cNvSpPr>
                <a:spLocks/>
              </p:cNvSpPr>
              <p:nvPr/>
            </p:nvSpPr>
            <p:spPr bwMode="auto">
              <a:xfrm>
                <a:off x="3162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68" name="Freeform 2835"/>
              <p:cNvSpPr>
                <a:spLocks/>
              </p:cNvSpPr>
              <p:nvPr/>
            </p:nvSpPr>
            <p:spPr bwMode="auto">
              <a:xfrm>
                <a:off x="2922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69" name="Freeform 2836"/>
              <p:cNvSpPr>
                <a:spLocks/>
              </p:cNvSpPr>
              <p:nvPr/>
            </p:nvSpPr>
            <p:spPr bwMode="auto">
              <a:xfrm>
                <a:off x="2808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70" name="Freeform 2837"/>
              <p:cNvSpPr>
                <a:spLocks/>
              </p:cNvSpPr>
              <p:nvPr/>
            </p:nvSpPr>
            <p:spPr bwMode="auto">
              <a:xfrm>
                <a:off x="2622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71" name="Freeform 2838"/>
              <p:cNvSpPr>
                <a:spLocks/>
              </p:cNvSpPr>
              <p:nvPr/>
            </p:nvSpPr>
            <p:spPr bwMode="auto">
              <a:xfrm>
                <a:off x="2856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72" name="Freeform 2839"/>
              <p:cNvSpPr>
                <a:spLocks/>
              </p:cNvSpPr>
              <p:nvPr/>
            </p:nvSpPr>
            <p:spPr bwMode="auto">
              <a:xfrm>
                <a:off x="2604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73" name="Freeform 2840"/>
              <p:cNvSpPr>
                <a:spLocks/>
              </p:cNvSpPr>
              <p:nvPr/>
            </p:nvSpPr>
            <p:spPr bwMode="auto">
              <a:xfrm>
                <a:off x="2976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74" name="Freeform 2841"/>
              <p:cNvSpPr>
                <a:spLocks/>
              </p:cNvSpPr>
              <p:nvPr/>
            </p:nvSpPr>
            <p:spPr bwMode="auto">
              <a:xfrm>
                <a:off x="2970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75" name="Freeform 2842"/>
              <p:cNvSpPr>
                <a:spLocks/>
              </p:cNvSpPr>
              <p:nvPr/>
            </p:nvSpPr>
            <p:spPr bwMode="auto">
              <a:xfrm>
                <a:off x="2418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76" name="Freeform 2843"/>
              <p:cNvSpPr>
                <a:spLocks/>
              </p:cNvSpPr>
              <p:nvPr/>
            </p:nvSpPr>
            <p:spPr bwMode="auto">
              <a:xfrm>
                <a:off x="3072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77" name="Freeform 2844"/>
              <p:cNvSpPr>
                <a:spLocks/>
              </p:cNvSpPr>
              <p:nvPr/>
            </p:nvSpPr>
            <p:spPr bwMode="auto">
              <a:xfrm>
                <a:off x="2712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78" name="Freeform 2845"/>
              <p:cNvSpPr>
                <a:spLocks/>
              </p:cNvSpPr>
              <p:nvPr/>
            </p:nvSpPr>
            <p:spPr bwMode="auto">
              <a:xfrm>
                <a:off x="2850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79" name="Freeform 2846"/>
              <p:cNvSpPr>
                <a:spLocks/>
              </p:cNvSpPr>
              <p:nvPr/>
            </p:nvSpPr>
            <p:spPr bwMode="auto">
              <a:xfrm>
                <a:off x="2658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80" name="Freeform 2847"/>
              <p:cNvSpPr>
                <a:spLocks/>
              </p:cNvSpPr>
              <p:nvPr/>
            </p:nvSpPr>
            <p:spPr bwMode="auto">
              <a:xfrm>
                <a:off x="3042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81" name="Freeform 2848"/>
              <p:cNvSpPr>
                <a:spLocks/>
              </p:cNvSpPr>
              <p:nvPr/>
            </p:nvSpPr>
            <p:spPr bwMode="auto">
              <a:xfrm>
                <a:off x="3012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82" name="Freeform 2849"/>
              <p:cNvSpPr>
                <a:spLocks/>
              </p:cNvSpPr>
              <p:nvPr/>
            </p:nvSpPr>
            <p:spPr bwMode="auto">
              <a:xfrm>
                <a:off x="3090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83" name="Freeform 2850"/>
              <p:cNvSpPr>
                <a:spLocks/>
              </p:cNvSpPr>
              <p:nvPr/>
            </p:nvSpPr>
            <p:spPr bwMode="auto">
              <a:xfrm>
                <a:off x="2832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84" name="Freeform 2851"/>
              <p:cNvSpPr>
                <a:spLocks/>
              </p:cNvSpPr>
              <p:nvPr/>
            </p:nvSpPr>
            <p:spPr bwMode="auto">
              <a:xfrm>
                <a:off x="3018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85" name="Freeform 2852"/>
              <p:cNvSpPr>
                <a:spLocks/>
              </p:cNvSpPr>
              <p:nvPr/>
            </p:nvSpPr>
            <p:spPr bwMode="auto">
              <a:xfrm>
                <a:off x="2886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86" name="Freeform 2853"/>
              <p:cNvSpPr>
                <a:spLocks/>
              </p:cNvSpPr>
              <p:nvPr/>
            </p:nvSpPr>
            <p:spPr bwMode="auto">
              <a:xfrm>
                <a:off x="2826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87" name="Freeform 2854"/>
              <p:cNvSpPr>
                <a:spLocks/>
              </p:cNvSpPr>
              <p:nvPr/>
            </p:nvSpPr>
            <p:spPr bwMode="auto">
              <a:xfrm>
                <a:off x="2952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88" name="Freeform 2855"/>
              <p:cNvSpPr>
                <a:spLocks/>
              </p:cNvSpPr>
              <p:nvPr/>
            </p:nvSpPr>
            <p:spPr bwMode="auto">
              <a:xfrm>
                <a:off x="2298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89" name="Freeform 2856"/>
              <p:cNvSpPr>
                <a:spLocks/>
              </p:cNvSpPr>
              <p:nvPr/>
            </p:nvSpPr>
            <p:spPr bwMode="auto">
              <a:xfrm>
                <a:off x="2886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90" name="Freeform 2857"/>
              <p:cNvSpPr>
                <a:spLocks/>
              </p:cNvSpPr>
              <p:nvPr/>
            </p:nvSpPr>
            <p:spPr bwMode="auto">
              <a:xfrm>
                <a:off x="2616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91" name="Freeform 2858"/>
              <p:cNvSpPr>
                <a:spLocks/>
              </p:cNvSpPr>
              <p:nvPr/>
            </p:nvSpPr>
            <p:spPr bwMode="auto">
              <a:xfrm>
                <a:off x="3060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92" name="Freeform 2859"/>
              <p:cNvSpPr>
                <a:spLocks/>
              </p:cNvSpPr>
              <p:nvPr/>
            </p:nvSpPr>
            <p:spPr bwMode="auto">
              <a:xfrm>
                <a:off x="3174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93" name="Freeform 2860"/>
              <p:cNvSpPr>
                <a:spLocks/>
              </p:cNvSpPr>
              <p:nvPr/>
            </p:nvSpPr>
            <p:spPr bwMode="auto">
              <a:xfrm>
                <a:off x="3024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94" name="Freeform 2861"/>
              <p:cNvSpPr>
                <a:spLocks/>
              </p:cNvSpPr>
              <p:nvPr/>
            </p:nvSpPr>
            <p:spPr bwMode="auto">
              <a:xfrm>
                <a:off x="2856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95" name="Freeform 2862"/>
              <p:cNvSpPr>
                <a:spLocks/>
              </p:cNvSpPr>
              <p:nvPr/>
            </p:nvSpPr>
            <p:spPr bwMode="auto">
              <a:xfrm>
                <a:off x="2934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96" name="Freeform 2863"/>
              <p:cNvSpPr>
                <a:spLocks/>
              </p:cNvSpPr>
              <p:nvPr/>
            </p:nvSpPr>
            <p:spPr bwMode="auto">
              <a:xfrm>
                <a:off x="3102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97" name="Freeform 2864"/>
              <p:cNvSpPr>
                <a:spLocks/>
              </p:cNvSpPr>
              <p:nvPr/>
            </p:nvSpPr>
            <p:spPr bwMode="auto">
              <a:xfrm>
                <a:off x="2850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98" name="Freeform 2865"/>
              <p:cNvSpPr>
                <a:spLocks/>
              </p:cNvSpPr>
              <p:nvPr/>
            </p:nvSpPr>
            <p:spPr bwMode="auto">
              <a:xfrm>
                <a:off x="3054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99" name="Freeform 2866"/>
              <p:cNvSpPr>
                <a:spLocks/>
              </p:cNvSpPr>
              <p:nvPr/>
            </p:nvSpPr>
            <p:spPr bwMode="auto">
              <a:xfrm>
                <a:off x="2532" y="31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00" name="Freeform 2867"/>
              <p:cNvSpPr>
                <a:spLocks/>
              </p:cNvSpPr>
              <p:nvPr/>
            </p:nvSpPr>
            <p:spPr bwMode="auto">
              <a:xfrm>
                <a:off x="2676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01" name="Freeform 2868"/>
              <p:cNvSpPr>
                <a:spLocks/>
              </p:cNvSpPr>
              <p:nvPr/>
            </p:nvSpPr>
            <p:spPr bwMode="auto">
              <a:xfrm>
                <a:off x="289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02" name="Freeform 2869"/>
              <p:cNvSpPr>
                <a:spLocks/>
              </p:cNvSpPr>
              <p:nvPr/>
            </p:nvSpPr>
            <p:spPr bwMode="auto">
              <a:xfrm>
                <a:off x="2952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03" name="Freeform 2870"/>
              <p:cNvSpPr>
                <a:spLocks/>
              </p:cNvSpPr>
              <p:nvPr/>
            </p:nvSpPr>
            <p:spPr bwMode="auto">
              <a:xfrm>
                <a:off x="2736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04" name="Freeform 2871"/>
              <p:cNvSpPr>
                <a:spLocks/>
              </p:cNvSpPr>
              <p:nvPr/>
            </p:nvSpPr>
            <p:spPr bwMode="auto">
              <a:xfrm>
                <a:off x="3006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05" name="Freeform 2872"/>
              <p:cNvSpPr>
                <a:spLocks/>
              </p:cNvSpPr>
              <p:nvPr/>
            </p:nvSpPr>
            <p:spPr bwMode="auto">
              <a:xfrm>
                <a:off x="2646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06" name="Freeform 2873"/>
              <p:cNvSpPr>
                <a:spLocks/>
              </p:cNvSpPr>
              <p:nvPr/>
            </p:nvSpPr>
            <p:spPr bwMode="auto">
              <a:xfrm>
                <a:off x="2682" y="27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07" name="Freeform 2874"/>
              <p:cNvSpPr>
                <a:spLocks/>
              </p:cNvSpPr>
              <p:nvPr/>
            </p:nvSpPr>
            <p:spPr bwMode="auto">
              <a:xfrm>
                <a:off x="3096" y="22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08" name="Freeform 2875"/>
              <p:cNvSpPr>
                <a:spLocks/>
              </p:cNvSpPr>
              <p:nvPr/>
            </p:nvSpPr>
            <p:spPr bwMode="auto">
              <a:xfrm>
                <a:off x="3006" y="19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09" name="Freeform 2876"/>
              <p:cNvSpPr>
                <a:spLocks/>
              </p:cNvSpPr>
              <p:nvPr/>
            </p:nvSpPr>
            <p:spPr bwMode="auto">
              <a:xfrm>
                <a:off x="2640" y="28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0" name="Freeform 2877"/>
              <p:cNvSpPr>
                <a:spLocks/>
              </p:cNvSpPr>
              <p:nvPr/>
            </p:nvSpPr>
            <p:spPr bwMode="auto">
              <a:xfrm>
                <a:off x="2652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1" name="Freeform 2878"/>
              <p:cNvSpPr>
                <a:spLocks/>
              </p:cNvSpPr>
              <p:nvPr/>
            </p:nvSpPr>
            <p:spPr bwMode="auto">
              <a:xfrm>
                <a:off x="2604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2" name="Freeform 2879"/>
              <p:cNvSpPr>
                <a:spLocks/>
              </p:cNvSpPr>
              <p:nvPr/>
            </p:nvSpPr>
            <p:spPr bwMode="auto">
              <a:xfrm>
                <a:off x="291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3" name="Freeform 2880"/>
              <p:cNvSpPr>
                <a:spLocks/>
              </p:cNvSpPr>
              <p:nvPr/>
            </p:nvSpPr>
            <p:spPr bwMode="auto">
              <a:xfrm>
                <a:off x="2832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4" name="Freeform 2881"/>
              <p:cNvSpPr>
                <a:spLocks/>
              </p:cNvSpPr>
              <p:nvPr/>
            </p:nvSpPr>
            <p:spPr bwMode="auto">
              <a:xfrm>
                <a:off x="2820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5" name="Freeform 2882"/>
              <p:cNvSpPr>
                <a:spLocks/>
              </p:cNvSpPr>
              <p:nvPr/>
            </p:nvSpPr>
            <p:spPr bwMode="auto">
              <a:xfrm>
                <a:off x="2970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6" name="Freeform 2883"/>
              <p:cNvSpPr>
                <a:spLocks/>
              </p:cNvSpPr>
              <p:nvPr/>
            </p:nvSpPr>
            <p:spPr bwMode="auto">
              <a:xfrm>
                <a:off x="2808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7" name="Freeform 2884"/>
              <p:cNvSpPr>
                <a:spLocks/>
              </p:cNvSpPr>
              <p:nvPr/>
            </p:nvSpPr>
            <p:spPr bwMode="auto">
              <a:xfrm>
                <a:off x="2754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8" name="Freeform 2885"/>
              <p:cNvSpPr>
                <a:spLocks/>
              </p:cNvSpPr>
              <p:nvPr/>
            </p:nvSpPr>
            <p:spPr bwMode="auto">
              <a:xfrm>
                <a:off x="2928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9" name="Freeform 2886"/>
              <p:cNvSpPr>
                <a:spLocks/>
              </p:cNvSpPr>
              <p:nvPr/>
            </p:nvSpPr>
            <p:spPr bwMode="auto">
              <a:xfrm>
                <a:off x="2628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0" name="Freeform 2887"/>
              <p:cNvSpPr>
                <a:spLocks/>
              </p:cNvSpPr>
              <p:nvPr/>
            </p:nvSpPr>
            <p:spPr bwMode="auto">
              <a:xfrm>
                <a:off x="2922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1" name="Freeform 2888"/>
              <p:cNvSpPr>
                <a:spLocks/>
              </p:cNvSpPr>
              <p:nvPr/>
            </p:nvSpPr>
            <p:spPr bwMode="auto">
              <a:xfrm>
                <a:off x="2982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2" name="Freeform 2889"/>
              <p:cNvSpPr>
                <a:spLocks/>
              </p:cNvSpPr>
              <p:nvPr/>
            </p:nvSpPr>
            <p:spPr bwMode="auto">
              <a:xfrm>
                <a:off x="2910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3" name="Freeform 2890"/>
              <p:cNvSpPr>
                <a:spLocks/>
              </p:cNvSpPr>
              <p:nvPr/>
            </p:nvSpPr>
            <p:spPr bwMode="auto">
              <a:xfrm>
                <a:off x="2796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4" name="Freeform 2891"/>
              <p:cNvSpPr>
                <a:spLocks/>
              </p:cNvSpPr>
              <p:nvPr/>
            </p:nvSpPr>
            <p:spPr bwMode="auto">
              <a:xfrm>
                <a:off x="2904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5" name="Freeform 2892"/>
              <p:cNvSpPr>
                <a:spLocks/>
              </p:cNvSpPr>
              <p:nvPr/>
            </p:nvSpPr>
            <p:spPr bwMode="auto">
              <a:xfrm>
                <a:off x="2406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6" name="Freeform 2893"/>
              <p:cNvSpPr>
                <a:spLocks/>
              </p:cNvSpPr>
              <p:nvPr/>
            </p:nvSpPr>
            <p:spPr bwMode="auto">
              <a:xfrm>
                <a:off x="3054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7" name="Freeform 2894"/>
              <p:cNvSpPr>
                <a:spLocks/>
              </p:cNvSpPr>
              <p:nvPr/>
            </p:nvSpPr>
            <p:spPr bwMode="auto">
              <a:xfrm>
                <a:off x="2886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8" name="Freeform 2895"/>
              <p:cNvSpPr>
                <a:spLocks/>
              </p:cNvSpPr>
              <p:nvPr/>
            </p:nvSpPr>
            <p:spPr bwMode="auto">
              <a:xfrm>
                <a:off x="3120" y="20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9" name="Freeform 2896"/>
              <p:cNvSpPr>
                <a:spLocks/>
              </p:cNvSpPr>
              <p:nvPr/>
            </p:nvSpPr>
            <p:spPr bwMode="auto">
              <a:xfrm>
                <a:off x="2484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0" name="Freeform 2897"/>
              <p:cNvSpPr>
                <a:spLocks/>
              </p:cNvSpPr>
              <p:nvPr/>
            </p:nvSpPr>
            <p:spPr bwMode="auto">
              <a:xfrm>
                <a:off x="2622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1" name="Freeform 2898"/>
              <p:cNvSpPr>
                <a:spLocks/>
              </p:cNvSpPr>
              <p:nvPr/>
            </p:nvSpPr>
            <p:spPr bwMode="auto">
              <a:xfrm>
                <a:off x="2586" y="28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2" name="Freeform 2899"/>
              <p:cNvSpPr>
                <a:spLocks/>
              </p:cNvSpPr>
              <p:nvPr/>
            </p:nvSpPr>
            <p:spPr bwMode="auto">
              <a:xfrm>
                <a:off x="2898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3" name="Freeform 2900"/>
              <p:cNvSpPr>
                <a:spLocks/>
              </p:cNvSpPr>
              <p:nvPr/>
            </p:nvSpPr>
            <p:spPr bwMode="auto">
              <a:xfrm>
                <a:off x="3012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4" name="Freeform 2901"/>
              <p:cNvSpPr>
                <a:spLocks/>
              </p:cNvSpPr>
              <p:nvPr/>
            </p:nvSpPr>
            <p:spPr bwMode="auto">
              <a:xfrm>
                <a:off x="2730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5" name="Freeform 2902"/>
              <p:cNvSpPr>
                <a:spLocks/>
              </p:cNvSpPr>
              <p:nvPr/>
            </p:nvSpPr>
            <p:spPr bwMode="auto">
              <a:xfrm>
                <a:off x="2604" y="27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6" name="Freeform 2903"/>
              <p:cNvSpPr>
                <a:spLocks/>
              </p:cNvSpPr>
              <p:nvPr/>
            </p:nvSpPr>
            <p:spPr bwMode="auto">
              <a:xfrm>
                <a:off x="2532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7" name="Freeform 2904"/>
              <p:cNvSpPr>
                <a:spLocks/>
              </p:cNvSpPr>
              <p:nvPr/>
            </p:nvSpPr>
            <p:spPr bwMode="auto">
              <a:xfrm>
                <a:off x="3342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8" name="Freeform 2905"/>
              <p:cNvSpPr>
                <a:spLocks/>
              </p:cNvSpPr>
              <p:nvPr/>
            </p:nvSpPr>
            <p:spPr bwMode="auto">
              <a:xfrm>
                <a:off x="2772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9" name="Freeform 2906"/>
              <p:cNvSpPr>
                <a:spLocks/>
              </p:cNvSpPr>
              <p:nvPr/>
            </p:nvSpPr>
            <p:spPr bwMode="auto">
              <a:xfrm>
                <a:off x="3204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0" name="Freeform 2907"/>
              <p:cNvSpPr>
                <a:spLocks/>
              </p:cNvSpPr>
              <p:nvPr/>
            </p:nvSpPr>
            <p:spPr bwMode="auto">
              <a:xfrm>
                <a:off x="2742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1" name="Freeform 2908"/>
              <p:cNvSpPr>
                <a:spLocks/>
              </p:cNvSpPr>
              <p:nvPr/>
            </p:nvSpPr>
            <p:spPr bwMode="auto">
              <a:xfrm>
                <a:off x="2982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2" name="Freeform 2909"/>
              <p:cNvSpPr>
                <a:spLocks/>
              </p:cNvSpPr>
              <p:nvPr/>
            </p:nvSpPr>
            <p:spPr bwMode="auto">
              <a:xfrm>
                <a:off x="2982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3" name="Freeform 2910"/>
              <p:cNvSpPr>
                <a:spLocks/>
              </p:cNvSpPr>
              <p:nvPr/>
            </p:nvSpPr>
            <p:spPr bwMode="auto">
              <a:xfrm>
                <a:off x="3366" y="21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4" name="Freeform 2911"/>
              <p:cNvSpPr>
                <a:spLocks/>
              </p:cNvSpPr>
              <p:nvPr/>
            </p:nvSpPr>
            <p:spPr bwMode="auto">
              <a:xfrm>
                <a:off x="3126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5" name="Freeform 2912"/>
              <p:cNvSpPr>
                <a:spLocks/>
              </p:cNvSpPr>
              <p:nvPr/>
            </p:nvSpPr>
            <p:spPr bwMode="auto">
              <a:xfrm>
                <a:off x="2430" y="28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6" name="Freeform 2913"/>
              <p:cNvSpPr>
                <a:spLocks/>
              </p:cNvSpPr>
              <p:nvPr/>
            </p:nvSpPr>
            <p:spPr bwMode="auto">
              <a:xfrm>
                <a:off x="3156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7" name="Freeform 2914"/>
              <p:cNvSpPr>
                <a:spLocks/>
              </p:cNvSpPr>
              <p:nvPr/>
            </p:nvSpPr>
            <p:spPr bwMode="auto">
              <a:xfrm>
                <a:off x="2904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8" name="Freeform 2915"/>
              <p:cNvSpPr>
                <a:spLocks/>
              </p:cNvSpPr>
              <p:nvPr/>
            </p:nvSpPr>
            <p:spPr bwMode="auto">
              <a:xfrm>
                <a:off x="3222" y="20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9" name="Freeform 2916"/>
              <p:cNvSpPr>
                <a:spLocks/>
              </p:cNvSpPr>
              <p:nvPr/>
            </p:nvSpPr>
            <p:spPr bwMode="auto">
              <a:xfrm>
                <a:off x="2526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0" name="Freeform 2917"/>
              <p:cNvSpPr>
                <a:spLocks/>
              </p:cNvSpPr>
              <p:nvPr/>
            </p:nvSpPr>
            <p:spPr bwMode="auto">
              <a:xfrm>
                <a:off x="2850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1" name="Freeform 2918"/>
              <p:cNvSpPr>
                <a:spLocks/>
              </p:cNvSpPr>
              <p:nvPr/>
            </p:nvSpPr>
            <p:spPr bwMode="auto">
              <a:xfrm>
                <a:off x="2988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2" name="Freeform 2919"/>
              <p:cNvSpPr>
                <a:spLocks/>
              </p:cNvSpPr>
              <p:nvPr/>
            </p:nvSpPr>
            <p:spPr bwMode="auto">
              <a:xfrm>
                <a:off x="2574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3" name="Freeform 2920"/>
              <p:cNvSpPr>
                <a:spLocks/>
              </p:cNvSpPr>
              <p:nvPr/>
            </p:nvSpPr>
            <p:spPr bwMode="auto">
              <a:xfrm>
                <a:off x="3018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4" name="Freeform 2921"/>
              <p:cNvSpPr>
                <a:spLocks/>
              </p:cNvSpPr>
              <p:nvPr/>
            </p:nvSpPr>
            <p:spPr bwMode="auto">
              <a:xfrm>
                <a:off x="267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5" name="Freeform 2922"/>
              <p:cNvSpPr>
                <a:spLocks/>
              </p:cNvSpPr>
              <p:nvPr/>
            </p:nvSpPr>
            <p:spPr bwMode="auto">
              <a:xfrm>
                <a:off x="2874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6" name="Freeform 2923"/>
              <p:cNvSpPr>
                <a:spLocks/>
              </p:cNvSpPr>
              <p:nvPr/>
            </p:nvSpPr>
            <p:spPr bwMode="auto">
              <a:xfrm>
                <a:off x="2886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7" name="Freeform 2924"/>
              <p:cNvSpPr>
                <a:spLocks/>
              </p:cNvSpPr>
              <p:nvPr/>
            </p:nvSpPr>
            <p:spPr bwMode="auto">
              <a:xfrm>
                <a:off x="2976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8" name="Freeform 2925"/>
              <p:cNvSpPr>
                <a:spLocks/>
              </p:cNvSpPr>
              <p:nvPr/>
            </p:nvSpPr>
            <p:spPr bwMode="auto">
              <a:xfrm>
                <a:off x="2508" y="28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9" name="Freeform 2926"/>
              <p:cNvSpPr>
                <a:spLocks/>
              </p:cNvSpPr>
              <p:nvPr/>
            </p:nvSpPr>
            <p:spPr bwMode="auto">
              <a:xfrm>
                <a:off x="2508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0" name="Freeform 2927"/>
              <p:cNvSpPr>
                <a:spLocks/>
              </p:cNvSpPr>
              <p:nvPr/>
            </p:nvSpPr>
            <p:spPr bwMode="auto">
              <a:xfrm>
                <a:off x="2580" y="27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1" name="Freeform 2928"/>
              <p:cNvSpPr>
                <a:spLocks/>
              </p:cNvSpPr>
              <p:nvPr/>
            </p:nvSpPr>
            <p:spPr bwMode="auto">
              <a:xfrm>
                <a:off x="2790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2" name="Freeform 2929"/>
              <p:cNvSpPr>
                <a:spLocks/>
              </p:cNvSpPr>
              <p:nvPr/>
            </p:nvSpPr>
            <p:spPr bwMode="auto">
              <a:xfrm>
                <a:off x="2724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3" name="Freeform 2930"/>
              <p:cNvSpPr>
                <a:spLocks/>
              </p:cNvSpPr>
              <p:nvPr/>
            </p:nvSpPr>
            <p:spPr bwMode="auto">
              <a:xfrm>
                <a:off x="2730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4" name="Freeform 2931"/>
              <p:cNvSpPr>
                <a:spLocks/>
              </p:cNvSpPr>
              <p:nvPr/>
            </p:nvSpPr>
            <p:spPr bwMode="auto">
              <a:xfrm>
                <a:off x="2880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5" name="Freeform 2932"/>
              <p:cNvSpPr>
                <a:spLocks/>
              </p:cNvSpPr>
              <p:nvPr/>
            </p:nvSpPr>
            <p:spPr bwMode="auto">
              <a:xfrm>
                <a:off x="3246" y="21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6" name="Freeform 2933"/>
              <p:cNvSpPr>
                <a:spLocks/>
              </p:cNvSpPr>
              <p:nvPr/>
            </p:nvSpPr>
            <p:spPr bwMode="auto">
              <a:xfrm>
                <a:off x="2964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7" name="Freeform 2934"/>
              <p:cNvSpPr>
                <a:spLocks/>
              </p:cNvSpPr>
              <p:nvPr/>
            </p:nvSpPr>
            <p:spPr bwMode="auto">
              <a:xfrm>
                <a:off x="258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8" name="Freeform 2935"/>
              <p:cNvSpPr>
                <a:spLocks/>
              </p:cNvSpPr>
              <p:nvPr/>
            </p:nvSpPr>
            <p:spPr bwMode="auto">
              <a:xfrm>
                <a:off x="2904" y="20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9" name="Freeform 2936"/>
              <p:cNvSpPr>
                <a:spLocks/>
              </p:cNvSpPr>
              <p:nvPr/>
            </p:nvSpPr>
            <p:spPr bwMode="auto">
              <a:xfrm>
                <a:off x="2886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0" name="Freeform 2937"/>
              <p:cNvSpPr>
                <a:spLocks/>
              </p:cNvSpPr>
              <p:nvPr/>
            </p:nvSpPr>
            <p:spPr bwMode="auto">
              <a:xfrm>
                <a:off x="2934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1" name="Freeform 2938"/>
              <p:cNvSpPr>
                <a:spLocks/>
              </p:cNvSpPr>
              <p:nvPr/>
            </p:nvSpPr>
            <p:spPr bwMode="auto">
              <a:xfrm>
                <a:off x="3048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2" name="Freeform 2939"/>
              <p:cNvSpPr>
                <a:spLocks/>
              </p:cNvSpPr>
              <p:nvPr/>
            </p:nvSpPr>
            <p:spPr bwMode="auto">
              <a:xfrm>
                <a:off x="2706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3" name="Freeform 2940"/>
              <p:cNvSpPr>
                <a:spLocks/>
              </p:cNvSpPr>
              <p:nvPr/>
            </p:nvSpPr>
            <p:spPr bwMode="auto">
              <a:xfrm>
                <a:off x="3036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4" name="Freeform 2941"/>
              <p:cNvSpPr>
                <a:spLocks/>
              </p:cNvSpPr>
              <p:nvPr/>
            </p:nvSpPr>
            <p:spPr bwMode="auto">
              <a:xfrm>
                <a:off x="2844" y="27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5" name="Freeform 2942"/>
              <p:cNvSpPr>
                <a:spLocks/>
              </p:cNvSpPr>
              <p:nvPr/>
            </p:nvSpPr>
            <p:spPr bwMode="auto">
              <a:xfrm>
                <a:off x="2844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6" name="Freeform 2943"/>
              <p:cNvSpPr>
                <a:spLocks/>
              </p:cNvSpPr>
              <p:nvPr/>
            </p:nvSpPr>
            <p:spPr bwMode="auto">
              <a:xfrm>
                <a:off x="2976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7" name="Freeform 2944"/>
              <p:cNvSpPr>
                <a:spLocks/>
              </p:cNvSpPr>
              <p:nvPr/>
            </p:nvSpPr>
            <p:spPr bwMode="auto">
              <a:xfrm>
                <a:off x="2604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8" name="Freeform 2945"/>
              <p:cNvSpPr>
                <a:spLocks/>
              </p:cNvSpPr>
              <p:nvPr/>
            </p:nvSpPr>
            <p:spPr bwMode="auto">
              <a:xfrm>
                <a:off x="2808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9" name="Freeform 2946"/>
              <p:cNvSpPr>
                <a:spLocks/>
              </p:cNvSpPr>
              <p:nvPr/>
            </p:nvSpPr>
            <p:spPr bwMode="auto">
              <a:xfrm>
                <a:off x="2916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0" name="Freeform 2947"/>
              <p:cNvSpPr>
                <a:spLocks/>
              </p:cNvSpPr>
              <p:nvPr/>
            </p:nvSpPr>
            <p:spPr bwMode="auto">
              <a:xfrm>
                <a:off x="3060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1" name="Freeform 2948"/>
              <p:cNvSpPr>
                <a:spLocks/>
              </p:cNvSpPr>
              <p:nvPr/>
            </p:nvSpPr>
            <p:spPr bwMode="auto">
              <a:xfrm>
                <a:off x="2502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2" name="Freeform 2949"/>
              <p:cNvSpPr>
                <a:spLocks/>
              </p:cNvSpPr>
              <p:nvPr/>
            </p:nvSpPr>
            <p:spPr bwMode="auto">
              <a:xfrm>
                <a:off x="3204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3" name="Freeform 2950"/>
              <p:cNvSpPr>
                <a:spLocks/>
              </p:cNvSpPr>
              <p:nvPr/>
            </p:nvSpPr>
            <p:spPr bwMode="auto">
              <a:xfrm>
                <a:off x="2802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4" name="Freeform 2951"/>
              <p:cNvSpPr>
                <a:spLocks/>
              </p:cNvSpPr>
              <p:nvPr/>
            </p:nvSpPr>
            <p:spPr bwMode="auto">
              <a:xfrm>
                <a:off x="315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5" name="Freeform 2952"/>
              <p:cNvSpPr>
                <a:spLocks/>
              </p:cNvSpPr>
              <p:nvPr/>
            </p:nvSpPr>
            <p:spPr bwMode="auto">
              <a:xfrm>
                <a:off x="2706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6" name="Freeform 2953"/>
              <p:cNvSpPr>
                <a:spLocks/>
              </p:cNvSpPr>
              <p:nvPr/>
            </p:nvSpPr>
            <p:spPr bwMode="auto">
              <a:xfrm>
                <a:off x="2652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7" name="Freeform 2954"/>
              <p:cNvSpPr>
                <a:spLocks/>
              </p:cNvSpPr>
              <p:nvPr/>
            </p:nvSpPr>
            <p:spPr bwMode="auto">
              <a:xfrm>
                <a:off x="3216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8" name="Freeform 2955"/>
              <p:cNvSpPr>
                <a:spLocks/>
              </p:cNvSpPr>
              <p:nvPr/>
            </p:nvSpPr>
            <p:spPr bwMode="auto">
              <a:xfrm>
                <a:off x="2862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9" name="Freeform 2956"/>
              <p:cNvSpPr>
                <a:spLocks/>
              </p:cNvSpPr>
              <p:nvPr/>
            </p:nvSpPr>
            <p:spPr bwMode="auto">
              <a:xfrm>
                <a:off x="2742" y="29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0" name="Freeform 2957"/>
              <p:cNvSpPr>
                <a:spLocks/>
              </p:cNvSpPr>
              <p:nvPr/>
            </p:nvSpPr>
            <p:spPr bwMode="auto">
              <a:xfrm>
                <a:off x="3402" y="20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1" name="Freeform 2958"/>
              <p:cNvSpPr>
                <a:spLocks/>
              </p:cNvSpPr>
              <p:nvPr/>
            </p:nvSpPr>
            <p:spPr bwMode="auto">
              <a:xfrm>
                <a:off x="3108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2" name="Freeform 2959"/>
              <p:cNvSpPr>
                <a:spLocks/>
              </p:cNvSpPr>
              <p:nvPr/>
            </p:nvSpPr>
            <p:spPr bwMode="auto">
              <a:xfrm>
                <a:off x="2226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3" name="Freeform 2960"/>
              <p:cNvSpPr>
                <a:spLocks/>
              </p:cNvSpPr>
              <p:nvPr/>
            </p:nvSpPr>
            <p:spPr bwMode="auto">
              <a:xfrm>
                <a:off x="2376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4" name="Freeform 2961"/>
              <p:cNvSpPr>
                <a:spLocks/>
              </p:cNvSpPr>
              <p:nvPr/>
            </p:nvSpPr>
            <p:spPr bwMode="auto">
              <a:xfrm>
                <a:off x="3168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5" name="Freeform 2962"/>
              <p:cNvSpPr>
                <a:spLocks/>
              </p:cNvSpPr>
              <p:nvPr/>
            </p:nvSpPr>
            <p:spPr bwMode="auto">
              <a:xfrm>
                <a:off x="3372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6" name="Freeform 2963"/>
              <p:cNvSpPr>
                <a:spLocks/>
              </p:cNvSpPr>
              <p:nvPr/>
            </p:nvSpPr>
            <p:spPr bwMode="auto">
              <a:xfrm>
                <a:off x="2862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7" name="Freeform 2964"/>
              <p:cNvSpPr>
                <a:spLocks/>
              </p:cNvSpPr>
              <p:nvPr/>
            </p:nvSpPr>
            <p:spPr bwMode="auto">
              <a:xfrm>
                <a:off x="3042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8" name="Freeform 2965"/>
              <p:cNvSpPr>
                <a:spLocks/>
              </p:cNvSpPr>
              <p:nvPr/>
            </p:nvSpPr>
            <p:spPr bwMode="auto">
              <a:xfrm>
                <a:off x="2916" y="28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9" name="Freeform 2966"/>
              <p:cNvSpPr>
                <a:spLocks/>
              </p:cNvSpPr>
              <p:nvPr/>
            </p:nvSpPr>
            <p:spPr bwMode="auto">
              <a:xfrm>
                <a:off x="3066" y="21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0" name="Freeform 2967"/>
              <p:cNvSpPr>
                <a:spLocks/>
              </p:cNvSpPr>
              <p:nvPr/>
            </p:nvSpPr>
            <p:spPr bwMode="auto">
              <a:xfrm>
                <a:off x="2934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1" name="Freeform 2968"/>
              <p:cNvSpPr>
                <a:spLocks/>
              </p:cNvSpPr>
              <p:nvPr/>
            </p:nvSpPr>
            <p:spPr bwMode="auto">
              <a:xfrm>
                <a:off x="3354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2" name="Freeform 2969"/>
              <p:cNvSpPr>
                <a:spLocks/>
              </p:cNvSpPr>
              <p:nvPr/>
            </p:nvSpPr>
            <p:spPr bwMode="auto">
              <a:xfrm>
                <a:off x="2820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3" name="Freeform 2970"/>
              <p:cNvSpPr>
                <a:spLocks/>
              </p:cNvSpPr>
              <p:nvPr/>
            </p:nvSpPr>
            <p:spPr bwMode="auto">
              <a:xfrm>
                <a:off x="3108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4" name="Freeform 2971"/>
              <p:cNvSpPr>
                <a:spLocks/>
              </p:cNvSpPr>
              <p:nvPr/>
            </p:nvSpPr>
            <p:spPr bwMode="auto">
              <a:xfrm>
                <a:off x="2472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5" name="Freeform 2972"/>
              <p:cNvSpPr>
                <a:spLocks/>
              </p:cNvSpPr>
              <p:nvPr/>
            </p:nvSpPr>
            <p:spPr bwMode="auto">
              <a:xfrm>
                <a:off x="2958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6" name="Freeform 2973"/>
              <p:cNvSpPr>
                <a:spLocks/>
              </p:cNvSpPr>
              <p:nvPr/>
            </p:nvSpPr>
            <p:spPr bwMode="auto">
              <a:xfrm>
                <a:off x="3462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7" name="Freeform 2974"/>
              <p:cNvSpPr>
                <a:spLocks/>
              </p:cNvSpPr>
              <p:nvPr/>
            </p:nvSpPr>
            <p:spPr bwMode="auto">
              <a:xfrm>
                <a:off x="2652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8" name="Freeform 2975"/>
              <p:cNvSpPr>
                <a:spLocks/>
              </p:cNvSpPr>
              <p:nvPr/>
            </p:nvSpPr>
            <p:spPr bwMode="auto">
              <a:xfrm>
                <a:off x="277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9" name="Freeform 2976"/>
              <p:cNvSpPr>
                <a:spLocks/>
              </p:cNvSpPr>
              <p:nvPr/>
            </p:nvSpPr>
            <p:spPr bwMode="auto">
              <a:xfrm>
                <a:off x="2946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0" name="Freeform 2977"/>
              <p:cNvSpPr>
                <a:spLocks/>
              </p:cNvSpPr>
              <p:nvPr/>
            </p:nvSpPr>
            <p:spPr bwMode="auto">
              <a:xfrm>
                <a:off x="3432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1" name="Freeform 2978"/>
              <p:cNvSpPr>
                <a:spLocks/>
              </p:cNvSpPr>
              <p:nvPr/>
            </p:nvSpPr>
            <p:spPr bwMode="auto">
              <a:xfrm>
                <a:off x="2526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2" name="Freeform 2979"/>
              <p:cNvSpPr>
                <a:spLocks/>
              </p:cNvSpPr>
              <p:nvPr/>
            </p:nvSpPr>
            <p:spPr bwMode="auto">
              <a:xfrm>
                <a:off x="3198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3" name="Freeform 2980"/>
              <p:cNvSpPr>
                <a:spLocks/>
              </p:cNvSpPr>
              <p:nvPr/>
            </p:nvSpPr>
            <p:spPr bwMode="auto">
              <a:xfrm>
                <a:off x="2694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4" name="Freeform 2981"/>
              <p:cNvSpPr>
                <a:spLocks/>
              </p:cNvSpPr>
              <p:nvPr/>
            </p:nvSpPr>
            <p:spPr bwMode="auto">
              <a:xfrm>
                <a:off x="2592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5" name="Freeform 2982"/>
              <p:cNvSpPr>
                <a:spLocks/>
              </p:cNvSpPr>
              <p:nvPr/>
            </p:nvSpPr>
            <p:spPr bwMode="auto">
              <a:xfrm>
                <a:off x="2778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6" name="Freeform 2983"/>
              <p:cNvSpPr>
                <a:spLocks/>
              </p:cNvSpPr>
              <p:nvPr/>
            </p:nvSpPr>
            <p:spPr bwMode="auto">
              <a:xfrm>
                <a:off x="2604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7" name="Freeform 2984"/>
              <p:cNvSpPr>
                <a:spLocks/>
              </p:cNvSpPr>
              <p:nvPr/>
            </p:nvSpPr>
            <p:spPr bwMode="auto">
              <a:xfrm>
                <a:off x="2994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8" name="Freeform 2985"/>
              <p:cNvSpPr>
                <a:spLocks/>
              </p:cNvSpPr>
              <p:nvPr/>
            </p:nvSpPr>
            <p:spPr bwMode="auto">
              <a:xfrm>
                <a:off x="2736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9" name="Freeform 2986"/>
              <p:cNvSpPr>
                <a:spLocks/>
              </p:cNvSpPr>
              <p:nvPr/>
            </p:nvSpPr>
            <p:spPr bwMode="auto">
              <a:xfrm>
                <a:off x="2922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0" name="Freeform 2987"/>
              <p:cNvSpPr>
                <a:spLocks/>
              </p:cNvSpPr>
              <p:nvPr/>
            </p:nvSpPr>
            <p:spPr bwMode="auto">
              <a:xfrm>
                <a:off x="2730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1" name="Freeform 2988"/>
              <p:cNvSpPr>
                <a:spLocks/>
              </p:cNvSpPr>
              <p:nvPr/>
            </p:nvSpPr>
            <p:spPr bwMode="auto">
              <a:xfrm>
                <a:off x="2748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2" name="Freeform 2989"/>
              <p:cNvSpPr>
                <a:spLocks/>
              </p:cNvSpPr>
              <p:nvPr/>
            </p:nvSpPr>
            <p:spPr bwMode="auto">
              <a:xfrm>
                <a:off x="3138" y="19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3" name="Freeform 2990"/>
              <p:cNvSpPr>
                <a:spLocks/>
              </p:cNvSpPr>
              <p:nvPr/>
            </p:nvSpPr>
            <p:spPr bwMode="auto">
              <a:xfrm>
                <a:off x="3024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4" name="Freeform 2991"/>
              <p:cNvSpPr>
                <a:spLocks/>
              </p:cNvSpPr>
              <p:nvPr/>
            </p:nvSpPr>
            <p:spPr bwMode="auto">
              <a:xfrm>
                <a:off x="2838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5" name="Freeform 2992"/>
              <p:cNvSpPr>
                <a:spLocks/>
              </p:cNvSpPr>
              <p:nvPr/>
            </p:nvSpPr>
            <p:spPr bwMode="auto">
              <a:xfrm>
                <a:off x="3192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6" name="Freeform 2993"/>
              <p:cNvSpPr>
                <a:spLocks/>
              </p:cNvSpPr>
              <p:nvPr/>
            </p:nvSpPr>
            <p:spPr bwMode="auto">
              <a:xfrm>
                <a:off x="3282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7" name="Freeform 2994"/>
              <p:cNvSpPr>
                <a:spLocks/>
              </p:cNvSpPr>
              <p:nvPr/>
            </p:nvSpPr>
            <p:spPr bwMode="auto">
              <a:xfrm>
                <a:off x="2910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8" name="Freeform 2995"/>
              <p:cNvSpPr>
                <a:spLocks/>
              </p:cNvSpPr>
              <p:nvPr/>
            </p:nvSpPr>
            <p:spPr bwMode="auto">
              <a:xfrm>
                <a:off x="2820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9" name="Freeform 2996"/>
              <p:cNvSpPr>
                <a:spLocks/>
              </p:cNvSpPr>
              <p:nvPr/>
            </p:nvSpPr>
            <p:spPr bwMode="auto">
              <a:xfrm>
                <a:off x="2622" y="28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0" name="Freeform 2997"/>
              <p:cNvSpPr>
                <a:spLocks/>
              </p:cNvSpPr>
              <p:nvPr/>
            </p:nvSpPr>
            <p:spPr bwMode="auto">
              <a:xfrm>
                <a:off x="2556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1" name="Freeform 2998"/>
              <p:cNvSpPr>
                <a:spLocks/>
              </p:cNvSpPr>
              <p:nvPr/>
            </p:nvSpPr>
            <p:spPr bwMode="auto">
              <a:xfrm>
                <a:off x="3114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2" name="Freeform 2999"/>
              <p:cNvSpPr>
                <a:spLocks/>
              </p:cNvSpPr>
              <p:nvPr/>
            </p:nvSpPr>
            <p:spPr bwMode="auto">
              <a:xfrm>
                <a:off x="2550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3" name="Freeform 3000"/>
              <p:cNvSpPr>
                <a:spLocks/>
              </p:cNvSpPr>
              <p:nvPr/>
            </p:nvSpPr>
            <p:spPr bwMode="auto">
              <a:xfrm>
                <a:off x="3252" y="19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4" name="Freeform 3001"/>
              <p:cNvSpPr>
                <a:spLocks/>
              </p:cNvSpPr>
              <p:nvPr/>
            </p:nvSpPr>
            <p:spPr bwMode="auto">
              <a:xfrm>
                <a:off x="3030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5" name="Freeform 3002"/>
              <p:cNvSpPr>
                <a:spLocks/>
              </p:cNvSpPr>
              <p:nvPr/>
            </p:nvSpPr>
            <p:spPr bwMode="auto">
              <a:xfrm>
                <a:off x="2526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6" name="Freeform 3003"/>
              <p:cNvSpPr>
                <a:spLocks/>
              </p:cNvSpPr>
              <p:nvPr/>
            </p:nvSpPr>
            <p:spPr bwMode="auto">
              <a:xfrm>
                <a:off x="3126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7" name="Freeform 3004"/>
              <p:cNvSpPr>
                <a:spLocks/>
              </p:cNvSpPr>
              <p:nvPr/>
            </p:nvSpPr>
            <p:spPr bwMode="auto">
              <a:xfrm>
                <a:off x="3072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8" name="Freeform 3005"/>
              <p:cNvSpPr>
                <a:spLocks/>
              </p:cNvSpPr>
              <p:nvPr/>
            </p:nvSpPr>
            <p:spPr bwMode="auto">
              <a:xfrm>
                <a:off x="3042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9" name="Freeform 3006"/>
              <p:cNvSpPr>
                <a:spLocks/>
              </p:cNvSpPr>
              <p:nvPr/>
            </p:nvSpPr>
            <p:spPr bwMode="auto">
              <a:xfrm>
                <a:off x="2328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0" name="Freeform 3007"/>
              <p:cNvSpPr>
                <a:spLocks/>
              </p:cNvSpPr>
              <p:nvPr/>
            </p:nvSpPr>
            <p:spPr bwMode="auto">
              <a:xfrm>
                <a:off x="2838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1" name="Freeform 3008"/>
              <p:cNvSpPr>
                <a:spLocks/>
              </p:cNvSpPr>
              <p:nvPr/>
            </p:nvSpPr>
            <p:spPr bwMode="auto">
              <a:xfrm>
                <a:off x="3006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2" name="Freeform 3009"/>
              <p:cNvSpPr>
                <a:spLocks/>
              </p:cNvSpPr>
              <p:nvPr/>
            </p:nvSpPr>
            <p:spPr bwMode="auto">
              <a:xfrm>
                <a:off x="2610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3" name="Freeform 3010"/>
              <p:cNvSpPr>
                <a:spLocks/>
              </p:cNvSpPr>
              <p:nvPr/>
            </p:nvSpPr>
            <p:spPr bwMode="auto">
              <a:xfrm>
                <a:off x="3138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4" name="Freeform 3011"/>
              <p:cNvSpPr>
                <a:spLocks/>
              </p:cNvSpPr>
              <p:nvPr/>
            </p:nvSpPr>
            <p:spPr bwMode="auto">
              <a:xfrm>
                <a:off x="286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5" name="Freeform 3012"/>
              <p:cNvSpPr>
                <a:spLocks/>
              </p:cNvSpPr>
              <p:nvPr/>
            </p:nvSpPr>
            <p:spPr bwMode="auto">
              <a:xfrm>
                <a:off x="3126" y="20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6" name="Freeform 3013"/>
              <p:cNvSpPr>
                <a:spLocks/>
              </p:cNvSpPr>
              <p:nvPr/>
            </p:nvSpPr>
            <p:spPr bwMode="auto">
              <a:xfrm>
                <a:off x="3366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7" name="Freeform 3014"/>
              <p:cNvSpPr>
                <a:spLocks/>
              </p:cNvSpPr>
              <p:nvPr/>
            </p:nvSpPr>
            <p:spPr bwMode="auto">
              <a:xfrm>
                <a:off x="2976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8" name="Freeform 3015"/>
              <p:cNvSpPr>
                <a:spLocks/>
              </p:cNvSpPr>
              <p:nvPr/>
            </p:nvSpPr>
            <p:spPr bwMode="auto">
              <a:xfrm>
                <a:off x="2916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9" name="Freeform 3016"/>
              <p:cNvSpPr>
                <a:spLocks/>
              </p:cNvSpPr>
              <p:nvPr/>
            </p:nvSpPr>
            <p:spPr bwMode="auto">
              <a:xfrm>
                <a:off x="2538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50" name="Freeform 3017"/>
              <p:cNvSpPr>
                <a:spLocks/>
              </p:cNvSpPr>
              <p:nvPr/>
            </p:nvSpPr>
            <p:spPr bwMode="auto">
              <a:xfrm>
                <a:off x="2976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51" name="Freeform 3018"/>
              <p:cNvSpPr>
                <a:spLocks/>
              </p:cNvSpPr>
              <p:nvPr/>
            </p:nvSpPr>
            <p:spPr bwMode="auto">
              <a:xfrm>
                <a:off x="3222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9" name="Group 3220"/>
            <p:cNvGrpSpPr>
              <a:grpSpLocks/>
            </p:cNvGrpSpPr>
            <p:nvPr/>
          </p:nvGrpSpPr>
          <p:grpSpPr bwMode="auto">
            <a:xfrm>
              <a:off x="2166" y="1941"/>
              <a:ext cx="1482" cy="990"/>
              <a:chOff x="2166" y="1941"/>
              <a:chExt cx="1482" cy="990"/>
            </a:xfrm>
          </p:grpSpPr>
          <p:sp>
            <p:nvSpPr>
              <p:cNvPr id="58152" name="Freeform 3020"/>
              <p:cNvSpPr>
                <a:spLocks/>
              </p:cNvSpPr>
              <p:nvPr/>
            </p:nvSpPr>
            <p:spPr bwMode="auto">
              <a:xfrm>
                <a:off x="3024" y="21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53" name="Freeform 3021"/>
              <p:cNvSpPr>
                <a:spLocks/>
              </p:cNvSpPr>
              <p:nvPr/>
            </p:nvSpPr>
            <p:spPr bwMode="auto">
              <a:xfrm>
                <a:off x="3096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54" name="Freeform 3022"/>
              <p:cNvSpPr>
                <a:spLocks/>
              </p:cNvSpPr>
              <p:nvPr/>
            </p:nvSpPr>
            <p:spPr bwMode="auto">
              <a:xfrm>
                <a:off x="2970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55" name="Freeform 3023"/>
              <p:cNvSpPr>
                <a:spLocks/>
              </p:cNvSpPr>
              <p:nvPr/>
            </p:nvSpPr>
            <p:spPr bwMode="auto">
              <a:xfrm>
                <a:off x="3060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56" name="Freeform 3024"/>
              <p:cNvSpPr>
                <a:spLocks/>
              </p:cNvSpPr>
              <p:nvPr/>
            </p:nvSpPr>
            <p:spPr bwMode="auto">
              <a:xfrm>
                <a:off x="2964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57" name="Freeform 3025"/>
              <p:cNvSpPr>
                <a:spLocks/>
              </p:cNvSpPr>
              <p:nvPr/>
            </p:nvSpPr>
            <p:spPr bwMode="auto">
              <a:xfrm>
                <a:off x="3054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58" name="Freeform 3026"/>
              <p:cNvSpPr>
                <a:spLocks/>
              </p:cNvSpPr>
              <p:nvPr/>
            </p:nvSpPr>
            <p:spPr bwMode="auto">
              <a:xfrm>
                <a:off x="2958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59" name="Freeform 3027"/>
              <p:cNvSpPr>
                <a:spLocks/>
              </p:cNvSpPr>
              <p:nvPr/>
            </p:nvSpPr>
            <p:spPr bwMode="auto">
              <a:xfrm>
                <a:off x="2616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60" name="Freeform 3028"/>
              <p:cNvSpPr>
                <a:spLocks/>
              </p:cNvSpPr>
              <p:nvPr/>
            </p:nvSpPr>
            <p:spPr bwMode="auto">
              <a:xfrm>
                <a:off x="2454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61" name="Freeform 3029"/>
              <p:cNvSpPr>
                <a:spLocks/>
              </p:cNvSpPr>
              <p:nvPr/>
            </p:nvSpPr>
            <p:spPr bwMode="auto">
              <a:xfrm>
                <a:off x="2850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62" name="Freeform 3030"/>
              <p:cNvSpPr>
                <a:spLocks/>
              </p:cNvSpPr>
              <p:nvPr/>
            </p:nvSpPr>
            <p:spPr bwMode="auto">
              <a:xfrm>
                <a:off x="3396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63" name="Freeform 3031"/>
              <p:cNvSpPr>
                <a:spLocks/>
              </p:cNvSpPr>
              <p:nvPr/>
            </p:nvSpPr>
            <p:spPr bwMode="auto">
              <a:xfrm>
                <a:off x="2754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64" name="Freeform 3032"/>
              <p:cNvSpPr>
                <a:spLocks/>
              </p:cNvSpPr>
              <p:nvPr/>
            </p:nvSpPr>
            <p:spPr bwMode="auto">
              <a:xfrm>
                <a:off x="2322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65" name="Freeform 3033"/>
              <p:cNvSpPr>
                <a:spLocks/>
              </p:cNvSpPr>
              <p:nvPr/>
            </p:nvSpPr>
            <p:spPr bwMode="auto">
              <a:xfrm>
                <a:off x="2220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66" name="Freeform 3034"/>
              <p:cNvSpPr>
                <a:spLocks/>
              </p:cNvSpPr>
              <p:nvPr/>
            </p:nvSpPr>
            <p:spPr bwMode="auto">
              <a:xfrm>
                <a:off x="2826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67" name="Freeform 3035"/>
              <p:cNvSpPr>
                <a:spLocks/>
              </p:cNvSpPr>
              <p:nvPr/>
            </p:nvSpPr>
            <p:spPr bwMode="auto">
              <a:xfrm>
                <a:off x="2766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68" name="Freeform 3036"/>
              <p:cNvSpPr>
                <a:spLocks/>
              </p:cNvSpPr>
              <p:nvPr/>
            </p:nvSpPr>
            <p:spPr bwMode="auto">
              <a:xfrm>
                <a:off x="2634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69" name="Freeform 3037"/>
              <p:cNvSpPr>
                <a:spLocks/>
              </p:cNvSpPr>
              <p:nvPr/>
            </p:nvSpPr>
            <p:spPr bwMode="auto">
              <a:xfrm>
                <a:off x="2586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70" name="Freeform 3038"/>
              <p:cNvSpPr>
                <a:spLocks/>
              </p:cNvSpPr>
              <p:nvPr/>
            </p:nvSpPr>
            <p:spPr bwMode="auto">
              <a:xfrm>
                <a:off x="2676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71" name="Freeform 3039"/>
              <p:cNvSpPr>
                <a:spLocks/>
              </p:cNvSpPr>
              <p:nvPr/>
            </p:nvSpPr>
            <p:spPr bwMode="auto">
              <a:xfrm>
                <a:off x="3204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72" name="Freeform 3040"/>
              <p:cNvSpPr>
                <a:spLocks/>
              </p:cNvSpPr>
              <p:nvPr/>
            </p:nvSpPr>
            <p:spPr bwMode="auto">
              <a:xfrm>
                <a:off x="2712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73" name="Freeform 3041"/>
              <p:cNvSpPr>
                <a:spLocks/>
              </p:cNvSpPr>
              <p:nvPr/>
            </p:nvSpPr>
            <p:spPr bwMode="auto">
              <a:xfrm>
                <a:off x="3222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74" name="Freeform 3042"/>
              <p:cNvSpPr>
                <a:spLocks/>
              </p:cNvSpPr>
              <p:nvPr/>
            </p:nvSpPr>
            <p:spPr bwMode="auto">
              <a:xfrm>
                <a:off x="2826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75" name="Freeform 3043"/>
              <p:cNvSpPr>
                <a:spLocks/>
              </p:cNvSpPr>
              <p:nvPr/>
            </p:nvSpPr>
            <p:spPr bwMode="auto">
              <a:xfrm>
                <a:off x="2874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76" name="Freeform 3044"/>
              <p:cNvSpPr>
                <a:spLocks/>
              </p:cNvSpPr>
              <p:nvPr/>
            </p:nvSpPr>
            <p:spPr bwMode="auto">
              <a:xfrm>
                <a:off x="2472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77" name="Freeform 3045"/>
              <p:cNvSpPr>
                <a:spLocks/>
              </p:cNvSpPr>
              <p:nvPr/>
            </p:nvSpPr>
            <p:spPr bwMode="auto">
              <a:xfrm>
                <a:off x="2832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78" name="Freeform 3046"/>
              <p:cNvSpPr>
                <a:spLocks/>
              </p:cNvSpPr>
              <p:nvPr/>
            </p:nvSpPr>
            <p:spPr bwMode="auto">
              <a:xfrm>
                <a:off x="3030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79" name="Freeform 3047"/>
              <p:cNvSpPr>
                <a:spLocks/>
              </p:cNvSpPr>
              <p:nvPr/>
            </p:nvSpPr>
            <p:spPr bwMode="auto">
              <a:xfrm>
                <a:off x="3240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80" name="Freeform 3048"/>
              <p:cNvSpPr>
                <a:spLocks/>
              </p:cNvSpPr>
              <p:nvPr/>
            </p:nvSpPr>
            <p:spPr bwMode="auto">
              <a:xfrm>
                <a:off x="2712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81" name="Freeform 3049"/>
              <p:cNvSpPr>
                <a:spLocks/>
              </p:cNvSpPr>
              <p:nvPr/>
            </p:nvSpPr>
            <p:spPr bwMode="auto">
              <a:xfrm>
                <a:off x="2796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82" name="Freeform 3050"/>
              <p:cNvSpPr>
                <a:spLocks/>
              </p:cNvSpPr>
              <p:nvPr/>
            </p:nvSpPr>
            <p:spPr bwMode="auto">
              <a:xfrm>
                <a:off x="2754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83" name="Freeform 3051"/>
              <p:cNvSpPr>
                <a:spLocks/>
              </p:cNvSpPr>
              <p:nvPr/>
            </p:nvSpPr>
            <p:spPr bwMode="auto">
              <a:xfrm>
                <a:off x="2994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84" name="Freeform 3052"/>
              <p:cNvSpPr>
                <a:spLocks/>
              </p:cNvSpPr>
              <p:nvPr/>
            </p:nvSpPr>
            <p:spPr bwMode="auto">
              <a:xfrm>
                <a:off x="2970" y="27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85" name="Freeform 3053"/>
              <p:cNvSpPr>
                <a:spLocks/>
              </p:cNvSpPr>
              <p:nvPr/>
            </p:nvSpPr>
            <p:spPr bwMode="auto">
              <a:xfrm>
                <a:off x="2754" y="21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86" name="Freeform 3054"/>
              <p:cNvSpPr>
                <a:spLocks/>
              </p:cNvSpPr>
              <p:nvPr/>
            </p:nvSpPr>
            <p:spPr bwMode="auto">
              <a:xfrm>
                <a:off x="2724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87" name="Freeform 3055"/>
              <p:cNvSpPr>
                <a:spLocks/>
              </p:cNvSpPr>
              <p:nvPr/>
            </p:nvSpPr>
            <p:spPr bwMode="auto">
              <a:xfrm>
                <a:off x="2700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88" name="Freeform 3056"/>
              <p:cNvSpPr>
                <a:spLocks/>
              </p:cNvSpPr>
              <p:nvPr/>
            </p:nvSpPr>
            <p:spPr bwMode="auto">
              <a:xfrm>
                <a:off x="2658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89" name="Freeform 3057"/>
              <p:cNvSpPr>
                <a:spLocks/>
              </p:cNvSpPr>
              <p:nvPr/>
            </p:nvSpPr>
            <p:spPr bwMode="auto">
              <a:xfrm>
                <a:off x="2670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90" name="Freeform 3058"/>
              <p:cNvSpPr>
                <a:spLocks/>
              </p:cNvSpPr>
              <p:nvPr/>
            </p:nvSpPr>
            <p:spPr bwMode="auto">
              <a:xfrm>
                <a:off x="3384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91" name="Freeform 3059"/>
              <p:cNvSpPr>
                <a:spLocks/>
              </p:cNvSpPr>
              <p:nvPr/>
            </p:nvSpPr>
            <p:spPr bwMode="auto">
              <a:xfrm>
                <a:off x="2574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92" name="Freeform 3060"/>
              <p:cNvSpPr>
                <a:spLocks/>
              </p:cNvSpPr>
              <p:nvPr/>
            </p:nvSpPr>
            <p:spPr bwMode="auto">
              <a:xfrm>
                <a:off x="2868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93" name="Freeform 3061"/>
              <p:cNvSpPr>
                <a:spLocks/>
              </p:cNvSpPr>
              <p:nvPr/>
            </p:nvSpPr>
            <p:spPr bwMode="auto">
              <a:xfrm>
                <a:off x="2604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94" name="Freeform 3062"/>
              <p:cNvSpPr>
                <a:spLocks/>
              </p:cNvSpPr>
              <p:nvPr/>
            </p:nvSpPr>
            <p:spPr bwMode="auto">
              <a:xfrm>
                <a:off x="3366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95" name="Freeform 3063"/>
              <p:cNvSpPr>
                <a:spLocks/>
              </p:cNvSpPr>
              <p:nvPr/>
            </p:nvSpPr>
            <p:spPr bwMode="auto">
              <a:xfrm>
                <a:off x="2556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96" name="Freeform 3064"/>
              <p:cNvSpPr>
                <a:spLocks/>
              </p:cNvSpPr>
              <p:nvPr/>
            </p:nvSpPr>
            <p:spPr bwMode="auto">
              <a:xfrm>
                <a:off x="2676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97" name="Freeform 3065"/>
              <p:cNvSpPr>
                <a:spLocks/>
              </p:cNvSpPr>
              <p:nvPr/>
            </p:nvSpPr>
            <p:spPr bwMode="auto">
              <a:xfrm>
                <a:off x="3276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98" name="Freeform 3066"/>
              <p:cNvSpPr>
                <a:spLocks/>
              </p:cNvSpPr>
              <p:nvPr/>
            </p:nvSpPr>
            <p:spPr bwMode="auto">
              <a:xfrm>
                <a:off x="2802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99" name="Freeform 3067"/>
              <p:cNvSpPr>
                <a:spLocks/>
              </p:cNvSpPr>
              <p:nvPr/>
            </p:nvSpPr>
            <p:spPr bwMode="auto">
              <a:xfrm>
                <a:off x="2604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00" name="Freeform 3068"/>
              <p:cNvSpPr>
                <a:spLocks/>
              </p:cNvSpPr>
              <p:nvPr/>
            </p:nvSpPr>
            <p:spPr bwMode="auto">
              <a:xfrm>
                <a:off x="3324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01" name="Freeform 3069"/>
              <p:cNvSpPr>
                <a:spLocks/>
              </p:cNvSpPr>
              <p:nvPr/>
            </p:nvSpPr>
            <p:spPr bwMode="auto">
              <a:xfrm>
                <a:off x="3102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02" name="Freeform 3070"/>
              <p:cNvSpPr>
                <a:spLocks/>
              </p:cNvSpPr>
              <p:nvPr/>
            </p:nvSpPr>
            <p:spPr bwMode="auto">
              <a:xfrm>
                <a:off x="3078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03" name="Freeform 3071"/>
              <p:cNvSpPr>
                <a:spLocks/>
              </p:cNvSpPr>
              <p:nvPr/>
            </p:nvSpPr>
            <p:spPr bwMode="auto">
              <a:xfrm>
                <a:off x="2436" y="27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04" name="Freeform 3072"/>
              <p:cNvSpPr>
                <a:spLocks/>
              </p:cNvSpPr>
              <p:nvPr/>
            </p:nvSpPr>
            <p:spPr bwMode="auto">
              <a:xfrm>
                <a:off x="330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05" name="Freeform 3073"/>
              <p:cNvSpPr>
                <a:spLocks/>
              </p:cNvSpPr>
              <p:nvPr/>
            </p:nvSpPr>
            <p:spPr bwMode="auto">
              <a:xfrm>
                <a:off x="2598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06" name="Freeform 3074"/>
              <p:cNvSpPr>
                <a:spLocks/>
              </p:cNvSpPr>
              <p:nvPr/>
            </p:nvSpPr>
            <p:spPr bwMode="auto">
              <a:xfrm>
                <a:off x="3186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07" name="Freeform 3075"/>
              <p:cNvSpPr>
                <a:spLocks/>
              </p:cNvSpPr>
              <p:nvPr/>
            </p:nvSpPr>
            <p:spPr bwMode="auto">
              <a:xfrm>
                <a:off x="3084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08" name="Freeform 3076"/>
              <p:cNvSpPr>
                <a:spLocks/>
              </p:cNvSpPr>
              <p:nvPr/>
            </p:nvSpPr>
            <p:spPr bwMode="auto">
              <a:xfrm>
                <a:off x="2958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09" name="Freeform 3077"/>
              <p:cNvSpPr>
                <a:spLocks/>
              </p:cNvSpPr>
              <p:nvPr/>
            </p:nvSpPr>
            <p:spPr bwMode="auto">
              <a:xfrm>
                <a:off x="3096" y="20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10" name="Freeform 3078"/>
              <p:cNvSpPr>
                <a:spLocks/>
              </p:cNvSpPr>
              <p:nvPr/>
            </p:nvSpPr>
            <p:spPr bwMode="auto">
              <a:xfrm>
                <a:off x="2520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11" name="Freeform 3079"/>
              <p:cNvSpPr>
                <a:spLocks/>
              </p:cNvSpPr>
              <p:nvPr/>
            </p:nvSpPr>
            <p:spPr bwMode="auto">
              <a:xfrm>
                <a:off x="2166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12" name="Freeform 3080"/>
              <p:cNvSpPr>
                <a:spLocks/>
              </p:cNvSpPr>
              <p:nvPr/>
            </p:nvSpPr>
            <p:spPr bwMode="auto">
              <a:xfrm>
                <a:off x="2760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13" name="Freeform 3081"/>
              <p:cNvSpPr>
                <a:spLocks/>
              </p:cNvSpPr>
              <p:nvPr/>
            </p:nvSpPr>
            <p:spPr bwMode="auto">
              <a:xfrm>
                <a:off x="3132" y="21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14" name="Freeform 3082"/>
              <p:cNvSpPr>
                <a:spLocks/>
              </p:cNvSpPr>
              <p:nvPr/>
            </p:nvSpPr>
            <p:spPr bwMode="auto">
              <a:xfrm>
                <a:off x="2460" y="28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15" name="Freeform 3083"/>
              <p:cNvSpPr>
                <a:spLocks/>
              </p:cNvSpPr>
              <p:nvPr/>
            </p:nvSpPr>
            <p:spPr bwMode="auto">
              <a:xfrm>
                <a:off x="2598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16" name="Freeform 3084"/>
              <p:cNvSpPr>
                <a:spLocks/>
              </p:cNvSpPr>
              <p:nvPr/>
            </p:nvSpPr>
            <p:spPr bwMode="auto">
              <a:xfrm>
                <a:off x="3468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17" name="Freeform 3085"/>
              <p:cNvSpPr>
                <a:spLocks/>
              </p:cNvSpPr>
              <p:nvPr/>
            </p:nvSpPr>
            <p:spPr bwMode="auto">
              <a:xfrm>
                <a:off x="2994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18" name="Freeform 3086"/>
              <p:cNvSpPr>
                <a:spLocks/>
              </p:cNvSpPr>
              <p:nvPr/>
            </p:nvSpPr>
            <p:spPr bwMode="auto">
              <a:xfrm>
                <a:off x="2520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19" name="Freeform 3087"/>
              <p:cNvSpPr>
                <a:spLocks/>
              </p:cNvSpPr>
              <p:nvPr/>
            </p:nvSpPr>
            <p:spPr bwMode="auto">
              <a:xfrm>
                <a:off x="2700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20" name="Freeform 3088"/>
              <p:cNvSpPr>
                <a:spLocks/>
              </p:cNvSpPr>
              <p:nvPr/>
            </p:nvSpPr>
            <p:spPr bwMode="auto">
              <a:xfrm>
                <a:off x="2922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21" name="Freeform 3089"/>
              <p:cNvSpPr>
                <a:spLocks/>
              </p:cNvSpPr>
              <p:nvPr/>
            </p:nvSpPr>
            <p:spPr bwMode="auto">
              <a:xfrm>
                <a:off x="2952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22" name="Freeform 3090"/>
              <p:cNvSpPr>
                <a:spLocks/>
              </p:cNvSpPr>
              <p:nvPr/>
            </p:nvSpPr>
            <p:spPr bwMode="auto">
              <a:xfrm>
                <a:off x="2964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23" name="Freeform 3091"/>
              <p:cNvSpPr>
                <a:spLocks/>
              </p:cNvSpPr>
              <p:nvPr/>
            </p:nvSpPr>
            <p:spPr bwMode="auto">
              <a:xfrm>
                <a:off x="3402" y="21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24" name="Freeform 3092"/>
              <p:cNvSpPr>
                <a:spLocks/>
              </p:cNvSpPr>
              <p:nvPr/>
            </p:nvSpPr>
            <p:spPr bwMode="auto">
              <a:xfrm>
                <a:off x="2814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25" name="Freeform 3093"/>
              <p:cNvSpPr>
                <a:spLocks/>
              </p:cNvSpPr>
              <p:nvPr/>
            </p:nvSpPr>
            <p:spPr bwMode="auto">
              <a:xfrm>
                <a:off x="2844" y="21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26" name="Freeform 3094"/>
              <p:cNvSpPr>
                <a:spLocks/>
              </p:cNvSpPr>
              <p:nvPr/>
            </p:nvSpPr>
            <p:spPr bwMode="auto">
              <a:xfrm>
                <a:off x="2706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27" name="Freeform 3095"/>
              <p:cNvSpPr>
                <a:spLocks/>
              </p:cNvSpPr>
              <p:nvPr/>
            </p:nvSpPr>
            <p:spPr bwMode="auto">
              <a:xfrm>
                <a:off x="3636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28" name="Freeform 3096"/>
              <p:cNvSpPr>
                <a:spLocks/>
              </p:cNvSpPr>
              <p:nvPr/>
            </p:nvSpPr>
            <p:spPr bwMode="auto">
              <a:xfrm>
                <a:off x="2760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29" name="Freeform 3097"/>
              <p:cNvSpPr>
                <a:spLocks/>
              </p:cNvSpPr>
              <p:nvPr/>
            </p:nvSpPr>
            <p:spPr bwMode="auto">
              <a:xfrm>
                <a:off x="2934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30" name="Freeform 3098"/>
              <p:cNvSpPr>
                <a:spLocks/>
              </p:cNvSpPr>
              <p:nvPr/>
            </p:nvSpPr>
            <p:spPr bwMode="auto">
              <a:xfrm>
                <a:off x="2976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31" name="Freeform 3099"/>
              <p:cNvSpPr>
                <a:spLocks/>
              </p:cNvSpPr>
              <p:nvPr/>
            </p:nvSpPr>
            <p:spPr bwMode="auto">
              <a:xfrm>
                <a:off x="2832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32" name="Freeform 3100"/>
              <p:cNvSpPr>
                <a:spLocks/>
              </p:cNvSpPr>
              <p:nvPr/>
            </p:nvSpPr>
            <p:spPr bwMode="auto">
              <a:xfrm>
                <a:off x="3246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33" name="Freeform 3101"/>
              <p:cNvSpPr>
                <a:spLocks/>
              </p:cNvSpPr>
              <p:nvPr/>
            </p:nvSpPr>
            <p:spPr bwMode="auto">
              <a:xfrm>
                <a:off x="2958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34" name="Freeform 3102"/>
              <p:cNvSpPr>
                <a:spLocks/>
              </p:cNvSpPr>
              <p:nvPr/>
            </p:nvSpPr>
            <p:spPr bwMode="auto">
              <a:xfrm>
                <a:off x="3060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35" name="Freeform 3103"/>
              <p:cNvSpPr>
                <a:spLocks/>
              </p:cNvSpPr>
              <p:nvPr/>
            </p:nvSpPr>
            <p:spPr bwMode="auto">
              <a:xfrm>
                <a:off x="2526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36" name="Freeform 3104"/>
              <p:cNvSpPr>
                <a:spLocks/>
              </p:cNvSpPr>
              <p:nvPr/>
            </p:nvSpPr>
            <p:spPr bwMode="auto">
              <a:xfrm>
                <a:off x="3282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37" name="Freeform 3105"/>
              <p:cNvSpPr>
                <a:spLocks/>
              </p:cNvSpPr>
              <p:nvPr/>
            </p:nvSpPr>
            <p:spPr bwMode="auto">
              <a:xfrm>
                <a:off x="2700" y="29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38" name="Freeform 3106"/>
              <p:cNvSpPr>
                <a:spLocks/>
              </p:cNvSpPr>
              <p:nvPr/>
            </p:nvSpPr>
            <p:spPr bwMode="auto">
              <a:xfrm>
                <a:off x="2988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39" name="Freeform 3107"/>
              <p:cNvSpPr>
                <a:spLocks/>
              </p:cNvSpPr>
              <p:nvPr/>
            </p:nvSpPr>
            <p:spPr bwMode="auto">
              <a:xfrm>
                <a:off x="2334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40" name="Freeform 3108"/>
              <p:cNvSpPr>
                <a:spLocks/>
              </p:cNvSpPr>
              <p:nvPr/>
            </p:nvSpPr>
            <p:spPr bwMode="auto">
              <a:xfrm>
                <a:off x="2952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41" name="Freeform 3109"/>
              <p:cNvSpPr>
                <a:spLocks/>
              </p:cNvSpPr>
              <p:nvPr/>
            </p:nvSpPr>
            <p:spPr bwMode="auto">
              <a:xfrm>
                <a:off x="2616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42" name="Freeform 3110"/>
              <p:cNvSpPr>
                <a:spLocks/>
              </p:cNvSpPr>
              <p:nvPr/>
            </p:nvSpPr>
            <p:spPr bwMode="auto">
              <a:xfrm>
                <a:off x="2706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43" name="Freeform 3111"/>
              <p:cNvSpPr>
                <a:spLocks/>
              </p:cNvSpPr>
              <p:nvPr/>
            </p:nvSpPr>
            <p:spPr bwMode="auto">
              <a:xfrm>
                <a:off x="3318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44" name="Freeform 3112"/>
              <p:cNvSpPr>
                <a:spLocks/>
              </p:cNvSpPr>
              <p:nvPr/>
            </p:nvSpPr>
            <p:spPr bwMode="auto">
              <a:xfrm>
                <a:off x="2862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45" name="Freeform 3113"/>
              <p:cNvSpPr>
                <a:spLocks/>
              </p:cNvSpPr>
              <p:nvPr/>
            </p:nvSpPr>
            <p:spPr bwMode="auto">
              <a:xfrm>
                <a:off x="2820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46" name="Freeform 3114"/>
              <p:cNvSpPr>
                <a:spLocks/>
              </p:cNvSpPr>
              <p:nvPr/>
            </p:nvSpPr>
            <p:spPr bwMode="auto">
              <a:xfrm>
                <a:off x="2454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47" name="Freeform 3115"/>
              <p:cNvSpPr>
                <a:spLocks/>
              </p:cNvSpPr>
              <p:nvPr/>
            </p:nvSpPr>
            <p:spPr bwMode="auto">
              <a:xfrm>
                <a:off x="2904" y="28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48" name="Freeform 3116"/>
              <p:cNvSpPr>
                <a:spLocks/>
              </p:cNvSpPr>
              <p:nvPr/>
            </p:nvSpPr>
            <p:spPr bwMode="auto">
              <a:xfrm>
                <a:off x="2496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49" name="Freeform 3117"/>
              <p:cNvSpPr>
                <a:spLocks/>
              </p:cNvSpPr>
              <p:nvPr/>
            </p:nvSpPr>
            <p:spPr bwMode="auto">
              <a:xfrm>
                <a:off x="2868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50" name="Freeform 3118"/>
              <p:cNvSpPr>
                <a:spLocks/>
              </p:cNvSpPr>
              <p:nvPr/>
            </p:nvSpPr>
            <p:spPr bwMode="auto">
              <a:xfrm>
                <a:off x="2742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51" name="Freeform 3119"/>
              <p:cNvSpPr>
                <a:spLocks/>
              </p:cNvSpPr>
              <p:nvPr/>
            </p:nvSpPr>
            <p:spPr bwMode="auto">
              <a:xfrm>
                <a:off x="2856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52" name="Freeform 3120"/>
              <p:cNvSpPr>
                <a:spLocks/>
              </p:cNvSpPr>
              <p:nvPr/>
            </p:nvSpPr>
            <p:spPr bwMode="auto">
              <a:xfrm>
                <a:off x="2838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53" name="Freeform 3121"/>
              <p:cNvSpPr>
                <a:spLocks/>
              </p:cNvSpPr>
              <p:nvPr/>
            </p:nvSpPr>
            <p:spPr bwMode="auto">
              <a:xfrm>
                <a:off x="2604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54" name="Freeform 3122"/>
              <p:cNvSpPr>
                <a:spLocks/>
              </p:cNvSpPr>
              <p:nvPr/>
            </p:nvSpPr>
            <p:spPr bwMode="auto">
              <a:xfrm>
                <a:off x="2910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55" name="Freeform 3123"/>
              <p:cNvSpPr>
                <a:spLocks/>
              </p:cNvSpPr>
              <p:nvPr/>
            </p:nvSpPr>
            <p:spPr bwMode="auto">
              <a:xfrm>
                <a:off x="2814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56" name="Freeform 3124"/>
              <p:cNvSpPr>
                <a:spLocks/>
              </p:cNvSpPr>
              <p:nvPr/>
            </p:nvSpPr>
            <p:spPr bwMode="auto">
              <a:xfrm>
                <a:off x="2778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57" name="Freeform 3125"/>
              <p:cNvSpPr>
                <a:spLocks/>
              </p:cNvSpPr>
              <p:nvPr/>
            </p:nvSpPr>
            <p:spPr bwMode="auto">
              <a:xfrm>
                <a:off x="3198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58" name="Freeform 3126"/>
              <p:cNvSpPr>
                <a:spLocks/>
              </p:cNvSpPr>
              <p:nvPr/>
            </p:nvSpPr>
            <p:spPr bwMode="auto">
              <a:xfrm>
                <a:off x="2598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59" name="Freeform 3127"/>
              <p:cNvSpPr>
                <a:spLocks/>
              </p:cNvSpPr>
              <p:nvPr/>
            </p:nvSpPr>
            <p:spPr bwMode="auto">
              <a:xfrm>
                <a:off x="3090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60" name="Freeform 3128"/>
              <p:cNvSpPr>
                <a:spLocks/>
              </p:cNvSpPr>
              <p:nvPr/>
            </p:nvSpPr>
            <p:spPr bwMode="auto">
              <a:xfrm>
                <a:off x="3240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61" name="Freeform 3129"/>
              <p:cNvSpPr>
                <a:spLocks/>
              </p:cNvSpPr>
              <p:nvPr/>
            </p:nvSpPr>
            <p:spPr bwMode="auto">
              <a:xfrm>
                <a:off x="2892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62" name="Freeform 3130"/>
              <p:cNvSpPr>
                <a:spLocks/>
              </p:cNvSpPr>
              <p:nvPr/>
            </p:nvSpPr>
            <p:spPr bwMode="auto">
              <a:xfrm>
                <a:off x="2856" y="28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63" name="Freeform 3131"/>
              <p:cNvSpPr>
                <a:spLocks/>
              </p:cNvSpPr>
              <p:nvPr/>
            </p:nvSpPr>
            <p:spPr bwMode="auto">
              <a:xfrm>
                <a:off x="2778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64" name="Freeform 3132"/>
              <p:cNvSpPr>
                <a:spLocks/>
              </p:cNvSpPr>
              <p:nvPr/>
            </p:nvSpPr>
            <p:spPr bwMode="auto">
              <a:xfrm>
                <a:off x="2910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65" name="Freeform 3133"/>
              <p:cNvSpPr>
                <a:spLocks/>
              </p:cNvSpPr>
              <p:nvPr/>
            </p:nvSpPr>
            <p:spPr bwMode="auto">
              <a:xfrm>
                <a:off x="2364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66" name="Freeform 3134"/>
              <p:cNvSpPr>
                <a:spLocks/>
              </p:cNvSpPr>
              <p:nvPr/>
            </p:nvSpPr>
            <p:spPr bwMode="auto">
              <a:xfrm>
                <a:off x="2472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67" name="Freeform 3135"/>
              <p:cNvSpPr>
                <a:spLocks/>
              </p:cNvSpPr>
              <p:nvPr/>
            </p:nvSpPr>
            <p:spPr bwMode="auto">
              <a:xfrm>
                <a:off x="2430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68" name="Freeform 3136"/>
              <p:cNvSpPr>
                <a:spLocks/>
              </p:cNvSpPr>
              <p:nvPr/>
            </p:nvSpPr>
            <p:spPr bwMode="auto">
              <a:xfrm>
                <a:off x="2748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69" name="Freeform 3137"/>
              <p:cNvSpPr>
                <a:spLocks/>
              </p:cNvSpPr>
              <p:nvPr/>
            </p:nvSpPr>
            <p:spPr bwMode="auto">
              <a:xfrm>
                <a:off x="2760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70" name="Freeform 3138"/>
              <p:cNvSpPr>
                <a:spLocks/>
              </p:cNvSpPr>
              <p:nvPr/>
            </p:nvSpPr>
            <p:spPr bwMode="auto">
              <a:xfrm>
                <a:off x="2898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71" name="Freeform 3139"/>
              <p:cNvSpPr>
                <a:spLocks/>
              </p:cNvSpPr>
              <p:nvPr/>
            </p:nvSpPr>
            <p:spPr bwMode="auto">
              <a:xfrm>
                <a:off x="3300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72" name="Freeform 3140"/>
              <p:cNvSpPr>
                <a:spLocks/>
              </p:cNvSpPr>
              <p:nvPr/>
            </p:nvSpPr>
            <p:spPr bwMode="auto">
              <a:xfrm>
                <a:off x="3144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73" name="Freeform 3141"/>
              <p:cNvSpPr>
                <a:spLocks/>
              </p:cNvSpPr>
              <p:nvPr/>
            </p:nvSpPr>
            <p:spPr bwMode="auto">
              <a:xfrm>
                <a:off x="2544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74" name="Freeform 3142"/>
              <p:cNvSpPr>
                <a:spLocks/>
              </p:cNvSpPr>
              <p:nvPr/>
            </p:nvSpPr>
            <p:spPr bwMode="auto">
              <a:xfrm>
                <a:off x="2562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75" name="Freeform 3143"/>
              <p:cNvSpPr>
                <a:spLocks/>
              </p:cNvSpPr>
              <p:nvPr/>
            </p:nvSpPr>
            <p:spPr bwMode="auto">
              <a:xfrm>
                <a:off x="2970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76" name="Freeform 3144"/>
              <p:cNvSpPr>
                <a:spLocks/>
              </p:cNvSpPr>
              <p:nvPr/>
            </p:nvSpPr>
            <p:spPr bwMode="auto">
              <a:xfrm>
                <a:off x="2688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77" name="Freeform 3145"/>
              <p:cNvSpPr>
                <a:spLocks/>
              </p:cNvSpPr>
              <p:nvPr/>
            </p:nvSpPr>
            <p:spPr bwMode="auto">
              <a:xfrm>
                <a:off x="2808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78" name="Freeform 3146"/>
              <p:cNvSpPr>
                <a:spLocks/>
              </p:cNvSpPr>
              <p:nvPr/>
            </p:nvSpPr>
            <p:spPr bwMode="auto">
              <a:xfrm>
                <a:off x="3342" y="19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79" name="Freeform 3147"/>
              <p:cNvSpPr>
                <a:spLocks/>
              </p:cNvSpPr>
              <p:nvPr/>
            </p:nvSpPr>
            <p:spPr bwMode="auto">
              <a:xfrm>
                <a:off x="2982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80" name="Freeform 3148"/>
              <p:cNvSpPr>
                <a:spLocks/>
              </p:cNvSpPr>
              <p:nvPr/>
            </p:nvSpPr>
            <p:spPr bwMode="auto">
              <a:xfrm>
                <a:off x="2598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81" name="Freeform 3149"/>
              <p:cNvSpPr>
                <a:spLocks/>
              </p:cNvSpPr>
              <p:nvPr/>
            </p:nvSpPr>
            <p:spPr bwMode="auto">
              <a:xfrm>
                <a:off x="2748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82" name="Freeform 3150"/>
              <p:cNvSpPr>
                <a:spLocks/>
              </p:cNvSpPr>
              <p:nvPr/>
            </p:nvSpPr>
            <p:spPr bwMode="auto">
              <a:xfrm>
                <a:off x="2532" y="28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83" name="Freeform 3151"/>
              <p:cNvSpPr>
                <a:spLocks/>
              </p:cNvSpPr>
              <p:nvPr/>
            </p:nvSpPr>
            <p:spPr bwMode="auto">
              <a:xfrm>
                <a:off x="3102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84" name="Freeform 3152"/>
              <p:cNvSpPr>
                <a:spLocks/>
              </p:cNvSpPr>
              <p:nvPr/>
            </p:nvSpPr>
            <p:spPr bwMode="auto">
              <a:xfrm>
                <a:off x="2430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85" name="Freeform 3153"/>
              <p:cNvSpPr>
                <a:spLocks/>
              </p:cNvSpPr>
              <p:nvPr/>
            </p:nvSpPr>
            <p:spPr bwMode="auto">
              <a:xfrm>
                <a:off x="2874" y="20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86" name="Freeform 3154"/>
              <p:cNvSpPr>
                <a:spLocks/>
              </p:cNvSpPr>
              <p:nvPr/>
            </p:nvSpPr>
            <p:spPr bwMode="auto">
              <a:xfrm>
                <a:off x="2724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87" name="Freeform 3155"/>
              <p:cNvSpPr>
                <a:spLocks/>
              </p:cNvSpPr>
              <p:nvPr/>
            </p:nvSpPr>
            <p:spPr bwMode="auto">
              <a:xfrm>
                <a:off x="3150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88" name="Freeform 3156"/>
              <p:cNvSpPr>
                <a:spLocks/>
              </p:cNvSpPr>
              <p:nvPr/>
            </p:nvSpPr>
            <p:spPr bwMode="auto">
              <a:xfrm>
                <a:off x="2658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89" name="Freeform 3157"/>
              <p:cNvSpPr>
                <a:spLocks/>
              </p:cNvSpPr>
              <p:nvPr/>
            </p:nvSpPr>
            <p:spPr bwMode="auto">
              <a:xfrm>
                <a:off x="2898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90" name="Freeform 3158"/>
              <p:cNvSpPr>
                <a:spLocks/>
              </p:cNvSpPr>
              <p:nvPr/>
            </p:nvSpPr>
            <p:spPr bwMode="auto">
              <a:xfrm>
                <a:off x="3096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91" name="Freeform 3159"/>
              <p:cNvSpPr>
                <a:spLocks/>
              </p:cNvSpPr>
              <p:nvPr/>
            </p:nvSpPr>
            <p:spPr bwMode="auto">
              <a:xfrm>
                <a:off x="3342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92" name="Freeform 3160"/>
              <p:cNvSpPr>
                <a:spLocks/>
              </p:cNvSpPr>
              <p:nvPr/>
            </p:nvSpPr>
            <p:spPr bwMode="auto">
              <a:xfrm>
                <a:off x="2982" y="20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93" name="Freeform 3161"/>
              <p:cNvSpPr>
                <a:spLocks/>
              </p:cNvSpPr>
              <p:nvPr/>
            </p:nvSpPr>
            <p:spPr bwMode="auto">
              <a:xfrm>
                <a:off x="2508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94" name="Freeform 3162"/>
              <p:cNvSpPr>
                <a:spLocks/>
              </p:cNvSpPr>
              <p:nvPr/>
            </p:nvSpPr>
            <p:spPr bwMode="auto">
              <a:xfrm>
                <a:off x="3486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95" name="Freeform 3163"/>
              <p:cNvSpPr>
                <a:spLocks/>
              </p:cNvSpPr>
              <p:nvPr/>
            </p:nvSpPr>
            <p:spPr bwMode="auto">
              <a:xfrm>
                <a:off x="3042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96" name="Freeform 3164"/>
              <p:cNvSpPr>
                <a:spLocks/>
              </p:cNvSpPr>
              <p:nvPr/>
            </p:nvSpPr>
            <p:spPr bwMode="auto">
              <a:xfrm>
                <a:off x="3054" y="19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97" name="Freeform 3165"/>
              <p:cNvSpPr>
                <a:spLocks/>
              </p:cNvSpPr>
              <p:nvPr/>
            </p:nvSpPr>
            <p:spPr bwMode="auto">
              <a:xfrm>
                <a:off x="3576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98" name="Freeform 3166"/>
              <p:cNvSpPr>
                <a:spLocks/>
              </p:cNvSpPr>
              <p:nvPr/>
            </p:nvSpPr>
            <p:spPr bwMode="auto">
              <a:xfrm>
                <a:off x="3078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299" name="Freeform 3167"/>
              <p:cNvSpPr>
                <a:spLocks/>
              </p:cNvSpPr>
              <p:nvPr/>
            </p:nvSpPr>
            <p:spPr bwMode="auto">
              <a:xfrm>
                <a:off x="2466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00" name="Freeform 3168"/>
              <p:cNvSpPr>
                <a:spLocks/>
              </p:cNvSpPr>
              <p:nvPr/>
            </p:nvSpPr>
            <p:spPr bwMode="auto">
              <a:xfrm>
                <a:off x="3252" y="20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01" name="Freeform 3169"/>
              <p:cNvSpPr>
                <a:spLocks/>
              </p:cNvSpPr>
              <p:nvPr/>
            </p:nvSpPr>
            <p:spPr bwMode="auto">
              <a:xfrm>
                <a:off x="2490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02" name="Freeform 3170"/>
              <p:cNvSpPr>
                <a:spLocks/>
              </p:cNvSpPr>
              <p:nvPr/>
            </p:nvSpPr>
            <p:spPr bwMode="auto">
              <a:xfrm>
                <a:off x="2736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03" name="Freeform 3171"/>
              <p:cNvSpPr>
                <a:spLocks/>
              </p:cNvSpPr>
              <p:nvPr/>
            </p:nvSpPr>
            <p:spPr bwMode="auto">
              <a:xfrm>
                <a:off x="2778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04" name="Freeform 3172"/>
              <p:cNvSpPr>
                <a:spLocks/>
              </p:cNvSpPr>
              <p:nvPr/>
            </p:nvSpPr>
            <p:spPr bwMode="auto">
              <a:xfrm>
                <a:off x="2808" y="21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05" name="Freeform 3173"/>
              <p:cNvSpPr>
                <a:spLocks/>
              </p:cNvSpPr>
              <p:nvPr/>
            </p:nvSpPr>
            <p:spPr bwMode="auto">
              <a:xfrm>
                <a:off x="2790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06" name="Freeform 3174"/>
              <p:cNvSpPr>
                <a:spLocks/>
              </p:cNvSpPr>
              <p:nvPr/>
            </p:nvSpPr>
            <p:spPr bwMode="auto">
              <a:xfrm>
                <a:off x="2850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07" name="Freeform 3175"/>
              <p:cNvSpPr>
                <a:spLocks/>
              </p:cNvSpPr>
              <p:nvPr/>
            </p:nvSpPr>
            <p:spPr bwMode="auto">
              <a:xfrm>
                <a:off x="2760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08" name="Freeform 3176"/>
              <p:cNvSpPr>
                <a:spLocks/>
              </p:cNvSpPr>
              <p:nvPr/>
            </p:nvSpPr>
            <p:spPr bwMode="auto">
              <a:xfrm>
                <a:off x="2562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09" name="Freeform 3177"/>
              <p:cNvSpPr>
                <a:spLocks/>
              </p:cNvSpPr>
              <p:nvPr/>
            </p:nvSpPr>
            <p:spPr bwMode="auto">
              <a:xfrm>
                <a:off x="3042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10" name="Freeform 3178"/>
              <p:cNvSpPr>
                <a:spLocks/>
              </p:cNvSpPr>
              <p:nvPr/>
            </p:nvSpPr>
            <p:spPr bwMode="auto">
              <a:xfrm>
                <a:off x="2514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11" name="Freeform 3179"/>
              <p:cNvSpPr>
                <a:spLocks/>
              </p:cNvSpPr>
              <p:nvPr/>
            </p:nvSpPr>
            <p:spPr bwMode="auto">
              <a:xfrm>
                <a:off x="2988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12" name="Freeform 3180"/>
              <p:cNvSpPr>
                <a:spLocks/>
              </p:cNvSpPr>
              <p:nvPr/>
            </p:nvSpPr>
            <p:spPr bwMode="auto">
              <a:xfrm>
                <a:off x="2994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13" name="Freeform 3181"/>
              <p:cNvSpPr>
                <a:spLocks/>
              </p:cNvSpPr>
              <p:nvPr/>
            </p:nvSpPr>
            <p:spPr bwMode="auto">
              <a:xfrm>
                <a:off x="2556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14" name="Freeform 3182"/>
              <p:cNvSpPr>
                <a:spLocks/>
              </p:cNvSpPr>
              <p:nvPr/>
            </p:nvSpPr>
            <p:spPr bwMode="auto">
              <a:xfrm>
                <a:off x="3108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15" name="Freeform 3183"/>
              <p:cNvSpPr>
                <a:spLocks/>
              </p:cNvSpPr>
              <p:nvPr/>
            </p:nvSpPr>
            <p:spPr bwMode="auto">
              <a:xfrm>
                <a:off x="3336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16" name="Freeform 3184"/>
              <p:cNvSpPr>
                <a:spLocks/>
              </p:cNvSpPr>
              <p:nvPr/>
            </p:nvSpPr>
            <p:spPr bwMode="auto">
              <a:xfrm>
                <a:off x="2652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17" name="Freeform 3185"/>
              <p:cNvSpPr>
                <a:spLocks/>
              </p:cNvSpPr>
              <p:nvPr/>
            </p:nvSpPr>
            <p:spPr bwMode="auto">
              <a:xfrm>
                <a:off x="2850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18" name="Freeform 3186"/>
              <p:cNvSpPr>
                <a:spLocks/>
              </p:cNvSpPr>
              <p:nvPr/>
            </p:nvSpPr>
            <p:spPr bwMode="auto">
              <a:xfrm>
                <a:off x="2760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19" name="Freeform 3187"/>
              <p:cNvSpPr>
                <a:spLocks/>
              </p:cNvSpPr>
              <p:nvPr/>
            </p:nvSpPr>
            <p:spPr bwMode="auto">
              <a:xfrm>
                <a:off x="2436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20" name="Freeform 3188"/>
              <p:cNvSpPr>
                <a:spLocks/>
              </p:cNvSpPr>
              <p:nvPr/>
            </p:nvSpPr>
            <p:spPr bwMode="auto">
              <a:xfrm>
                <a:off x="2496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21" name="Freeform 3189"/>
              <p:cNvSpPr>
                <a:spLocks/>
              </p:cNvSpPr>
              <p:nvPr/>
            </p:nvSpPr>
            <p:spPr bwMode="auto">
              <a:xfrm>
                <a:off x="3312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22" name="Freeform 3190"/>
              <p:cNvSpPr>
                <a:spLocks/>
              </p:cNvSpPr>
              <p:nvPr/>
            </p:nvSpPr>
            <p:spPr bwMode="auto">
              <a:xfrm>
                <a:off x="2868" y="27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23" name="Freeform 3191"/>
              <p:cNvSpPr>
                <a:spLocks/>
              </p:cNvSpPr>
              <p:nvPr/>
            </p:nvSpPr>
            <p:spPr bwMode="auto">
              <a:xfrm>
                <a:off x="2760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24" name="Freeform 3192"/>
              <p:cNvSpPr>
                <a:spLocks/>
              </p:cNvSpPr>
              <p:nvPr/>
            </p:nvSpPr>
            <p:spPr bwMode="auto">
              <a:xfrm>
                <a:off x="3534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25" name="Freeform 3193"/>
              <p:cNvSpPr>
                <a:spLocks/>
              </p:cNvSpPr>
              <p:nvPr/>
            </p:nvSpPr>
            <p:spPr bwMode="auto">
              <a:xfrm>
                <a:off x="2688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26" name="Freeform 3194"/>
              <p:cNvSpPr>
                <a:spLocks/>
              </p:cNvSpPr>
              <p:nvPr/>
            </p:nvSpPr>
            <p:spPr bwMode="auto">
              <a:xfrm>
                <a:off x="2724" y="27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27" name="Freeform 3195"/>
              <p:cNvSpPr>
                <a:spLocks/>
              </p:cNvSpPr>
              <p:nvPr/>
            </p:nvSpPr>
            <p:spPr bwMode="auto">
              <a:xfrm>
                <a:off x="2610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28" name="Freeform 3196"/>
              <p:cNvSpPr>
                <a:spLocks/>
              </p:cNvSpPr>
              <p:nvPr/>
            </p:nvSpPr>
            <p:spPr bwMode="auto">
              <a:xfrm>
                <a:off x="3336" y="21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29" name="Freeform 3197"/>
              <p:cNvSpPr>
                <a:spLocks/>
              </p:cNvSpPr>
              <p:nvPr/>
            </p:nvSpPr>
            <p:spPr bwMode="auto">
              <a:xfrm>
                <a:off x="3276" y="20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30" name="Freeform 3198"/>
              <p:cNvSpPr>
                <a:spLocks/>
              </p:cNvSpPr>
              <p:nvPr/>
            </p:nvSpPr>
            <p:spPr bwMode="auto">
              <a:xfrm>
                <a:off x="3246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31" name="Freeform 3199"/>
              <p:cNvSpPr>
                <a:spLocks/>
              </p:cNvSpPr>
              <p:nvPr/>
            </p:nvSpPr>
            <p:spPr bwMode="auto">
              <a:xfrm>
                <a:off x="2958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32" name="Freeform 3200"/>
              <p:cNvSpPr>
                <a:spLocks/>
              </p:cNvSpPr>
              <p:nvPr/>
            </p:nvSpPr>
            <p:spPr bwMode="auto">
              <a:xfrm>
                <a:off x="2526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33" name="Freeform 3201"/>
              <p:cNvSpPr>
                <a:spLocks/>
              </p:cNvSpPr>
              <p:nvPr/>
            </p:nvSpPr>
            <p:spPr bwMode="auto">
              <a:xfrm>
                <a:off x="2478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34" name="Freeform 3202"/>
              <p:cNvSpPr>
                <a:spLocks/>
              </p:cNvSpPr>
              <p:nvPr/>
            </p:nvSpPr>
            <p:spPr bwMode="auto">
              <a:xfrm>
                <a:off x="2976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35" name="Freeform 3203"/>
              <p:cNvSpPr>
                <a:spLocks/>
              </p:cNvSpPr>
              <p:nvPr/>
            </p:nvSpPr>
            <p:spPr bwMode="auto">
              <a:xfrm>
                <a:off x="2574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36" name="Freeform 3204"/>
              <p:cNvSpPr>
                <a:spLocks/>
              </p:cNvSpPr>
              <p:nvPr/>
            </p:nvSpPr>
            <p:spPr bwMode="auto">
              <a:xfrm>
                <a:off x="2526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37" name="Freeform 3205"/>
              <p:cNvSpPr>
                <a:spLocks/>
              </p:cNvSpPr>
              <p:nvPr/>
            </p:nvSpPr>
            <p:spPr bwMode="auto">
              <a:xfrm>
                <a:off x="2958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38" name="Freeform 3206"/>
              <p:cNvSpPr>
                <a:spLocks/>
              </p:cNvSpPr>
              <p:nvPr/>
            </p:nvSpPr>
            <p:spPr bwMode="auto">
              <a:xfrm>
                <a:off x="3030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39" name="Freeform 3207"/>
              <p:cNvSpPr>
                <a:spLocks/>
              </p:cNvSpPr>
              <p:nvPr/>
            </p:nvSpPr>
            <p:spPr bwMode="auto">
              <a:xfrm>
                <a:off x="2730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40" name="Freeform 3208"/>
              <p:cNvSpPr>
                <a:spLocks/>
              </p:cNvSpPr>
              <p:nvPr/>
            </p:nvSpPr>
            <p:spPr bwMode="auto">
              <a:xfrm>
                <a:off x="2538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41" name="Freeform 3209"/>
              <p:cNvSpPr>
                <a:spLocks/>
              </p:cNvSpPr>
              <p:nvPr/>
            </p:nvSpPr>
            <p:spPr bwMode="auto">
              <a:xfrm>
                <a:off x="3300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42" name="Freeform 3210"/>
              <p:cNvSpPr>
                <a:spLocks/>
              </p:cNvSpPr>
              <p:nvPr/>
            </p:nvSpPr>
            <p:spPr bwMode="auto">
              <a:xfrm>
                <a:off x="2832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43" name="Freeform 3211"/>
              <p:cNvSpPr>
                <a:spLocks/>
              </p:cNvSpPr>
              <p:nvPr/>
            </p:nvSpPr>
            <p:spPr bwMode="auto">
              <a:xfrm>
                <a:off x="2916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44" name="Freeform 3212"/>
              <p:cNvSpPr>
                <a:spLocks/>
              </p:cNvSpPr>
              <p:nvPr/>
            </p:nvSpPr>
            <p:spPr bwMode="auto">
              <a:xfrm>
                <a:off x="2916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45" name="Freeform 3213"/>
              <p:cNvSpPr>
                <a:spLocks/>
              </p:cNvSpPr>
              <p:nvPr/>
            </p:nvSpPr>
            <p:spPr bwMode="auto">
              <a:xfrm>
                <a:off x="2598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46" name="Freeform 3214"/>
              <p:cNvSpPr>
                <a:spLocks/>
              </p:cNvSpPr>
              <p:nvPr/>
            </p:nvSpPr>
            <p:spPr bwMode="auto">
              <a:xfrm>
                <a:off x="2460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47" name="Freeform 3215"/>
              <p:cNvSpPr>
                <a:spLocks/>
              </p:cNvSpPr>
              <p:nvPr/>
            </p:nvSpPr>
            <p:spPr bwMode="auto">
              <a:xfrm>
                <a:off x="2730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48" name="Freeform 3216"/>
              <p:cNvSpPr>
                <a:spLocks/>
              </p:cNvSpPr>
              <p:nvPr/>
            </p:nvSpPr>
            <p:spPr bwMode="auto">
              <a:xfrm>
                <a:off x="2772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49" name="Freeform 3217"/>
              <p:cNvSpPr>
                <a:spLocks/>
              </p:cNvSpPr>
              <p:nvPr/>
            </p:nvSpPr>
            <p:spPr bwMode="auto">
              <a:xfrm>
                <a:off x="3222" y="21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50" name="Freeform 3218"/>
              <p:cNvSpPr>
                <a:spLocks/>
              </p:cNvSpPr>
              <p:nvPr/>
            </p:nvSpPr>
            <p:spPr bwMode="auto">
              <a:xfrm>
                <a:off x="2526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351" name="Freeform 3219"/>
              <p:cNvSpPr>
                <a:spLocks/>
              </p:cNvSpPr>
              <p:nvPr/>
            </p:nvSpPr>
            <p:spPr bwMode="auto">
              <a:xfrm>
                <a:off x="3474" y="20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20" name="Group 3421"/>
            <p:cNvGrpSpPr>
              <a:grpSpLocks/>
            </p:cNvGrpSpPr>
            <p:nvPr/>
          </p:nvGrpSpPr>
          <p:grpSpPr bwMode="auto">
            <a:xfrm>
              <a:off x="2232" y="1911"/>
              <a:ext cx="1272" cy="1074"/>
              <a:chOff x="2232" y="1911"/>
              <a:chExt cx="1272" cy="1074"/>
            </a:xfrm>
          </p:grpSpPr>
          <p:sp>
            <p:nvSpPr>
              <p:cNvPr id="57952" name="Freeform 3221"/>
              <p:cNvSpPr>
                <a:spLocks/>
              </p:cNvSpPr>
              <p:nvPr/>
            </p:nvSpPr>
            <p:spPr bwMode="auto">
              <a:xfrm>
                <a:off x="2940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53" name="Freeform 3222"/>
              <p:cNvSpPr>
                <a:spLocks/>
              </p:cNvSpPr>
              <p:nvPr/>
            </p:nvSpPr>
            <p:spPr bwMode="auto">
              <a:xfrm>
                <a:off x="2376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54" name="Freeform 3223"/>
              <p:cNvSpPr>
                <a:spLocks/>
              </p:cNvSpPr>
              <p:nvPr/>
            </p:nvSpPr>
            <p:spPr bwMode="auto">
              <a:xfrm>
                <a:off x="2850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55" name="Freeform 3224"/>
              <p:cNvSpPr>
                <a:spLocks/>
              </p:cNvSpPr>
              <p:nvPr/>
            </p:nvSpPr>
            <p:spPr bwMode="auto">
              <a:xfrm>
                <a:off x="3360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56" name="Freeform 3225"/>
              <p:cNvSpPr>
                <a:spLocks/>
              </p:cNvSpPr>
              <p:nvPr/>
            </p:nvSpPr>
            <p:spPr bwMode="auto">
              <a:xfrm>
                <a:off x="2730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57" name="Freeform 3226"/>
              <p:cNvSpPr>
                <a:spLocks/>
              </p:cNvSpPr>
              <p:nvPr/>
            </p:nvSpPr>
            <p:spPr bwMode="auto">
              <a:xfrm>
                <a:off x="3012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58" name="Freeform 3227"/>
              <p:cNvSpPr>
                <a:spLocks/>
              </p:cNvSpPr>
              <p:nvPr/>
            </p:nvSpPr>
            <p:spPr bwMode="auto">
              <a:xfrm>
                <a:off x="3048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59" name="Freeform 3228"/>
              <p:cNvSpPr>
                <a:spLocks/>
              </p:cNvSpPr>
              <p:nvPr/>
            </p:nvSpPr>
            <p:spPr bwMode="auto">
              <a:xfrm>
                <a:off x="2328" y="28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60" name="Freeform 3229"/>
              <p:cNvSpPr>
                <a:spLocks/>
              </p:cNvSpPr>
              <p:nvPr/>
            </p:nvSpPr>
            <p:spPr bwMode="auto">
              <a:xfrm>
                <a:off x="2688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61" name="Freeform 3230"/>
              <p:cNvSpPr>
                <a:spLocks/>
              </p:cNvSpPr>
              <p:nvPr/>
            </p:nvSpPr>
            <p:spPr bwMode="auto">
              <a:xfrm>
                <a:off x="3228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62" name="Freeform 3231"/>
              <p:cNvSpPr>
                <a:spLocks/>
              </p:cNvSpPr>
              <p:nvPr/>
            </p:nvSpPr>
            <p:spPr bwMode="auto">
              <a:xfrm>
                <a:off x="3096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63" name="Freeform 3232"/>
              <p:cNvSpPr>
                <a:spLocks/>
              </p:cNvSpPr>
              <p:nvPr/>
            </p:nvSpPr>
            <p:spPr bwMode="auto">
              <a:xfrm>
                <a:off x="3228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64" name="Freeform 3233"/>
              <p:cNvSpPr>
                <a:spLocks/>
              </p:cNvSpPr>
              <p:nvPr/>
            </p:nvSpPr>
            <p:spPr bwMode="auto">
              <a:xfrm>
                <a:off x="2946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65" name="Freeform 3234"/>
              <p:cNvSpPr>
                <a:spLocks/>
              </p:cNvSpPr>
              <p:nvPr/>
            </p:nvSpPr>
            <p:spPr bwMode="auto">
              <a:xfrm>
                <a:off x="3156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66" name="Freeform 3235"/>
              <p:cNvSpPr>
                <a:spLocks/>
              </p:cNvSpPr>
              <p:nvPr/>
            </p:nvSpPr>
            <p:spPr bwMode="auto">
              <a:xfrm>
                <a:off x="3192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67" name="Freeform 3236"/>
              <p:cNvSpPr>
                <a:spLocks/>
              </p:cNvSpPr>
              <p:nvPr/>
            </p:nvSpPr>
            <p:spPr bwMode="auto">
              <a:xfrm>
                <a:off x="2826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68" name="Freeform 3237"/>
              <p:cNvSpPr>
                <a:spLocks/>
              </p:cNvSpPr>
              <p:nvPr/>
            </p:nvSpPr>
            <p:spPr bwMode="auto">
              <a:xfrm>
                <a:off x="2850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69" name="Freeform 3238"/>
              <p:cNvSpPr>
                <a:spLocks/>
              </p:cNvSpPr>
              <p:nvPr/>
            </p:nvSpPr>
            <p:spPr bwMode="auto">
              <a:xfrm>
                <a:off x="3360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70" name="Freeform 3239"/>
              <p:cNvSpPr>
                <a:spLocks/>
              </p:cNvSpPr>
              <p:nvPr/>
            </p:nvSpPr>
            <p:spPr bwMode="auto">
              <a:xfrm>
                <a:off x="2634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71" name="Freeform 3240"/>
              <p:cNvSpPr>
                <a:spLocks/>
              </p:cNvSpPr>
              <p:nvPr/>
            </p:nvSpPr>
            <p:spPr bwMode="auto">
              <a:xfrm>
                <a:off x="2790" y="21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72" name="Freeform 3241"/>
              <p:cNvSpPr>
                <a:spLocks/>
              </p:cNvSpPr>
              <p:nvPr/>
            </p:nvSpPr>
            <p:spPr bwMode="auto">
              <a:xfrm>
                <a:off x="2886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73" name="Freeform 3242"/>
              <p:cNvSpPr>
                <a:spLocks/>
              </p:cNvSpPr>
              <p:nvPr/>
            </p:nvSpPr>
            <p:spPr bwMode="auto">
              <a:xfrm>
                <a:off x="2592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74" name="Freeform 3243"/>
              <p:cNvSpPr>
                <a:spLocks/>
              </p:cNvSpPr>
              <p:nvPr/>
            </p:nvSpPr>
            <p:spPr bwMode="auto">
              <a:xfrm>
                <a:off x="2994" y="21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75" name="Freeform 3244"/>
              <p:cNvSpPr>
                <a:spLocks/>
              </p:cNvSpPr>
              <p:nvPr/>
            </p:nvSpPr>
            <p:spPr bwMode="auto">
              <a:xfrm>
                <a:off x="2754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76" name="Freeform 3245"/>
              <p:cNvSpPr>
                <a:spLocks/>
              </p:cNvSpPr>
              <p:nvPr/>
            </p:nvSpPr>
            <p:spPr bwMode="auto">
              <a:xfrm>
                <a:off x="3096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77" name="Freeform 3246"/>
              <p:cNvSpPr>
                <a:spLocks/>
              </p:cNvSpPr>
              <p:nvPr/>
            </p:nvSpPr>
            <p:spPr bwMode="auto">
              <a:xfrm>
                <a:off x="2436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78" name="Freeform 3247"/>
              <p:cNvSpPr>
                <a:spLocks/>
              </p:cNvSpPr>
              <p:nvPr/>
            </p:nvSpPr>
            <p:spPr bwMode="auto">
              <a:xfrm>
                <a:off x="2982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79" name="Freeform 3248"/>
              <p:cNvSpPr>
                <a:spLocks/>
              </p:cNvSpPr>
              <p:nvPr/>
            </p:nvSpPr>
            <p:spPr bwMode="auto">
              <a:xfrm>
                <a:off x="3006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80" name="Freeform 3249"/>
              <p:cNvSpPr>
                <a:spLocks/>
              </p:cNvSpPr>
              <p:nvPr/>
            </p:nvSpPr>
            <p:spPr bwMode="auto">
              <a:xfrm>
                <a:off x="2880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81" name="Freeform 3250"/>
              <p:cNvSpPr>
                <a:spLocks/>
              </p:cNvSpPr>
              <p:nvPr/>
            </p:nvSpPr>
            <p:spPr bwMode="auto">
              <a:xfrm>
                <a:off x="2970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82" name="Freeform 3251"/>
              <p:cNvSpPr>
                <a:spLocks/>
              </p:cNvSpPr>
              <p:nvPr/>
            </p:nvSpPr>
            <p:spPr bwMode="auto">
              <a:xfrm>
                <a:off x="2832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83" name="Freeform 3252"/>
              <p:cNvSpPr>
                <a:spLocks/>
              </p:cNvSpPr>
              <p:nvPr/>
            </p:nvSpPr>
            <p:spPr bwMode="auto">
              <a:xfrm>
                <a:off x="2832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84" name="Freeform 3253"/>
              <p:cNvSpPr>
                <a:spLocks/>
              </p:cNvSpPr>
              <p:nvPr/>
            </p:nvSpPr>
            <p:spPr bwMode="auto">
              <a:xfrm>
                <a:off x="2550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85" name="Freeform 3254"/>
              <p:cNvSpPr>
                <a:spLocks/>
              </p:cNvSpPr>
              <p:nvPr/>
            </p:nvSpPr>
            <p:spPr bwMode="auto">
              <a:xfrm>
                <a:off x="3348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86" name="Freeform 3255"/>
              <p:cNvSpPr>
                <a:spLocks/>
              </p:cNvSpPr>
              <p:nvPr/>
            </p:nvSpPr>
            <p:spPr bwMode="auto">
              <a:xfrm>
                <a:off x="3336" y="20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87" name="Freeform 3256"/>
              <p:cNvSpPr>
                <a:spLocks/>
              </p:cNvSpPr>
              <p:nvPr/>
            </p:nvSpPr>
            <p:spPr bwMode="auto">
              <a:xfrm>
                <a:off x="3240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88" name="Freeform 3257"/>
              <p:cNvSpPr>
                <a:spLocks/>
              </p:cNvSpPr>
              <p:nvPr/>
            </p:nvSpPr>
            <p:spPr bwMode="auto">
              <a:xfrm>
                <a:off x="2928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89" name="Freeform 3258"/>
              <p:cNvSpPr>
                <a:spLocks/>
              </p:cNvSpPr>
              <p:nvPr/>
            </p:nvSpPr>
            <p:spPr bwMode="auto">
              <a:xfrm>
                <a:off x="2814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90" name="Freeform 3259"/>
              <p:cNvSpPr>
                <a:spLocks/>
              </p:cNvSpPr>
              <p:nvPr/>
            </p:nvSpPr>
            <p:spPr bwMode="auto">
              <a:xfrm>
                <a:off x="2700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91" name="Freeform 3260"/>
              <p:cNvSpPr>
                <a:spLocks/>
              </p:cNvSpPr>
              <p:nvPr/>
            </p:nvSpPr>
            <p:spPr bwMode="auto">
              <a:xfrm>
                <a:off x="2718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92" name="Freeform 3261"/>
              <p:cNvSpPr>
                <a:spLocks/>
              </p:cNvSpPr>
              <p:nvPr/>
            </p:nvSpPr>
            <p:spPr bwMode="auto">
              <a:xfrm>
                <a:off x="3120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93" name="Freeform 3262"/>
              <p:cNvSpPr>
                <a:spLocks/>
              </p:cNvSpPr>
              <p:nvPr/>
            </p:nvSpPr>
            <p:spPr bwMode="auto">
              <a:xfrm>
                <a:off x="309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94" name="Freeform 3263"/>
              <p:cNvSpPr>
                <a:spLocks/>
              </p:cNvSpPr>
              <p:nvPr/>
            </p:nvSpPr>
            <p:spPr bwMode="auto">
              <a:xfrm>
                <a:off x="2484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95" name="Freeform 3264"/>
              <p:cNvSpPr>
                <a:spLocks/>
              </p:cNvSpPr>
              <p:nvPr/>
            </p:nvSpPr>
            <p:spPr bwMode="auto">
              <a:xfrm>
                <a:off x="2670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96" name="Freeform 3265"/>
              <p:cNvSpPr>
                <a:spLocks/>
              </p:cNvSpPr>
              <p:nvPr/>
            </p:nvSpPr>
            <p:spPr bwMode="auto">
              <a:xfrm>
                <a:off x="2832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97" name="Freeform 3266"/>
              <p:cNvSpPr>
                <a:spLocks/>
              </p:cNvSpPr>
              <p:nvPr/>
            </p:nvSpPr>
            <p:spPr bwMode="auto">
              <a:xfrm>
                <a:off x="2556" y="28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98" name="Freeform 3267"/>
              <p:cNvSpPr>
                <a:spLocks/>
              </p:cNvSpPr>
              <p:nvPr/>
            </p:nvSpPr>
            <p:spPr bwMode="auto">
              <a:xfrm>
                <a:off x="2658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99" name="Freeform 3268"/>
              <p:cNvSpPr>
                <a:spLocks/>
              </p:cNvSpPr>
              <p:nvPr/>
            </p:nvSpPr>
            <p:spPr bwMode="auto">
              <a:xfrm>
                <a:off x="2568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00" name="Freeform 3269"/>
              <p:cNvSpPr>
                <a:spLocks/>
              </p:cNvSpPr>
              <p:nvPr/>
            </p:nvSpPr>
            <p:spPr bwMode="auto">
              <a:xfrm>
                <a:off x="2772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01" name="Freeform 3270"/>
              <p:cNvSpPr>
                <a:spLocks/>
              </p:cNvSpPr>
              <p:nvPr/>
            </p:nvSpPr>
            <p:spPr bwMode="auto">
              <a:xfrm>
                <a:off x="2814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02" name="Freeform 3271"/>
              <p:cNvSpPr>
                <a:spLocks/>
              </p:cNvSpPr>
              <p:nvPr/>
            </p:nvSpPr>
            <p:spPr bwMode="auto">
              <a:xfrm>
                <a:off x="2550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03" name="Freeform 3272"/>
              <p:cNvSpPr>
                <a:spLocks/>
              </p:cNvSpPr>
              <p:nvPr/>
            </p:nvSpPr>
            <p:spPr bwMode="auto">
              <a:xfrm>
                <a:off x="2532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04" name="Freeform 3273"/>
              <p:cNvSpPr>
                <a:spLocks/>
              </p:cNvSpPr>
              <p:nvPr/>
            </p:nvSpPr>
            <p:spPr bwMode="auto">
              <a:xfrm>
                <a:off x="2814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05" name="Freeform 3274"/>
              <p:cNvSpPr>
                <a:spLocks/>
              </p:cNvSpPr>
              <p:nvPr/>
            </p:nvSpPr>
            <p:spPr bwMode="auto">
              <a:xfrm>
                <a:off x="2838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06" name="Freeform 3275"/>
              <p:cNvSpPr>
                <a:spLocks/>
              </p:cNvSpPr>
              <p:nvPr/>
            </p:nvSpPr>
            <p:spPr bwMode="auto">
              <a:xfrm>
                <a:off x="2730" y="28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07" name="Freeform 3276"/>
              <p:cNvSpPr>
                <a:spLocks/>
              </p:cNvSpPr>
              <p:nvPr/>
            </p:nvSpPr>
            <p:spPr bwMode="auto">
              <a:xfrm>
                <a:off x="2706" y="28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08" name="Freeform 3277"/>
              <p:cNvSpPr>
                <a:spLocks/>
              </p:cNvSpPr>
              <p:nvPr/>
            </p:nvSpPr>
            <p:spPr bwMode="auto">
              <a:xfrm>
                <a:off x="2862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09" name="Freeform 3278"/>
              <p:cNvSpPr>
                <a:spLocks/>
              </p:cNvSpPr>
              <p:nvPr/>
            </p:nvSpPr>
            <p:spPr bwMode="auto">
              <a:xfrm>
                <a:off x="3078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10" name="Freeform 3279"/>
              <p:cNvSpPr>
                <a:spLocks/>
              </p:cNvSpPr>
              <p:nvPr/>
            </p:nvSpPr>
            <p:spPr bwMode="auto">
              <a:xfrm>
                <a:off x="3180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11" name="Freeform 3280"/>
              <p:cNvSpPr>
                <a:spLocks/>
              </p:cNvSpPr>
              <p:nvPr/>
            </p:nvSpPr>
            <p:spPr bwMode="auto">
              <a:xfrm>
                <a:off x="2928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12" name="Freeform 3281"/>
              <p:cNvSpPr>
                <a:spLocks/>
              </p:cNvSpPr>
              <p:nvPr/>
            </p:nvSpPr>
            <p:spPr bwMode="auto">
              <a:xfrm>
                <a:off x="3174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13" name="Freeform 3282"/>
              <p:cNvSpPr>
                <a:spLocks/>
              </p:cNvSpPr>
              <p:nvPr/>
            </p:nvSpPr>
            <p:spPr bwMode="auto">
              <a:xfrm>
                <a:off x="2886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14" name="Freeform 3283"/>
              <p:cNvSpPr>
                <a:spLocks/>
              </p:cNvSpPr>
              <p:nvPr/>
            </p:nvSpPr>
            <p:spPr bwMode="auto">
              <a:xfrm>
                <a:off x="2574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15" name="Freeform 3284"/>
              <p:cNvSpPr>
                <a:spLocks/>
              </p:cNvSpPr>
              <p:nvPr/>
            </p:nvSpPr>
            <p:spPr bwMode="auto">
              <a:xfrm>
                <a:off x="2424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16" name="Freeform 3285"/>
              <p:cNvSpPr>
                <a:spLocks/>
              </p:cNvSpPr>
              <p:nvPr/>
            </p:nvSpPr>
            <p:spPr bwMode="auto">
              <a:xfrm>
                <a:off x="2928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17" name="Freeform 3286"/>
              <p:cNvSpPr>
                <a:spLocks/>
              </p:cNvSpPr>
              <p:nvPr/>
            </p:nvSpPr>
            <p:spPr bwMode="auto">
              <a:xfrm>
                <a:off x="2304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18" name="Freeform 3287"/>
              <p:cNvSpPr>
                <a:spLocks/>
              </p:cNvSpPr>
              <p:nvPr/>
            </p:nvSpPr>
            <p:spPr bwMode="auto">
              <a:xfrm>
                <a:off x="2802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19" name="Freeform 3288"/>
              <p:cNvSpPr>
                <a:spLocks/>
              </p:cNvSpPr>
              <p:nvPr/>
            </p:nvSpPr>
            <p:spPr bwMode="auto">
              <a:xfrm>
                <a:off x="3144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20" name="Freeform 3289"/>
              <p:cNvSpPr>
                <a:spLocks/>
              </p:cNvSpPr>
              <p:nvPr/>
            </p:nvSpPr>
            <p:spPr bwMode="auto">
              <a:xfrm>
                <a:off x="3036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21" name="Freeform 3290"/>
              <p:cNvSpPr>
                <a:spLocks/>
              </p:cNvSpPr>
              <p:nvPr/>
            </p:nvSpPr>
            <p:spPr bwMode="auto">
              <a:xfrm>
                <a:off x="3492" y="19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22" name="Freeform 3291"/>
              <p:cNvSpPr>
                <a:spLocks/>
              </p:cNvSpPr>
              <p:nvPr/>
            </p:nvSpPr>
            <p:spPr bwMode="auto">
              <a:xfrm>
                <a:off x="3018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23" name="Freeform 3292"/>
              <p:cNvSpPr>
                <a:spLocks/>
              </p:cNvSpPr>
              <p:nvPr/>
            </p:nvSpPr>
            <p:spPr bwMode="auto">
              <a:xfrm>
                <a:off x="2754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24" name="Freeform 3293"/>
              <p:cNvSpPr>
                <a:spLocks/>
              </p:cNvSpPr>
              <p:nvPr/>
            </p:nvSpPr>
            <p:spPr bwMode="auto">
              <a:xfrm>
                <a:off x="3150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25" name="Freeform 3294"/>
              <p:cNvSpPr>
                <a:spLocks/>
              </p:cNvSpPr>
              <p:nvPr/>
            </p:nvSpPr>
            <p:spPr bwMode="auto">
              <a:xfrm>
                <a:off x="3210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26" name="Freeform 3295"/>
              <p:cNvSpPr>
                <a:spLocks/>
              </p:cNvSpPr>
              <p:nvPr/>
            </p:nvSpPr>
            <p:spPr bwMode="auto">
              <a:xfrm>
                <a:off x="3126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27" name="Freeform 3296"/>
              <p:cNvSpPr>
                <a:spLocks/>
              </p:cNvSpPr>
              <p:nvPr/>
            </p:nvSpPr>
            <p:spPr bwMode="auto">
              <a:xfrm>
                <a:off x="3066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28" name="Freeform 3297"/>
              <p:cNvSpPr>
                <a:spLocks/>
              </p:cNvSpPr>
              <p:nvPr/>
            </p:nvSpPr>
            <p:spPr bwMode="auto">
              <a:xfrm>
                <a:off x="2928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29" name="Freeform 3298"/>
              <p:cNvSpPr>
                <a:spLocks/>
              </p:cNvSpPr>
              <p:nvPr/>
            </p:nvSpPr>
            <p:spPr bwMode="auto">
              <a:xfrm>
                <a:off x="2916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30" name="Freeform 3299"/>
              <p:cNvSpPr>
                <a:spLocks/>
              </p:cNvSpPr>
              <p:nvPr/>
            </p:nvSpPr>
            <p:spPr bwMode="auto">
              <a:xfrm>
                <a:off x="2766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31" name="Freeform 3300"/>
              <p:cNvSpPr>
                <a:spLocks/>
              </p:cNvSpPr>
              <p:nvPr/>
            </p:nvSpPr>
            <p:spPr bwMode="auto">
              <a:xfrm>
                <a:off x="2676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32" name="Freeform 3301"/>
              <p:cNvSpPr>
                <a:spLocks/>
              </p:cNvSpPr>
              <p:nvPr/>
            </p:nvSpPr>
            <p:spPr bwMode="auto">
              <a:xfrm>
                <a:off x="2892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33" name="Freeform 3302"/>
              <p:cNvSpPr>
                <a:spLocks/>
              </p:cNvSpPr>
              <p:nvPr/>
            </p:nvSpPr>
            <p:spPr bwMode="auto">
              <a:xfrm>
                <a:off x="2724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34" name="Freeform 3303"/>
              <p:cNvSpPr>
                <a:spLocks/>
              </p:cNvSpPr>
              <p:nvPr/>
            </p:nvSpPr>
            <p:spPr bwMode="auto">
              <a:xfrm>
                <a:off x="2832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35" name="Freeform 3304"/>
              <p:cNvSpPr>
                <a:spLocks/>
              </p:cNvSpPr>
              <p:nvPr/>
            </p:nvSpPr>
            <p:spPr bwMode="auto">
              <a:xfrm>
                <a:off x="2688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36" name="Freeform 3305"/>
              <p:cNvSpPr>
                <a:spLocks/>
              </p:cNvSpPr>
              <p:nvPr/>
            </p:nvSpPr>
            <p:spPr bwMode="auto">
              <a:xfrm>
                <a:off x="2994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37" name="Freeform 3306"/>
              <p:cNvSpPr>
                <a:spLocks/>
              </p:cNvSpPr>
              <p:nvPr/>
            </p:nvSpPr>
            <p:spPr bwMode="auto">
              <a:xfrm>
                <a:off x="2574" y="28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38" name="Freeform 3307"/>
              <p:cNvSpPr>
                <a:spLocks/>
              </p:cNvSpPr>
              <p:nvPr/>
            </p:nvSpPr>
            <p:spPr bwMode="auto">
              <a:xfrm>
                <a:off x="2712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39" name="Freeform 3308"/>
              <p:cNvSpPr>
                <a:spLocks/>
              </p:cNvSpPr>
              <p:nvPr/>
            </p:nvSpPr>
            <p:spPr bwMode="auto">
              <a:xfrm>
                <a:off x="2718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40" name="Freeform 3309"/>
              <p:cNvSpPr>
                <a:spLocks/>
              </p:cNvSpPr>
              <p:nvPr/>
            </p:nvSpPr>
            <p:spPr bwMode="auto">
              <a:xfrm>
                <a:off x="3414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41" name="Freeform 3310"/>
              <p:cNvSpPr>
                <a:spLocks/>
              </p:cNvSpPr>
              <p:nvPr/>
            </p:nvSpPr>
            <p:spPr bwMode="auto">
              <a:xfrm>
                <a:off x="2988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42" name="Freeform 3311"/>
              <p:cNvSpPr>
                <a:spLocks/>
              </p:cNvSpPr>
              <p:nvPr/>
            </p:nvSpPr>
            <p:spPr bwMode="auto">
              <a:xfrm>
                <a:off x="3372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43" name="Freeform 3312"/>
              <p:cNvSpPr>
                <a:spLocks/>
              </p:cNvSpPr>
              <p:nvPr/>
            </p:nvSpPr>
            <p:spPr bwMode="auto">
              <a:xfrm>
                <a:off x="3102" y="21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44" name="Freeform 3313"/>
              <p:cNvSpPr>
                <a:spLocks/>
              </p:cNvSpPr>
              <p:nvPr/>
            </p:nvSpPr>
            <p:spPr bwMode="auto">
              <a:xfrm>
                <a:off x="3144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45" name="Freeform 3314"/>
              <p:cNvSpPr>
                <a:spLocks/>
              </p:cNvSpPr>
              <p:nvPr/>
            </p:nvSpPr>
            <p:spPr bwMode="auto">
              <a:xfrm>
                <a:off x="2676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46" name="Freeform 3315"/>
              <p:cNvSpPr>
                <a:spLocks/>
              </p:cNvSpPr>
              <p:nvPr/>
            </p:nvSpPr>
            <p:spPr bwMode="auto">
              <a:xfrm>
                <a:off x="3066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47" name="Freeform 3316"/>
              <p:cNvSpPr>
                <a:spLocks/>
              </p:cNvSpPr>
              <p:nvPr/>
            </p:nvSpPr>
            <p:spPr bwMode="auto">
              <a:xfrm>
                <a:off x="307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48" name="Freeform 3317"/>
              <p:cNvSpPr>
                <a:spLocks/>
              </p:cNvSpPr>
              <p:nvPr/>
            </p:nvSpPr>
            <p:spPr bwMode="auto">
              <a:xfrm>
                <a:off x="2964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49" name="Freeform 3318"/>
              <p:cNvSpPr>
                <a:spLocks/>
              </p:cNvSpPr>
              <p:nvPr/>
            </p:nvSpPr>
            <p:spPr bwMode="auto">
              <a:xfrm>
                <a:off x="2766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50" name="Freeform 3319"/>
              <p:cNvSpPr>
                <a:spLocks/>
              </p:cNvSpPr>
              <p:nvPr/>
            </p:nvSpPr>
            <p:spPr bwMode="auto">
              <a:xfrm>
                <a:off x="3126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51" name="Freeform 3320"/>
              <p:cNvSpPr>
                <a:spLocks/>
              </p:cNvSpPr>
              <p:nvPr/>
            </p:nvSpPr>
            <p:spPr bwMode="auto">
              <a:xfrm>
                <a:off x="3078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52" name="Freeform 3321"/>
              <p:cNvSpPr>
                <a:spLocks/>
              </p:cNvSpPr>
              <p:nvPr/>
            </p:nvSpPr>
            <p:spPr bwMode="auto">
              <a:xfrm>
                <a:off x="2640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53" name="Freeform 3322"/>
              <p:cNvSpPr>
                <a:spLocks/>
              </p:cNvSpPr>
              <p:nvPr/>
            </p:nvSpPr>
            <p:spPr bwMode="auto">
              <a:xfrm>
                <a:off x="3114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54" name="Freeform 3323"/>
              <p:cNvSpPr>
                <a:spLocks/>
              </p:cNvSpPr>
              <p:nvPr/>
            </p:nvSpPr>
            <p:spPr bwMode="auto">
              <a:xfrm>
                <a:off x="2700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55" name="Freeform 3324"/>
              <p:cNvSpPr>
                <a:spLocks/>
              </p:cNvSpPr>
              <p:nvPr/>
            </p:nvSpPr>
            <p:spPr bwMode="auto">
              <a:xfrm>
                <a:off x="2832" y="21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56" name="Freeform 3325"/>
              <p:cNvSpPr>
                <a:spLocks/>
              </p:cNvSpPr>
              <p:nvPr/>
            </p:nvSpPr>
            <p:spPr bwMode="auto">
              <a:xfrm>
                <a:off x="2934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57" name="Freeform 3326"/>
              <p:cNvSpPr>
                <a:spLocks/>
              </p:cNvSpPr>
              <p:nvPr/>
            </p:nvSpPr>
            <p:spPr bwMode="auto">
              <a:xfrm>
                <a:off x="2742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58" name="Freeform 3327"/>
              <p:cNvSpPr>
                <a:spLocks/>
              </p:cNvSpPr>
              <p:nvPr/>
            </p:nvSpPr>
            <p:spPr bwMode="auto">
              <a:xfrm>
                <a:off x="2646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59" name="Freeform 3328"/>
              <p:cNvSpPr>
                <a:spLocks/>
              </p:cNvSpPr>
              <p:nvPr/>
            </p:nvSpPr>
            <p:spPr bwMode="auto">
              <a:xfrm>
                <a:off x="2910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60" name="Freeform 3329"/>
              <p:cNvSpPr>
                <a:spLocks/>
              </p:cNvSpPr>
              <p:nvPr/>
            </p:nvSpPr>
            <p:spPr bwMode="auto">
              <a:xfrm>
                <a:off x="2736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61" name="Freeform 3330"/>
              <p:cNvSpPr>
                <a:spLocks/>
              </p:cNvSpPr>
              <p:nvPr/>
            </p:nvSpPr>
            <p:spPr bwMode="auto">
              <a:xfrm>
                <a:off x="2676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62" name="Freeform 3331"/>
              <p:cNvSpPr>
                <a:spLocks/>
              </p:cNvSpPr>
              <p:nvPr/>
            </p:nvSpPr>
            <p:spPr bwMode="auto">
              <a:xfrm>
                <a:off x="2592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63" name="Freeform 3332"/>
              <p:cNvSpPr>
                <a:spLocks/>
              </p:cNvSpPr>
              <p:nvPr/>
            </p:nvSpPr>
            <p:spPr bwMode="auto">
              <a:xfrm>
                <a:off x="2874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64" name="Freeform 3333"/>
              <p:cNvSpPr>
                <a:spLocks/>
              </p:cNvSpPr>
              <p:nvPr/>
            </p:nvSpPr>
            <p:spPr bwMode="auto">
              <a:xfrm>
                <a:off x="3090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65" name="Freeform 3334"/>
              <p:cNvSpPr>
                <a:spLocks/>
              </p:cNvSpPr>
              <p:nvPr/>
            </p:nvSpPr>
            <p:spPr bwMode="auto">
              <a:xfrm>
                <a:off x="2964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66" name="Freeform 3335"/>
              <p:cNvSpPr>
                <a:spLocks/>
              </p:cNvSpPr>
              <p:nvPr/>
            </p:nvSpPr>
            <p:spPr bwMode="auto">
              <a:xfrm>
                <a:off x="2904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67" name="Freeform 3336"/>
              <p:cNvSpPr>
                <a:spLocks/>
              </p:cNvSpPr>
              <p:nvPr/>
            </p:nvSpPr>
            <p:spPr bwMode="auto">
              <a:xfrm>
                <a:off x="2496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68" name="Freeform 3337"/>
              <p:cNvSpPr>
                <a:spLocks/>
              </p:cNvSpPr>
              <p:nvPr/>
            </p:nvSpPr>
            <p:spPr bwMode="auto">
              <a:xfrm>
                <a:off x="3174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69" name="Freeform 3338"/>
              <p:cNvSpPr>
                <a:spLocks/>
              </p:cNvSpPr>
              <p:nvPr/>
            </p:nvSpPr>
            <p:spPr bwMode="auto">
              <a:xfrm>
                <a:off x="3054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70" name="Freeform 3339"/>
              <p:cNvSpPr>
                <a:spLocks/>
              </p:cNvSpPr>
              <p:nvPr/>
            </p:nvSpPr>
            <p:spPr bwMode="auto">
              <a:xfrm>
                <a:off x="2982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71" name="Freeform 3340"/>
              <p:cNvSpPr>
                <a:spLocks/>
              </p:cNvSpPr>
              <p:nvPr/>
            </p:nvSpPr>
            <p:spPr bwMode="auto">
              <a:xfrm>
                <a:off x="2850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72" name="Freeform 3341"/>
              <p:cNvSpPr>
                <a:spLocks/>
              </p:cNvSpPr>
              <p:nvPr/>
            </p:nvSpPr>
            <p:spPr bwMode="auto">
              <a:xfrm>
                <a:off x="2886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73" name="Freeform 3342"/>
              <p:cNvSpPr>
                <a:spLocks/>
              </p:cNvSpPr>
              <p:nvPr/>
            </p:nvSpPr>
            <p:spPr bwMode="auto">
              <a:xfrm>
                <a:off x="2970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74" name="Freeform 3343"/>
              <p:cNvSpPr>
                <a:spLocks/>
              </p:cNvSpPr>
              <p:nvPr/>
            </p:nvSpPr>
            <p:spPr bwMode="auto">
              <a:xfrm>
                <a:off x="2958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75" name="Freeform 3344"/>
              <p:cNvSpPr>
                <a:spLocks/>
              </p:cNvSpPr>
              <p:nvPr/>
            </p:nvSpPr>
            <p:spPr bwMode="auto">
              <a:xfrm>
                <a:off x="3060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76" name="Freeform 3345"/>
              <p:cNvSpPr>
                <a:spLocks/>
              </p:cNvSpPr>
              <p:nvPr/>
            </p:nvSpPr>
            <p:spPr bwMode="auto">
              <a:xfrm>
                <a:off x="2748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77" name="Freeform 3346"/>
              <p:cNvSpPr>
                <a:spLocks/>
              </p:cNvSpPr>
              <p:nvPr/>
            </p:nvSpPr>
            <p:spPr bwMode="auto">
              <a:xfrm>
                <a:off x="3102" y="21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78" name="Freeform 3347"/>
              <p:cNvSpPr>
                <a:spLocks/>
              </p:cNvSpPr>
              <p:nvPr/>
            </p:nvSpPr>
            <p:spPr bwMode="auto">
              <a:xfrm>
                <a:off x="2628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79" name="Freeform 3348"/>
              <p:cNvSpPr>
                <a:spLocks/>
              </p:cNvSpPr>
              <p:nvPr/>
            </p:nvSpPr>
            <p:spPr bwMode="auto">
              <a:xfrm>
                <a:off x="3042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80" name="Freeform 3349"/>
              <p:cNvSpPr>
                <a:spLocks/>
              </p:cNvSpPr>
              <p:nvPr/>
            </p:nvSpPr>
            <p:spPr bwMode="auto">
              <a:xfrm>
                <a:off x="2922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81" name="Freeform 3350"/>
              <p:cNvSpPr>
                <a:spLocks/>
              </p:cNvSpPr>
              <p:nvPr/>
            </p:nvSpPr>
            <p:spPr bwMode="auto">
              <a:xfrm>
                <a:off x="2952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82" name="Freeform 3351"/>
              <p:cNvSpPr>
                <a:spLocks/>
              </p:cNvSpPr>
              <p:nvPr/>
            </p:nvSpPr>
            <p:spPr bwMode="auto">
              <a:xfrm>
                <a:off x="3354" y="20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83" name="Freeform 3352"/>
              <p:cNvSpPr>
                <a:spLocks/>
              </p:cNvSpPr>
              <p:nvPr/>
            </p:nvSpPr>
            <p:spPr bwMode="auto">
              <a:xfrm>
                <a:off x="2994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84" name="Freeform 3353"/>
              <p:cNvSpPr>
                <a:spLocks/>
              </p:cNvSpPr>
              <p:nvPr/>
            </p:nvSpPr>
            <p:spPr bwMode="auto">
              <a:xfrm>
                <a:off x="2688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85" name="Freeform 3354"/>
              <p:cNvSpPr>
                <a:spLocks/>
              </p:cNvSpPr>
              <p:nvPr/>
            </p:nvSpPr>
            <p:spPr bwMode="auto">
              <a:xfrm>
                <a:off x="2586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86" name="Freeform 3355"/>
              <p:cNvSpPr>
                <a:spLocks/>
              </p:cNvSpPr>
              <p:nvPr/>
            </p:nvSpPr>
            <p:spPr bwMode="auto">
              <a:xfrm>
                <a:off x="2976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87" name="Freeform 3356"/>
              <p:cNvSpPr>
                <a:spLocks/>
              </p:cNvSpPr>
              <p:nvPr/>
            </p:nvSpPr>
            <p:spPr bwMode="auto">
              <a:xfrm>
                <a:off x="2946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88" name="Freeform 3357"/>
              <p:cNvSpPr>
                <a:spLocks/>
              </p:cNvSpPr>
              <p:nvPr/>
            </p:nvSpPr>
            <p:spPr bwMode="auto">
              <a:xfrm>
                <a:off x="286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89" name="Freeform 3358"/>
              <p:cNvSpPr>
                <a:spLocks/>
              </p:cNvSpPr>
              <p:nvPr/>
            </p:nvSpPr>
            <p:spPr bwMode="auto">
              <a:xfrm>
                <a:off x="2850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90" name="Freeform 3359"/>
              <p:cNvSpPr>
                <a:spLocks/>
              </p:cNvSpPr>
              <p:nvPr/>
            </p:nvSpPr>
            <p:spPr bwMode="auto">
              <a:xfrm>
                <a:off x="2454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91" name="Freeform 3360"/>
              <p:cNvSpPr>
                <a:spLocks/>
              </p:cNvSpPr>
              <p:nvPr/>
            </p:nvSpPr>
            <p:spPr bwMode="auto">
              <a:xfrm>
                <a:off x="3192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92" name="Freeform 3361"/>
              <p:cNvSpPr>
                <a:spLocks/>
              </p:cNvSpPr>
              <p:nvPr/>
            </p:nvSpPr>
            <p:spPr bwMode="auto">
              <a:xfrm>
                <a:off x="2844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93" name="Freeform 3362"/>
              <p:cNvSpPr>
                <a:spLocks/>
              </p:cNvSpPr>
              <p:nvPr/>
            </p:nvSpPr>
            <p:spPr bwMode="auto">
              <a:xfrm>
                <a:off x="2856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94" name="Freeform 3363"/>
              <p:cNvSpPr>
                <a:spLocks/>
              </p:cNvSpPr>
              <p:nvPr/>
            </p:nvSpPr>
            <p:spPr bwMode="auto">
              <a:xfrm>
                <a:off x="3036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95" name="Freeform 3364"/>
              <p:cNvSpPr>
                <a:spLocks/>
              </p:cNvSpPr>
              <p:nvPr/>
            </p:nvSpPr>
            <p:spPr bwMode="auto">
              <a:xfrm>
                <a:off x="2988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96" name="Freeform 3365"/>
              <p:cNvSpPr>
                <a:spLocks/>
              </p:cNvSpPr>
              <p:nvPr/>
            </p:nvSpPr>
            <p:spPr bwMode="auto">
              <a:xfrm>
                <a:off x="2736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97" name="Freeform 3366"/>
              <p:cNvSpPr>
                <a:spLocks/>
              </p:cNvSpPr>
              <p:nvPr/>
            </p:nvSpPr>
            <p:spPr bwMode="auto">
              <a:xfrm>
                <a:off x="2820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98" name="Freeform 3367"/>
              <p:cNvSpPr>
                <a:spLocks/>
              </p:cNvSpPr>
              <p:nvPr/>
            </p:nvSpPr>
            <p:spPr bwMode="auto">
              <a:xfrm>
                <a:off x="2886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099" name="Freeform 3368"/>
              <p:cNvSpPr>
                <a:spLocks/>
              </p:cNvSpPr>
              <p:nvPr/>
            </p:nvSpPr>
            <p:spPr bwMode="auto">
              <a:xfrm>
                <a:off x="2490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00" name="Freeform 3369"/>
              <p:cNvSpPr>
                <a:spLocks/>
              </p:cNvSpPr>
              <p:nvPr/>
            </p:nvSpPr>
            <p:spPr bwMode="auto">
              <a:xfrm>
                <a:off x="2382" y="28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01" name="Freeform 3370"/>
              <p:cNvSpPr>
                <a:spLocks/>
              </p:cNvSpPr>
              <p:nvPr/>
            </p:nvSpPr>
            <p:spPr bwMode="auto">
              <a:xfrm>
                <a:off x="2796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02" name="Freeform 3371"/>
              <p:cNvSpPr>
                <a:spLocks/>
              </p:cNvSpPr>
              <p:nvPr/>
            </p:nvSpPr>
            <p:spPr bwMode="auto">
              <a:xfrm>
                <a:off x="2454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03" name="Freeform 3372"/>
              <p:cNvSpPr>
                <a:spLocks/>
              </p:cNvSpPr>
              <p:nvPr/>
            </p:nvSpPr>
            <p:spPr bwMode="auto">
              <a:xfrm>
                <a:off x="3030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04" name="Freeform 3373"/>
              <p:cNvSpPr>
                <a:spLocks/>
              </p:cNvSpPr>
              <p:nvPr/>
            </p:nvSpPr>
            <p:spPr bwMode="auto">
              <a:xfrm>
                <a:off x="2754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05" name="Freeform 3374"/>
              <p:cNvSpPr>
                <a:spLocks/>
              </p:cNvSpPr>
              <p:nvPr/>
            </p:nvSpPr>
            <p:spPr bwMode="auto">
              <a:xfrm>
                <a:off x="2952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06" name="Freeform 3375"/>
              <p:cNvSpPr>
                <a:spLocks/>
              </p:cNvSpPr>
              <p:nvPr/>
            </p:nvSpPr>
            <p:spPr bwMode="auto">
              <a:xfrm>
                <a:off x="3366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07" name="Freeform 3376"/>
              <p:cNvSpPr>
                <a:spLocks/>
              </p:cNvSpPr>
              <p:nvPr/>
            </p:nvSpPr>
            <p:spPr bwMode="auto">
              <a:xfrm>
                <a:off x="2394" y="29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08" name="Freeform 3377"/>
              <p:cNvSpPr>
                <a:spLocks/>
              </p:cNvSpPr>
              <p:nvPr/>
            </p:nvSpPr>
            <p:spPr bwMode="auto">
              <a:xfrm>
                <a:off x="2616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09" name="Freeform 3378"/>
              <p:cNvSpPr>
                <a:spLocks/>
              </p:cNvSpPr>
              <p:nvPr/>
            </p:nvSpPr>
            <p:spPr bwMode="auto">
              <a:xfrm>
                <a:off x="337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10" name="Freeform 3379"/>
              <p:cNvSpPr>
                <a:spLocks/>
              </p:cNvSpPr>
              <p:nvPr/>
            </p:nvSpPr>
            <p:spPr bwMode="auto">
              <a:xfrm>
                <a:off x="2574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11" name="Freeform 3380"/>
              <p:cNvSpPr>
                <a:spLocks/>
              </p:cNvSpPr>
              <p:nvPr/>
            </p:nvSpPr>
            <p:spPr bwMode="auto">
              <a:xfrm>
                <a:off x="3000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12" name="Freeform 3381"/>
              <p:cNvSpPr>
                <a:spLocks/>
              </p:cNvSpPr>
              <p:nvPr/>
            </p:nvSpPr>
            <p:spPr bwMode="auto">
              <a:xfrm>
                <a:off x="2892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13" name="Freeform 3382"/>
              <p:cNvSpPr>
                <a:spLocks/>
              </p:cNvSpPr>
              <p:nvPr/>
            </p:nvSpPr>
            <p:spPr bwMode="auto">
              <a:xfrm>
                <a:off x="2430" y="28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14" name="Freeform 3383"/>
              <p:cNvSpPr>
                <a:spLocks/>
              </p:cNvSpPr>
              <p:nvPr/>
            </p:nvSpPr>
            <p:spPr bwMode="auto">
              <a:xfrm>
                <a:off x="2970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15" name="Freeform 3384"/>
              <p:cNvSpPr>
                <a:spLocks/>
              </p:cNvSpPr>
              <p:nvPr/>
            </p:nvSpPr>
            <p:spPr bwMode="auto">
              <a:xfrm>
                <a:off x="2886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16" name="Freeform 3385"/>
              <p:cNvSpPr>
                <a:spLocks/>
              </p:cNvSpPr>
              <p:nvPr/>
            </p:nvSpPr>
            <p:spPr bwMode="auto">
              <a:xfrm>
                <a:off x="3108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17" name="Freeform 3386"/>
              <p:cNvSpPr>
                <a:spLocks/>
              </p:cNvSpPr>
              <p:nvPr/>
            </p:nvSpPr>
            <p:spPr bwMode="auto">
              <a:xfrm>
                <a:off x="2844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18" name="Freeform 3387"/>
              <p:cNvSpPr>
                <a:spLocks/>
              </p:cNvSpPr>
              <p:nvPr/>
            </p:nvSpPr>
            <p:spPr bwMode="auto">
              <a:xfrm>
                <a:off x="2502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19" name="Freeform 3388"/>
              <p:cNvSpPr>
                <a:spLocks/>
              </p:cNvSpPr>
              <p:nvPr/>
            </p:nvSpPr>
            <p:spPr bwMode="auto">
              <a:xfrm>
                <a:off x="2904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20" name="Freeform 3389"/>
              <p:cNvSpPr>
                <a:spLocks/>
              </p:cNvSpPr>
              <p:nvPr/>
            </p:nvSpPr>
            <p:spPr bwMode="auto">
              <a:xfrm>
                <a:off x="2874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21" name="Freeform 3390"/>
              <p:cNvSpPr>
                <a:spLocks/>
              </p:cNvSpPr>
              <p:nvPr/>
            </p:nvSpPr>
            <p:spPr bwMode="auto">
              <a:xfrm>
                <a:off x="2820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22" name="Freeform 3391"/>
              <p:cNvSpPr>
                <a:spLocks/>
              </p:cNvSpPr>
              <p:nvPr/>
            </p:nvSpPr>
            <p:spPr bwMode="auto">
              <a:xfrm>
                <a:off x="3174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23" name="Freeform 3392"/>
              <p:cNvSpPr>
                <a:spLocks/>
              </p:cNvSpPr>
              <p:nvPr/>
            </p:nvSpPr>
            <p:spPr bwMode="auto">
              <a:xfrm>
                <a:off x="2784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24" name="Freeform 3393"/>
              <p:cNvSpPr>
                <a:spLocks/>
              </p:cNvSpPr>
              <p:nvPr/>
            </p:nvSpPr>
            <p:spPr bwMode="auto">
              <a:xfrm>
                <a:off x="2688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25" name="Freeform 3394"/>
              <p:cNvSpPr>
                <a:spLocks/>
              </p:cNvSpPr>
              <p:nvPr/>
            </p:nvSpPr>
            <p:spPr bwMode="auto">
              <a:xfrm>
                <a:off x="2856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26" name="Freeform 3395"/>
              <p:cNvSpPr>
                <a:spLocks/>
              </p:cNvSpPr>
              <p:nvPr/>
            </p:nvSpPr>
            <p:spPr bwMode="auto">
              <a:xfrm>
                <a:off x="3000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27" name="Freeform 3396"/>
              <p:cNvSpPr>
                <a:spLocks/>
              </p:cNvSpPr>
              <p:nvPr/>
            </p:nvSpPr>
            <p:spPr bwMode="auto">
              <a:xfrm>
                <a:off x="2646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28" name="Freeform 3397"/>
              <p:cNvSpPr>
                <a:spLocks/>
              </p:cNvSpPr>
              <p:nvPr/>
            </p:nvSpPr>
            <p:spPr bwMode="auto">
              <a:xfrm>
                <a:off x="3084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29" name="Freeform 3398"/>
              <p:cNvSpPr>
                <a:spLocks/>
              </p:cNvSpPr>
              <p:nvPr/>
            </p:nvSpPr>
            <p:spPr bwMode="auto">
              <a:xfrm>
                <a:off x="2784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30" name="Freeform 3399"/>
              <p:cNvSpPr>
                <a:spLocks/>
              </p:cNvSpPr>
              <p:nvPr/>
            </p:nvSpPr>
            <p:spPr bwMode="auto">
              <a:xfrm>
                <a:off x="2700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31" name="Freeform 3400"/>
              <p:cNvSpPr>
                <a:spLocks/>
              </p:cNvSpPr>
              <p:nvPr/>
            </p:nvSpPr>
            <p:spPr bwMode="auto">
              <a:xfrm>
                <a:off x="3282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32" name="Freeform 3401"/>
              <p:cNvSpPr>
                <a:spLocks/>
              </p:cNvSpPr>
              <p:nvPr/>
            </p:nvSpPr>
            <p:spPr bwMode="auto">
              <a:xfrm>
                <a:off x="3036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33" name="Freeform 3402"/>
              <p:cNvSpPr>
                <a:spLocks/>
              </p:cNvSpPr>
              <p:nvPr/>
            </p:nvSpPr>
            <p:spPr bwMode="auto">
              <a:xfrm>
                <a:off x="2346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34" name="Freeform 3403"/>
              <p:cNvSpPr>
                <a:spLocks/>
              </p:cNvSpPr>
              <p:nvPr/>
            </p:nvSpPr>
            <p:spPr bwMode="auto">
              <a:xfrm>
                <a:off x="3132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35" name="Freeform 3404"/>
              <p:cNvSpPr>
                <a:spLocks/>
              </p:cNvSpPr>
              <p:nvPr/>
            </p:nvSpPr>
            <p:spPr bwMode="auto">
              <a:xfrm>
                <a:off x="3192" y="21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36" name="Freeform 3405"/>
              <p:cNvSpPr>
                <a:spLocks/>
              </p:cNvSpPr>
              <p:nvPr/>
            </p:nvSpPr>
            <p:spPr bwMode="auto">
              <a:xfrm>
                <a:off x="3348" y="20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37" name="Freeform 3406"/>
              <p:cNvSpPr>
                <a:spLocks/>
              </p:cNvSpPr>
              <p:nvPr/>
            </p:nvSpPr>
            <p:spPr bwMode="auto">
              <a:xfrm>
                <a:off x="2544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38" name="Freeform 3407"/>
              <p:cNvSpPr>
                <a:spLocks/>
              </p:cNvSpPr>
              <p:nvPr/>
            </p:nvSpPr>
            <p:spPr bwMode="auto">
              <a:xfrm>
                <a:off x="2994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39" name="Freeform 3408"/>
              <p:cNvSpPr>
                <a:spLocks/>
              </p:cNvSpPr>
              <p:nvPr/>
            </p:nvSpPr>
            <p:spPr bwMode="auto">
              <a:xfrm>
                <a:off x="2796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40" name="Freeform 3409"/>
              <p:cNvSpPr>
                <a:spLocks/>
              </p:cNvSpPr>
              <p:nvPr/>
            </p:nvSpPr>
            <p:spPr bwMode="auto">
              <a:xfrm>
                <a:off x="2460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41" name="Freeform 3410"/>
              <p:cNvSpPr>
                <a:spLocks/>
              </p:cNvSpPr>
              <p:nvPr/>
            </p:nvSpPr>
            <p:spPr bwMode="auto">
              <a:xfrm>
                <a:off x="3120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42" name="Freeform 3411"/>
              <p:cNvSpPr>
                <a:spLocks/>
              </p:cNvSpPr>
              <p:nvPr/>
            </p:nvSpPr>
            <p:spPr bwMode="auto">
              <a:xfrm>
                <a:off x="2232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43" name="Freeform 3412"/>
              <p:cNvSpPr>
                <a:spLocks/>
              </p:cNvSpPr>
              <p:nvPr/>
            </p:nvSpPr>
            <p:spPr bwMode="auto">
              <a:xfrm>
                <a:off x="3390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44" name="Freeform 3413"/>
              <p:cNvSpPr>
                <a:spLocks/>
              </p:cNvSpPr>
              <p:nvPr/>
            </p:nvSpPr>
            <p:spPr bwMode="auto">
              <a:xfrm>
                <a:off x="3120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45" name="Freeform 3414"/>
              <p:cNvSpPr>
                <a:spLocks/>
              </p:cNvSpPr>
              <p:nvPr/>
            </p:nvSpPr>
            <p:spPr bwMode="auto">
              <a:xfrm>
                <a:off x="2592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46" name="Freeform 3415"/>
              <p:cNvSpPr>
                <a:spLocks/>
              </p:cNvSpPr>
              <p:nvPr/>
            </p:nvSpPr>
            <p:spPr bwMode="auto">
              <a:xfrm>
                <a:off x="3222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47" name="Freeform 3416"/>
              <p:cNvSpPr>
                <a:spLocks/>
              </p:cNvSpPr>
              <p:nvPr/>
            </p:nvSpPr>
            <p:spPr bwMode="auto">
              <a:xfrm>
                <a:off x="2856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48" name="Freeform 3417"/>
              <p:cNvSpPr>
                <a:spLocks/>
              </p:cNvSpPr>
              <p:nvPr/>
            </p:nvSpPr>
            <p:spPr bwMode="auto">
              <a:xfrm>
                <a:off x="2688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49" name="Freeform 3418"/>
              <p:cNvSpPr>
                <a:spLocks/>
              </p:cNvSpPr>
              <p:nvPr/>
            </p:nvSpPr>
            <p:spPr bwMode="auto">
              <a:xfrm>
                <a:off x="2802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50" name="Freeform 3419"/>
              <p:cNvSpPr>
                <a:spLocks/>
              </p:cNvSpPr>
              <p:nvPr/>
            </p:nvSpPr>
            <p:spPr bwMode="auto">
              <a:xfrm>
                <a:off x="2544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151" name="Freeform 3420"/>
              <p:cNvSpPr>
                <a:spLocks/>
              </p:cNvSpPr>
              <p:nvPr/>
            </p:nvSpPr>
            <p:spPr bwMode="auto">
              <a:xfrm>
                <a:off x="2814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21" name="Group 3622"/>
            <p:cNvGrpSpPr>
              <a:grpSpLocks/>
            </p:cNvGrpSpPr>
            <p:nvPr/>
          </p:nvGrpSpPr>
          <p:grpSpPr bwMode="auto">
            <a:xfrm>
              <a:off x="2142" y="1953"/>
              <a:ext cx="1452" cy="930"/>
              <a:chOff x="2142" y="1953"/>
              <a:chExt cx="1452" cy="930"/>
            </a:xfrm>
          </p:grpSpPr>
          <p:sp>
            <p:nvSpPr>
              <p:cNvPr id="57752" name="Freeform 3422"/>
              <p:cNvSpPr>
                <a:spLocks/>
              </p:cNvSpPr>
              <p:nvPr/>
            </p:nvSpPr>
            <p:spPr bwMode="auto">
              <a:xfrm>
                <a:off x="3180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53" name="Freeform 3423"/>
              <p:cNvSpPr>
                <a:spLocks/>
              </p:cNvSpPr>
              <p:nvPr/>
            </p:nvSpPr>
            <p:spPr bwMode="auto">
              <a:xfrm>
                <a:off x="235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54" name="Freeform 3424"/>
              <p:cNvSpPr>
                <a:spLocks/>
              </p:cNvSpPr>
              <p:nvPr/>
            </p:nvSpPr>
            <p:spPr bwMode="auto">
              <a:xfrm>
                <a:off x="3318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55" name="Freeform 3425"/>
              <p:cNvSpPr>
                <a:spLocks/>
              </p:cNvSpPr>
              <p:nvPr/>
            </p:nvSpPr>
            <p:spPr bwMode="auto">
              <a:xfrm>
                <a:off x="2706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56" name="Freeform 3426"/>
              <p:cNvSpPr>
                <a:spLocks/>
              </p:cNvSpPr>
              <p:nvPr/>
            </p:nvSpPr>
            <p:spPr bwMode="auto">
              <a:xfrm>
                <a:off x="3420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57" name="Freeform 3427"/>
              <p:cNvSpPr>
                <a:spLocks/>
              </p:cNvSpPr>
              <p:nvPr/>
            </p:nvSpPr>
            <p:spPr bwMode="auto">
              <a:xfrm>
                <a:off x="2592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58" name="Freeform 3428"/>
              <p:cNvSpPr>
                <a:spLocks/>
              </p:cNvSpPr>
              <p:nvPr/>
            </p:nvSpPr>
            <p:spPr bwMode="auto">
              <a:xfrm>
                <a:off x="2982" y="20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59" name="Freeform 3429"/>
              <p:cNvSpPr>
                <a:spLocks/>
              </p:cNvSpPr>
              <p:nvPr/>
            </p:nvSpPr>
            <p:spPr bwMode="auto">
              <a:xfrm>
                <a:off x="2604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60" name="Freeform 3430"/>
              <p:cNvSpPr>
                <a:spLocks/>
              </p:cNvSpPr>
              <p:nvPr/>
            </p:nvSpPr>
            <p:spPr bwMode="auto">
              <a:xfrm>
                <a:off x="3450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61" name="Freeform 3431"/>
              <p:cNvSpPr>
                <a:spLocks/>
              </p:cNvSpPr>
              <p:nvPr/>
            </p:nvSpPr>
            <p:spPr bwMode="auto">
              <a:xfrm>
                <a:off x="2844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62" name="Freeform 3432"/>
              <p:cNvSpPr>
                <a:spLocks/>
              </p:cNvSpPr>
              <p:nvPr/>
            </p:nvSpPr>
            <p:spPr bwMode="auto">
              <a:xfrm>
                <a:off x="2814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63" name="Freeform 3433"/>
              <p:cNvSpPr>
                <a:spLocks/>
              </p:cNvSpPr>
              <p:nvPr/>
            </p:nvSpPr>
            <p:spPr bwMode="auto">
              <a:xfrm>
                <a:off x="2682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64" name="Freeform 3434"/>
              <p:cNvSpPr>
                <a:spLocks/>
              </p:cNvSpPr>
              <p:nvPr/>
            </p:nvSpPr>
            <p:spPr bwMode="auto">
              <a:xfrm>
                <a:off x="3132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65" name="Freeform 3435"/>
              <p:cNvSpPr>
                <a:spLocks/>
              </p:cNvSpPr>
              <p:nvPr/>
            </p:nvSpPr>
            <p:spPr bwMode="auto">
              <a:xfrm>
                <a:off x="3000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66" name="Freeform 3436"/>
              <p:cNvSpPr>
                <a:spLocks/>
              </p:cNvSpPr>
              <p:nvPr/>
            </p:nvSpPr>
            <p:spPr bwMode="auto">
              <a:xfrm>
                <a:off x="2466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67" name="Freeform 3437"/>
              <p:cNvSpPr>
                <a:spLocks/>
              </p:cNvSpPr>
              <p:nvPr/>
            </p:nvSpPr>
            <p:spPr bwMode="auto">
              <a:xfrm>
                <a:off x="3378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68" name="Freeform 3438"/>
              <p:cNvSpPr>
                <a:spLocks/>
              </p:cNvSpPr>
              <p:nvPr/>
            </p:nvSpPr>
            <p:spPr bwMode="auto">
              <a:xfrm>
                <a:off x="2802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69" name="Freeform 3439"/>
              <p:cNvSpPr>
                <a:spLocks/>
              </p:cNvSpPr>
              <p:nvPr/>
            </p:nvSpPr>
            <p:spPr bwMode="auto">
              <a:xfrm>
                <a:off x="3258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70" name="Freeform 3440"/>
              <p:cNvSpPr>
                <a:spLocks/>
              </p:cNvSpPr>
              <p:nvPr/>
            </p:nvSpPr>
            <p:spPr bwMode="auto">
              <a:xfrm>
                <a:off x="2670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71" name="Freeform 3441"/>
              <p:cNvSpPr>
                <a:spLocks/>
              </p:cNvSpPr>
              <p:nvPr/>
            </p:nvSpPr>
            <p:spPr bwMode="auto">
              <a:xfrm>
                <a:off x="3360" y="19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72" name="Freeform 3442"/>
              <p:cNvSpPr>
                <a:spLocks/>
              </p:cNvSpPr>
              <p:nvPr/>
            </p:nvSpPr>
            <p:spPr bwMode="auto">
              <a:xfrm>
                <a:off x="2940" y="20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73" name="Freeform 3443"/>
              <p:cNvSpPr>
                <a:spLocks/>
              </p:cNvSpPr>
              <p:nvPr/>
            </p:nvSpPr>
            <p:spPr bwMode="auto">
              <a:xfrm>
                <a:off x="2478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74" name="Freeform 3444"/>
              <p:cNvSpPr>
                <a:spLocks/>
              </p:cNvSpPr>
              <p:nvPr/>
            </p:nvSpPr>
            <p:spPr bwMode="auto">
              <a:xfrm>
                <a:off x="2556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75" name="Freeform 3445"/>
              <p:cNvSpPr>
                <a:spLocks/>
              </p:cNvSpPr>
              <p:nvPr/>
            </p:nvSpPr>
            <p:spPr bwMode="auto">
              <a:xfrm>
                <a:off x="2970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76" name="Freeform 3446"/>
              <p:cNvSpPr>
                <a:spLocks/>
              </p:cNvSpPr>
              <p:nvPr/>
            </p:nvSpPr>
            <p:spPr bwMode="auto">
              <a:xfrm>
                <a:off x="2610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77" name="Freeform 3447"/>
              <p:cNvSpPr>
                <a:spLocks/>
              </p:cNvSpPr>
              <p:nvPr/>
            </p:nvSpPr>
            <p:spPr bwMode="auto">
              <a:xfrm>
                <a:off x="2622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78" name="Freeform 3448"/>
              <p:cNvSpPr>
                <a:spLocks/>
              </p:cNvSpPr>
              <p:nvPr/>
            </p:nvSpPr>
            <p:spPr bwMode="auto">
              <a:xfrm>
                <a:off x="3264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79" name="Freeform 3449"/>
              <p:cNvSpPr>
                <a:spLocks/>
              </p:cNvSpPr>
              <p:nvPr/>
            </p:nvSpPr>
            <p:spPr bwMode="auto">
              <a:xfrm>
                <a:off x="2328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80" name="Freeform 3450"/>
              <p:cNvSpPr>
                <a:spLocks/>
              </p:cNvSpPr>
              <p:nvPr/>
            </p:nvSpPr>
            <p:spPr bwMode="auto">
              <a:xfrm>
                <a:off x="2904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81" name="Freeform 3451"/>
              <p:cNvSpPr>
                <a:spLocks/>
              </p:cNvSpPr>
              <p:nvPr/>
            </p:nvSpPr>
            <p:spPr bwMode="auto">
              <a:xfrm>
                <a:off x="2472" y="22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82" name="Freeform 3452"/>
              <p:cNvSpPr>
                <a:spLocks/>
              </p:cNvSpPr>
              <p:nvPr/>
            </p:nvSpPr>
            <p:spPr bwMode="auto">
              <a:xfrm>
                <a:off x="2952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83" name="Freeform 3453"/>
              <p:cNvSpPr>
                <a:spLocks/>
              </p:cNvSpPr>
              <p:nvPr/>
            </p:nvSpPr>
            <p:spPr bwMode="auto">
              <a:xfrm>
                <a:off x="2598" y="28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84" name="Freeform 3454"/>
              <p:cNvSpPr>
                <a:spLocks/>
              </p:cNvSpPr>
              <p:nvPr/>
            </p:nvSpPr>
            <p:spPr bwMode="auto">
              <a:xfrm>
                <a:off x="3276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85" name="Freeform 3455"/>
              <p:cNvSpPr>
                <a:spLocks/>
              </p:cNvSpPr>
              <p:nvPr/>
            </p:nvSpPr>
            <p:spPr bwMode="auto">
              <a:xfrm>
                <a:off x="2922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86" name="Freeform 3456"/>
              <p:cNvSpPr>
                <a:spLocks/>
              </p:cNvSpPr>
              <p:nvPr/>
            </p:nvSpPr>
            <p:spPr bwMode="auto">
              <a:xfrm>
                <a:off x="3204" y="21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87" name="Freeform 3457"/>
              <p:cNvSpPr>
                <a:spLocks/>
              </p:cNvSpPr>
              <p:nvPr/>
            </p:nvSpPr>
            <p:spPr bwMode="auto">
              <a:xfrm>
                <a:off x="3132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88" name="Freeform 3458"/>
              <p:cNvSpPr>
                <a:spLocks/>
              </p:cNvSpPr>
              <p:nvPr/>
            </p:nvSpPr>
            <p:spPr bwMode="auto">
              <a:xfrm>
                <a:off x="2574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89" name="Freeform 3459"/>
              <p:cNvSpPr>
                <a:spLocks/>
              </p:cNvSpPr>
              <p:nvPr/>
            </p:nvSpPr>
            <p:spPr bwMode="auto">
              <a:xfrm>
                <a:off x="3174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90" name="Freeform 3460"/>
              <p:cNvSpPr>
                <a:spLocks/>
              </p:cNvSpPr>
              <p:nvPr/>
            </p:nvSpPr>
            <p:spPr bwMode="auto">
              <a:xfrm>
                <a:off x="2790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91" name="Freeform 3461"/>
              <p:cNvSpPr>
                <a:spLocks/>
              </p:cNvSpPr>
              <p:nvPr/>
            </p:nvSpPr>
            <p:spPr bwMode="auto">
              <a:xfrm>
                <a:off x="3042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92" name="Freeform 3462"/>
              <p:cNvSpPr>
                <a:spLocks/>
              </p:cNvSpPr>
              <p:nvPr/>
            </p:nvSpPr>
            <p:spPr bwMode="auto">
              <a:xfrm>
                <a:off x="2832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93" name="Freeform 3463"/>
              <p:cNvSpPr>
                <a:spLocks/>
              </p:cNvSpPr>
              <p:nvPr/>
            </p:nvSpPr>
            <p:spPr bwMode="auto">
              <a:xfrm>
                <a:off x="2478" y="27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94" name="Freeform 3464"/>
              <p:cNvSpPr>
                <a:spLocks/>
              </p:cNvSpPr>
              <p:nvPr/>
            </p:nvSpPr>
            <p:spPr bwMode="auto">
              <a:xfrm>
                <a:off x="2652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95" name="Freeform 3465"/>
              <p:cNvSpPr>
                <a:spLocks/>
              </p:cNvSpPr>
              <p:nvPr/>
            </p:nvSpPr>
            <p:spPr bwMode="auto">
              <a:xfrm>
                <a:off x="2676" y="20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96" name="Freeform 3466"/>
              <p:cNvSpPr>
                <a:spLocks/>
              </p:cNvSpPr>
              <p:nvPr/>
            </p:nvSpPr>
            <p:spPr bwMode="auto">
              <a:xfrm>
                <a:off x="2832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97" name="Freeform 3467"/>
              <p:cNvSpPr>
                <a:spLocks/>
              </p:cNvSpPr>
              <p:nvPr/>
            </p:nvSpPr>
            <p:spPr bwMode="auto">
              <a:xfrm>
                <a:off x="3156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98" name="Freeform 3468"/>
              <p:cNvSpPr>
                <a:spLocks/>
              </p:cNvSpPr>
              <p:nvPr/>
            </p:nvSpPr>
            <p:spPr bwMode="auto">
              <a:xfrm>
                <a:off x="2868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99" name="Freeform 3469"/>
              <p:cNvSpPr>
                <a:spLocks/>
              </p:cNvSpPr>
              <p:nvPr/>
            </p:nvSpPr>
            <p:spPr bwMode="auto">
              <a:xfrm>
                <a:off x="3180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00" name="Freeform 3470"/>
              <p:cNvSpPr>
                <a:spLocks/>
              </p:cNvSpPr>
              <p:nvPr/>
            </p:nvSpPr>
            <p:spPr bwMode="auto">
              <a:xfrm>
                <a:off x="2700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01" name="Freeform 3471"/>
              <p:cNvSpPr>
                <a:spLocks/>
              </p:cNvSpPr>
              <p:nvPr/>
            </p:nvSpPr>
            <p:spPr bwMode="auto">
              <a:xfrm>
                <a:off x="3090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02" name="Freeform 3472"/>
              <p:cNvSpPr>
                <a:spLocks/>
              </p:cNvSpPr>
              <p:nvPr/>
            </p:nvSpPr>
            <p:spPr bwMode="auto">
              <a:xfrm>
                <a:off x="2898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03" name="Freeform 3473"/>
              <p:cNvSpPr>
                <a:spLocks/>
              </p:cNvSpPr>
              <p:nvPr/>
            </p:nvSpPr>
            <p:spPr bwMode="auto">
              <a:xfrm>
                <a:off x="3180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04" name="Freeform 3474"/>
              <p:cNvSpPr>
                <a:spLocks/>
              </p:cNvSpPr>
              <p:nvPr/>
            </p:nvSpPr>
            <p:spPr bwMode="auto">
              <a:xfrm>
                <a:off x="2538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05" name="Freeform 3475"/>
              <p:cNvSpPr>
                <a:spLocks/>
              </p:cNvSpPr>
              <p:nvPr/>
            </p:nvSpPr>
            <p:spPr bwMode="auto">
              <a:xfrm>
                <a:off x="3012" y="28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06" name="Freeform 3476"/>
              <p:cNvSpPr>
                <a:spLocks/>
              </p:cNvSpPr>
              <p:nvPr/>
            </p:nvSpPr>
            <p:spPr bwMode="auto">
              <a:xfrm>
                <a:off x="2418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07" name="Freeform 3477"/>
              <p:cNvSpPr>
                <a:spLocks/>
              </p:cNvSpPr>
              <p:nvPr/>
            </p:nvSpPr>
            <p:spPr bwMode="auto">
              <a:xfrm>
                <a:off x="2916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08" name="Freeform 3478"/>
              <p:cNvSpPr>
                <a:spLocks/>
              </p:cNvSpPr>
              <p:nvPr/>
            </p:nvSpPr>
            <p:spPr bwMode="auto">
              <a:xfrm>
                <a:off x="3006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09" name="Freeform 3479"/>
              <p:cNvSpPr>
                <a:spLocks/>
              </p:cNvSpPr>
              <p:nvPr/>
            </p:nvSpPr>
            <p:spPr bwMode="auto">
              <a:xfrm>
                <a:off x="2514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10" name="Freeform 3480"/>
              <p:cNvSpPr>
                <a:spLocks/>
              </p:cNvSpPr>
              <p:nvPr/>
            </p:nvSpPr>
            <p:spPr bwMode="auto">
              <a:xfrm>
                <a:off x="2892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11" name="Freeform 3481"/>
              <p:cNvSpPr>
                <a:spLocks/>
              </p:cNvSpPr>
              <p:nvPr/>
            </p:nvSpPr>
            <p:spPr bwMode="auto">
              <a:xfrm>
                <a:off x="2808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12" name="Freeform 3482"/>
              <p:cNvSpPr>
                <a:spLocks/>
              </p:cNvSpPr>
              <p:nvPr/>
            </p:nvSpPr>
            <p:spPr bwMode="auto">
              <a:xfrm>
                <a:off x="2982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13" name="Freeform 3483"/>
              <p:cNvSpPr>
                <a:spLocks/>
              </p:cNvSpPr>
              <p:nvPr/>
            </p:nvSpPr>
            <p:spPr bwMode="auto">
              <a:xfrm>
                <a:off x="2544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14" name="Freeform 3484"/>
              <p:cNvSpPr>
                <a:spLocks/>
              </p:cNvSpPr>
              <p:nvPr/>
            </p:nvSpPr>
            <p:spPr bwMode="auto">
              <a:xfrm>
                <a:off x="2514" y="28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15" name="Freeform 3485"/>
              <p:cNvSpPr>
                <a:spLocks/>
              </p:cNvSpPr>
              <p:nvPr/>
            </p:nvSpPr>
            <p:spPr bwMode="auto">
              <a:xfrm>
                <a:off x="2910" y="20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16" name="Freeform 3486"/>
              <p:cNvSpPr>
                <a:spLocks/>
              </p:cNvSpPr>
              <p:nvPr/>
            </p:nvSpPr>
            <p:spPr bwMode="auto">
              <a:xfrm>
                <a:off x="2478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17" name="Freeform 3487"/>
              <p:cNvSpPr>
                <a:spLocks/>
              </p:cNvSpPr>
              <p:nvPr/>
            </p:nvSpPr>
            <p:spPr bwMode="auto">
              <a:xfrm>
                <a:off x="2796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18" name="Freeform 3488"/>
              <p:cNvSpPr>
                <a:spLocks/>
              </p:cNvSpPr>
              <p:nvPr/>
            </p:nvSpPr>
            <p:spPr bwMode="auto">
              <a:xfrm>
                <a:off x="2874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19" name="Freeform 3489"/>
              <p:cNvSpPr>
                <a:spLocks/>
              </p:cNvSpPr>
              <p:nvPr/>
            </p:nvSpPr>
            <p:spPr bwMode="auto">
              <a:xfrm>
                <a:off x="3036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20" name="Freeform 3490"/>
              <p:cNvSpPr>
                <a:spLocks/>
              </p:cNvSpPr>
              <p:nvPr/>
            </p:nvSpPr>
            <p:spPr bwMode="auto">
              <a:xfrm>
                <a:off x="2532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21" name="Freeform 3491"/>
              <p:cNvSpPr>
                <a:spLocks/>
              </p:cNvSpPr>
              <p:nvPr/>
            </p:nvSpPr>
            <p:spPr bwMode="auto">
              <a:xfrm>
                <a:off x="2604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22" name="Freeform 3492"/>
              <p:cNvSpPr>
                <a:spLocks/>
              </p:cNvSpPr>
              <p:nvPr/>
            </p:nvSpPr>
            <p:spPr bwMode="auto">
              <a:xfrm>
                <a:off x="2934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23" name="Freeform 3493"/>
              <p:cNvSpPr>
                <a:spLocks/>
              </p:cNvSpPr>
              <p:nvPr/>
            </p:nvSpPr>
            <p:spPr bwMode="auto">
              <a:xfrm>
                <a:off x="2796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24" name="Freeform 3494"/>
              <p:cNvSpPr>
                <a:spLocks/>
              </p:cNvSpPr>
              <p:nvPr/>
            </p:nvSpPr>
            <p:spPr bwMode="auto">
              <a:xfrm>
                <a:off x="3318" y="20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25" name="Freeform 3495"/>
              <p:cNvSpPr>
                <a:spLocks/>
              </p:cNvSpPr>
              <p:nvPr/>
            </p:nvSpPr>
            <p:spPr bwMode="auto">
              <a:xfrm>
                <a:off x="3090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26" name="Freeform 3496"/>
              <p:cNvSpPr>
                <a:spLocks/>
              </p:cNvSpPr>
              <p:nvPr/>
            </p:nvSpPr>
            <p:spPr bwMode="auto">
              <a:xfrm>
                <a:off x="285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27" name="Freeform 3497"/>
              <p:cNvSpPr>
                <a:spLocks/>
              </p:cNvSpPr>
              <p:nvPr/>
            </p:nvSpPr>
            <p:spPr bwMode="auto">
              <a:xfrm>
                <a:off x="3336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28" name="Freeform 3498"/>
              <p:cNvSpPr>
                <a:spLocks/>
              </p:cNvSpPr>
              <p:nvPr/>
            </p:nvSpPr>
            <p:spPr bwMode="auto">
              <a:xfrm>
                <a:off x="2982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29" name="Freeform 3499"/>
              <p:cNvSpPr>
                <a:spLocks/>
              </p:cNvSpPr>
              <p:nvPr/>
            </p:nvSpPr>
            <p:spPr bwMode="auto">
              <a:xfrm>
                <a:off x="3222" y="21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30" name="Freeform 3500"/>
              <p:cNvSpPr>
                <a:spLocks/>
              </p:cNvSpPr>
              <p:nvPr/>
            </p:nvSpPr>
            <p:spPr bwMode="auto">
              <a:xfrm>
                <a:off x="2886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31" name="Freeform 3501"/>
              <p:cNvSpPr>
                <a:spLocks/>
              </p:cNvSpPr>
              <p:nvPr/>
            </p:nvSpPr>
            <p:spPr bwMode="auto">
              <a:xfrm>
                <a:off x="2748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32" name="Freeform 3502"/>
              <p:cNvSpPr>
                <a:spLocks/>
              </p:cNvSpPr>
              <p:nvPr/>
            </p:nvSpPr>
            <p:spPr bwMode="auto">
              <a:xfrm>
                <a:off x="2814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33" name="Freeform 3503"/>
              <p:cNvSpPr>
                <a:spLocks/>
              </p:cNvSpPr>
              <p:nvPr/>
            </p:nvSpPr>
            <p:spPr bwMode="auto">
              <a:xfrm>
                <a:off x="2670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34" name="Freeform 3504"/>
              <p:cNvSpPr>
                <a:spLocks/>
              </p:cNvSpPr>
              <p:nvPr/>
            </p:nvSpPr>
            <p:spPr bwMode="auto">
              <a:xfrm>
                <a:off x="3060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35" name="Freeform 3505"/>
              <p:cNvSpPr>
                <a:spLocks/>
              </p:cNvSpPr>
              <p:nvPr/>
            </p:nvSpPr>
            <p:spPr bwMode="auto">
              <a:xfrm>
                <a:off x="2538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36" name="Freeform 3506"/>
              <p:cNvSpPr>
                <a:spLocks/>
              </p:cNvSpPr>
              <p:nvPr/>
            </p:nvSpPr>
            <p:spPr bwMode="auto">
              <a:xfrm>
                <a:off x="2478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37" name="Freeform 3507"/>
              <p:cNvSpPr>
                <a:spLocks/>
              </p:cNvSpPr>
              <p:nvPr/>
            </p:nvSpPr>
            <p:spPr bwMode="auto">
              <a:xfrm>
                <a:off x="2682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38" name="Freeform 3508"/>
              <p:cNvSpPr>
                <a:spLocks/>
              </p:cNvSpPr>
              <p:nvPr/>
            </p:nvSpPr>
            <p:spPr bwMode="auto">
              <a:xfrm>
                <a:off x="2634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39" name="Freeform 3509"/>
              <p:cNvSpPr>
                <a:spLocks/>
              </p:cNvSpPr>
              <p:nvPr/>
            </p:nvSpPr>
            <p:spPr bwMode="auto">
              <a:xfrm>
                <a:off x="2712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40" name="Freeform 3510"/>
              <p:cNvSpPr>
                <a:spLocks/>
              </p:cNvSpPr>
              <p:nvPr/>
            </p:nvSpPr>
            <p:spPr bwMode="auto">
              <a:xfrm>
                <a:off x="2904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41" name="Freeform 3511"/>
              <p:cNvSpPr>
                <a:spLocks/>
              </p:cNvSpPr>
              <p:nvPr/>
            </p:nvSpPr>
            <p:spPr bwMode="auto">
              <a:xfrm>
                <a:off x="2844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42" name="Freeform 3512"/>
              <p:cNvSpPr>
                <a:spLocks/>
              </p:cNvSpPr>
              <p:nvPr/>
            </p:nvSpPr>
            <p:spPr bwMode="auto">
              <a:xfrm>
                <a:off x="3192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43" name="Freeform 3513"/>
              <p:cNvSpPr>
                <a:spLocks/>
              </p:cNvSpPr>
              <p:nvPr/>
            </p:nvSpPr>
            <p:spPr bwMode="auto">
              <a:xfrm>
                <a:off x="2982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44" name="Freeform 3514"/>
              <p:cNvSpPr>
                <a:spLocks/>
              </p:cNvSpPr>
              <p:nvPr/>
            </p:nvSpPr>
            <p:spPr bwMode="auto">
              <a:xfrm>
                <a:off x="2892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45" name="Freeform 3515"/>
              <p:cNvSpPr>
                <a:spLocks/>
              </p:cNvSpPr>
              <p:nvPr/>
            </p:nvSpPr>
            <p:spPr bwMode="auto">
              <a:xfrm>
                <a:off x="2688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46" name="Freeform 3516"/>
              <p:cNvSpPr>
                <a:spLocks/>
              </p:cNvSpPr>
              <p:nvPr/>
            </p:nvSpPr>
            <p:spPr bwMode="auto">
              <a:xfrm>
                <a:off x="2430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47" name="Freeform 3517"/>
              <p:cNvSpPr>
                <a:spLocks/>
              </p:cNvSpPr>
              <p:nvPr/>
            </p:nvSpPr>
            <p:spPr bwMode="auto">
              <a:xfrm>
                <a:off x="2952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48" name="Freeform 3518"/>
              <p:cNvSpPr>
                <a:spLocks/>
              </p:cNvSpPr>
              <p:nvPr/>
            </p:nvSpPr>
            <p:spPr bwMode="auto">
              <a:xfrm>
                <a:off x="2796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49" name="Freeform 3519"/>
              <p:cNvSpPr>
                <a:spLocks/>
              </p:cNvSpPr>
              <p:nvPr/>
            </p:nvSpPr>
            <p:spPr bwMode="auto">
              <a:xfrm>
                <a:off x="2490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50" name="Freeform 3520"/>
              <p:cNvSpPr>
                <a:spLocks/>
              </p:cNvSpPr>
              <p:nvPr/>
            </p:nvSpPr>
            <p:spPr bwMode="auto">
              <a:xfrm>
                <a:off x="2514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51" name="Freeform 3521"/>
              <p:cNvSpPr>
                <a:spLocks/>
              </p:cNvSpPr>
              <p:nvPr/>
            </p:nvSpPr>
            <p:spPr bwMode="auto">
              <a:xfrm>
                <a:off x="2592" y="28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52" name="Freeform 3522"/>
              <p:cNvSpPr>
                <a:spLocks/>
              </p:cNvSpPr>
              <p:nvPr/>
            </p:nvSpPr>
            <p:spPr bwMode="auto">
              <a:xfrm>
                <a:off x="2622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53" name="Freeform 3523"/>
              <p:cNvSpPr>
                <a:spLocks/>
              </p:cNvSpPr>
              <p:nvPr/>
            </p:nvSpPr>
            <p:spPr bwMode="auto">
              <a:xfrm>
                <a:off x="2784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54" name="Freeform 3524"/>
              <p:cNvSpPr>
                <a:spLocks/>
              </p:cNvSpPr>
              <p:nvPr/>
            </p:nvSpPr>
            <p:spPr bwMode="auto">
              <a:xfrm>
                <a:off x="3012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55" name="Freeform 3525"/>
              <p:cNvSpPr>
                <a:spLocks/>
              </p:cNvSpPr>
              <p:nvPr/>
            </p:nvSpPr>
            <p:spPr bwMode="auto">
              <a:xfrm>
                <a:off x="2634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56" name="Freeform 3526"/>
              <p:cNvSpPr>
                <a:spLocks/>
              </p:cNvSpPr>
              <p:nvPr/>
            </p:nvSpPr>
            <p:spPr bwMode="auto">
              <a:xfrm>
                <a:off x="2844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57" name="Freeform 3527"/>
              <p:cNvSpPr>
                <a:spLocks/>
              </p:cNvSpPr>
              <p:nvPr/>
            </p:nvSpPr>
            <p:spPr bwMode="auto">
              <a:xfrm>
                <a:off x="2718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58" name="Freeform 3528"/>
              <p:cNvSpPr>
                <a:spLocks/>
              </p:cNvSpPr>
              <p:nvPr/>
            </p:nvSpPr>
            <p:spPr bwMode="auto">
              <a:xfrm>
                <a:off x="2658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59" name="Freeform 3529"/>
              <p:cNvSpPr>
                <a:spLocks/>
              </p:cNvSpPr>
              <p:nvPr/>
            </p:nvSpPr>
            <p:spPr bwMode="auto">
              <a:xfrm>
                <a:off x="2184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60" name="Freeform 3530"/>
              <p:cNvSpPr>
                <a:spLocks/>
              </p:cNvSpPr>
              <p:nvPr/>
            </p:nvSpPr>
            <p:spPr bwMode="auto">
              <a:xfrm>
                <a:off x="2886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61" name="Freeform 3531"/>
              <p:cNvSpPr>
                <a:spLocks/>
              </p:cNvSpPr>
              <p:nvPr/>
            </p:nvSpPr>
            <p:spPr bwMode="auto">
              <a:xfrm>
                <a:off x="3072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62" name="Freeform 3532"/>
              <p:cNvSpPr>
                <a:spLocks/>
              </p:cNvSpPr>
              <p:nvPr/>
            </p:nvSpPr>
            <p:spPr bwMode="auto">
              <a:xfrm>
                <a:off x="3282" y="21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63" name="Freeform 3533"/>
              <p:cNvSpPr>
                <a:spLocks/>
              </p:cNvSpPr>
              <p:nvPr/>
            </p:nvSpPr>
            <p:spPr bwMode="auto">
              <a:xfrm>
                <a:off x="2706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64" name="Freeform 3534"/>
              <p:cNvSpPr>
                <a:spLocks/>
              </p:cNvSpPr>
              <p:nvPr/>
            </p:nvSpPr>
            <p:spPr bwMode="auto">
              <a:xfrm>
                <a:off x="2814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65" name="Freeform 3535"/>
              <p:cNvSpPr>
                <a:spLocks/>
              </p:cNvSpPr>
              <p:nvPr/>
            </p:nvSpPr>
            <p:spPr bwMode="auto">
              <a:xfrm>
                <a:off x="2826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66" name="Freeform 3536"/>
              <p:cNvSpPr>
                <a:spLocks/>
              </p:cNvSpPr>
              <p:nvPr/>
            </p:nvSpPr>
            <p:spPr bwMode="auto">
              <a:xfrm>
                <a:off x="2766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67" name="Freeform 3537"/>
              <p:cNvSpPr>
                <a:spLocks/>
              </p:cNvSpPr>
              <p:nvPr/>
            </p:nvSpPr>
            <p:spPr bwMode="auto">
              <a:xfrm>
                <a:off x="2646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68" name="Freeform 3538"/>
              <p:cNvSpPr>
                <a:spLocks/>
              </p:cNvSpPr>
              <p:nvPr/>
            </p:nvSpPr>
            <p:spPr bwMode="auto">
              <a:xfrm>
                <a:off x="2250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69" name="Freeform 3539"/>
              <p:cNvSpPr>
                <a:spLocks/>
              </p:cNvSpPr>
              <p:nvPr/>
            </p:nvSpPr>
            <p:spPr bwMode="auto">
              <a:xfrm>
                <a:off x="2946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70" name="Freeform 3540"/>
              <p:cNvSpPr>
                <a:spLocks/>
              </p:cNvSpPr>
              <p:nvPr/>
            </p:nvSpPr>
            <p:spPr bwMode="auto">
              <a:xfrm>
                <a:off x="2748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71" name="Freeform 3541"/>
              <p:cNvSpPr>
                <a:spLocks/>
              </p:cNvSpPr>
              <p:nvPr/>
            </p:nvSpPr>
            <p:spPr bwMode="auto">
              <a:xfrm>
                <a:off x="2646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72" name="Freeform 3542"/>
              <p:cNvSpPr>
                <a:spLocks/>
              </p:cNvSpPr>
              <p:nvPr/>
            </p:nvSpPr>
            <p:spPr bwMode="auto">
              <a:xfrm>
                <a:off x="2676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73" name="Freeform 3543"/>
              <p:cNvSpPr>
                <a:spLocks/>
              </p:cNvSpPr>
              <p:nvPr/>
            </p:nvSpPr>
            <p:spPr bwMode="auto">
              <a:xfrm>
                <a:off x="2598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74" name="Freeform 3544"/>
              <p:cNvSpPr>
                <a:spLocks/>
              </p:cNvSpPr>
              <p:nvPr/>
            </p:nvSpPr>
            <p:spPr bwMode="auto">
              <a:xfrm>
                <a:off x="2544" y="27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75" name="Freeform 3545"/>
              <p:cNvSpPr>
                <a:spLocks/>
              </p:cNvSpPr>
              <p:nvPr/>
            </p:nvSpPr>
            <p:spPr bwMode="auto">
              <a:xfrm>
                <a:off x="3012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76" name="Freeform 3546"/>
              <p:cNvSpPr>
                <a:spLocks/>
              </p:cNvSpPr>
              <p:nvPr/>
            </p:nvSpPr>
            <p:spPr bwMode="auto">
              <a:xfrm>
                <a:off x="2886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77" name="Freeform 3547"/>
              <p:cNvSpPr>
                <a:spLocks/>
              </p:cNvSpPr>
              <p:nvPr/>
            </p:nvSpPr>
            <p:spPr bwMode="auto">
              <a:xfrm>
                <a:off x="2718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78" name="Freeform 3548"/>
              <p:cNvSpPr>
                <a:spLocks/>
              </p:cNvSpPr>
              <p:nvPr/>
            </p:nvSpPr>
            <p:spPr bwMode="auto">
              <a:xfrm>
                <a:off x="2874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79" name="Freeform 3549"/>
              <p:cNvSpPr>
                <a:spLocks/>
              </p:cNvSpPr>
              <p:nvPr/>
            </p:nvSpPr>
            <p:spPr bwMode="auto">
              <a:xfrm>
                <a:off x="2658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80" name="Freeform 3550"/>
              <p:cNvSpPr>
                <a:spLocks/>
              </p:cNvSpPr>
              <p:nvPr/>
            </p:nvSpPr>
            <p:spPr bwMode="auto">
              <a:xfrm>
                <a:off x="3054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81" name="Freeform 3551"/>
              <p:cNvSpPr>
                <a:spLocks/>
              </p:cNvSpPr>
              <p:nvPr/>
            </p:nvSpPr>
            <p:spPr bwMode="auto">
              <a:xfrm>
                <a:off x="2898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82" name="Freeform 3552"/>
              <p:cNvSpPr>
                <a:spLocks/>
              </p:cNvSpPr>
              <p:nvPr/>
            </p:nvSpPr>
            <p:spPr bwMode="auto">
              <a:xfrm>
                <a:off x="2730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83" name="Freeform 3553"/>
              <p:cNvSpPr>
                <a:spLocks/>
              </p:cNvSpPr>
              <p:nvPr/>
            </p:nvSpPr>
            <p:spPr bwMode="auto">
              <a:xfrm>
                <a:off x="2820" y="28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84" name="Freeform 3554"/>
              <p:cNvSpPr>
                <a:spLocks/>
              </p:cNvSpPr>
              <p:nvPr/>
            </p:nvSpPr>
            <p:spPr bwMode="auto">
              <a:xfrm>
                <a:off x="2940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85" name="Freeform 3555"/>
              <p:cNvSpPr>
                <a:spLocks/>
              </p:cNvSpPr>
              <p:nvPr/>
            </p:nvSpPr>
            <p:spPr bwMode="auto">
              <a:xfrm>
                <a:off x="2580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86" name="Freeform 3556"/>
              <p:cNvSpPr>
                <a:spLocks/>
              </p:cNvSpPr>
              <p:nvPr/>
            </p:nvSpPr>
            <p:spPr bwMode="auto">
              <a:xfrm>
                <a:off x="2748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87" name="Freeform 3557"/>
              <p:cNvSpPr>
                <a:spLocks/>
              </p:cNvSpPr>
              <p:nvPr/>
            </p:nvSpPr>
            <p:spPr bwMode="auto">
              <a:xfrm>
                <a:off x="2634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88" name="Freeform 3558"/>
              <p:cNvSpPr>
                <a:spLocks/>
              </p:cNvSpPr>
              <p:nvPr/>
            </p:nvSpPr>
            <p:spPr bwMode="auto">
              <a:xfrm>
                <a:off x="2988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89" name="Freeform 3559"/>
              <p:cNvSpPr>
                <a:spLocks/>
              </p:cNvSpPr>
              <p:nvPr/>
            </p:nvSpPr>
            <p:spPr bwMode="auto">
              <a:xfrm>
                <a:off x="3126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90" name="Freeform 3560"/>
              <p:cNvSpPr>
                <a:spLocks/>
              </p:cNvSpPr>
              <p:nvPr/>
            </p:nvSpPr>
            <p:spPr bwMode="auto">
              <a:xfrm>
                <a:off x="2928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91" name="Freeform 3561"/>
              <p:cNvSpPr>
                <a:spLocks/>
              </p:cNvSpPr>
              <p:nvPr/>
            </p:nvSpPr>
            <p:spPr bwMode="auto">
              <a:xfrm>
                <a:off x="3246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92" name="Freeform 3562"/>
              <p:cNvSpPr>
                <a:spLocks/>
              </p:cNvSpPr>
              <p:nvPr/>
            </p:nvSpPr>
            <p:spPr bwMode="auto">
              <a:xfrm>
                <a:off x="2922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93" name="Freeform 3563"/>
              <p:cNvSpPr>
                <a:spLocks/>
              </p:cNvSpPr>
              <p:nvPr/>
            </p:nvSpPr>
            <p:spPr bwMode="auto">
              <a:xfrm>
                <a:off x="2664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94" name="Freeform 3564"/>
              <p:cNvSpPr>
                <a:spLocks/>
              </p:cNvSpPr>
              <p:nvPr/>
            </p:nvSpPr>
            <p:spPr bwMode="auto">
              <a:xfrm>
                <a:off x="3030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95" name="Freeform 3565"/>
              <p:cNvSpPr>
                <a:spLocks/>
              </p:cNvSpPr>
              <p:nvPr/>
            </p:nvSpPr>
            <p:spPr bwMode="auto">
              <a:xfrm>
                <a:off x="2988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96" name="Freeform 3566"/>
              <p:cNvSpPr>
                <a:spLocks/>
              </p:cNvSpPr>
              <p:nvPr/>
            </p:nvSpPr>
            <p:spPr bwMode="auto">
              <a:xfrm>
                <a:off x="2832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97" name="Freeform 3567"/>
              <p:cNvSpPr>
                <a:spLocks/>
              </p:cNvSpPr>
              <p:nvPr/>
            </p:nvSpPr>
            <p:spPr bwMode="auto">
              <a:xfrm>
                <a:off x="3054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98" name="Freeform 3568"/>
              <p:cNvSpPr>
                <a:spLocks/>
              </p:cNvSpPr>
              <p:nvPr/>
            </p:nvSpPr>
            <p:spPr bwMode="auto">
              <a:xfrm>
                <a:off x="2790" y="20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899" name="Freeform 3569"/>
              <p:cNvSpPr>
                <a:spLocks/>
              </p:cNvSpPr>
              <p:nvPr/>
            </p:nvSpPr>
            <p:spPr bwMode="auto">
              <a:xfrm>
                <a:off x="2736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00" name="Freeform 3570"/>
              <p:cNvSpPr>
                <a:spLocks/>
              </p:cNvSpPr>
              <p:nvPr/>
            </p:nvSpPr>
            <p:spPr bwMode="auto">
              <a:xfrm>
                <a:off x="2550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01" name="Freeform 3571"/>
              <p:cNvSpPr>
                <a:spLocks/>
              </p:cNvSpPr>
              <p:nvPr/>
            </p:nvSpPr>
            <p:spPr bwMode="auto">
              <a:xfrm>
                <a:off x="2502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02" name="Freeform 3572"/>
              <p:cNvSpPr>
                <a:spLocks/>
              </p:cNvSpPr>
              <p:nvPr/>
            </p:nvSpPr>
            <p:spPr bwMode="auto">
              <a:xfrm>
                <a:off x="2616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03" name="Freeform 3573"/>
              <p:cNvSpPr>
                <a:spLocks/>
              </p:cNvSpPr>
              <p:nvPr/>
            </p:nvSpPr>
            <p:spPr bwMode="auto">
              <a:xfrm>
                <a:off x="2994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04" name="Freeform 3574"/>
              <p:cNvSpPr>
                <a:spLocks/>
              </p:cNvSpPr>
              <p:nvPr/>
            </p:nvSpPr>
            <p:spPr bwMode="auto">
              <a:xfrm>
                <a:off x="2898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05" name="Freeform 3575"/>
              <p:cNvSpPr>
                <a:spLocks/>
              </p:cNvSpPr>
              <p:nvPr/>
            </p:nvSpPr>
            <p:spPr bwMode="auto">
              <a:xfrm>
                <a:off x="3348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06" name="Freeform 3576"/>
              <p:cNvSpPr>
                <a:spLocks/>
              </p:cNvSpPr>
              <p:nvPr/>
            </p:nvSpPr>
            <p:spPr bwMode="auto">
              <a:xfrm>
                <a:off x="3090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07" name="Freeform 3577"/>
              <p:cNvSpPr>
                <a:spLocks/>
              </p:cNvSpPr>
              <p:nvPr/>
            </p:nvSpPr>
            <p:spPr bwMode="auto">
              <a:xfrm>
                <a:off x="2832" y="27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08" name="Freeform 3578"/>
              <p:cNvSpPr>
                <a:spLocks/>
              </p:cNvSpPr>
              <p:nvPr/>
            </p:nvSpPr>
            <p:spPr bwMode="auto">
              <a:xfrm>
                <a:off x="3138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09" name="Freeform 3579"/>
              <p:cNvSpPr>
                <a:spLocks/>
              </p:cNvSpPr>
              <p:nvPr/>
            </p:nvSpPr>
            <p:spPr bwMode="auto">
              <a:xfrm>
                <a:off x="2832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10" name="Freeform 3580"/>
              <p:cNvSpPr>
                <a:spLocks/>
              </p:cNvSpPr>
              <p:nvPr/>
            </p:nvSpPr>
            <p:spPr bwMode="auto">
              <a:xfrm>
                <a:off x="2634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11" name="Freeform 3581"/>
              <p:cNvSpPr>
                <a:spLocks/>
              </p:cNvSpPr>
              <p:nvPr/>
            </p:nvSpPr>
            <p:spPr bwMode="auto">
              <a:xfrm>
                <a:off x="2862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12" name="Freeform 3582"/>
              <p:cNvSpPr>
                <a:spLocks/>
              </p:cNvSpPr>
              <p:nvPr/>
            </p:nvSpPr>
            <p:spPr bwMode="auto">
              <a:xfrm>
                <a:off x="3030" y="27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13" name="Freeform 3583"/>
              <p:cNvSpPr>
                <a:spLocks/>
              </p:cNvSpPr>
              <p:nvPr/>
            </p:nvSpPr>
            <p:spPr bwMode="auto">
              <a:xfrm>
                <a:off x="2808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14" name="Freeform 3584"/>
              <p:cNvSpPr>
                <a:spLocks/>
              </p:cNvSpPr>
              <p:nvPr/>
            </p:nvSpPr>
            <p:spPr bwMode="auto">
              <a:xfrm>
                <a:off x="2826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15" name="Freeform 3585"/>
              <p:cNvSpPr>
                <a:spLocks/>
              </p:cNvSpPr>
              <p:nvPr/>
            </p:nvSpPr>
            <p:spPr bwMode="auto">
              <a:xfrm>
                <a:off x="2988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16" name="Freeform 3586"/>
              <p:cNvSpPr>
                <a:spLocks/>
              </p:cNvSpPr>
              <p:nvPr/>
            </p:nvSpPr>
            <p:spPr bwMode="auto">
              <a:xfrm>
                <a:off x="2700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17" name="Freeform 3587"/>
              <p:cNvSpPr>
                <a:spLocks/>
              </p:cNvSpPr>
              <p:nvPr/>
            </p:nvSpPr>
            <p:spPr bwMode="auto">
              <a:xfrm>
                <a:off x="2478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18" name="Freeform 3588"/>
              <p:cNvSpPr>
                <a:spLocks/>
              </p:cNvSpPr>
              <p:nvPr/>
            </p:nvSpPr>
            <p:spPr bwMode="auto">
              <a:xfrm>
                <a:off x="2466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19" name="Freeform 3589"/>
              <p:cNvSpPr>
                <a:spLocks/>
              </p:cNvSpPr>
              <p:nvPr/>
            </p:nvSpPr>
            <p:spPr bwMode="auto">
              <a:xfrm>
                <a:off x="2400" y="27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20" name="Freeform 3590"/>
              <p:cNvSpPr>
                <a:spLocks/>
              </p:cNvSpPr>
              <p:nvPr/>
            </p:nvSpPr>
            <p:spPr bwMode="auto">
              <a:xfrm>
                <a:off x="3270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21" name="Freeform 3591"/>
              <p:cNvSpPr>
                <a:spLocks/>
              </p:cNvSpPr>
              <p:nvPr/>
            </p:nvSpPr>
            <p:spPr bwMode="auto">
              <a:xfrm>
                <a:off x="2808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22" name="Freeform 3592"/>
              <p:cNvSpPr>
                <a:spLocks/>
              </p:cNvSpPr>
              <p:nvPr/>
            </p:nvSpPr>
            <p:spPr bwMode="auto">
              <a:xfrm>
                <a:off x="3582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23" name="Freeform 3593"/>
              <p:cNvSpPr>
                <a:spLocks/>
              </p:cNvSpPr>
              <p:nvPr/>
            </p:nvSpPr>
            <p:spPr bwMode="auto">
              <a:xfrm>
                <a:off x="3144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24" name="Freeform 3594"/>
              <p:cNvSpPr>
                <a:spLocks/>
              </p:cNvSpPr>
              <p:nvPr/>
            </p:nvSpPr>
            <p:spPr bwMode="auto">
              <a:xfrm>
                <a:off x="3156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25" name="Freeform 3595"/>
              <p:cNvSpPr>
                <a:spLocks/>
              </p:cNvSpPr>
              <p:nvPr/>
            </p:nvSpPr>
            <p:spPr bwMode="auto">
              <a:xfrm>
                <a:off x="2616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26" name="Freeform 3596"/>
              <p:cNvSpPr>
                <a:spLocks/>
              </p:cNvSpPr>
              <p:nvPr/>
            </p:nvSpPr>
            <p:spPr bwMode="auto">
              <a:xfrm>
                <a:off x="2142" y="28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27" name="Freeform 3597"/>
              <p:cNvSpPr>
                <a:spLocks/>
              </p:cNvSpPr>
              <p:nvPr/>
            </p:nvSpPr>
            <p:spPr bwMode="auto">
              <a:xfrm>
                <a:off x="2514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28" name="Freeform 3598"/>
              <p:cNvSpPr>
                <a:spLocks/>
              </p:cNvSpPr>
              <p:nvPr/>
            </p:nvSpPr>
            <p:spPr bwMode="auto">
              <a:xfrm>
                <a:off x="2892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29" name="Freeform 3599"/>
              <p:cNvSpPr>
                <a:spLocks/>
              </p:cNvSpPr>
              <p:nvPr/>
            </p:nvSpPr>
            <p:spPr bwMode="auto">
              <a:xfrm>
                <a:off x="3006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30" name="Freeform 3600"/>
              <p:cNvSpPr>
                <a:spLocks/>
              </p:cNvSpPr>
              <p:nvPr/>
            </p:nvSpPr>
            <p:spPr bwMode="auto">
              <a:xfrm>
                <a:off x="2844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31" name="Freeform 3601"/>
              <p:cNvSpPr>
                <a:spLocks/>
              </p:cNvSpPr>
              <p:nvPr/>
            </p:nvSpPr>
            <p:spPr bwMode="auto">
              <a:xfrm>
                <a:off x="2934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32" name="Freeform 3602"/>
              <p:cNvSpPr>
                <a:spLocks/>
              </p:cNvSpPr>
              <p:nvPr/>
            </p:nvSpPr>
            <p:spPr bwMode="auto">
              <a:xfrm>
                <a:off x="2748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33" name="Freeform 3603"/>
              <p:cNvSpPr>
                <a:spLocks/>
              </p:cNvSpPr>
              <p:nvPr/>
            </p:nvSpPr>
            <p:spPr bwMode="auto">
              <a:xfrm>
                <a:off x="3210" y="21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34" name="Freeform 3604"/>
              <p:cNvSpPr>
                <a:spLocks/>
              </p:cNvSpPr>
              <p:nvPr/>
            </p:nvSpPr>
            <p:spPr bwMode="auto">
              <a:xfrm>
                <a:off x="3024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35" name="Freeform 3605"/>
              <p:cNvSpPr>
                <a:spLocks/>
              </p:cNvSpPr>
              <p:nvPr/>
            </p:nvSpPr>
            <p:spPr bwMode="auto">
              <a:xfrm>
                <a:off x="277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36" name="Freeform 3606"/>
              <p:cNvSpPr>
                <a:spLocks/>
              </p:cNvSpPr>
              <p:nvPr/>
            </p:nvSpPr>
            <p:spPr bwMode="auto">
              <a:xfrm>
                <a:off x="2940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37" name="Freeform 3607"/>
              <p:cNvSpPr>
                <a:spLocks/>
              </p:cNvSpPr>
              <p:nvPr/>
            </p:nvSpPr>
            <p:spPr bwMode="auto">
              <a:xfrm>
                <a:off x="3270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38" name="Freeform 3608"/>
              <p:cNvSpPr>
                <a:spLocks/>
              </p:cNvSpPr>
              <p:nvPr/>
            </p:nvSpPr>
            <p:spPr bwMode="auto">
              <a:xfrm>
                <a:off x="2814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39" name="Freeform 3609"/>
              <p:cNvSpPr>
                <a:spLocks/>
              </p:cNvSpPr>
              <p:nvPr/>
            </p:nvSpPr>
            <p:spPr bwMode="auto">
              <a:xfrm>
                <a:off x="3108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40" name="Freeform 3610"/>
              <p:cNvSpPr>
                <a:spLocks/>
              </p:cNvSpPr>
              <p:nvPr/>
            </p:nvSpPr>
            <p:spPr bwMode="auto">
              <a:xfrm>
                <a:off x="2922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41" name="Freeform 3611"/>
              <p:cNvSpPr>
                <a:spLocks/>
              </p:cNvSpPr>
              <p:nvPr/>
            </p:nvSpPr>
            <p:spPr bwMode="auto">
              <a:xfrm>
                <a:off x="303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42" name="Freeform 3612"/>
              <p:cNvSpPr>
                <a:spLocks/>
              </p:cNvSpPr>
              <p:nvPr/>
            </p:nvSpPr>
            <p:spPr bwMode="auto">
              <a:xfrm>
                <a:off x="3036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43" name="Freeform 3613"/>
              <p:cNvSpPr>
                <a:spLocks/>
              </p:cNvSpPr>
              <p:nvPr/>
            </p:nvSpPr>
            <p:spPr bwMode="auto">
              <a:xfrm>
                <a:off x="2910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44" name="Freeform 3614"/>
              <p:cNvSpPr>
                <a:spLocks/>
              </p:cNvSpPr>
              <p:nvPr/>
            </p:nvSpPr>
            <p:spPr bwMode="auto">
              <a:xfrm>
                <a:off x="2754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45" name="Freeform 3615"/>
              <p:cNvSpPr>
                <a:spLocks/>
              </p:cNvSpPr>
              <p:nvPr/>
            </p:nvSpPr>
            <p:spPr bwMode="auto">
              <a:xfrm>
                <a:off x="3120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46" name="Freeform 3616"/>
              <p:cNvSpPr>
                <a:spLocks/>
              </p:cNvSpPr>
              <p:nvPr/>
            </p:nvSpPr>
            <p:spPr bwMode="auto">
              <a:xfrm>
                <a:off x="2922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47" name="Freeform 3617"/>
              <p:cNvSpPr>
                <a:spLocks/>
              </p:cNvSpPr>
              <p:nvPr/>
            </p:nvSpPr>
            <p:spPr bwMode="auto">
              <a:xfrm>
                <a:off x="249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48" name="Freeform 3618"/>
              <p:cNvSpPr>
                <a:spLocks/>
              </p:cNvSpPr>
              <p:nvPr/>
            </p:nvSpPr>
            <p:spPr bwMode="auto">
              <a:xfrm>
                <a:off x="2508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49" name="Freeform 3619"/>
              <p:cNvSpPr>
                <a:spLocks/>
              </p:cNvSpPr>
              <p:nvPr/>
            </p:nvSpPr>
            <p:spPr bwMode="auto">
              <a:xfrm>
                <a:off x="2676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50" name="Freeform 3620"/>
              <p:cNvSpPr>
                <a:spLocks/>
              </p:cNvSpPr>
              <p:nvPr/>
            </p:nvSpPr>
            <p:spPr bwMode="auto">
              <a:xfrm>
                <a:off x="3102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951" name="Freeform 3621"/>
              <p:cNvSpPr>
                <a:spLocks/>
              </p:cNvSpPr>
              <p:nvPr/>
            </p:nvSpPr>
            <p:spPr bwMode="auto">
              <a:xfrm>
                <a:off x="3210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22" name="Group 3823"/>
            <p:cNvGrpSpPr>
              <a:grpSpLocks/>
            </p:cNvGrpSpPr>
            <p:nvPr/>
          </p:nvGrpSpPr>
          <p:grpSpPr bwMode="auto">
            <a:xfrm>
              <a:off x="2244" y="1959"/>
              <a:ext cx="1278" cy="1056"/>
              <a:chOff x="2244" y="1959"/>
              <a:chExt cx="1278" cy="1056"/>
            </a:xfrm>
          </p:grpSpPr>
          <p:sp>
            <p:nvSpPr>
              <p:cNvPr id="57552" name="Freeform 3623"/>
              <p:cNvSpPr>
                <a:spLocks/>
              </p:cNvSpPr>
              <p:nvPr/>
            </p:nvSpPr>
            <p:spPr bwMode="auto">
              <a:xfrm>
                <a:off x="2514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53" name="Freeform 3624"/>
              <p:cNvSpPr>
                <a:spLocks/>
              </p:cNvSpPr>
              <p:nvPr/>
            </p:nvSpPr>
            <p:spPr bwMode="auto">
              <a:xfrm>
                <a:off x="3024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54" name="Freeform 3625"/>
              <p:cNvSpPr>
                <a:spLocks/>
              </p:cNvSpPr>
              <p:nvPr/>
            </p:nvSpPr>
            <p:spPr bwMode="auto">
              <a:xfrm>
                <a:off x="3222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55" name="Freeform 3626"/>
              <p:cNvSpPr>
                <a:spLocks/>
              </p:cNvSpPr>
              <p:nvPr/>
            </p:nvSpPr>
            <p:spPr bwMode="auto">
              <a:xfrm>
                <a:off x="3396" y="21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56" name="Freeform 3627"/>
              <p:cNvSpPr>
                <a:spLocks/>
              </p:cNvSpPr>
              <p:nvPr/>
            </p:nvSpPr>
            <p:spPr bwMode="auto">
              <a:xfrm>
                <a:off x="2964" y="20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57" name="Freeform 3628"/>
              <p:cNvSpPr>
                <a:spLocks/>
              </p:cNvSpPr>
              <p:nvPr/>
            </p:nvSpPr>
            <p:spPr bwMode="auto">
              <a:xfrm>
                <a:off x="2940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58" name="Freeform 3629"/>
              <p:cNvSpPr>
                <a:spLocks/>
              </p:cNvSpPr>
              <p:nvPr/>
            </p:nvSpPr>
            <p:spPr bwMode="auto">
              <a:xfrm>
                <a:off x="3288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59" name="Freeform 3630"/>
              <p:cNvSpPr>
                <a:spLocks/>
              </p:cNvSpPr>
              <p:nvPr/>
            </p:nvSpPr>
            <p:spPr bwMode="auto">
              <a:xfrm>
                <a:off x="2628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60" name="Freeform 3631"/>
              <p:cNvSpPr>
                <a:spLocks/>
              </p:cNvSpPr>
              <p:nvPr/>
            </p:nvSpPr>
            <p:spPr bwMode="auto">
              <a:xfrm>
                <a:off x="3240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61" name="Freeform 3632"/>
              <p:cNvSpPr>
                <a:spLocks/>
              </p:cNvSpPr>
              <p:nvPr/>
            </p:nvSpPr>
            <p:spPr bwMode="auto">
              <a:xfrm>
                <a:off x="2982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62" name="Freeform 3633"/>
              <p:cNvSpPr>
                <a:spLocks/>
              </p:cNvSpPr>
              <p:nvPr/>
            </p:nvSpPr>
            <p:spPr bwMode="auto">
              <a:xfrm>
                <a:off x="2634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63" name="Freeform 3634"/>
              <p:cNvSpPr>
                <a:spLocks/>
              </p:cNvSpPr>
              <p:nvPr/>
            </p:nvSpPr>
            <p:spPr bwMode="auto">
              <a:xfrm>
                <a:off x="3096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64" name="Freeform 3635"/>
              <p:cNvSpPr>
                <a:spLocks/>
              </p:cNvSpPr>
              <p:nvPr/>
            </p:nvSpPr>
            <p:spPr bwMode="auto">
              <a:xfrm>
                <a:off x="2496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65" name="Freeform 3636"/>
              <p:cNvSpPr>
                <a:spLocks/>
              </p:cNvSpPr>
              <p:nvPr/>
            </p:nvSpPr>
            <p:spPr bwMode="auto">
              <a:xfrm>
                <a:off x="2700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66" name="Freeform 3637"/>
              <p:cNvSpPr>
                <a:spLocks/>
              </p:cNvSpPr>
              <p:nvPr/>
            </p:nvSpPr>
            <p:spPr bwMode="auto">
              <a:xfrm>
                <a:off x="2736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67" name="Freeform 3638"/>
              <p:cNvSpPr>
                <a:spLocks/>
              </p:cNvSpPr>
              <p:nvPr/>
            </p:nvSpPr>
            <p:spPr bwMode="auto">
              <a:xfrm>
                <a:off x="2712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68" name="Freeform 3639"/>
              <p:cNvSpPr>
                <a:spLocks/>
              </p:cNvSpPr>
              <p:nvPr/>
            </p:nvSpPr>
            <p:spPr bwMode="auto">
              <a:xfrm>
                <a:off x="2946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69" name="Freeform 3640"/>
              <p:cNvSpPr>
                <a:spLocks/>
              </p:cNvSpPr>
              <p:nvPr/>
            </p:nvSpPr>
            <p:spPr bwMode="auto">
              <a:xfrm>
                <a:off x="2862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70" name="Freeform 3641"/>
              <p:cNvSpPr>
                <a:spLocks/>
              </p:cNvSpPr>
              <p:nvPr/>
            </p:nvSpPr>
            <p:spPr bwMode="auto">
              <a:xfrm>
                <a:off x="2754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71" name="Freeform 3642"/>
              <p:cNvSpPr>
                <a:spLocks/>
              </p:cNvSpPr>
              <p:nvPr/>
            </p:nvSpPr>
            <p:spPr bwMode="auto">
              <a:xfrm>
                <a:off x="2886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72" name="Freeform 3643"/>
              <p:cNvSpPr>
                <a:spLocks/>
              </p:cNvSpPr>
              <p:nvPr/>
            </p:nvSpPr>
            <p:spPr bwMode="auto">
              <a:xfrm>
                <a:off x="2874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73" name="Freeform 3644"/>
              <p:cNvSpPr>
                <a:spLocks/>
              </p:cNvSpPr>
              <p:nvPr/>
            </p:nvSpPr>
            <p:spPr bwMode="auto">
              <a:xfrm>
                <a:off x="3294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74" name="Freeform 3645"/>
              <p:cNvSpPr>
                <a:spLocks/>
              </p:cNvSpPr>
              <p:nvPr/>
            </p:nvSpPr>
            <p:spPr bwMode="auto">
              <a:xfrm>
                <a:off x="2394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75" name="Freeform 3646"/>
              <p:cNvSpPr>
                <a:spLocks/>
              </p:cNvSpPr>
              <p:nvPr/>
            </p:nvSpPr>
            <p:spPr bwMode="auto">
              <a:xfrm>
                <a:off x="2670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76" name="Freeform 3647"/>
              <p:cNvSpPr>
                <a:spLocks/>
              </p:cNvSpPr>
              <p:nvPr/>
            </p:nvSpPr>
            <p:spPr bwMode="auto">
              <a:xfrm>
                <a:off x="2964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77" name="Freeform 3648"/>
              <p:cNvSpPr>
                <a:spLocks/>
              </p:cNvSpPr>
              <p:nvPr/>
            </p:nvSpPr>
            <p:spPr bwMode="auto">
              <a:xfrm>
                <a:off x="2670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78" name="Freeform 3649"/>
              <p:cNvSpPr>
                <a:spLocks/>
              </p:cNvSpPr>
              <p:nvPr/>
            </p:nvSpPr>
            <p:spPr bwMode="auto">
              <a:xfrm>
                <a:off x="2964" y="21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79" name="Freeform 3650"/>
              <p:cNvSpPr>
                <a:spLocks/>
              </p:cNvSpPr>
              <p:nvPr/>
            </p:nvSpPr>
            <p:spPr bwMode="auto">
              <a:xfrm>
                <a:off x="2946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80" name="Freeform 3651"/>
              <p:cNvSpPr>
                <a:spLocks/>
              </p:cNvSpPr>
              <p:nvPr/>
            </p:nvSpPr>
            <p:spPr bwMode="auto">
              <a:xfrm>
                <a:off x="2886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81" name="Freeform 3652"/>
              <p:cNvSpPr>
                <a:spLocks/>
              </p:cNvSpPr>
              <p:nvPr/>
            </p:nvSpPr>
            <p:spPr bwMode="auto">
              <a:xfrm>
                <a:off x="2556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82" name="Freeform 3653"/>
              <p:cNvSpPr>
                <a:spLocks/>
              </p:cNvSpPr>
              <p:nvPr/>
            </p:nvSpPr>
            <p:spPr bwMode="auto">
              <a:xfrm>
                <a:off x="2970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83" name="Freeform 3654"/>
              <p:cNvSpPr>
                <a:spLocks/>
              </p:cNvSpPr>
              <p:nvPr/>
            </p:nvSpPr>
            <p:spPr bwMode="auto">
              <a:xfrm>
                <a:off x="2934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84" name="Freeform 3655"/>
              <p:cNvSpPr>
                <a:spLocks/>
              </p:cNvSpPr>
              <p:nvPr/>
            </p:nvSpPr>
            <p:spPr bwMode="auto">
              <a:xfrm>
                <a:off x="2394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85" name="Freeform 3656"/>
              <p:cNvSpPr>
                <a:spLocks/>
              </p:cNvSpPr>
              <p:nvPr/>
            </p:nvSpPr>
            <p:spPr bwMode="auto">
              <a:xfrm>
                <a:off x="2808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86" name="Freeform 3657"/>
              <p:cNvSpPr>
                <a:spLocks/>
              </p:cNvSpPr>
              <p:nvPr/>
            </p:nvSpPr>
            <p:spPr bwMode="auto">
              <a:xfrm>
                <a:off x="3222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87" name="Freeform 3658"/>
              <p:cNvSpPr>
                <a:spLocks/>
              </p:cNvSpPr>
              <p:nvPr/>
            </p:nvSpPr>
            <p:spPr bwMode="auto">
              <a:xfrm>
                <a:off x="2346" y="28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88" name="Freeform 3659"/>
              <p:cNvSpPr>
                <a:spLocks/>
              </p:cNvSpPr>
              <p:nvPr/>
            </p:nvSpPr>
            <p:spPr bwMode="auto">
              <a:xfrm>
                <a:off x="2634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89" name="Freeform 3660"/>
              <p:cNvSpPr>
                <a:spLocks/>
              </p:cNvSpPr>
              <p:nvPr/>
            </p:nvSpPr>
            <p:spPr bwMode="auto">
              <a:xfrm>
                <a:off x="2694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90" name="Freeform 3661"/>
              <p:cNvSpPr>
                <a:spLocks/>
              </p:cNvSpPr>
              <p:nvPr/>
            </p:nvSpPr>
            <p:spPr bwMode="auto">
              <a:xfrm>
                <a:off x="3000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91" name="Freeform 3662"/>
              <p:cNvSpPr>
                <a:spLocks/>
              </p:cNvSpPr>
              <p:nvPr/>
            </p:nvSpPr>
            <p:spPr bwMode="auto">
              <a:xfrm>
                <a:off x="2412" y="28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92" name="Freeform 3663"/>
              <p:cNvSpPr>
                <a:spLocks/>
              </p:cNvSpPr>
              <p:nvPr/>
            </p:nvSpPr>
            <p:spPr bwMode="auto">
              <a:xfrm>
                <a:off x="2742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93" name="Freeform 3664"/>
              <p:cNvSpPr>
                <a:spLocks/>
              </p:cNvSpPr>
              <p:nvPr/>
            </p:nvSpPr>
            <p:spPr bwMode="auto">
              <a:xfrm>
                <a:off x="3084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94" name="Freeform 3665"/>
              <p:cNvSpPr>
                <a:spLocks/>
              </p:cNvSpPr>
              <p:nvPr/>
            </p:nvSpPr>
            <p:spPr bwMode="auto">
              <a:xfrm>
                <a:off x="2532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95" name="Freeform 3666"/>
              <p:cNvSpPr>
                <a:spLocks/>
              </p:cNvSpPr>
              <p:nvPr/>
            </p:nvSpPr>
            <p:spPr bwMode="auto">
              <a:xfrm>
                <a:off x="2424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96" name="Freeform 3667"/>
              <p:cNvSpPr>
                <a:spLocks/>
              </p:cNvSpPr>
              <p:nvPr/>
            </p:nvSpPr>
            <p:spPr bwMode="auto">
              <a:xfrm>
                <a:off x="3060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97" name="Freeform 3668"/>
              <p:cNvSpPr>
                <a:spLocks/>
              </p:cNvSpPr>
              <p:nvPr/>
            </p:nvSpPr>
            <p:spPr bwMode="auto">
              <a:xfrm>
                <a:off x="2910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98" name="Freeform 3669"/>
              <p:cNvSpPr>
                <a:spLocks/>
              </p:cNvSpPr>
              <p:nvPr/>
            </p:nvSpPr>
            <p:spPr bwMode="auto">
              <a:xfrm>
                <a:off x="3078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99" name="Freeform 3670"/>
              <p:cNvSpPr>
                <a:spLocks/>
              </p:cNvSpPr>
              <p:nvPr/>
            </p:nvSpPr>
            <p:spPr bwMode="auto">
              <a:xfrm>
                <a:off x="2976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00" name="Freeform 3671"/>
              <p:cNvSpPr>
                <a:spLocks/>
              </p:cNvSpPr>
              <p:nvPr/>
            </p:nvSpPr>
            <p:spPr bwMode="auto">
              <a:xfrm>
                <a:off x="3150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01" name="Freeform 3672"/>
              <p:cNvSpPr>
                <a:spLocks/>
              </p:cNvSpPr>
              <p:nvPr/>
            </p:nvSpPr>
            <p:spPr bwMode="auto">
              <a:xfrm>
                <a:off x="2262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02" name="Freeform 3673"/>
              <p:cNvSpPr>
                <a:spLocks/>
              </p:cNvSpPr>
              <p:nvPr/>
            </p:nvSpPr>
            <p:spPr bwMode="auto">
              <a:xfrm>
                <a:off x="3414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03" name="Freeform 3674"/>
              <p:cNvSpPr>
                <a:spLocks/>
              </p:cNvSpPr>
              <p:nvPr/>
            </p:nvSpPr>
            <p:spPr bwMode="auto">
              <a:xfrm>
                <a:off x="3000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04" name="Freeform 3675"/>
              <p:cNvSpPr>
                <a:spLocks/>
              </p:cNvSpPr>
              <p:nvPr/>
            </p:nvSpPr>
            <p:spPr bwMode="auto">
              <a:xfrm>
                <a:off x="2904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05" name="Freeform 3676"/>
              <p:cNvSpPr>
                <a:spLocks/>
              </p:cNvSpPr>
              <p:nvPr/>
            </p:nvSpPr>
            <p:spPr bwMode="auto">
              <a:xfrm>
                <a:off x="2820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06" name="Freeform 3677"/>
              <p:cNvSpPr>
                <a:spLocks/>
              </p:cNvSpPr>
              <p:nvPr/>
            </p:nvSpPr>
            <p:spPr bwMode="auto">
              <a:xfrm>
                <a:off x="3294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07" name="Freeform 3678"/>
              <p:cNvSpPr>
                <a:spLocks/>
              </p:cNvSpPr>
              <p:nvPr/>
            </p:nvSpPr>
            <p:spPr bwMode="auto">
              <a:xfrm>
                <a:off x="3084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08" name="Freeform 3679"/>
              <p:cNvSpPr>
                <a:spLocks/>
              </p:cNvSpPr>
              <p:nvPr/>
            </p:nvSpPr>
            <p:spPr bwMode="auto">
              <a:xfrm>
                <a:off x="2544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09" name="Freeform 3680"/>
              <p:cNvSpPr>
                <a:spLocks/>
              </p:cNvSpPr>
              <p:nvPr/>
            </p:nvSpPr>
            <p:spPr bwMode="auto">
              <a:xfrm>
                <a:off x="3114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10" name="Freeform 3681"/>
              <p:cNvSpPr>
                <a:spLocks/>
              </p:cNvSpPr>
              <p:nvPr/>
            </p:nvSpPr>
            <p:spPr bwMode="auto">
              <a:xfrm>
                <a:off x="3468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11" name="Freeform 3682"/>
              <p:cNvSpPr>
                <a:spLocks/>
              </p:cNvSpPr>
              <p:nvPr/>
            </p:nvSpPr>
            <p:spPr bwMode="auto">
              <a:xfrm>
                <a:off x="2832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12" name="Freeform 3683"/>
              <p:cNvSpPr>
                <a:spLocks/>
              </p:cNvSpPr>
              <p:nvPr/>
            </p:nvSpPr>
            <p:spPr bwMode="auto">
              <a:xfrm>
                <a:off x="2898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13" name="Freeform 3684"/>
              <p:cNvSpPr>
                <a:spLocks/>
              </p:cNvSpPr>
              <p:nvPr/>
            </p:nvSpPr>
            <p:spPr bwMode="auto">
              <a:xfrm>
                <a:off x="2826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14" name="Freeform 3685"/>
              <p:cNvSpPr>
                <a:spLocks/>
              </p:cNvSpPr>
              <p:nvPr/>
            </p:nvSpPr>
            <p:spPr bwMode="auto">
              <a:xfrm>
                <a:off x="3186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15" name="Freeform 3686"/>
              <p:cNvSpPr>
                <a:spLocks/>
              </p:cNvSpPr>
              <p:nvPr/>
            </p:nvSpPr>
            <p:spPr bwMode="auto">
              <a:xfrm>
                <a:off x="2250" y="28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16" name="Freeform 3687"/>
              <p:cNvSpPr>
                <a:spLocks/>
              </p:cNvSpPr>
              <p:nvPr/>
            </p:nvSpPr>
            <p:spPr bwMode="auto">
              <a:xfrm>
                <a:off x="2808" y="21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17" name="Freeform 3688"/>
              <p:cNvSpPr>
                <a:spLocks/>
              </p:cNvSpPr>
              <p:nvPr/>
            </p:nvSpPr>
            <p:spPr bwMode="auto">
              <a:xfrm>
                <a:off x="2982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18" name="Freeform 3689"/>
              <p:cNvSpPr>
                <a:spLocks/>
              </p:cNvSpPr>
              <p:nvPr/>
            </p:nvSpPr>
            <p:spPr bwMode="auto">
              <a:xfrm>
                <a:off x="2856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19" name="Freeform 3690"/>
              <p:cNvSpPr>
                <a:spLocks/>
              </p:cNvSpPr>
              <p:nvPr/>
            </p:nvSpPr>
            <p:spPr bwMode="auto">
              <a:xfrm>
                <a:off x="279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20" name="Freeform 3691"/>
              <p:cNvSpPr>
                <a:spLocks/>
              </p:cNvSpPr>
              <p:nvPr/>
            </p:nvSpPr>
            <p:spPr bwMode="auto">
              <a:xfrm>
                <a:off x="3042" y="21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21" name="Freeform 3692"/>
              <p:cNvSpPr>
                <a:spLocks/>
              </p:cNvSpPr>
              <p:nvPr/>
            </p:nvSpPr>
            <p:spPr bwMode="auto">
              <a:xfrm>
                <a:off x="2844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22" name="Freeform 3693"/>
              <p:cNvSpPr>
                <a:spLocks/>
              </p:cNvSpPr>
              <p:nvPr/>
            </p:nvSpPr>
            <p:spPr bwMode="auto">
              <a:xfrm>
                <a:off x="3132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23" name="Freeform 3694"/>
              <p:cNvSpPr>
                <a:spLocks/>
              </p:cNvSpPr>
              <p:nvPr/>
            </p:nvSpPr>
            <p:spPr bwMode="auto">
              <a:xfrm>
                <a:off x="2766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24" name="Freeform 3695"/>
              <p:cNvSpPr>
                <a:spLocks/>
              </p:cNvSpPr>
              <p:nvPr/>
            </p:nvSpPr>
            <p:spPr bwMode="auto">
              <a:xfrm>
                <a:off x="3006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25" name="Freeform 3696"/>
              <p:cNvSpPr>
                <a:spLocks/>
              </p:cNvSpPr>
              <p:nvPr/>
            </p:nvSpPr>
            <p:spPr bwMode="auto">
              <a:xfrm>
                <a:off x="3288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26" name="Freeform 3697"/>
              <p:cNvSpPr>
                <a:spLocks/>
              </p:cNvSpPr>
              <p:nvPr/>
            </p:nvSpPr>
            <p:spPr bwMode="auto">
              <a:xfrm>
                <a:off x="2706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27" name="Freeform 3698"/>
              <p:cNvSpPr>
                <a:spLocks/>
              </p:cNvSpPr>
              <p:nvPr/>
            </p:nvSpPr>
            <p:spPr bwMode="auto">
              <a:xfrm>
                <a:off x="2808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28" name="Freeform 3699"/>
              <p:cNvSpPr>
                <a:spLocks/>
              </p:cNvSpPr>
              <p:nvPr/>
            </p:nvSpPr>
            <p:spPr bwMode="auto">
              <a:xfrm>
                <a:off x="2898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29" name="Freeform 3700"/>
              <p:cNvSpPr>
                <a:spLocks/>
              </p:cNvSpPr>
              <p:nvPr/>
            </p:nvSpPr>
            <p:spPr bwMode="auto">
              <a:xfrm>
                <a:off x="2784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30" name="Freeform 3701"/>
              <p:cNvSpPr>
                <a:spLocks/>
              </p:cNvSpPr>
              <p:nvPr/>
            </p:nvSpPr>
            <p:spPr bwMode="auto">
              <a:xfrm>
                <a:off x="2892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31" name="Freeform 3702"/>
              <p:cNvSpPr>
                <a:spLocks/>
              </p:cNvSpPr>
              <p:nvPr/>
            </p:nvSpPr>
            <p:spPr bwMode="auto">
              <a:xfrm>
                <a:off x="2760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32" name="Freeform 3703"/>
              <p:cNvSpPr>
                <a:spLocks/>
              </p:cNvSpPr>
              <p:nvPr/>
            </p:nvSpPr>
            <p:spPr bwMode="auto">
              <a:xfrm>
                <a:off x="2244" y="29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33" name="Freeform 3704"/>
              <p:cNvSpPr>
                <a:spLocks/>
              </p:cNvSpPr>
              <p:nvPr/>
            </p:nvSpPr>
            <p:spPr bwMode="auto">
              <a:xfrm>
                <a:off x="2850" y="27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34" name="Freeform 3705"/>
              <p:cNvSpPr>
                <a:spLocks/>
              </p:cNvSpPr>
              <p:nvPr/>
            </p:nvSpPr>
            <p:spPr bwMode="auto">
              <a:xfrm>
                <a:off x="2880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35" name="Freeform 3706"/>
              <p:cNvSpPr>
                <a:spLocks/>
              </p:cNvSpPr>
              <p:nvPr/>
            </p:nvSpPr>
            <p:spPr bwMode="auto">
              <a:xfrm>
                <a:off x="2952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36" name="Freeform 3707"/>
              <p:cNvSpPr>
                <a:spLocks/>
              </p:cNvSpPr>
              <p:nvPr/>
            </p:nvSpPr>
            <p:spPr bwMode="auto">
              <a:xfrm>
                <a:off x="2556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37" name="Freeform 3708"/>
              <p:cNvSpPr>
                <a:spLocks/>
              </p:cNvSpPr>
              <p:nvPr/>
            </p:nvSpPr>
            <p:spPr bwMode="auto">
              <a:xfrm>
                <a:off x="2850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38" name="Freeform 3709"/>
              <p:cNvSpPr>
                <a:spLocks/>
              </p:cNvSpPr>
              <p:nvPr/>
            </p:nvSpPr>
            <p:spPr bwMode="auto">
              <a:xfrm>
                <a:off x="3066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39" name="Freeform 3710"/>
              <p:cNvSpPr>
                <a:spLocks/>
              </p:cNvSpPr>
              <p:nvPr/>
            </p:nvSpPr>
            <p:spPr bwMode="auto">
              <a:xfrm>
                <a:off x="2958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40" name="Freeform 3711"/>
              <p:cNvSpPr>
                <a:spLocks/>
              </p:cNvSpPr>
              <p:nvPr/>
            </p:nvSpPr>
            <p:spPr bwMode="auto">
              <a:xfrm>
                <a:off x="2748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41" name="Freeform 3712"/>
              <p:cNvSpPr>
                <a:spLocks/>
              </p:cNvSpPr>
              <p:nvPr/>
            </p:nvSpPr>
            <p:spPr bwMode="auto">
              <a:xfrm>
                <a:off x="2778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42" name="Freeform 3713"/>
              <p:cNvSpPr>
                <a:spLocks/>
              </p:cNvSpPr>
              <p:nvPr/>
            </p:nvSpPr>
            <p:spPr bwMode="auto">
              <a:xfrm>
                <a:off x="2952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43" name="Freeform 3714"/>
              <p:cNvSpPr>
                <a:spLocks/>
              </p:cNvSpPr>
              <p:nvPr/>
            </p:nvSpPr>
            <p:spPr bwMode="auto">
              <a:xfrm>
                <a:off x="3048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44" name="Freeform 3715"/>
              <p:cNvSpPr>
                <a:spLocks/>
              </p:cNvSpPr>
              <p:nvPr/>
            </p:nvSpPr>
            <p:spPr bwMode="auto">
              <a:xfrm>
                <a:off x="3276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45" name="Freeform 3716"/>
              <p:cNvSpPr>
                <a:spLocks/>
              </p:cNvSpPr>
              <p:nvPr/>
            </p:nvSpPr>
            <p:spPr bwMode="auto">
              <a:xfrm>
                <a:off x="2754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46" name="Freeform 3717"/>
              <p:cNvSpPr>
                <a:spLocks/>
              </p:cNvSpPr>
              <p:nvPr/>
            </p:nvSpPr>
            <p:spPr bwMode="auto">
              <a:xfrm>
                <a:off x="2280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47" name="Freeform 3718"/>
              <p:cNvSpPr>
                <a:spLocks/>
              </p:cNvSpPr>
              <p:nvPr/>
            </p:nvSpPr>
            <p:spPr bwMode="auto">
              <a:xfrm>
                <a:off x="3042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48" name="Freeform 3719"/>
              <p:cNvSpPr>
                <a:spLocks/>
              </p:cNvSpPr>
              <p:nvPr/>
            </p:nvSpPr>
            <p:spPr bwMode="auto">
              <a:xfrm>
                <a:off x="2706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49" name="Freeform 3720"/>
              <p:cNvSpPr>
                <a:spLocks/>
              </p:cNvSpPr>
              <p:nvPr/>
            </p:nvSpPr>
            <p:spPr bwMode="auto">
              <a:xfrm>
                <a:off x="2940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50" name="Freeform 3721"/>
              <p:cNvSpPr>
                <a:spLocks/>
              </p:cNvSpPr>
              <p:nvPr/>
            </p:nvSpPr>
            <p:spPr bwMode="auto">
              <a:xfrm>
                <a:off x="2976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51" name="Freeform 3722"/>
              <p:cNvSpPr>
                <a:spLocks/>
              </p:cNvSpPr>
              <p:nvPr/>
            </p:nvSpPr>
            <p:spPr bwMode="auto">
              <a:xfrm>
                <a:off x="2694" y="19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52" name="Freeform 3723"/>
              <p:cNvSpPr>
                <a:spLocks/>
              </p:cNvSpPr>
              <p:nvPr/>
            </p:nvSpPr>
            <p:spPr bwMode="auto">
              <a:xfrm>
                <a:off x="3006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53" name="Freeform 3724"/>
              <p:cNvSpPr>
                <a:spLocks/>
              </p:cNvSpPr>
              <p:nvPr/>
            </p:nvSpPr>
            <p:spPr bwMode="auto">
              <a:xfrm>
                <a:off x="2484" y="29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54" name="Freeform 3725"/>
              <p:cNvSpPr>
                <a:spLocks/>
              </p:cNvSpPr>
              <p:nvPr/>
            </p:nvSpPr>
            <p:spPr bwMode="auto">
              <a:xfrm>
                <a:off x="3186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55" name="Freeform 3726"/>
              <p:cNvSpPr>
                <a:spLocks/>
              </p:cNvSpPr>
              <p:nvPr/>
            </p:nvSpPr>
            <p:spPr bwMode="auto">
              <a:xfrm>
                <a:off x="3096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56" name="Freeform 3727"/>
              <p:cNvSpPr>
                <a:spLocks/>
              </p:cNvSpPr>
              <p:nvPr/>
            </p:nvSpPr>
            <p:spPr bwMode="auto">
              <a:xfrm>
                <a:off x="3066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57" name="Freeform 3728"/>
              <p:cNvSpPr>
                <a:spLocks/>
              </p:cNvSpPr>
              <p:nvPr/>
            </p:nvSpPr>
            <p:spPr bwMode="auto">
              <a:xfrm>
                <a:off x="2316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58" name="Freeform 3729"/>
              <p:cNvSpPr>
                <a:spLocks/>
              </p:cNvSpPr>
              <p:nvPr/>
            </p:nvSpPr>
            <p:spPr bwMode="auto">
              <a:xfrm>
                <a:off x="3018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59" name="Freeform 3730"/>
              <p:cNvSpPr>
                <a:spLocks/>
              </p:cNvSpPr>
              <p:nvPr/>
            </p:nvSpPr>
            <p:spPr bwMode="auto">
              <a:xfrm>
                <a:off x="2898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60" name="Freeform 3731"/>
              <p:cNvSpPr>
                <a:spLocks/>
              </p:cNvSpPr>
              <p:nvPr/>
            </p:nvSpPr>
            <p:spPr bwMode="auto">
              <a:xfrm>
                <a:off x="2802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61" name="Freeform 3732"/>
              <p:cNvSpPr>
                <a:spLocks/>
              </p:cNvSpPr>
              <p:nvPr/>
            </p:nvSpPr>
            <p:spPr bwMode="auto">
              <a:xfrm>
                <a:off x="2358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62" name="Freeform 3733"/>
              <p:cNvSpPr>
                <a:spLocks/>
              </p:cNvSpPr>
              <p:nvPr/>
            </p:nvSpPr>
            <p:spPr bwMode="auto">
              <a:xfrm>
                <a:off x="2838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63" name="Freeform 3734"/>
              <p:cNvSpPr>
                <a:spLocks/>
              </p:cNvSpPr>
              <p:nvPr/>
            </p:nvSpPr>
            <p:spPr bwMode="auto">
              <a:xfrm>
                <a:off x="2550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64" name="Freeform 3735"/>
              <p:cNvSpPr>
                <a:spLocks/>
              </p:cNvSpPr>
              <p:nvPr/>
            </p:nvSpPr>
            <p:spPr bwMode="auto">
              <a:xfrm>
                <a:off x="2568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65" name="Freeform 3736"/>
              <p:cNvSpPr>
                <a:spLocks/>
              </p:cNvSpPr>
              <p:nvPr/>
            </p:nvSpPr>
            <p:spPr bwMode="auto">
              <a:xfrm>
                <a:off x="3264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66" name="Freeform 3737"/>
              <p:cNvSpPr>
                <a:spLocks/>
              </p:cNvSpPr>
              <p:nvPr/>
            </p:nvSpPr>
            <p:spPr bwMode="auto">
              <a:xfrm>
                <a:off x="2352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67" name="Freeform 3738"/>
              <p:cNvSpPr>
                <a:spLocks/>
              </p:cNvSpPr>
              <p:nvPr/>
            </p:nvSpPr>
            <p:spPr bwMode="auto">
              <a:xfrm>
                <a:off x="2466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68" name="Freeform 3739"/>
              <p:cNvSpPr>
                <a:spLocks/>
              </p:cNvSpPr>
              <p:nvPr/>
            </p:nvSpPr>
            <p:spPr bwMode="auto">
              <a:xfrm>
                <a:off x="3276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69" name="Freeform 3740"/>
              <p:cNvSpPr>
                <a:spLocks/>
              </p:cNvSpPr>
              <p:nvPr/>
            </p:nvSpPr>
            <p:spPr bwMode="auto">
              <a:xfrm>
                <a:off x="2886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70" name="Freeform 3741"/>
              <p:cNvSpPr>
                <a:spLocks/>
              </p:cNvSpPr>
              <p:nvPr/>
            </p:nvSpPr>
            <p:spPr bwMode="auto">
              <a:xfrm>
                <a:off x="2364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71" name="Freeform 3742"/>
              <p:cNvSpPr>
                <a:spLocks/>
              </p:cNvSpPr>
              <p:nvPr/>
            </p:nvSpPr>
            <p:spPr bwMode="auto">
              <a:xfrm>
                <a:off x="3324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72" name="Freeform 3743"/>
              <p:cNvSpPr>
                <a:spLocks/>
              </p:cNvSpPr>
              <p:nvPr/>
            </p:nvSpPr>
            <p:spPr bwMode="auto">
              <a:xfrm>
                <a:off x="2712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73" name="Freeform 3744"/>
              <p:cNvSpPr>
                <a:spLocks/>
              </p:cNvSpPr>
              <p:nvPr/>
            </p:nvSpPr>
            <p:spPr bwMode="auto">
              <a:xfrm>
                <a:off x="3348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74" name="Freeform 3745"/>
              <p:cNvSpPr>
                <a:spLocks/>
              </p:cNvSpPr>
              <p:nvPr/>
            </p:nvSpPr>
            <p:spPr bwMode="auto">
              <a:xfrm>
                <a:off x="2850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75" name="Freeform 3746"/>
              <p:cNvSpPr>
                <a:spLocks/>
              </p:cNvSpPr>
              <p:nvPr/>
            </p:nvSpPr>
            <p:spPr bwMode="auto">
              <a:xfrm>
                <a:off x="2718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76" name="Freeform 3747"/>
              <p:cNvSpPr>
                <a:spLocks/>
              </p:cNvSpPr>
              <p:nvPr/>
            </p:nvSpPr>
            <p:spPr bwMode="auto">
              <a:xfrm>
                <a:off x="2958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77" name="Freeform 3748"/>
              <p:cNvSpPr>
                <a:spLocks/>
              </p:cNvSpPr>
              <p:nvPr/>
            </p:nvSpPr>
            <p:spPr bwMode="auto">
              <a:xfrm>
                <a:off x="2310" y="30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78" name="Freeform 3749"/>
              <p:cNvSpPr>
                <a:spLocks/>
              </p:cNvSpPr>
              <p:nvPr/>
            </p:nvSpPr>
            <p:spPr bwMode="auto">
              <a:xfrm>
                <a:off x="3186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79" name="Freeform 3750"/>
              <p:cNvSpPr>
                <a:spLocks/>
              </p:cNvSpPr>
              <p:nvPr/>
            </p:nvSpPr>
            <p:spPr bwMode="auto">
              <a:xfrm>
                <a:off x="2574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80" name="Freeform 3751"/>
              <p:cNvSpPr>
                <a:spLocks/>
              </p:cNvSpPr>
              <p:nvPr/>
            </p:nvSpPr>
            <p:spPr bwMode="auto">
              <a:xfrm>
                <a:off x="3078" y="21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81" name="Freeform 3752"/>
              <p:cNvSpPr>
                <a:spLocks/>
              </p:cNvSpPr>
              <p:nvPr/>
            </p:nvSpPr>
            <p:spPr bwMode="auto">
              <a:xfrm>
                <a:off x="2862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82" name="Freeform 3753"/>
              <p:cNvSpPr>
                <a:spLocks/>
              </p:cNvSpPr>
              <p:nvPr/>
            </p:nvSpPr>
            <p:spPr bwMode="auto">
              <a:xfrm>
                <a:off x="2952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83" name="Freeform 3754"/>
              <p:cNvSpPr>
                <a:spLocks/>
              </p:cNvSpPr>
              <p:nvPr/>
            </p:nvSpPr>
            <p:spPr bwMode="auto">
              <a:xfrm>
                <a:off x="3300" y="21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84" name="Freeform 3755"/>
              <p:cNvSpPr>
                <a:spLocks/>
              </p:cNvSpPr>
              <p:nvPr/>
            </p:nvSpPr>
            <p:spPr bwMode="auto">
              <a:xfrm>
                <a:off x="2874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85" name="Freeform 3756"/>
              <p:cNvSpPr>
                <a:spLocks/>
              </p:cNvSpPr>
              <p:nvPr/>
            </p:nvSpPr>
            <p:spPr bwMode="auto">
              <a:xfrm>
                <a:off x="3126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86" name="Freeform 3757"/>
              <p:cNvSpPr>
                <a:spLocks/>
              </p:cNvSpPr>
              <p:nvPr/>
            </p:nvSpPr>
            <p:spPr bwMode="auto">
              <a:xfrm>
                <a:off x="2346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87" name="Freeform 3758"/>
              <p:cNvSpPr>
                <a:spLocks/>
              </p:cNvSpPr>
              <p:nvPr/>
            </p:nvSpPr>
            <p:spPr bwMode="auto">
              <a:xfrm>
                <a:off x="2568" y="29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88" name="Freeform 3759"/>
              <p:cNvSpPr>
                <a:spLocks/>
              </p:cNvSpPr>
              <p:nvPr/>
            </p:nvSpPr>
            <p:spPr bwMode="auto">
              <a:xfrm>
                <a:off x="2628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89" name="Freeform 3760"/>
              <p:cNvSpPr>
                <a:spLocks/>
              </p:cNvSpPr>
              <p:nvPr/>
            </p:nvSpPr>
            <p:spPr bwMode="auto">
              <a:xfrm>
                <a:off x="2550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90" name="Freeform 3761"/>
              <p:cNvSpPr>
                <a:spLocks/>
              </p:cNvSpPr>
              <p:nvPr/>
            </p:nvSpPr>
            <p:spPr bwMode="auto">
              <a:xfrm>
                <a:off x="2904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91" name="Freeform 3762"/>
              <p:cNvSpPr>
                <a:spLocks/>
              </p:cNvSpPr>
              <p:nvPr/>
            </p:nvSpPr>
            <p:spPr bwMode="auto">
              <a:xfrm>
                <a:off x="2484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92" name="Freeform 3763"/>
              <p:cNvSpPr>
                <a:spLocks/>
              </p:cNvSpPr>
              <p:nvPr/>
            </p:nvSpPr>
            <p:spPr bwMode="auto">
              <a:xfrm>
                <a:off x="2538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93" name="Freeform 3764"/>
              <p:cNvSpPr>
                <a:spLocks/>
              </p:cNvSpPr>
              <p:nvPr/>
            </p:nvSpPr>
            <p:spPr bwMode="auto">
              <a:xfrm>
                <a:off x="2910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94" name="Freeform 3765"/>
              <p:cNvSpPr>
                <a:spLocks/>
              </p:cNvSpPr>
              <p:nvPr/>
            </p:nvSpPr>
            <p:spPr bwMode="auto">
              <a:xfrm>
                <a:off x="3054" y="27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95" name="Freeform 3766"/>
              <p:cNvSpPr>
                <a:spLocks/>
              </p:cNvSpPr>
              <p:nvPr/>
            </p:nvSpPr>
            <p:spPr bwMode="auto">
              <a:xfrm>
                <a:off x="2394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96" name="Freeform 3767"/>
              <p:cNvSpPr>
                <a:spLocks/>
              </p:cNvSpPr>
              <p:nvPr/>
            </p:nvSpPr>
            <p:spPr bwMode="auto">
              <a:xfrm>
                <a:off x="2874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97" name="Freeform 3768"/>
              <p:cNvSpPr>
                <a:spLocks/>
              </p:cNvSpPr>
              <p:nvPr/>
            </p:nvSpPr>
            <p:spPr bwMode="auto">
              <a:xfrm>
                <a:off x="3162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98" name="Freeform 3769"/>
              <p:cNvSpPr>
                <a:spLocks/>
              </p:cNvSpPr>
              <p:nvPr/>
            </p:nvSpPr>
            <p:spPr bwMode="auto">
              <a:xfrm>
                <a:off x="2496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699" name="Freeform 3770"/>
              <p:cNvSpPr>
                <a:spLocks/>
              </p:cNvSpPr>
              <p:nvPr/>
            </p:nvSpPr>
            <p:spPr bwMode="auto">
              <a:xfrm>
                <a:off x="255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00" name="Freeform 3771"/>
              <p:cNvSpPr>
                <a:spLocks/>
              </p:cNvSpPr>
              <p:nvPr/>
            </p:nvSpPr>
            <p:spPr bwMode="auto">
              <a:xfrm>
                <a:off x="3036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01" name="Freeform 3772"/>
              <p:cNvSpPr>
                <a:spLocks/>
              </p:cNvSpPr>
              <p:nvPr/>
            </p:nvSpPr>
            <p:spPr bwMode="auto">
              <a:xfrm>
                <a:off x="2544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02" name="Freeform 3773"/>
              <p:cNvSpPr>
                <a:spLocks/>
              </p:cNvSpPr>
              <p:nvPr/>
            </p:nvSpPr>
            <p:spPr bwMode="auto">
              <a:xfrm>
                <a:off x="2964" y="21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03" name="Freeform 3774"/>
              <p:cNvSpPr>
                <a:spLocks/>
              </p:cNvSpPr>
              <p:nvPr/>
            </p:nvSpPr>
            <p:spPr bwMode="auto">
              <a:xfrm>
                <a:off x="2952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04" name="Freeform 3775"/>
              <p:cNvSpPr>
                <a:spLocks/>
              </p:cNvSpPr>
              <p:nvPr/>
            </p:nvSpPr>
            <p:spPr bwMode="auto">
              <a:xfrm>
                <a:off x="2700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05" name="Freeform 3776"/>
              <p:cNvSpPr>
                <a:spLocks/>
              </p:cNvSpPr>
              <p:nvPr/>
            </p:nvSpPr>
            <p:spPr bwMode="auto">
              <a:xfrm>
                <a:off x="2802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06" name="Freeform 3777"/>
              <p:cNvSpPr>
                <a:spLocks/>
              </p:cNvSpPr>
              <p:nvPr/>
            </p:nvSpPr>
            <p:spPr bwMode="auto">
              <a:xfrm>
                <a:off x="2778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07" name="Freeform 3778"/>
              <p:cNvSpPr>
                <a:spLocks/>
              </p:cNvSpPr>
              <p:nvPr/>
            </p:nvSpPr>
            <p:spPr bwMode="auto">
              <a:xfrm>
                <a:off x="3276" y="21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08" name="Freeform 3779"/>
              <p:cNvSpPr>
                <a:spLocks/>
              </p:cNvSpPr>
              <p:nvPr/>
            </p:nvSpPr>
            <p:spPr bwMode="auto">
              <a:xfrm>
                <a:off x="2658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09" name="Freeform 3780"/>
              <p:cNvSpPr>
                <a:spLocks/>
              </p:cNvSpPr>
              <p:nvPr/>
            </p:nvSpPr>
            <p:spPr bwMode="auto">
              <a:xfrm>
                <a:off x="3210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10" name="Freeform 3781"/>
              <p:cNvSpPr>
                <a:spLocks/>
              </p:cNvSpPr>
              <p:nvPr/>
            </p:nvSpPr>
            <p:spPr bwMode="auto">
              <a:xfrm>
                <a:off x="2388" y="20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11" name="Freeform 3782"/>
              <p:cNvSpPr>
                <a:spLocks/>
              </p:cNvSpPr>
              <p:nvPr/>
            </p:nvSpPr>
            <p:spPr bwMode="auto">
              <a:xfrm>
                <a:off x="2460" y="27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12" name="Freeform 3783"/>
              <p:cNvSpPr>
                <a:spLocks/>
              </p:cNvSpPr>
              <p:nvPr/>
            </p:nvSpPr>
            <p:spPr bwMode="auto">
              <a:xfrm>
                <a:off x="2862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13" name="Freeform 3784"/>
              <p:cNvSpPr>
                <a:spLocks/>
              </p:cNvSpPr>
              <p:nvPr/>
            </p:nvSpPr>
            <p:spPr bwMode="auto">
              <a:xfrm>
                <a:off x="3138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14" name="Freeform 3785"/>
              <p:cNvSpPr>
                <a:spLocks/>
              </p:cNvSpPr>
              <p:nvPr/>
            </p:nvSpPr>
            <p:spPr bwMode="auto">
              <a:xfrm>
                <a:off x="2976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15" name="Freeform 3786"/>
              <p:cNvSpPr>
                <a:spLocks/>
              </p:cNvSpPr>
              <p:nvPr/>
            </p:nvSpPr>
            <p:spPr bwMode="auto">
              <a:xfrm>
                <a:off x="3222" y="19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16" name="Freeform 3787"/>
              <p:cNvSpPr>
                <a:spLocks/>
              </p:cNvSpPr>
              <p:nvPr/>
            </p:nvSpPr>
            <p:spPr bwMode="auto">
              <a:xfrm>
                <a:off x="2628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17" name="Freeform 3788"/>
              <p:cNvSpPr>
                <a:spLocks/>
              </p:cNvSpPr>
              <p:nvPr/>
            </p:nvSpPr>
            <p:spPr bwMode="auto">
              <a:xfrm>
                <a:off x="2922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18" name="Freeform 3789"/>
              <p:cNvSpPr>
                <a:spLocks/>
              </p:cNvSpPr>
              <p:nvPr/>
            </p:nvSpPr>
            <p:spPr bwMode="auto">
              <a:xfrm>
                <a:off x="2640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19" name="Freeform 3790"/>
              <p:cNvSpPr>
                <a:spLocks/>
              </p:cNvSpPr>
              <p:nvPr/>
            </p:nvSpPr>
            <p:spPr bwMode="auto">
              <a:xfrm>
                <a:off x="2760" y="28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20" name="Freeform 3791"/>
              <p:cNvSpPr>
                <a:spLocks/>
              </p:cNvSpPr>
              <p:nvPr/>
            </p:nvSpPr>
            <p:spPr bwMode="auto">
              <a:xfrm>
                <a:off x="2646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21" name="Freeform 3792"/>
              <p:cNvSpPr>
                <a:spLocks/>
              </p:cNvSpPr>
              <p:nvPr/>
            </p:nvSpPr>
            <p:spPr bwMode="auto">
              <a:xfrm>
                <a:off x="3240" y="20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22" name="Freeform 3793"/>
              <p:cNvSpPr>
                <a:spLocks/>
              </p:cNvSpPr>
              <p:nvPr/>
            </p:nvSpPr>
            <p:spPr bwMode="auto">
              <a:xfrm>
                <a:off x="2718" y="28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23" name="Freeform 3794"/>
              <p:cNvSpPr>
                <a:spLocks/>
              </p:cNvSpPr>
              <p:nvPr/>
            </p:nvSpPr>
            <p:spPr bwMode="auto">
              <a:xfrm>
                <a:off x="2688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24" name="Freeform 3795"/>
              <p:cNvSpPr>
                <a:spLocks/>
              </p:cNvSpPr>
              <p:nvPr/>
            </p:nvSpPr>
            <p:spPr bwMode="auto">
              <a:xfrm>
                <a:off x="3000" y="21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25" name="Freeform 3796"/>
              <p:cNvSpPr>
                <a:spLocks/>
              </p:cNvSpPr>
              <p:nvPr/>
            </p:nvSpPr>
            <p:spPr bwMode="auto">
              <a:xfrm>
                <a:off x="3354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26" name="Freeform 3797"/>
              <p:cNvSpPr>
                <a:spLocks/>
              </p:cNvSpPr>
              <p:nvPr/>
            </p:nvSpPr>
            <p:spPr bwMode="auto">
              <a:xfrm>
                <a:off x="2790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27" name="Freeform 3798"/>
              <p:cNvSpPr>
                <a:spLocks/>
              </p:cNvSpPr>
              <p:nvPr/>
            </p:nvSpPr>
            <p:spPr bwMode="auto">
              <a:xfrm>
                <a:off x="2880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28" name="Freeform 3799"/>
              <p:cNvSpPr>
                <a:spLocks/>
              </p:cNvSpPr>
              <p:nvPr/>
            </p:nvSpPr>
            <p:spPr bwMode="auto">
              <a:xfrm>
                <a:off x="3216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29" name="Freeform 3800"/>
              <p:cNvSpPr>
                <a:spLocks/>
              </p:cNvSpPr>
              <p:nvPr/>
            </p:nvSpPr>
            <p:spPr bwMode="auto">
              <a:xfrm>
                <a:off x="2910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30" name="Freeform 3801"/>
              <p:cNvSpPr>
                <a:spLocks/>
              </p:cNvSpPr>
              <p:nvPr/>
            </p:nvSpPr>
            <p:spPr bwMode="auto">
              <a:xfrm>
                <a:off x="2868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31" name="Freeform 3802"/>
              <p:cNvSpPr>
                <a:spLocks/>
              </p:cNvSpPr>
              <p:nvPr/>
            </p:nvSpPr>
            <p:spPr bwMode="auto">
              <a:xfrm>
                <a:off x="2880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32" name="Freeform 3803"/>
              <p:cNvSpPr>
                <a:spLocks/>
              </p:cNvSpPr>
              <p:nvPr/>
            </p:nvSpPr>
            <p:spPr bwMode="auto">
              <a:xfrm>
                <a:off x="3462" y="21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33" name="Freeform 3804"/>
              <p:cNvSpPr>
                <a:spLocks/>
              </p:cNvSpPr>
              <p:nvPr/>
            </p:nvSpPr>
            <p:spPr bwMode="auto">
              <a:xfrm>
                <a:off x="2940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34" name="Freeform 3805"/>
              <p:cNvSpPr>
                <a:spLocks/>
              </p:cNvSpPr>
              <p:nvPr/>
            </p:nvSpPr>
            <p:spPr bwMode="auto">
              <a:xfrm>
                <a:off x="2874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35" name="Freeform 3806"/>
              <p:cNvSpPr>
                <a:spLocks/>
              </p:cNvSpPr>
              <p:nvPr/>
            </p:nvSpPr>
            <p:spPr bwMode="auto">
              <a:xfrm>
                <a:off x="2718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36" name="Freeform 3807"/>
              <p:cNvSpPr>
                <a:spLocks/>
              </p:cNvSpPr>
              <p:nvPr/>
            </p:nvSpPr>
            <p:spPr bwMode="auto">
              <a:xfrm>
                <a:off x="3000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37" name="Freeform 3808"/>
              <p:cNvSpPr>
                <a:spLocks/>
              </p:cNvSpPr>
              <p:nvPr/>
            </p:nvSpPr>
            <p:spPr bwMode="auto">
              <a:xfrm>
                <a:off x="2520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38" name="Freeform 3809"/>
              <p:cNvSpPr>
                <a:spLocks/>
              </p:cNvSpPr>
              <p:nvPr/>
            </p:nvSpPr>
            <p:spPr bwMode="auto">
              <a:xfrm>
                <a:off x="2850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39" name="Freeform 3810"/>
              <p:cNvSpPr>
                <a:spLocks/>
              </p:cNvSpPr>
              <p:nvPr/>
            </p:nvSpPr>
            <p:spPr bwMode="auto">
              <a:xfrm>
                <a:off x="3102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40" name="Freeform 3811"/>
              <p:cNvSpPr>
                <a:spLocks/>
              </p:cNvSpPr>
              <p:nvPr/>
            </p:nvSpPr>
            <p:spPr bwMode="auto">
              <a:xfrm>
                <a:off x="2820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41" name="Freeform 3812"/>
              <p:cNvSpPr>
                <a:spLocks/>
              </p:cNvSpPr>
              <p:nvPr/>
            </p:nvSpPr>
            <p:spPr bwMode="auto">
              <a:xfrm>
                <a:off x="3156" y="27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42" name="Freeform 3813"/>
              <p:cNvSpPr>
                <a:spLocks/>
              </p:cNvSpPr>
              <p:nvPr/>
            </p:nvSpPr>
            <p:spPr bwMode="auto">
              <a:xfrm>
                <a:off x="2898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43" name="Freeform 3814"/>
              <p:cNvSpPr>
                <a:spLocks/>
              </p:cNvSpPr>
              <p:nvPr/>
            </p:nvSpPr>
            <p:spPr bwMode="auto">
              <a:xfrm>
                <a:off x="2874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44" name="Freeform 3815"/>
              <p:cNvSpPr>
                <a:spLocks/>
              </p:cNvSpPr>
              <p:nvPr/>
            </p:nvSpPr>
            <p:spPr bwMode="auto">
              <a:xfrm>
                <a:off x="3090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45" name="Freeform 3816"/>
              <p:cNvSpPr>
                <a:spLocks/>
              </p:cNvSpPr>
              <p:nvPr/>
            </p:nvSpPr>
            <p:spPr bwMode="auto">
              <a:xfrm>
                <a:off x="3510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46" name="Freeform 3817"/>
              <p:cNvSpPr>
                <a:spLocks/>
              </p:cNvSpPr>
              <p:nvPr/>
            </p:nvSpPr>
            <p:spPr bwMode="auto">
              <a:xfrm>
                <a:off x="3048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47" name="Freeform 3818"/>
              <p:cNvSpPr>
                <a:spLocks/>
              </p:cNvSpPr>
              <p:nvPr/>
            </p:nvSpPr>
            <p:spPr bwMode="auto">
              <a:xfrm>
                <a:off x="2712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48" name="Freeform 3819"/>
              <p:cNvSpPr>
                <a:spLocks/>
              </p:cNvSpPr>
              <p:nvPr/>
            </p:nvSpPr>
            <p:spPr bwMode="auto">
              <a:xfrm>
                <a:off x="3108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49" name="Freeform 3820"/>
              <p:cNvSpPr>
                <a:spLocks/>
              </p:cNvSpPr>
              <p:nvPr/>
            </p:nvSpPr>
            <p:spPr bwMode="auto">
              <a:xfrm>
                <a:off x="2472" y="27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50" name="Freeform 3821"/>
              <p:cNvSpPr>
                <a:spLocks/>
              </p:cNvSpPr>
              <p:nvPr/>
            </p:nvSpPr>
            <p:spPr bwMode="auto">
              <a:xfrm>
                <a:off x="3108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751" name="Freeform 3822"/>
              <p:cNvSpPr>
                <a:spLocks/>
              </p:cNvSpPr>
              <p:nvPr/>
            </p:nvSpPr>
            <p:spPr bwMode="auto">
              <a:xfrm>
                <a:off x="3156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23" name="Group 4024"/>
            <p:cNvGrpSpPr>
              <a:grpSpLocks/>
            </p:cNvGrpSpPr>
            <p:nvPr/>
          </p:nvGrpSpPr>
          <p:grpSpPr bwMode="auto">
            <a:xfrm>
              <a:off x="2124" y="1923"/>
              <a:ext cx="1446" cy="1080"/>
              <a:chOff x="2124" y="1923"/>
              <a:chExt cx="1446" cy="1080"/>
            </a:xfrm>
          </p:grpSpPr>
          <p:sp>
            <p:nvSpPr>
              <p:cNvPr id="57352" name="Freeform 3824"/>
              <p:cNvSpPr>
                <a:spLocks/>
              </p:cNvSpPr>
              <p:nvPr/>
            </p:nvSpPr>
            <p:spPr bwMode="auto">
              <a:xfrm>
                <a:off x="3198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53" name="Freeform 3825"/>
              <p:cNvSpPr>
                <a:spLocks/>
              </p:cNvSpPr>
              <p:nvPr/>
            </p:nvSpPr>
            <p:spPr bwMode="auto">
              <a:xfrm>
                <a:off x="2826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54" name="Freeform 3826"/>
              <p:cNvSpPr>
                <a:spLocks/>
              </p:cNvSpPr>
              <p:nvPr/>
            </p:nvSpPr>
            <p:spPr bwMode="auto">
              <a:xfrm>
                <a:off x="2964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55" name="Freeform 3827"/>
              <p:cNvSpPr>
                <a:spLocks/>
              </p:cNvSpPr>
              <p:nvPr/>
            </p:nvSpPr>
            <p:spPr bwMode="auto">
              <a:xfrm>
                <a:off x="2676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56" name="Freeform 3828"/>
              <p:cNvSpPr>
                <a:spLocks/>
              </p:cNvSpPr>
              <p:nvPr/>
            </p:nvSpPr>
            <p:spPr bwMode="auto">
              <a:xfrm>
                <a:off x="2514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57" name="Freeform 3829"/>
              <p:cNvSpPr>
                <a:spLocks/>
              </p:cNvSpPr>
              <p:nvPr/>
            </p:nvSpPr>
            <p:spPr bwMode="auto">
              <a:xfrm>
                <a:off x="2502" y="27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58" name="Freeform 3830"/>
              <p:cNvSpPr>
                <a:spLocks/>
              </p:cNvSpPr>
              <p:nvPr/>
            </p:nvSpPr>
            <p:spPr bwMode="auto">
              <a:xfrm>
                <a:off x="2430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59" name="Freeform 3831"/>
              <p:cNvSpPr>
                <a:spLocks/>
              </p:cNvSpPr>
              <p:nvPr/>
            </p:nvSpPr>
            <p:spPr bwMode="auto">
              <a:xfrm>
                <a:off x="2676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60" name="Freeform 3832"/>
              <p:cNvSpPr>
                <a:spLocks/>
              </p:cNvSpPr>
              <p:nvPr/>
            </p:nvSpPr>
            <p:spPr bwMode="auto">
              <a:xfrm>
                <a:off x="3000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61" name="Freeform 3833"/>
              <p:cNvSpPr>
                <a:spLocks/>
              </p:cNvSpPr>
              <p:nvPr/>
            </p:nvSpPr>
            <p:spPr bwMode="auto">
              <a:xfrm>
                <a:off x="2562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62" name="Freeform 3834"/>
              <p:cNvSpPr>
                <a:spLocks/>
              </p:cNvSpPr>
              <p:nvPr/>
            </p:nvSpPr>
            <p:spPr bwMode="auto">
              <a:xfrm>
                <a:off x="2682" y="28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63" name="Freeform 3835"/>
              <p:cNvSpPr>
                <a:spLocks/>
              </p:cNvSpPr>
              <p:nvPr/>
            </p:nvSpPr>
            <p:spPr bwMode="auto">
              <a:xfrm>
                <a:off x="3132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64" name="Freeform 3836"/>
              <p:cNvSpPr>
                <a:spLocks/>
              </p:cNvSpPr>
              <p:nvPr/>
            </p:nvSpPr>
            <p:spPr bwMode="auto">
              <a:xfrm>
                <a:off x="3108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65" name="Freeform 3837"/>
              <p:cNvSpPr>
                <a:spLocks/>
              </p:cNvSpPr>
              <p:nvPr/>
            </p:nvSpPr>
            <p:spPr bwMode="auto">
              <a:xfrm>
                <a:off x="2694" y="29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66" name="Freeform 3838"/>
              <p:cNvSpPr>
                <a:spLocks/>
              </p:cNvSpPr>
              <p:nvPr/>
            </p:nvSpPr>
            <p:spPr bwMode="auto">
              <a:xfrm>
                <a:off x="3378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67" name="Freeform 3839"/>
              <p:cNvSpPr>
                <a:spLocks/>
              </p:cNvSpPr>
              <p:nvPr/>
            </p:nvSpPr>
            <p:spPr bwMode="auto">
              <a:xfrm>
                <a:off x="2790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68" name="Freeform 3840"/>
              <p:cNvSpPr>
                <a:spLocks/>
              </p:cNvSpPr>
              <p:nvPr/>
            </p:nvSpPr>
            <p:spPr bwMode="auto">
              <a:xfrm>
                <a:off x="3174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69" name="Freeform 3841"/>
              <p:cNvSpPr>
                <a:spLocks/>
              </p:cNvSpPr>
              <p:nvPr/>
            </p:nvSpPr>
            <p:spPr bwMode="auto">
              <a:xfrm>
                <a:off x="3030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70" name="Freeform 3842"/>
              <p:cNvSpPr>
                <a:spLocks/>
              </p:cNvSpPr>
              <p:nvPr/>
            </p:nvSpPr>
            <p:spPr bwMode="auto">
              <a:xfrm>
                <a:off x="2562" y="27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71" name="Freeform 3843"/>
              <p:cNvSpPr>
                <a:spLocks/>
              </p:cNvSpPr>
              <p:nvPr/>
            </p:nvSpPr>
            <p:spPr bwMode="auto">
              <a:xfrm>
                <a:off x="3060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72" name="Freeform 3844"/>
              <p:cNvSpPr>
                <a:spLocks/>
              </p:cNvSpPr>
              <p:nvPr/>
            </p:nvSpPr>
            <p:spPr bwMode="auto">
              <a:xfrm>
                <a:off x="3024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73" name="Freeform 3845"/>
              <p:cNvSpPr>
                <a:spLocks/>
              </p:cNvSpPr>
              <p:nvPr/>
            </p:nvSpPr>
            <p:spPr bwMode="auto">
              <a:xfrm>
                <a:off x="2982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74" name="Freeform 3846"/>
              <p:cNvSpPr>
                <a:spLocks/>
              </p:cNvSpPr>
              <p:nvPr/>
            </p:nvSpPr>
            <p:spPr bwMode="auto">
              <a:xfrm>
                <a:off x="2346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75" name="Freeform 3847"/>
              <p:cNvSpPr>
                <a:spLocks/>
              </p:cNvSpPr>
              <p:nvPr/>
            </p:nvSpPr>
            <p:spPr bwMode="auto">
              <a:xfrm>
                <a:off x="301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76" name="Freeform 3848"/>
              <p:cNvSpPr>
                <a:spLocks/>
              </p:cNvSpPr>
              <p:nvPr/>
            </p:nvSpPr>
            <p:spPr bwMode="auto">
              <a:xfrm>
                <a:off x="3282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77" name="Freeform 3849"/>
              <p:cNvSpPr>
                <a:spLocks/>
              </p:cNvSpPr>
              <p:nvPr/>
            </p:nvSpPr>
            <p:spPr bwMode="auto">
              <a:xfrm>
                <a:off x="2964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78" name="Freeform 3850"/>
              <p:cNvSpPr>
                <a:spLocks/>
              </p:cNvSpPr>
              <p:nvPr/>
            </p:nvSpPr>
            <p:spPr bwMode="auto">
              <a:xfrm>
                <a:off x="2766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79" name="Freeform 3851"/>
              <p:cNvSpPr>
                <a:spLocks/>
              </p:cNvSpPr>
              <p:nvPr/>
            </p:nvSpPr>
            <p:spPr bwMode="auto">
              <a:xfrm>
                <a:off x="2964" y="20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80" name="Freeform 3852"/>
              <p:cNvSpPr>
                <a:spLocks/>
              </p:cNvSpPr>
              <p:nvPr/>
            </p:nvSpPr>
            <p:spPr bwMode="auto">
              <a:xfrm>
                <a:off x="3294" y="20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81" name="Freeform 3853"/>
              <p:cNvSpPr>
                <a:spLocks/>
              </p:cNvSpPr>
              <p:nvPr/>
            </p:nvSpPr>
            <p:spPr bwMode="auto">
              <a:xfrm>
                <a:off x="3132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82" name="Freeform 3854"/>
              <p:cNvSpPr>
                <a:spLocks/>
              </p:cNvSpPr>
              <p:nvPr/>
            </p:nvSpPr>
            <p:spPr bwMode="auto">
              <a:xfrm>
                <a:off x="3024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83" name="Freeform 3855"/>
              <p:cNvSpPr>
                <a:spLocks/>
              </p:cNvSpPr>
              <p:nvPr/>
            </p:nvSpPr>
            <p:spPr bwMode="auto">
              <a:xfrm>
                <a:off x="2580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84" name="Freeform 3856"/>
              <p:cNvSpPr>
                <a:spLocks/>
              </p:cNvSpPr>
              <p:nvPr/>
            </p:nvSpPr>
            <p:spPr bwMode="auto">
              <a:xfrm>
                <a:off x="2592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85" name="Freeform 3857"/>
              <p:cNvSpPr>
                <a:spLocks/>
              </p:cNvSpPr>
              <p:nvPr/>
            </p:nvSpPr>
            <p:spPr bwMode="auto">
              <a:xfrm>
                <a:off x="2904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86" name="Freeform 3858"/>
              <p:cNvSpPr>
                <a:spLocks/>
              </p:cNvSpPr>
              <p:nvPr/>
            </p:nvSpPr>
            <p:spPr bwMode="auto">
              <a:xfrm>
                <a:off x="2514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87" name="Freeform 3859"/>
              <p:cNvSpPr>
                <a:spLocks/>
              </p:cNvSpPr>
              <p:nvPr/>
            </p:nvSpPr>
            <p:spPr bwMode="auto">
              <a:xfrm>
                <a:off x="2694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88" name="Freeform 3860"/>
              <p:cNvSpPr>
                <a:spLocks/>
              </p:cNvSpPr>
              <p:nvPr/>
            </p:nvSpPr>
            <p:spPr bwMode="auto">
              <a:xfrm>
                <a:off x="2964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89" name="Freeform 3861"/>
              <p:cNvSpPr>
                <a:spLocks/>
              </p:cNvSpPr>
              <p:nvPr/>
            </p:nvSpPr>
            <p:spPr bwMode="auto">
              <a:xfrm>
                <a:off x="3114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90" name="Freeform 3862"/>
              <p:cNvSpPr>
                <a:spLocks/>
              </p:cNvSpPr>
              <p:nvPr/>
            </p:nvSpPr>
            <p:spPr bwMode="auto">
              <a:xfrm>
                <a:off x="2730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91" name="Freeform 3863"/>
              <p:cNvSpPr>
                <a:spLocks/>
              </p:cNvSpPr>
              <p:nvPr/>
            </p:nvSpPr>
            <p:spPr bwMode="auto">
              <a:xfrm>
                <a:off x="3000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92" name="Freeform 3864"/>
              <p:cNvSpPr>
                <a:spLocks/>
              </p:cNvSpPr>
              <p:nvPr/>
            </p:nvSpPr>
            <p:spPr bwMode="auto">
              <a:xfrm>
                <a:off x="297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93" name="Freeform 3865"/>
              <p:cNvSpPr>
                <a:spLocks/>
              </p:cNvSpPr>
              <p:nvPr/>
            </p:nvSpPr>
            <p:spPr bwMode="auto">
              <a:xfrm>
                <a:off x="2904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94" name="Freeform 3866"/>
              <p:cNvSpPr>
                <a:spLocks/>
              </p:cNvSpPr>
              <p:nvPr/>
            </p:nvSpPr>
            <p:spPr bwMode="auto">
              <a:xfrm>
                <a:off x="3282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95" name="Freeform 3867"/>
              <p:cNvSpPr>
                <a:spLocks/>
              </p:cNvSpPr>
              <p:nvPr/>
            </p:nvSpPr>
            <p:spPr bwMode="auto">
              <a:xfrm>
                <a:off x="2622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96" name="Freeform 3868"/>
              <p:cNvSpPr>
                <a:spLocks/>
              </p:cNvSpPr>
              <p:nvPr/>
            </p:nvSpPr>
            <p:spPr bwMode="auto">
              <a:xfrm>
                <a:off x="2868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97" name="Freeform 3869"/>
              <p:cNvSpPr>
                <a:spLocks/>
              </p:cNvSpPr>
              <p:nvPr/>
            </p:nvSpPr>
            <p:spPr bwMode="auto">
              <a:xfrm>
                <a:off x="3198" y="22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98" name="Freeform 3870"/>
              <p:cNvSpPr>
                <a:spLocks/>
              </p:cNvSpPr>
              <p:nvPr/>
            </p:nvSpPr>
            <p:spPr bwMode="auto">
              <a:xfrm>
                <a:off x="2766" y="28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99" name="Freeform 3871"/>
              <p:cNvSpPr>
                <a:spLocks/>
              </p:cNvSpPr>
              <p:nvPr/>
            </p:nvSpPr>
            <p:spPr bwMode="auto">
              <a:xfrm>
                <a:off x="3138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00" name="Freeform 3872"/>
              <p:cNvSpPr>
                <a:spLocks/>
              </p:cNvSpPr>
              <p:nvPr/>
            </p:nvSpPr>
            <p:spPr bwMode="auto">
              <a:xfrm>
                <a:off x="3030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01" name="Freeform 3873"/>
              <p:cNvSpPr>
                <a:spLocks/>
              </p:cNvSpPr>
              <p:nvPr/>
            </p:nvSpPr>
            <p:spPr bwMode="auto">
              <a:xfrm>
                <a:off x="2724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02" name="Freeform 3874"/>
              <p:cNvSpPr>
                <a:spLocks/>
              </p:cNvSpPr>
              <p:nvPr/>
            </p:nvSpPr>
            <p:spPr bwMode="auto">
              <a:xfrm>
                <a:off x="3162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03" name="Freeform 3875"/>
              <p:cNvSpPr>
                <a:spLocks/>
              </p:cNvSpPr>
              <p:nvPr/>
            </p:nvSpPr>
            <p:spPr bwMode="auto">
              <a:xfrm>
                <a:off x="3132" y="22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04" name="Freeform 3876"/>
              <p:cNvSpPr>
                <a:spLocks/>
              </p:cNvSpPr>
              <p:nvPr/>
            </p:nvSpPr>
            <p:spPr bwMode="auto">
              <a:xfrm>
                <a:off x="2676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05" name="Freeform 3877"/>
              <p:cNvSpPr>
                <a:spLocks/>
              </p:cNvSpPr>
              <p:nvPr/>
            </p:nvSpPr>
            <p:spPr bwMode="auto">
              <a:xfrm>
                <a:off x="2778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06" name="Freeform 3878"/>
              <p:cNvSpPr>
                <a:spLocks/>
              </p:cNvSpPr>
              <p:nvPr/>
            </p:nvSpPr>
            <p:spPr bwMode="auto">
              <a:xfrm>
                <a:off x="2742" y="27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07" name="Freeform 3879"/>
              <p:cNvSpPr>
                <a:spLocks/>
              </p:cNvSpPr>
              <p:nvPr/>
            </p:nvSpPr>
            <p:spPr bwMode="auto">
              <a:xfrm>
                <a:off x="2886" y="20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08" name="Freeform 3880"/>
              <p:cNvSpPr>
                <a:spLocks/>
              </p:cNvSpPr>
              <p:nvPr/>
            </p:nvSpPr>
            <p:spPr bwMode="auto">
              <a:xfrm>
                <a:off x="2604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09" name="Freeform 3881"/>
              <p:cNvSpPr>
                <a:spLocks/>
              </p:cNvSpPr>
              <p:nvPr/>
            </p:nvSpPr>
            <p:spPr bwMode="auto">
              <a:xfrm>
                <a:off x="2778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10" name="Freeform 3882"/>
              <p:cNvSpPr>
                <a:spLocks/>
              </p:cNvSpPr>
              <p:nvPr/>
            </p:nvSpPr>
            <p:spPr bwMode="auto">
              <a:xfrm>
                <a:off x="2370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11" name="Freeform 3883"/>
              <p:cNvSpPr>
                <a:spLocks/>
              </p:cNvSpPr>
              <p:nvPr/>
            </p:nvSpPr>
            <p:spPr bwMode="auto">
              <a:xfrm>
                <a:off x="2874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12" name="Freeform 3884"/>
              <p:cNvSpPr>
                <a:spLocks/>
              </p:cNvSpPr>
              <p:nvPr/>
            </p:nvSpPr>
            <p:spPr bwMode="auto">
              <a:xfrm>
                <a:off x="2658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13" name="Freeform 3885"/>
              <p:cNvSpPr>
                <a:spLocks/>
              </p:cNvSpPr>
              <p:nvPr/>
            </p:nvSpPr>
            <p:spPr bwMode="auto">
              <a:xfrm>
                <a:off x="3318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14" name="Freeform 3886"/>
              <p:cNvSpPr>
                <a:spLocks/>
              </p:cNvSpPr>
              <p:nvPr/>
            </p:nvSpPr>
            <p:spPr bwMode="auto">
              <a:xfrm>
                <a:off x="2964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15" name="Freeform 3887"/>
              <p:cNvSpPr>
                <a:spLocks/>
              </p:cNvSpPr>
              <p:nvPr/>
            </p:nvSpPr>
            <p:spPr bwMode="auto">
              <a:xfrm>
                <a:off x="2502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16" name="Freeform 3888"/>
              <p:cNvSpPr>
                <a:spLocks/>
              </p:cNvSpPr>
              <p:nvPr/>
            </p:nvSpPr>
            <p:spPr bwMode="auto">
              <a:xfrm>
                <a:off x="3054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17" name="Freeform 3889"/>
              <p:cNvSpPr>
                <a:spLocks/>
              </p:cNvSpPr>
              <p:nvPr/>
            </p:nvSpPr>
            <p:spPr bwMode="auto">
              <a:xfrm>
                <a:off x="2766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18" name="Freeform 3890"/>
              <p:cNvSpPr>
                <a:spLocks/>
              </p:cNvSpPr>
              <p:nvPr/>
            </p:nvSpPr>
            <p:spPr bwMode="auto">
              <a:xfrm>
                <a:off x="2796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19" name="Freeform 3891"/>
              <p:cNvSpPr>
                <a:spLocks/>
              </p:cNvSpPr>
              <p:nvPr/>
            </p:nvSpPr>
            <p:spPr bwMode="auto">
              <a:xfrm>
                <a:off x="2802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20" name="Freeform 3892"/>
              <p:cNvSpPr>
                <a:spLocks/>
              </p:cNvSpPr>
              <p:nvPr/>
            </p:nvSpPr>
            <p:spPr bwMode="auto">
              <a:xfrm>
                <a:off x="2556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21" name="Freeform 3893"/>
              <p:cNvSpPr>
                <a:spLocks/>
              </p:cNvSpPr>
              <p:nvPr/>
            </p:nvSpPr>
            <p:spPr bwMode="auto">
              <a:xfrm>
                <a:off x="2880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22" name="Freeform 3894"/>
              <p:cNvSpPr>
                <a:spLocks/>
              </p:cNvSpPr>
              <p:nvPr/>
            </p:nvSpPr>
            <p:spPr bwMode="auto">
              <a:xfrm>
                <a:off x="3060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23" name="Freeform 3895"/>
              <p:cNvSpPr>
                <a:spLocks/>
              </p:cNvSpPr>
              <p:nvPr/>
            </p:nvSpPr>
            <p:spPr bwMode="auto">
              <a:xfrm>
                <a:off x="2952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24" name="Freeform 3896"/>
              <p:cNvSpPr>
                <a:spLocks/>
              </p:cNvSpPr>
              <p:nvPr/>
            </p:nvSpPr>
            <p:spPr bwMode="auto">
              <a:xfrm>
                <a:off x="2952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25" name="Freeform 3897"/>
              <p:cNvSpPr>
                <a:spLocks/>
              </p:cNvSpPr>
              <p:nvPr/>
            </p:nvSpPr>
            <p:spPr bwMode="auto">
              <a:xfrm>
                <a:off x="2832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26" name="Freeform 3898"/>
              <p:cNvSpPr>
                <a:spLocks/>
              </p:cNvSpPr>
              <p:nvPr/>
            </p:nvSpPr>
            <p:spPr bwMode="auto">
              <a:xfrm>
                <a:off x="2826" y="20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27" name="Freeform 3899"/>
              <p:cNvSpPr>
                <a:spLocks/>
              </p:cNvSpPr>
              <p:nvPr/>
            </p:nvSpPr>
            <p:spPr bwMode="auto">
              <a:xfrm>
                <a:off x="2634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28" name="Freeform 3900"/>
              <p:cNvSpPr>
                <a:spLocks/>
              </p:cNvSpPr>
              <p:nvPr/>
            </p:nvSpPr>
            <p:spPr bwMode="auto">
              <a:xfrm>
                <a:off x="2886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29" name="Freeform 3901"/>
              <p:cNvSpPr>
                <a:spLocks/>
              </p:cNvSpPr>
              <p:nvPr/>
            </p:nvSpPr>
            <p:spPr bwMode="auto">
              <a:xfrm>
                <a:off x="2868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30" name="Freeform 3902"/>
              <p:cNvSpPr>
                <a:spLocks/>
              </p:cNvSpPr>
              <p:nvPr/>
            </p:nvSpPr>
            <p:spPr bwMode="auto">
              <a:xfrm>
                <a:off x="2730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31" name="Freeform 3903"/>
              <p:cNvSpPr>
                <a:spLocks/>
              </p:cNvSpPr>
              <p:nvPr/>
            </p:nvSpPr>
            <p:spPr bwMode="auto">
              <a:xfrm>
                <a:off x="3474" y="20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32" name="Freeform 3904"/>
              <p:cNvSpPr>
                <a:spLocks/>
              </p:cNvSpPr>
              <p:nvPr/>
            </p:nvSpPr>
            <p:spPr bwMode="auto">
              <a:xfrm>
                <a:off x="2946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33" name="Freeform 3905"/>
              <p:cNvSpPr>
                <a:spLocks/>
              </p:cNvSpPr>
              <p:nvPr/>
            </p:nvSpPr>
            <p:spPr bwMode="auto">
              <a:xfrm>
                <a:off x="2622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34" name="Freeform 3906"/>
              <p:cNvSpPr>
                <a:spLocks/>
              </p:cNvSpPr>
              <p:nvPr/>
            </p:nvSpPr>
            <p:spPr bwMode="auto">
              <a:xfrm>
                <a:off x="2982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35" name="Freeform 3907"/>
              <p:cNvSpPr>
                <a:spLocks/>
              </p:cNvSpPr>
              <p:nvPr/>
            </p:nvSpPr>
            <p:spPr bwMode="auto">
              <a:xfrm>
                <a:off x="2664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36" name="Freeform 3908"/>
              <p:cNvSpPr>
                <a:spLocks/>
              </p:cNvSpPr>
              <p:nvPr/>
            </p:nvSpPr>
            <p:spPr bwMode="auto">
              <a:xfrm>
                <a:off x="2970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37" name="Freeform 3909"/>
              <p:cNvSpPr>
                <a:spLocks/>
              </p:cNvSpPr>
              <p:nvPr/>
            </p:nvSpPr>
            <p:spPr bwMode="auto">
              <a:xfrm>
                <a:off x="2340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38" name="Freeform 3910"/>
              <p:cNvSpPr>
                <a:spLocks/>
              </p:cNvSpPr>
              <p:nvPr/>
            </p:nvSpPr>
            <p:spPr bwMode="auto">
              <a:xfrm>
                <a:off x="2874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39" name="Freeform 3911"/>
              <p:cNvSpPr>
                <a:spLocks/>
              </p:cNvSpPr>
              <p:nvPr/>
            </p:nvSpPr>
            <p:spPr bwMode="auto">
              <a:xfrm>
                <a:off x="3216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40" name="Freeform 3912"/>
              <p:cNvSpPr>
                <a:spLocks/>
              </p:cNvSpPr>
              <p:nvPr/>
            </p:nvSpPr>
            <p:spPr bwMode="auto">
              <a:xfrm>
                <a:off x="2478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41" name="Freeform 3913"/>
              <p:cNvSpPr>
                <a:spLocks/>
              </p:cNvSpPr>
              <p:nvPr/>
            </p:nvSpPr>
            <p:spPr bwMode="auto">
              <a:xfrm>
                <a:off x="3096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42" name="Freeform 3914"/>
              <p:cNvSpPr>
                <a:spLocks/>
              </p:cNvSpPr>
              <p:nvPr/>
            </p:nvSpPr>
            <p:spPr bwMode="auto">
              <a:xfrm>
                <a:off x="2730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43" name="Freeform 3915"/>
              <p:cNvSpPr>
                <a:spLocks/>
              </p:cNvSpPr>
              <p:nvPr/>
            </p:nvSpPr>
            <p:spPr bwMode="auto">
              <a:xfrm>
                <a:off x="3552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44" name="Freeform 3916"/>
              <p:cNvSpPr>
                <a:spLocks/>
              </p:cNvSpPr>
              <p:nvPr/>
            </p:nvSpPr>
            <p:spPr bwMode="auto">
              <a:xfrm>
                <a:off x="2838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45" name="Freeform 3917"/>
              <p:cNvSpPr>
                <a:spLocks/>
              </p:cNvSpPr>
              <p:nvPr/>
            </p:nvSpPr>
            <p:spPr bwMode="auto">
              <a:xfrm>
                <a:off x="3108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46" name="Freeform 3918"/>
              <p:cNvSpPr>
                <a:spLocks/>
              </p:cNvSpPr>
              <p:nvPr/>
            </p:nvSpPr>
            <p:spPr bwMode="auto">
              <a:xfrm>
                <a:off x="3066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47" name="Freeform 3919"/>
              <p:cNvSpPr>
                <a:spLocks/>
              </p:cNvSpPr>
              <p:nvPr/>
            </p:nvSpPr>
            <p:spPr bwMode="auto">
              <a:xfrm>
                <a:off x="2736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48" name="Freeform 3920"/>
              <p:cNvSpPr>
                <a:spLocks/>
              </p:cNvSpPr>
              <p:nvPr/>
            </p:nvSpPr>
            <p:spPr bwMode="auto">
              <a:xfrm>
                <a:off x="2850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49" name="Freeform 3921"/>
              <p:cNvSpPr>
                <a:spLocks/>
              </p:cNvSpPr>
              <p:nvPr/>
            </p:nvSpPr>
            <p:spPr bwMode="auto">
              <a:xfrm>
                <a:off x="3180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50" name="Freeform 3922"/>
              <p:cNvSpPr>
                <a:spLocks/>
              </p:cNvSpPr>
              <p:nvPr/>
            </p:nvSpPr>
            <p:spPr bwMode="auto">
              <a:xfrm>
                <a:off x="2604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51" name="Freeform 3923"/>
              <p:cNvSpPr>
                <a:spLocks/>
              </p:cNvSpPr>
              <p:nvPr/>
            </p:nvSpPr>
            <p:spPr bwMode="auto">
              <a:xfrm>
                <a:off x="2868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52" name="Freeform 3924"/>
              <p:cNvSpPr>
                <a:spLocks/>
              </p:cNvSpPr>
              <p:nvPr/>
            </p:nvSpPr>
            <p:spPr bwMode="auto">
              <a:xfrm>
                <a:off x="2304" y="29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53" name="Freeform 3925"/>
              <p:cNvSpPr>
                <a:spLocks/>
              </p:cNvSpPr>
              <p:nvPr/>
            </p:nvSpPr>
            <p:spPr bwMode="auto">
              <a:xfrm>
                <a:off x="2526" y="28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54" name="Freeform 3926"/>
              <p:cNvSpPr>
                <a:spLocks/>
              </p:cNvSpPr>
              <p:nvPr/>
            </p:nvSpPr>
            <p:spPr bwMode="auto">
              <a:xfrm>
                <a:off x="3186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55" name="Freeform 3927"/>
              <p:cNvSpPr>
                <a:spLocks/>
              </p:cNvSpPr>
              <p:nvPr/>
            </p:nvSpPr>
            <p:spPr bwMode="auto">
              <a:xfrm>
                <a:off x="3090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56" name="Freeform 3928"/>
              <p:cNvSpPr>
                <a:spLocks/>
              </p:cNvSpPr>
              <p:nvPr/>
            </p:nvSpPr>
            <p:spPr bwMode="auto">
              <a:xfrm>
                <a:off x="2796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57" name="Freeform 3929"/>
              <p:cNvSpPr>
                <a:spLocks/>
              </p:cNvSpPr>
              <p:nvPr/>
            </p:nvSpPr>
            <p:spPr bwMode="auto">
              <a:xfrm>
                <a:off x="3162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58" name="Freeform 3930"/>
              <p:cNvSpPr>
                <a:spLocks/>
              </p:cNvSpPr>
              <p:nvPr/>
            </p:nvSpPr>
            <p:spPr bwMode="auto">
              <a:xfrm>
                <a:off x="2622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59" name="Freeform 3931"/>
              <p:cNvSpPr>
                <a:spLocks/>
              </p:cNvSpPr>
              <p:nvPr/>
            </p:nvSpPr>
            <p:spPr bwMode="auto">
              <a:xfrm>
                <a:off x="304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60" name="Freeform 3932"/>
              <p:cNvSpPr>
                <a:spLocks/>
              </p:cNvSpPr>
              <p:nvPr/>
            </p:nvSpPr>
            <p:spPr bwMode="auto">
              <a:xfrm>
                <a:off x="2760" y="21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61" name="Freeform 3933"/>
              <p:cNvSpPr>
                <a:spLocks/>
              </p:cNvSpPr>
              <p:nvPr/>
            </p:nvSpPr>
            <p:spPr bwMode="auto">
              <a:xfrm>
                <a:off x="2670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62" name="Freeform 3934"/>
              <p:cNvSpPr>
                <a:spLocks/>
              </p:cNvSpPr>
              <p:nvPr/>
            </p:nvSpPr>
            <p:spPr bwMode="auto">
              <a:xfrm>
                <a:off x="2898" y="27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63" name="Freeform 3935"/>
              <p:cNvSpPr>
                <a:spLocks/>
              </p:cNvSpPr>
              <p:nvPr/>
            </p:nvSpPr>
            <p:spPr bwMode="auto">
              <a:xfrm>
                <a:off x="2646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64" name="Freeform 3936"/>
              <p:cNvSpPr>
                <a:spLocks/>
              </p:cNvSpPr>
              <p:nvPr/>
            </p:nvSpPr>
            <p:spPr bwMode="auto">
              <a:xfrm>
                <a:off x="3432" y="20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65" name="Freeform 3937"/>
              <p:cNvSpPr>
                <a:spLocks/>
              </p:cNvSpPr>
              <p:nvPr/>
            </p:nvSpPr>
            <p:spPr bwMode="auto">
              <a:xfrm>
                <a:off x="2808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66" name="Freeform 3938"/>
              <p:cNvSpPr>
                <a:spLocks/>
              </p:cNvSpPr>
              <p:nvPr/>
            </p:nvSpPr>
            <p:spPr bwMode="auto">
              <a:xfrm>
                <a:off x="2958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67" name="Freeform 3939"/>
              <p:cNvSpPr>
                <a:spLocks/>
              </p:cNvSpPr>
              <p:nvPr/>
            </p:nvSpPr>
            <p:spPr bwMode="auto">
              <a:xfrm>
                <a:off x="2856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68" name="Freeform 3940"/>
              <p:cNvSpPr>
                <a:spLocks/>
              </p:cNvSpPr>
              <p:nvPr/>
            </p:nvSpPr>
            <p:spPr bwMode="auto">
              <a:xfrm>
                <a:off x="2910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69" name="Freeform 3941"/>
              <p:cNvSpPr>
                <a:spLocks/>
              </p:cNvSpPr>
              <p:nvPr/>
            </p:nvSpPr>
            <p:spPr bwMode="auto">
              <a:xfrm>
                <a:off x="2622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70" name="Freeform 3942"/>
              <p:cNvSpPr>
                <a:spLocks/>
              </p:cNvSpPr>
              <p:nvPr/>
            </p:nvSpPr>
            <p:spPr bwMode="auto">
              <a:xfrm>
                <a:off x="2970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71" name="Freeform 3943"/>
              <p:cNvSpPr>
                <a:spLocks/>
              </p:cNvSpPr>
              <p:nvPr/>
            </p:nvSpPr>
            <p:spPr bwMode="auto">
              <a:xfrm>
                <a:off x="3090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72" name="Freeform 3944"/>
              <p:cNvSpPr>
                <a:spLocks/>
              </p:cNvSpPr>
              <p:nvPr/>
            </p:nvSpPr>
            <p:spPr bwMode="auto">
              <a:xfrm>
                <a:off x="2880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73" name="Freeform 3945"/>
              <p:cNvSpPr>
                <a:spLocks/>
              </p:cNvSpPr>
              <p:nvPr/>
            </p:nvSpPr>
            <p:spPr bwMode="auto">
              <a:xfrm>
                <a:off x="3078" y="19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74" name="Freeform 3946"/>
              <p:cNvSpPr>
                <a:spLocks/>
              </p:cNvSpPr>
              <p:nvPr/>
            </p:nvSpPr>
            <p:spPr bwMode="auto">
              <a:xfrm>
                <a:off x="2124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75" name="Freeform 3947"/>
              <p:cNvSpPr>
                <a:spLocks/>
              </p:cNvSpPr>
              <p:nvPr/>
            </p:nvSpPr>
            <p:spPr bwMode="auto">
              <a:xfrm>
                <a:off x="2766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76" name="Freeform 3948"/>
              <p:cNvSpPr>
                <a:spLocks/>
              </p:cNvSpPr>
              <p:nvPr/>
            </p:nvSpPr>
            <p:spPr bwMode="auto">
              <a:xfrm>
                <a:off x="2820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77" name="Freeform 3949"/>
              <p:cNvSpPr>
                <a:spLocks/>
              </p:cNvSpPr>
              <p:nvPr/>
            </p:nvSpPr>
            <p:spPr bwMode="auto">
              <a:xfrm>
                <a:off x="2532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78" name="Freeform 3950"/>
              <p:cNvSpPr>
                <a:spLocks/>
              </p:cNvSpPr>
              <p:nvPr/>
            </p:nvSpPr>
            <p:spPr bwMode="auto">
              <a:xfrm>
                <a:off x="3060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79" name="Freeform 3951"/>
              <p:cNvSpPr>
                <a:spLocks/>
              </p:cNvSpPr>
              <p:nvPr/>
            </p:nvSpPr>
            <p:spPr bwMode="auto">
              <a:xfrm>
                <a:off x="3252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80" name="Freeform 3952"/>
              <p:cNvSpPr>
                <a:spLocks/>
              </p:cNvSpPr>
              <p:nvPr/>
            </p:nvSpPr>
            <p:spPr bwMode="auto">
              <a:xfrm>
                <a:off x="3018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81" name="Freeform 3953"/>
              <p:cNvSpPr>
                <a:spLocks/>
              </p:cNvSpPr>
              <p:nvPr/>
            </p:nvSpPr>
            <p:spPr bwMode="auto">
              <a:xfrm>
                <a:off x="3174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82" name="Freeform 3954"/>
              <p:cNvSpPr>
                <a:spLocks/>
              </p:cNvSpPr>
              <p:nvPr/>
            </p:nvSpPr>
            <p:spPr bwMode="auto">
              <a:xfrm>
                <a:off x="2706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83" name="Freeform 3955"/>
              <p:cNvSpPr>
                <a:spLocks/>
              </p:cNvSpPr>
              <p:nvPr/>
            </p:nvSpPr>
            <p:spPr bwMode="auto">
              <a:xfrm>
                <a:off x="2376" y="28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84" name="Freeform 3956"/>
              <p:cNvSpPr>
                <a:spLocks/>
              </p:cNvSpPr>
              <p:nvPr/>
            </p:nvSpPr>
            <p:spPr bwMode="auto">
              <a:xfrm>
                <a:off x="3120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85" name="Freeform 3957"/>
              <p:cNvSpPr>
                <a:spLocks/>
              </p:cNvSpPr>
              <p:nvPr/>
            </p:nvSpPr>
            <p:spPr bwMode="auto">
              <a:xfrm>
                <a:off x="2838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86" name="Freeform 3958"/>
              <p:cNvSpPr>
                <a:spLocks/>
              </p:cNvSpPr>
              <p:nvPr/>
            </p:nvSpPr>
            <p:spPr bwMode="auto">
              <a:xfrm>
                <a:off x="2880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87" name="Freeform 3959"/>
              <p:cNvSpPr>
                <a:spLocks/>
              </p:cNvSpPr>
              <p:nvPr/>
            </p:nvSpPr>
            <p:spPr bwMode="auto">
              <a:xfrm>
                <a:off x="3174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88" name="Freeform 3960"/>
              <p:cNvSpPr>
                <a:spLocks/>
              </p:cNvSpPr>
              <p:nvPr/>
            </p:nvSpPr>
            <p:spPr bwMode="auto">
              <a:xfrm>
                <a:off x="2604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89" name="Freeform 3961"/>
              <p:cNvSpPr>
                <a:spLocks/>
              </p:cNvSpPr>
              <p:nvPr/>
            </p:nvSpPr>
            <p:spPr bwMode="auto">
              <a:xfrm>
                <a:off x="2652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90" name="Freeform 3962"/>
              <p:cNvSpPr>
                <a:spLocks/>
              </p:cNvSpPr>
              <p:nvPr/>
            </p:nvSpPr>
            <p:spPr bwMode="auto">
              <a:xfrm>
                <a:off x="2472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91" name="Freeform 3963"/>
              <p:cNvSpPr>
                <a:spLocks/>
              </p:cNvSpPr>
              <p:nvPr/>
            </p:nvSpPr>
            <p:spPr bwMode="auto">
              <a:xfrm>
                <a:off x="2832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92" name="Freeform 3964"/>
              <p:cNvSpPr>
                <a:spLocks/>
              </p:cNvSpPr>
              <p:nvPr/>
            </p:nvSpPr>
            <p:spPr bwMode="auto">
              <a:xfrm>
                <a:off x="3558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93" name="Freeform 3965"/>
              <p:cNvSpPr>
                <a:spLocks/>
              </p:cNvSpPr>
              <p:nvPr/>
            </p:nvSpPr>
            <p:spPr bwMode="auto">
              <a:xfrm>
                <a:off x="2352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94" name="Freeform 3966"/>
              <p:cNvSpPr>
                <a:spLocks/>
              </p:cNvSpPr>
              <p:nvPr/>
            </p:nvSpPr>
            <p:spPr bwMode="auto">
              <a:xfrm>
                <a:off x="301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95" name="Freeform 3967"/>
              <p:cNvSpPr>
                <a:spLocks/>
              </p:cNvSpPr>
              <p:nvPr/>
            </p:nvSpPr>
            <p:spPr bwMode="auto">
              <a:xfrm>
                <a:off x="3144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96" name="Freeform 3968"/>
              <p:cNvSpPr>
                <a:spLocks/>
              </p:cNvSpPr>
              <p:nvPr/>
            </p:nvSpPr>
            <p:spPr bwMode="auto">
              <a:xfrm>
                <a:off x="2616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97" name="Freeform 3969"/>
              <p:cNvSpPr>
                <a:spLocks/>
              </p:cNvSpPr>
              <p:nvPr/>
            </p:nvSpPr>
            <p:spPr bwMode="auto">
              <a:xfrm>
                <a:off x="2934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98" name="Freeform 3970"/>
              <p:cNvSpPr>
                <a:spLocks/>
              </p:cNvSpPr>
              <p:nvPr/>
            </p:nvSpPr>
            <p:spPr bwMode="auto">
              <a:xfrm>
                <a:off x="2778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499" name="Freeform 3971"/>
              <p:cNvSpPr>
                <a:spLocks/>
              </p:cNvSpPr>
              <p:nvPr/>
            </p:nvSpPr>
            <p:spPr bwMode="auto">
              <a:xfrm>
                <a:off x="2430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00" name="Freeform 3972"/>
              <p:cNvSpPr>
                <a:spLocks/>
              </p:cNvSpPr>
              <p:nvPr/>
            </p:nvSpPr>
            <p:spPr bwMode="auto">
              <a:xfrm>
                <a:off x="3198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01" name="Freeform 3973"/>
              <p:cNvSpPr>
                <a:spLocks/>
              </p:cNvSpPr>
              <p:nvPr/>
            </p:nvSpPr>
            <p:spPr bwMode="auto">
              <a:xfrm>
                <a:off x="2802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02" name="Freeform 3974"/>
              <p:cNvSpPr>
                <a:spLocks/>
              </p:cNvSpPr>
              <p:nvPr/>
            </p:nvSpPr>
            <p:spPr bwMode="auto">
              <a:xfrm>
                <a:off x="3072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03" name="Freeform 3975"/>
              <p:cNvSpPr>
                <a:spLocks/>
              </p:cNvSpPr>
              <p:nvPr/>
            </p:nvSpPr>
            <p:spPr bwMode="auto">
              <a:xfrm>
                <a:off x="2838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04" name="Freeform 3976"/>
              <p:cNvSpPr>
                <a:spLocks/>
              </p:cNvSpPr>
              <p:nvPr/>
            </p:nvSpPr>
            <p:spPr bwMode="auto">
              <a:xfrm>
                <a:off x="2754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05" name="Freeform 3977"/>
              <p:cNvSpPr>
                <a:spLocks/>
              </p:cNvSpPr>
              <p:nvPr/>
            </p:nvSpPr>
            <p:spPr bwMode="auto">
              <a:xfrm>
                <a:off x="2856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06" name="Freeform 3978"/>
              <p:cNvSpPr>
                <a:spLocks/>
              </p:cNvSpPr>
              <p:nvPr/>
            </p:nvSpPr>
            <p:spPr bwMode="auto">
              <a:xfrm>
                <a:off x="2994" y="29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07" name="Freeform 3979"/>
              <p:cNvSpPr>
                <a:spLocks/>
              </p:cNvSpPr>
              <p:nvPr/>
            </p:nvSpPr>
            <p:spPr bwMode="auto">
              <a:xfrm>
                <a:off x="2898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08" name="Freeform 3980"/>
              <p:cNvSpPr>
                <a:spLocks/>
              </p:cNvSpPr>
              <p:nvPr/>
            </p:nvSpPr>
            <p:spPr bwMode="auto">
              <a:xfrm>
                <a:off x="2238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09" name="Freeform 3981"/>
              <p:cNvSpPr>
                <a:spLocks/>
              </p:cNvSpPr>
              <p:nvPr/>
            </p:nvSpPr>
            <p:spPr bwMode="auto">
              <a:xfrm>
                <a:off x="2688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10" name="Freeform 3982"/>
              <p:cNvSpPr>
                <a:spLocks/>
              </p:cNvSpPr>
              <p:nvPr/>
            </p:nvSpPr>
            <p:spPr bwMode="auto">
              <a:xfrm>
                <a:off x="2622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11" name="Freeform 3983"/>
              <p:cNvSpPr>
                <a:spLocks/>
              </p:cNvSpPr>
              <p:nvPr/>
            </p:nvSpPr>
            <p:spPr bwMode="auto">
              <a:xfrm>
                <a:off x="2682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12" name="Freeform 3984"/>
              <p:cNvSpPr>
                <a:spLocks/>
              </p:cNvSpPr>
              <p:nvPr/>
            </p:nvSpPr>
            <p:spPr bwMode="auto">
              <a:xfrm>
                <a:off x="3096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13" name="Freeform 3985"/>
              <p:cNvSpPr>
                <a:spLocks/>
              </p:cNvSpPr>
              <p:nvPr/>
            </p:nvSpPr>
            <p:spPr bwMode="auto">
              <a:xfrm>
                <a:off x="3054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14" name="Freeform 3986"/>
              <p:cNvSpPr>
                <a:spLocks/>
              </p:cNvSpPr>
              <p:nvPr/>
            </p:nvSpPr>
            <p:spPr bwMode="auto">
              <a:xfrm>
                <a:off x="2718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15" name="Freeform 3987"/>
              <p:cNvSpPr>
                <a:spLocks/>
              </p:cNvSpPr>
              <p:nvPr/>
            </p:nvSpPr>
            <p:spPr bwMode="auto">
              <a:xfrm>
                <a:off x="2658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16" name="Freeform 3988"/>
              <p:cNvSpPr>
                <a:spLocks/>
              </p:cNvSpPr>
              <p:nvPr/>
            </p:nvSpPr>
            <p:spPr bwMode="auto">
              <a:xfrm>
                <a:off x="267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17" name="Freeform 3989"/>
              <p:cNvSpPr>
                <a:spLocks/>
              </p:cNvSpPr>
              <p:nvPr/>
            </p:nvSpPr>
            <p:spPr bwMode="auto">
              <a:xfrm>
                <a:off x="2850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18" name="Freeform 3990"/>
              <p:cNvSpPr>
                <a:spLocks/>
              </p:cNvSpPr>
              <p:nvPr/>
            </p:nvSpPr>
            <p:spPr bwMode="auto">
              <a:xfrm>
                <a:off x="2628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19" name="Freeform 3991"/>
              <p:cNvSpPr>
                <a:spLocks/>
              </p:cNvSpPr>
              <p:nvPr/>
            </p:nvSpPr>
            <p:spPr bwMode="auto">
              <a:xfrm>
                <a:off x="2298" y="28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20" name="Freeform 3992"/>
              <p:cNvSpPr>
                <a:spLocks/>
              </p:cNvSpPr>
              <p:nvPr/>
            </p:nvSpPr>
            <p:spPr bwMode="auto">
              <a:xfrm>
                <a:off x="2838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21" name="Freeform 3993"/>
              <p:cNvSpPr>
                <a:spLocks/>
              </p:cNvSpPr>
              <p:nvPr/>
            </p:nvSpPr>
            <p:spPr bwMode="auto">
              <a:xfrm>
                <a:off x="2706" y="29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22" name="Freeform 3994"/>
              <p:cNvSpPr>
                <a:spLocks/>
              </p:cNvSpPr>
              <p:nvPr/>
            </p:nvSpPr>
            <p:spPr bwMode="auto">
              <a:xfrm>
                <a:off x="3228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23" name="Freeform 3995"/>
              <p:cNvSpPr>
                <a:spLocks/>
              </p:cNvSpPr>
              <p:nvPr/>
            </p:nvSpPr>
            <p:spPr bwMode="auto">
              <a:xfrm>
                <a:off x="2736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24" name="Freeform 3996"/>
              <p:cNvSpPr>
                <a:spLocks/>
              </p:cNvSpPr>
              <p:nvPr/>
            </p:nvSpPr>
            <p:spPr bwMode="auto">
              <a:xfrm>
                <a:off x="2622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25" name="Freeform 3997"/>
              <p:cNvSpPr>
                <a:spLocks/>
              </p:cNvSpPr>
              <p:nvPr/>
            </p:nvSpPr>
            <p:spPr bwMode="auto">
              <a:xfrm>
                <a:off x="2934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26" name="Freeform 3998"/>
              <p:cNvSpPr>
                <a:spLocks/>
              </p:cNvSpPr>
              <p:nvPr/>
            </p:nvSpPr>
            <p:spPr bwMode="auto">
              <a:xfrm>
                <a:off x="2868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27" name="Freeform 3999"/>
              <p:cNvSpPr>
                <a:spLocks/>
              </p:cNvSpPr>
              <p:nvPr/>
            </p:nvSpPr>
            <p:spPr bwMode="auto">
              <a:xfrm>
                <a:off x="2874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28" name="Freeform 4000"/>
              <p:cNvSpPr>
                <a:spLocks/>
              </p:cNvSpPr>
              <p:nvPr/>
            </p:nvSpPr>
            <p:spPr bwMode="auto">
              <a:xfrm>
                <a:off x="2862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29" name="Freeform 4001"/>
              <p:cNvSpPr>
                <a:spLocks/>
              </p:cNvSpPr>
              <p:nvPr/>
            </p:nvSpPr>
            <p:spPr bwMode="auto">
              <a:xfrm>
                <a:off x="3012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30" name="Freeform 4002"/>
              <p:cNvSpPr>
                <a:spLocks/>
              </p:cNvSpPr>
              <p:nvPr/>
            </p:nvSpPr>
            <p:spPr bwMode="auto">
              <a:xfrm>
                <a:off x="3144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31" name="Freeform 4003"/>
              <p:cNvSpPr>
                <a:spLocks/>
              </p:cNvSpPr>
              <p:nvPr/>
            </p:nvSpPr>
            <p:spPr bwMode="auto">
              <a:xfrm>
                <a:off x="2760" y="29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32" name="Freeform 4004"/>
              <p:cNvSpPr>
                <a:spLocks/>
              </p:cNvSpPr>
              <p:nvPr/>
            </p:nvSpPr>
            <p:spPr bwMode="auto">
              <a:xfrm>
                <a:off x="2490" y="27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33" name="Freeform 4005"/>
              <p:cNvSpPr>
                <a:spLocks/>
              </p:cNvSpPr>
              <p:nvPr/>
            </p:nvSpPr>
            <p:spPr bwMode="auto">
              <a:xfrm>
                <a:off x="2880" y="27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34" name="Freeform 4006"/>
              <p:cNvSpPr>
                <a:spLocks/>
              </p:cNvSpPr>
              <p:nvPr/>
            </p:nvSpPr>
            <p:spPr bwMode="auto">
              <a:xfrm>
                <a:off x="2616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35" name="Freeform 4007"/>
              <p:cNvSpPr>
                <a:spLocks/>
              </p:cNvSpPr>
              <p:nvPr/>
            </p:nvSpPr>
            <p:spPr bwMode="auto">
              <a:xfrm>
                <a:off x="2298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36" name="Freeform 4008"/>
              <p:cNvSpPr>
                <a:spLocks/>
              </p:cNvSpPr>
              <p:nvPr/>
            </p:nvSpPr>
            <p:spPr bwMode="auto">
              <a:xfrm>
                <a:off x="2778" y="21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37" name="Freeform 4009"/>
              <p:cNvSpPr>
                <a:spLocks/>
              </p:cNvSpPr>
              <p:nvPr/>
            </p:nvSpPr>
            <p:spPr bwMode="auto">
              <a:xfrm>
                <a:off x="2688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38" name="Freeform 4010"/>
              <p:cNvSpPr>
                <a:spLocks/>
              </p:cNvSpPr>
              <p:nvPr/>
            </p:nvSpPr>
            <p:spPr bwMode="auto">
              <a:xfrm>
                <a:off x="2958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39" name="Freeform 4011"/>
              <p:cNvSpPr>
                <a:spLocks/>
              </p:cNvSpPr>
              <p:nvPr/>
            </p:nvSpPr>
            <p:spPr bwMode="auto">
              <a:xfrm>
                <a:off x="2808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40" name="Freeform 4012"/>
              <p:cNvSpPr>
                <a:spLocks/>
              </p:cNvSpPr>
              <p:nvPr/>
            </p:nvSpPr>
            <p:spPr bwMode="auto">
              <a:xfrm>
                <a:off x="3030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41" name="Freeform 4013"/>
              <p:cNvSpPr>
                <a:spLocks/>
              </p:cNvSpPr>
              <p:nvPr/>
            </p:nvSpPr>
            <p:spPr bwMode="auto">
              <a:xfrm>
                <a:off x="2346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42" name="Freeform 4014"/>
              <p:cNvSpPr>
                <a:spLocks/>
              </p:cNvSpPr>
              <p:nvPr/>
            </p:nvSpPr>
            <p:spPr bwMode="auto">
              <a:xfrm>
                <a:off x="2676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43" name="Freeform 4015"/>
              <p:cNvSpPr>
                <a:spLocks/>
              </p:cNvSpPr>
              <p:nvPr/>
            </p:nvSpPr>
            <p:spPr bwMode="auto">
              <a:xfrm>
                <a:off x="3354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44" name="Freeform 4016"/>
              <p:cNvSpPr>
                <a:spLocks/>
              </p:cNvSpPr>
              <p:nvPr/>
            </p:nvSpPr>
            <p:spPr bwMode="auto">
              <a:xfrm>
                <a:off x="2874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45" name="Freeform 4017"/>
              <p:cNvSpPr>
                <a:spLocks/>
              </p:cNvSpPr>
              <p:nvPr/>
            </p:nvSpPr>
            <p:spPr bwMode="auto">
              <a:xfrm>
                <a:off x="2976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46" name="Freeform 4018"/>
              <p:cNvSpPr>
                <a:spLocks/>
              </p:cNvSpPr>
              <p:nvPr/>
            </p:nvSpPr>
            <p:spPr bwMode="auto">
              <a:xfrm>
                <a:off x="2682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47" name="Freeform 4019"/>
              <p:cNvSpPr>
                <a:spLocks/>
              </p:cNvSpPr>
              <p:nvPr/>
            </p:nvSpPr>
            <p:spPr bwMode="auto">
              <a:xfrm>
                <a:off x="2970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48" name="Freeform 4020"/>
              <p:cNvSpPr>
                <a:spLocks/>
              </p:cNvSpPr>
              <p:nvPr/>
            </p:nvSpPr>
            <p:spPr bwMode="auto">
              <a:xfrm>
                <a:off x="2844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49" name="Freeform 4021"/>
              <p:cNvSpPr>
                <a:spLocks/>
              </p:cNvSpPr>
              <p:nvPr/>
            </p:nvSpPr>
            <p:spPr bwMode="auto">
              <a:xfrm>
                <a:off x="2880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50" name="Freeform 4022"/>
              <p:cNvSpPr>
                <a:spLocks/>
              </p:cNvSpPr>
              <p:nvPr/>
            </p:nvSpPr>
            <p:spPr bwMode="auto">
              <a:xfrm>
                <a:off x="2844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551" name="Freeform 4023"/>
              <p:cNvSpPr>
                <a:spLocks/>
              </p:cNvSpPr>
              <p:nvPr/>
            </p:nvSpPr>
            <p:spPr bwMode="auto">
              <a:xfrm>
                <a:off x="2730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24" name="Group 4225"/>
            <p:cNvGrpSpPr>
              <a:grpSpLocks/>
            </p:cNvGrpSpPr>
            <p:nvPr/>
          </p:nvGrpSpPr>
          <p:grpSpPr bwMode="auto">
            <a:xfrm>
              <a:off x="2130" y="1893"/>
              <a:ext cx="1476" cy="1134"/>
              <a:chOff x="2130" y="1893"/>
              <a:chExt cx="1476" cy="1134"/>
            </a:xfrm>
          </p:grpSpPr>
          <p:sp>
            <p:nvSpPr>
              <p:cNvPr id="57152" name="Freeform 4025"/>
              <p:cNvSpPr>
                <a:spLocks/>
              </p:cNvSpPr>
              <p:nvPr/>
            </p:nvSpPr>
            <p:spPr bwMode="auto">
              <a:xfrm>
                <a:off x="3210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53" name="Freeform 4026"/>
              <p:cNvSpPr>
                <a:spLocks/>
              </p:cNvSpPr>
              <p:nvPr/>
            </p:nvSpPr>
            <p:spPr bwMode="auto">
              <a:xfrm>
                <a:off x="2688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54" name="Freeform 4027"/>
              <p:cNvSpPr>
                <a:spLocks/>
              </p:cNvSpPr>
              <p:nvPr/>
            </p:nvSpPr>
            <p:spPr bwMode="auto">
              <a:xfrm>
                <a:off x="3144" y="20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55" name="Freeform 4028"/>
              <p:cNvSpPr>
                <a:spLocks/>
              </p:cNvSpPr>
              <p:nvPr/>
            </p:nvSpPr>
            <p:spPr bwMode="auto">
              <a:xfrm>
                <a:off x="3006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56" name="Freeform 4029"/>
              <p:cNvSpPr>
                <a:spLocks/>
              </p:cNvSpPr>
              <p:nvPr/>
            </p:nvSpPr>
            <p:spPr bwMode="auto">
              <a:xfrm>
                <a:off x="3078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57" name="Freeform 4030"/>
              <p:cNvSpPr>
                <a:spLocks/>
              </p:cNvSpPr>
              <p:nvPr/>
            </p:nvSpPr>
            <p:spPr bwMode="auto">
              <a:xfrm>
                <a:off x="3108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58" name="Freeform 4031"/>
              <p:cNvSpPr>
                <a:spLocks/>
              </p:cNvSpPr>
              <p:nvPr/>
            </p:nvSpPr>
            <p:spPr bwMode="auto">
              <a:xfrm>
                <a:off x="2502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59" name="Freeform 4032"/>
              <p:cNvSpPr>
                <a:spLocks/>
              </p:cNvSpPr>
              <p:nvPr/>
            </p:nvSpPr>
            <p:spPr bwMode="auto">
              <a:xfrm>
                <a:off x="3198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60" name="Freeform 4033"/>
              <p:cNvSpPr>
                <a:spLocks/>
              </p:cNvSpPr>
              <p:nvPr/>
            </p:nvSpPr>
            <p:spPr bwMode="auto">
              <a:xfrm>
                <a:off x="3120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61" name="Freeform 4034"/>
              <p:cNvSpPr>
                <a:spLocks/>
              </p:cNvSpPr>
              <p:nvPr/>
            </p:nvSpPr>
            <p:spPr bwMode="auto">
              <a:xfrm>
                <a:off x="2772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62" name="Freeform 4035"/>
              <p:cNvSpPr>
                <a:spLocks/>
              </p:cNvSpPr>
              <p:nvPr/>
            </p:nvSpPr>
            <p:spPr bwMode="auto">
              <a:xfrm>
                <a:off x="3474" y="21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63" name="Freeform 4036"/>
              <p:cNvSpPr>
                <a:spLocks/>
              </p:cNvSpPr>
              <p:nvPr/>
            </p:nvSpPr>
            <p:spPr bwMode="auto">
              <a:xfrm>
                <a:off x="2802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64" name="Freeform 4037"/>
              <p:cNvSpPr>
                <a:spLocks/>
              </p:cNvSpPr>
              <p:nvPr/>
            </p:nvSpPr>
            <p:spPr bwMode="auto">
              <a:xfrm>
                <a:off x="3294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65" name="Freeform 4038"/>
              <p:cNvSpPr>
                <a:spLocks/>
              </p:cNvSpPr>
              <p:nvPr/>
            </p:nvSpPr>
            <p:spPr bwMode="auto">
              <a:xfrm>
                <a:off x="2496" y="29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66" name="Freeform 4039"/>
              <p:cNvSpPr>
                <a:spLocks/>
              </p:cNvSpPr>
              <p:nvPr/>
            </p:nvSpPr>
            <p:spPr bwMode="auto">
              <a:xfrm>
                <a:off x="2448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67" name="Freeform 4040"/>
              <p:cNvSpPr>
                <a:spLocks/>
              </p:cNvSpPr>
              <p:nvPr/>
            </p:nvSpPr>
            <p:spPr bwMode="auto">
              <a:xfrm>
                <a:off x="2796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68" name="Freeform 4041"/>
              <p:cNvSpPr>
                <a:spLocks/>
              </p:cNvSpPr>
              <p:nvPr/>
            </p:nvSpPr>
            <p:spPr bwMode="auto">
              <a:xfrm>
                <a:off x="3144" y="19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69" name="Freeform 4042"/>
              <p:cNvSpPr>
                <a:spLocks/>
              </p:cNvSpPr>
              <p:nvPr/>
            </p:nvSpPr>
            <p:spPr bwMode="auto">
              <a:xfrm>
                <a:off x="2796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70" name="Freeform 4043"/>
              <p:cNvSpPr>
                <a:spLocks/>
              </p:cNvSpPr>
              <p:nvPr/>
            </p:nvSpPr>
            <p:spPr bwMode="auto">
              <a:xfrm>
                <a:off x="3216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71" name="Freeform 4044"/>
              <p:cNvSpPr>
                <a:spLocks/>
              </p:cNvSpPr>
              <p:nvPr/>
            </p:nvSpPr>
            <p:spPr bwMode="auto">
              <a:xfrm>
                <a:off x="2736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72" name="Freeform 4045"/>
              <p:cNvSpPr>
                <a:spLocks/>
              </p:cNvSpPr>
              <p:nvPr/>
            </p:nvSpPr>
            <p:spPr bwMode="auto">
              <a:xfrm>
                <a:off x="2952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73" name="Freeform 4046"/>
              <p:cNvSpPr>
                <a:spLocks/>
              </p:cNvSpPr>
              <p:nvPr/>
            </p:nvSpPr>
            <p:spPr bwMode="auto">
              <a:xfrm>
                <a:off x="3024" y="28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74" name="Freeform 4047"/>
              <p:cNvSpPr>
                <a:spLocks/>
              </p:cNvSpPr>
              <p:nvPr/>
            </p:nvSpPr>
            <p:spPr bwMode="auto">
              <a:xfrm>
                <a:off x="3348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75" name="Freeform 4048"/>
              <p:cNvSpPr>
                <a:spLocks/>
              </p:cNvSpPr>
              <p:nvPr/>
            </p:nvSpPr>
            <p:spPr bwMode="auto">
              <a:xfrm>
                <a:off x="3066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76" name="Freeform 4049"/>
              <p:cNvSpPr>
                <a:spLocks/>
              </p:cNvSpPr>
              <p:nvPr/>
            </p:nvSpPr>
            <p:spPr bwMode="auto">
              <a:xfrm>
                <a:off x="2568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77" name="Freeform 4050"/>
              <p:cNvSpPr>
                <a:spLocks/>
              </p:cNvSpPr>
              <p:nvPr/>
            </p:nvSpPr>
            <p:spPr bwMode="auto">
              <a:xfrm>
                <a:off x="2928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78" name="Freeform 4051"/>
              <p:cNvSpPr>
                <a:spLocks/>
              </p:cNvSpPr>
              <p:nvPr/>
            </p:nvSpPr>
            <p:spPr bwMode="auto">
              <a:xfrm>
                <a:off x="2640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79" name="Freeform 4052"/>
              <p:cNvSpPr>
                <a:spLocks/>
              </p:cNvSpPr>
              <p:nvPr/>
            </p:nvSpPr>
            <p:spPr bwMode="auto">
              <a:xfrm>
                <a:off x="2790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80" name="Freeform 4053"/>
              <p:cNvSpPr>
                <a:spLocks/>
              </p:cNvSpPr>
              <p:nvPr/>
            </p:nvSpPr>
            <p:spPr bwMode="auto">
              <a:xfrm>
                <a:off x="2994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81" name="Freeform 4054"/>
              <p:cNvSpPr>
                <a:spLocks/>
              </p:cNvSpPr>
              <p:nvPr/>
            </p:nvSpPr>
            <p:spPr bwMode="auto">
              <a:xfrm>
                <a:off x="2658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82" name="Freeform 4055"/>
              <p:cNvSpPr>
                <a:spLocks/>
              </p:cNvSpPr>
              <p:nvPr/>
            </p:nvSpPr>
            <p:spPr bwMode="auto">
              <a:xfrm>
                <a:off x="2526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83" name="Freeform 4056"/>
              <p:cNvSpPr>
                <a:spLocks/>
              </p:cNvSpPr>
              <p:nvPr/>
            </p:nvSpPr>
            <p:spPr bwMode="auto">
              <a:xfrm>
                <a:off x="3210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84" name="Freeform 4057"/>
              <p:cNvSpPr>
                <a:spLocks/>
              </p:cNvSpPr>
              <p:nvPr/>
            </p:nvSpPr>
            <p:spPr bwMode="auto">
              <a:xfrm>
                <a:off x="2718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85" name="Freeform 4058"/>
              <p:cNvSpPr>
                <a:spLocks/>
              </p:cNvSpPr>
              <p:nvPr/>
            </p:nvSpPr>
            <p:spPr bwMode="auto">
              <a:xfrm>
                <a:off x="2796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86" name="Freeform 4059"/>
              <p:cNvSpPr>
                <a:spLocks/>
              </p:cNvSpPr>
              <p:nvPr/>
            </p:nvSpPr>
            <p:spPr bwMode="auto">
              <a:xfrm>
                <a:off x="2736" y="28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87" name="Freeform 4060"/>
              <p:cNvSpPr>
                <a:spLocks/>
              </p:cNvSpPr>
              <p:nvPr/>
            </p:nvSpPr>
            <p:spPr bwMode="auto">
              <a:xfrm>
                <a:off x="2964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88" name="Freeform 4061"/>
              <p:cNvSpPr>
                <a:spLocks/>
              </p:cNvSpPr>
              <p:nvPr/>
            </p:nvSpPr>
            <p:spPr bwMode="auto">
              <a:xfrm>
                <a:off x="2958" y="21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89" name="Freeform 4062"/>
              <p:cNvSpPr>
                <a:spLocks/>
              </p:cNvSpPr>
              <p:nvPr/>
            </p:nvSpPr>
            <p:spPr bwMode="auto">
              <a:xfrm>
                <a:off x="2730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90" name="Freeform 4063"/>
              <p:cNvSpPr>
                <a:spLocks/>
              </p:cNvSpPr>
              <p:nvPr/>
            </p:nvSpPr>
            <p:spPr bwMode="auto">
              <a:xfrm>
                <a:off x="2532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91" name="Freeform 4064"/>
              <p:cNvSpPr>
                <a:spLocks/>
              </p:cNvSpPr>
              <p:nvPr/>
            </p:nvSpPr>
            <p:spPr bwMode="auto">
              <a:xfrm>
                <a:off x="3138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92" name="Freeform 4065"/>
              <p:cNvSpPr>
                <a:spLocks/>
              </p:cNvSpPr>
              <p:nvPr/>
            </p:nvSpPr>
            <p:spPr bwMode="auto">
              <a:xfrm>
                <a:off x="2760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93" name="Freeform 4066"/>
              <p:cNvSpPr>
                <a:spLocks/>
              </p:cNvSpPr>
              <p:nvPr/>
            </p:nvSpPr>
            <p:spPr bwMode="auto">
              <a:xfrm>
                <a:off x="2838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94" name="Freeform 4067"/>
              <p:cNvSpPr>
                <a:spLocks/>
              </p:cNvSpPr>
              <p:nvPr/>
            </p:nvSpPr>
            <p:spPr bwMode="auto">
              <a:xfrm>
                <a:off x="3480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95" name="Freeform 4068"/>
              <p:cNvSpPr>
                <a:spLocks/>
              </p:cNvSpPr>
              <p:nvPr/>
            </p:nvSpPr>
            <p:spPr bwMode="auto">
              <a:xfrm>
                <a:off x="2418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96" name="Freeform 4069"/>
              <p:cNvSpPr>
                <a:spLocks/>
              </p:cNvSpPr>
              <p:nvPr/>
            </p:nvSpPr>
            <p:spPr bwMode="auto">
              <a:xfrm>
                <a:off x="2664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97" name="Freeform 4070"/>
              <p:cNvSpPr>
                <a:spLocks/>
              </p:cNvSpPr>
              <p:nvPr/>
            </p:nvSpPr>
            <p:spPr bwMode="auto">
              <a:xfrm>
                <a:off x="2526" y="28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98" name="Freeform 4071"/>
              <p:cNvSpPr>
                <a:spLocks/>
              </p:cNvSpPr>
              <p:nvPr/>
            </p:nvSpPr>
            <p:spPr bwMode="auto">
              <a:xfrm>
                <a:off x="2994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99" name="Freeform 4072"/>
              <p:cNvSpPr>
                <a:spLocks/>
              </p:cNvSpPr>
              <p:nvPr/>
            </p:nvSpPr>
            <p:spPr bwMode="auto">
              <a:xfrm>
                <a:off x="2652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00" name="Freeform 4073"/>
              <p:cNvSpPr>
                <a:spLocks/>
              </p:cNvSpPr>
              <p:nvPr/>
            </p:nvSpPr>
            <p:spPr bwMode="auto">
              <a:xfrm>
                <a:off x="2790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01" name="Freeform 4074"/>
              <p:cNvSpPr>
                <a:spLocks/>
              </p:cNvSpPr>
              <p:nvPr/>
            </p:nvSpPr>
            <p:spPr bwMode="auto">
              <a:xfrm>
                <a:off x="2886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02" name="Freeform 4075"/>
              <p:cNvSpPr>
                <a:spLocks/>
              </p:cNvSpPr>
              <p:nvPr/>
            </p:nvSpPr>
            <p:spPr bwMode="auto">
              <a:xfrm>
                <a:off x="2526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03" name="Freeform 4076"/>
              <p:cNvSpPr>
                <a:spLocks/>
              </p:cNvSpPr>
              <p:nvPr/>
            </p:nvSpPr>
            <p:spPr bwMode="auto">
              <a:xfrm>
                <a:off x="3090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04" name="Freeform 4077"/>
              <p:cNvSpPr>
                <a:spLocks/>
              </p:cNvSpPr>
              <p:nvPr/>
            </p:nvSpPr>
            <p:spPr bwMode="auto">
              <a:xfrm>
                <a:off x="3120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05" name="Freeform 4078"/>
              <p:cNvSpPr>
                <a:spLocks/>
              </p:cNvSpPr>
              <p:nvPr/>
            </p:nvSpPr>
            <p:spPr bwMode="auto">
              <a:xfrm>
                <a:off x="2736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06" name="Freeform 4079"/>
              <p:cNvSpPr>
                <a:spLocks/>
              </p:cNvSpPr>
              <p:nvPr/>
            </p:nvSpPr>
            <p:spPr bwMode="auto">
              <a:xfrm>
                <a:off x="2910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07" name="Freeform 4080"/>
              <p:cNvSpPr>
                <a:spLocks/>
              </p:cNvSpPr>
              <p:nvPr/>
            </p:nvSpPr>
            <p:spPr bwMode="auto">
              <a:xfrm>
                <a:off x="3192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08" name="Freeform 4081"/>
              <p:cNvSpPr>
                <a:spLocks/>
              </p:cNvSpPr>
              <p:nvPr/>
            </p:nvSpPr>
            <p:spPr bwMode="auto">
              <a:xfrm>
                <a:off x="3150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09" name="Freeform 4082"/>
              <p:cNvSpPr>
                <a:spLocks/>
              </p:cNvSpPr>
              <p:nvPr/>
            </p:nvSpPr>
            <p:spPr bwMode="auto">
              <a:xfrm>
                <a:off x="3342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10" name="Freeform 4083"/>
              <p:cNvSpPr>
                <a:spLocks/>
              </p:cNvSpPr>
              <p:nvPr/>
            </p:nvSpPr>
            <p:spPr bwMode="auto">
              <a:xfrm>
                <a:off x="2874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11" name="Freeform 4084"/>
              <p:cNvSpPr>
                <a:spLocks/>
              </p:cNvSpPr>
              <p:nvPr/>
            </p:nvSpPr>
            <p:spPr bwMode="auto">
              <a:xfrm>
                <a:off x="2322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12" name="Freeform 4085"/>
              <p:cNvSpPr>
                <a:spLocks/>
              </p:cNvSpPr>
              <p:nvPr/>
            </p:nvSpPr>
            <p:spPr bwMode="auto">
              <a:xfrm>
                <a:off x="2862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13" name="Freeform 4086"/>
              <p:cNvSpPr>
                <a:spLocks/>
              </p:cNvSpPr>
              <p:nvPr/>
            </p:nvSpPr>
            <p:spPr bwMode="auto">
              <a:xfrm>
                <a:off x="2688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14" name="Freeform 4087"/>
              <p:cNvSpPr>
                <a:spLocks/>
              </p:cNvSpPr>
              <p:nvPr/>
            </p:nvSpPr>
            <p:spPr bwMode="auto">
              <a:xfrm>
                <a:off x="2904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15" name="Freeform 4088"/>
              <p:cNvSpPr>
                <a:spLocks/>
              </p:cNvSpPr>
              <p:nvPr/>
            </p:nvSpPr>
            <p:spPr bwMode="auto">
              <a:xfrm>
                <a:off x="2586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16" name="Freeform 4089"/>
              <p:cNvSpPr>
                <a:spLocks/>
              </p:cNvSpPr>
              <p:nvPr/>
            </p:nvSpPr>
            <p:spPr bwMode="auto">
              <a:xfrm>
                <a:off x="2874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17" name="Freeform 4090"/>
              <p:cNvSpPr>
                <a:spLocks/>
              </p:cNvSpPr>
              <p:nvPr/>
            </p:nvSpPr>
            <p:spPr bwMode="auto">
              <a:xfrm>
                <a:off x="2652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18" name="Freeform 4091"/>
              <p:cNvSpPr>
                <a:spLocks/>
              </p:cNvSpPr>
              <p:nvPr/>
            </p:nvSpPr>
            <p:spPr bwMode="auto">
              <a:xfrm>
                <a:off x="2814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19" name="Freeform 4092"/>
              <p:cNvSpPr>
                <a:spLocks/>
              </p:cNvSpPr>
              <p:nvPr/>
            </p:nvSpPr>
            <p:spPr bwMode="auto">
              <a:xfrm>
                <a:off x="316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20" name="Freeform 4093"/>
              <p:cNvSpPr>
                <a:spLocks/>
              </p:cNvSpPr>
              <p:nvPr/>
            </p:nvSpPr>
            <p:spPr bwMode="auto">
              <a:xfrm>
                <a:off x="2862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21" name="Freeform 4094"/>
              <p:cNvSpPr>
                <a:spLocks/>
              </p:cNvSpPr>
              <p:nvPr/>
            </p:nvSpPr>
            <p:spPr bwMode="auto">
              <a:xfrm>
                <a:off x="3120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22" name="Freeform 4095"/>
              <p:cNvSpPr>
                <a:spLocks/>
              </p:cNvSpPr>
              <p:nvPr/>
            </p:nvSpPr>
            <p:spPr bwMode="auto">
              <a:xfrm>
                <a:off x="2670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23" name="Freeform 4096"/>
              <p:cNvSpPr>
                <a:spLocks/>
              </p:cNvSpPr>
              <p:nvPr/>
            </p:nvSpPr>
            <p:spPr bwMode="auto">
              <a:xfrm>
                <a:off x="3210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24" name="Freeform 4097"/>
              <p:cNvSpPr>
                <a:spLocks/>
              </p:cNvSpPr>
              <p:nvPr/>
            </p:nvSpPr>
            <p:spPr bwMode="auto">
              <a:xfrm>
                <a:off x="2910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25" name="Freeform 4098"/>
              <p:cNvSpPr>
                <a:spLocks/>
              </p:cNvSpPr>
              <p:nvPr/>
            </p:nvSpPr>
            <p:spPr bwMode="auto">
              <a:xfrm>
                <a:off x="3018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26" name="Freeform 4099"/>
              <p:cNvSpPr>
                <a:spLocks/>
              </p:cNvSpPr>
              <p:nvPr/>
            </p:nvSpPr>
            <p:spPr bwMode="auto">
              <a:xfrm>
                <a:off x="2424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27" name="Freeform 4100"/>
              <p:cNvSpPr>
                <a:spLocks/>
              </p:cNvSpPr>
              <p:nvPr/>
            </p:nvSpPr>
            <p:spPr bwMode="auto">
              <a:xfrm>
                <a:off x="2628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28" name="Freeform 4101"/>
              <p:cNvSpPr>
                <a:spLocks/>
              </p:cNvSpPr>
              <p:nvPr/>
            </p:nvSpPr>
            <p:spPr bwMode="auto">
              <a:xfrm>
                <a:off x="2790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29" name="Freeform 4102"/>
              <p:cNvSpPr>
                <a:spLocks/>
              </p:cNvSpPr>
              <p:nvPr/>
            </p:nvSpPr>
            <p:spPr bwMode="auto">
              <a:xfrm>
                <a:off x="2826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30" name="Freeform 4103"/>
              <p:cNvSpPr>
                <a:spLocks/>
              </p:cNvSpPr>
              <p:nvPr/>
            </p:nvSpPr>
            <p:spPr bwMode="auto">
              <a:xfrm>
                <a:off x="2940" y="21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31" name="Freeform 4104"/>
              <p:cNvSpPr>
                <a:spLocks/>
              </p:cNvSpPr>
              <p:nvPr/>
            </p:nvSpPr>
            <p:spPr bwMode="auto">
              <a:xfrm>
                <a:off x="2880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32" name="Freeform 4105"/>
              <p:cNvSpPr>
                <a:spLocks/>
              </p:cNvSpPr>
              <p:nvPr/>
            </p:nvSpPr>
            <p:spPr bwMode="auto">
              <a:xfrm>
                <a:off x="2634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33" name="Freeform 4106"/>
              <p:cNvSpPr>
                <a:spLocks/>
              </p:cNvSpPr>
              <p:nvPr/>
            </p:nvSpPr>
            <p:spPr bwMode="auto">
              <a:xfrm>
                <a:off x="2178" y="29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34" name="Freeform 4107"/>
              <p:cNvSpPr>
                <a:spLocks/>
              </p:cNvSpPr>
              <p:nvPr/>
            </p:nvSpPr>
            <p:spPr bwMode="auto">
              <a:xfrm>
                <a:off x="2910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35" name="Freeform 4108"/>
              <p:cNvSpPr>
                <a:spLocks/>
              </p:cNvSpPr>
              <p:nvPr/>
            </p:nvSpPr>
            <p:spPr bwMode="auto">
              <a:xfrm>
                <a:off x="2814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36" name="Freeform 4109"/>
              <p:cNvSpPr>
                <a:spLocks/>
              </p:cNvSpPr>
              <p:nvPr/>
            </p:nvSpPr>
            <p:spPr bwMode="auto">
              <a:xfrm>
                <a:off x="3108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37" name="Freeform 4110"/>
              <p:cNvSpPr>
                <a:spLocks/>
              </p:cNvSpPr>
              <p:nvPr/>
            </p:nvSpPr>
            <p:spPr bwMode="auto">
              <a:xfrm>
                <a:off x="3096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38" name="Freeform 4111"/>
              <p:cNvSpPr>
                <a:spLocks/>
              </p:cNvSpPr>
              <p:nvPr/>
            </p:nvSpPr>
            <p:spPr bwMode="auto">
              <a:xfrm>
                <a:off x="3372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39" name="Freeform 4112"/>
              <p:cNvSpPr>
                <a:spLocks/>
              </p:cNvSpPr>
              <p:nvPr/>
            </p:nvSpPr>
            <p:spPr bwMode="auto">
              <a:xfrm>
                <a:off x="3096" y="21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40" name="Freeform 4113"/>
              <p:cNvSpPr>
                <a:spLocks/>
              </p:cNvSpPr>
              <p:nvPr/>
            </p:nvSpPr>
            <p:spPr bwMode="auto">
              <a:xfrm>
                <a:off x="3144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41" name="Freeform 4114"/>
              <p:cNvSpPr>
                <a:spLocks/>
              </p:cNvSpPr>
              <p:nvPr/>
            </p:nvSpPr>
            <p:spPr bwMode="auto">
              <a:xfrm>
                <a:off x="3372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42" name="Freeform 4115"/>
              <p:cNvSpPr>
                <a:spLocks/>
              </p:cNvSpPr>
              <p:nvPr/>
            </p:nvSpPr>
            <p:spPr bwMode="auto">
              <a:xfrm>
                <a:off x="3222" y="19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43" name="Freeform 4116"/>
              <p:cNvSpPr>
                <a:spLocks/>
              </p:cNvSpPr>
              <p:nvPr/>
            </p:nvSpPr>
            <p:spPr bwMode="auto">
              <a:xfrm>
                <a:off x="2652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44" name="Freeform 4117"/>
              <p:cNvSpPr>
                <a:spLocks/>
              </p:cNvSpPr>
              <p:nvPr/>
            </p:nvSpPr>
            <p:spPr bwMode="auto">
              <a:xfrm>
                <a:off x="2892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45" name="Freeform 4118"/>
              <p:cNvSpPr>
                <a:spLocks/>
              </p:cNvSpPr>
              <p:nvPr/>
            </p:nvSpPr>
            <p:spPr bwMode="auto">
              <a:xfrm>
                <a:off x="2760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46" name="Freeform 4119"/>
              <p:cNvSpPr>
                <a:spLocks/>
              </p:cNvSpPr>
              <p:nvPr/>
            </p:nvSpPr>
            <p:spPr bwMode="auto">
              <a:xfrm>
                <a:off x="2760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47" name="Freeform 4120"/>
              <p:cNvSpPr>
                <a:spLocks/>
              </p:cNvSpPr>
              <p:nvPr/>
            </p:nvSpPr>
            <p:spPr bwMode="auto">
              <a:xfrm>
                <a:off x="2982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48" name="Freeform 4121"/>
              <p:cNvSpPr>
                <a:spLocks/>
              </p:cNvSpPr>
              <p:nvPr/>
            </p:nvSpPr>
            <p:spPr bwMode="auto">
              <a:xfrm>
                <a:off x="3114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49" name="Freeform 4122"/>
              <p:cNvSpPr>
                <a:spLocks/>
              </p:cNvSpPr>
              <p:nvPr/>
            </p:nvSpPr>
            <p:spPr bwMode="auto">
              <a:xfrm>
                <a:off x="2760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50" name="Freeform 4123"/>
              <p:cNvSpPr>
                <a:spLocks/>
              </p:cNvSpPr>
              <p:nvPr/>
            </p:nvSpPr>
            <p:spPr bwMode="auto">
              <a:xfrm>
                <a:off x="2520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51" name="Freeform 4124"/>
              <p:cNvSpPr>
                <a:spLocks/>
              </p:cNvSpPr>
              <p:nvPr/>
            </p:nvSpPr>
            <p:spPr bwMode="auto">
              <a:xfrm>
                <a:off x="3114" y="19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52" name="Freeform 4125"/>
              <p:cNvSpPr>
                <a:spLocks/>
              </p:cNvSpPr>
              <p:nvPr/>
            </p:nvSpPr>
            <p:spPr bwMode="auto">
              <a:xfrm>
                <a:off x="2814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53" name="Freeform 4126"/>
              <p:cNvSpPr>
                <a:spLocks/>
              </p:cNvSpPr>
              <p:nvPr/>
            </p:nvSpPr>
            <p:spPr bwMode="auto">
              <a:xfrm>
                <a:off x="3024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54" name="Freeform 4127"/>
              <p:cNvSpPr>
                <a:spLocks/>
              </p:cNvSpPr>
              <p:nvPr/>
            </p:nvSpPr>
            <p:spPr bwMode="auto">
              <a:xfrm>
                <a:off x="2790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55" name="Freeform 4128"/>
              <p:cNvSpPr>
                <a:spLocks/>
              </p:cNvSpPr>
              <p:nvPr/>
            </p:nvSpPr>
            <p:spPr bwMode="auto">
              <a:xfrm>
                <a:off x="3090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56" name="Freeform 4129"/>
              <p:cNvSpPr>
                <a:spLocks/>
              </p:cNvSpPr>
              <p:nvPr/>
            </p:nvSpPr>
            <p:spPr bwMode="auto">
              <a:xfrm>
                <a:off x="2622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57" name="Freeform 4130"/>
              <p:cNvSpPr>
                <a:spLocks/>
              </p:cNvSpPr>
              <p:nvPr/>
            </p:nvSpPr>
            <p:spPr bwMode="auto">
              <a:xfrm>
                <a:off x="3108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58" name="Freeform 4131"/>
              <p:cNvSpPr>
                <a:spLocks/>
              </p:cNvSpPr>
              <p:nvPr/>
            </p:nvSpPr>
            <p:spPr bwMode="auto">
              <a:xfrm>
                <a:off x="3318" y="18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59" name="Freeform 4132"/>
              <p:cNvSpPr>
                <a:spLocks/>
              </p:cNvSpPr>
              <p:nvPr/>
            </p:nvSpPr>
            <p:spPr bwMode="auto">
              <a:xfrm>
                <a:off x="3132" y="22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60" name="Freeform 4133"/>
              <p:cNvSpPr>
                <a:spLocks/>
              </p:cNvSpPr>
              <p:nvPr/>
            </p:nvSpPr>
            <p:spPr bwMode="auto">
              <a:xfrm>
                <a:off x="2802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61" name="Freeform 4134"/>
              <p:cNvSpPr>
                <a:spLocks/>
              </p:cNvSpPr>
              <p:nvPr/>
            </p:nvSpPr>
            <p:spPr bwMode="auto">
              <a:xfrm>
                <a:off x="2826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62" name="Freeform 4135"/>
              <p:cNvSpPr>
                <a:spLocks/>
              </p:cNvSpPr>
              <p:nvPr/>
            </p:nvSpPr>
            <p:spPr bwMode="auto">
              <a:xfrm>
                <a:off x="3594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63" name="Freeform 4136"/>
              <p:cNvSpPr>
                <a:spLocks/>
              </p:cNvSpPr>
              <p:nvPr/>
            </p:nvSpPr>
            <p:spPr bwMode="auto">
              <a:xfrm>
                <a:off x="2730" y="28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64" name="Freeform 4137"/>
              <p:cNvSpPr>
                <a:spLocks/>
              </p:cNvSpPr>
              <p:nvPr/>
            </p:nvSpPr>
            <p:spPr bwMode="auto">
              <a:xfrm>
                <a:off x="2286" y="30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65" name="Freeform 4138"/>
              <p:cNvSpPr>
                <a:spLocks/>
              </p:cNvSpPr>
              <p:nvPr/>
            </p:nvSpPr>
            <p:spPr bwMode="auto">
              <a:xfrm>
                <a:off x="2796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66" name="Freeform 4139"/>
              <p:cNvSpPr>
                <a:spLocks/>
              </p:cNvSpPr>
              <p:nvPr/>
            </p:nvSpPr>
            <p:spPr bwMode="auto">
              <a:xfrm>
                <a:off x="3150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67" name="Freeform 4140"/>
              <p:cNvSpPr>
                <a:spLocks/>
              </p:cNvSpPr>
              <p:nvPr/>
            </p:nvSpPr>
            <p:spPr bwMode="auto">
              <a:xfrm>
                <a:off x="2916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68" name="Freeform 4141"/>
              <p:cNvSpPr>
                <a:spLocks/>
              </p:cNvSpPr>
              <p:nvPr/>
            </p:nvSpPr>
            <p:spPr bwMode="auto">
              <a:xfrm>
                <a:off x="273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69" name="Freeform 4142"/>
              <p:cNvSpPr>
                <a:spLocks/>
              </p:cNvSpPr>
              <p:nvPr/>
            </p:nvSpPr>
            <p:spPr bwMode="auto">
              <a:xfrm>
                <a:off x="2724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70" name="Freeform 4143"/>
              <p:cNvSpPr>
                <a:spLocks/>
              </p:cNvSpPr>
              <p:nvPr/>
            </p:nvSpPr>
            <p:spPr bwMode="auto">
              <a:xfrm>
                <a:off x="2832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71" name="Freeform 4144"/>
              <p:cNvSpPr>
                <a:spLocks/>
              </p:cNvSpPr>
              <p:nvPr/>
            </p:nvSpPr>
            <p:spPr bwMode="auto">
              <a:xfrm>
                <a:off x="2958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72" name="Freeform 4145"/>
              <p:cNvSpPr>
                <a:spLocks/>
              </p:cNvSpPr>
              <p:nvPr/>
            </p:nvSpPr>
            <p:spPr bwMode="auto">
              <a:xfrm>
                <a:off x="2598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73" name="Freeform 4146"/>
              <p:cNvSpPr>
                <a:spLocks/>
              </p:cNvSpPr>
              <p:nvPr/>
            </p:nvSpPr>
            <p:spPr bwMode="auto">
              <a:xfrm>
                <a:off x="2538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74" name="Freeform 4147"/>
              <p:cNvSpPr>
                <a:spLocks/>
              </p:cNvSpPr>
              <p:nvPr/>
            </p:nvSpPr>
            <p:spPr bwMode="auto">
              <a:xfrm>
                <a:off x="3078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75" name="Freeform 4148"/>
              <p:cNvSpPr>
                <a:spLocks/>
              </p:cNvSpPr>
              <p:nvPr/>
            </p:nvSpPr>
            <p:spPr bwMode="auto">
              <a:xfrm>
                <a:off x="3036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76" name="Freeform 4149"/>
              <p:cNvSpPr>
                <a:spLocks/>
              </p:cNvSpPr>
              <p:nvPr/>
            </p:nvSpPr>
            <p:spPr bwMode="auto">
              <a:xfrm>
                <a:off x="2790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77" name="Freeform 4150"/>
              <p:cNvSpPr>
                <a:spLocks/>
              </p:cNvSpPr>
              <p:nvPr/>
            </p:nvSpPr>
            <p:spPr bwMode="auto">
              <a:xfrm>
                <a:off x="2772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78" name="Freeform 4151"/>
              <p:cNvSpPr>
                <a:spLocks/>
              </p:cNvSpPr>
              <p:nvPr/>
            </p:nvSpPr>
            <p:spPr bwMode="auto">
              <a:xfrm>
                <a:off x="3162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79" name="Freeform 4152"/>
              <p:cNvSpPr>
                <a:spLocks/>
              </p:cNvSpPr>
              <p:nvPr/>
            </p:nvSpPr>
            <p:spPr bwMode="auto">
              <a:xfrm>
                <a:off x="3054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80" name="Freeform 4153"/>
              <p:cNvSpPr>
                <a:spLocks/>
              </p:cNvSpPr>
              <p:nvPr/>
            </p:nvSpPr>
            <p:spPr bwMode="auto">
              <a:xfrm>
                <a:off x="2958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81" name="Freeform 4154"/>
              <p:cNvSpPr>
                <a:spLocks/>
              </p:cNvSpPr>
              <p:nvPr/>
            </p:nvSpPr>
            <p:spPr bwMode="auto">
              <a:xfrm>
                <a:off x="2490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82" name="Freeform 4155"/>
              <p:cNvSpPr>
                <a:spLocks/>
              </p:cNvSpPr>
              <p:nvPr/>
            </p:nvSpPr>
            <p:spPr bwMode="auto">
              <a:xfrm>
                <a:off x="2628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83" name="Freeform 4156"/>
              <p:cNvSpPr>
                <a:spLocks/>
              </p:cNvSpPr>
              <p:nvPr/>
            </p:nvSpPr>
            <p:spPr bwMode="auto">
              <a:xfrm>
                <a:off x="2760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84" name="Freeform 4157"/>
              <p:cNvSpPr>
                <a:spLocks/>
              </p:cNvSpPr>
              <p:nvPr/>
            </p:nvSpPr>
            <p:spPr bwMode="auto">
              <a:xfrm>
                <a:off x="2856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85" name="Freeform 4158"/>
              <p:cNvSpPr>
                <a:spLocks/>
              </p:cNvSpPr>
              <p:nvPr/>
            </p:nvSpPr>
            <p:spPr bwMode="auto">
              <a:xfrm>
                <a:off x="3270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86" name="Freeform 4159"/>
              <p:cNvSpPr>
                <a:spLocks/>
              </p:cNvSpPr>
              <p:nvPr/>
            </p:nvSpPr>
            <p:spPr bwMode="auto">
              <a:xfrm>
                <a:off x="2784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87" name="Freeform 4160"/>
              <p:cNvSpPr>
                <a:spLocks/>
              </p:cNvSpPr>
              <p:nvPr/>
            </p:nvSpPr>
            <p:spPr bwMode="auto">
              <a:xfrm>
                <a:off x="2736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88" name="Freeform 4161"/>
              <p:cNvSpPr>
                <a:spLocks/>
              </p:cNvSpPr>
              <p:nvPr/>
            </p:nvSpPr>
            <p:spPr bwMode="auto">
              <a:xfrm>
                <a:off x="2808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89" name="Freeform 4162"/>
              <p:cNvSpPr>
                <a:spLocks/>
              </p:cNvSpPr>
              <p:nvPr/>
            </p:nvSpPr>
            <p:spPr bwMode="auto">
              <a:xfrm>
                <a:off x="2970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90" name="Freeform 4163"/>
              <p:cNvSpPr>
                <a:spLocks/>
              </p:cNvSpPr>
              <p:nvPr/>
            </p:nvSpPr>
            <p:spPr bwMode="auto">
              <a:xfrm>
                <a:off x="3156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91" name="Freeform 4164"/>
              <p:cNvSpPr>
                <a:spLocks/>
              </p:cNvSpPr>
              <p:nvPr/>
            </p:nvSpPr>
            <p:spPr bwMode="auto">
              <a:xfrm>
                <a:off x="3192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92" name="Freeform 4165"/>
              <p:cNvSpPr>
                <a:spLocks/>
              </p:cNvSpPr>
              <p:nvPr/>
            </p:nvSpPr>
            <p:spPr bwMode="auto">
              <a:xfrm>
                <a:off x="2670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93" name="Freeform 4166"/>
              <p:cNvSpPr>
                <a:spLocks/>
              </p:cNvSpPr>
              <p:nvPr/>
            </p:nvSpPr>
            <p:spPr bwMode="auto">
              <a:xfrm>
                <a:off x="2958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94" name="Freeform 4167"/>
              <p:cNvSpPr>
                <a:spLocks/>
              </p:cNvSpPr>
              <p:nvPr/>
            </p:nvSpPr>
            <p:spPr bwMode="auto">
              <a:xfrm>
                <a:off x="3090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95" name="Freeform 4168"/>
              <p:cNvSpPr>
                <a:spLocks/>
              </p:cNvSpPr>
              <p:nvPr/>
            </p:nvSpPr>
            <p:spPr bwMode="auto">
              <a:xfrm>
                <a:off x="2976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96" name="Freeform 4169"/>
              <p:cNvSpPr>
                <a:spLocks/>
              </p:cNvSpPr>
              <p:nvPr/>
            </p:nvSpPr>
            <p:spPr bwMode="auto">
              <a:xfrm>
                <a:off x="2880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97" name="Freeform 4170"/>
              <p:cNvSpPr>
                <a:spLocks/>
              </p:cNvSpPr>
              <p:nvPr/>
            </p:nvSpPr>
            <p:spPr bwMode="auto">
              <a:xfrm>
                <a:off x="3126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98" name="Freeform 4171"/>
              <p:cNvSpPr>
                <a:spLocks/>
              </p:cNvSpPr>
              <p:nvPr/>
            </p:nvSpPr>
            <p:spPr bwMode="auto">
              <a:xfrm>
                <a:off x="2574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299" name="Freeform 4172"/>
              <p:cNvSpPr>
                <a:spLocks/>
              </p:cNvSpPr>
              <p:nvPr/>
            </p:nvSpPr>
            <p:spPr bwMode="auto">
              <a:xfrm>
                <a:off x="3216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00" name="Freeform 4173"/>
              <p:cNvSpPr>
                <a:spLocks/>
              </p:cNvSpPr>
              <p:nvPr/>
            </p:nvSpPr>
            <p:spPr bwMode="auto">
              <a:xfrm>
                <a:off x="2778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01" name="Freeform 4174"/>
              <p:cNvSpPr>
                <a:spLocks/>
              </p:cNvSpPr>
              <p:nvPr/>
            </p:nvSpPr>
            <p:spPr bwMode="auto">
              <a:xfrm>
                <a:off x="2976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02" name="Freeform 4175"/>
              <p:cNvSpPr>
                <a:spLocks/>
              </p:cNvSpPr>
              <p:nvPr/>
            </p:nvSpPr>
            <p:spPr bwMode="auto">
              <a:xfrm>
                <a:off x="2970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03" name="Freeform 4176"/>
              <p:cNvSpPr>
                <a:spLocks/>
              </p:cNvSpPr>
              <p:nvPr/>
            </p:nvSpPr>
            <p:spPr bwMode="auto">
              <a:xfrm>
                <a:off x="2754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04" name="Freeform 4177"/>
              <p:cNvSpPr>
                <a:spLocks/>
              </p:cNvSpPr>
              <p:nvPr/>
            </p:nvSpPr>
            <p:spPr bwMode="auto">
              <a:xfrm>
                <a:off x="2562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05" name="Freeform 4178"/>
              <p:cNvSpPr>
                <a:spLocks/>
              </p:cNvSpPr>
              <p:nvPr/>
            </p:nvSpPr>
            <p:spPr bwMode="auto">
              <a:xfrm>
                <a:off x="2454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06" name="Freeform 4179"/>
              <p:cNvSpPr>
                <a:spLocks/>
              </p:cNvSpPr>
              <p:nvPr/>
            </p:nvSpPr>
            <p:spPr bwMode="auto">
              <a:xfrm>
                <a:off x="2946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07" name="Freeform 4180"/>
              <p:cNvSpPr>
                <a:spLocks/>
              </p:cNvSpPr>
              <p:nvPr/>
            </p:nvSpPr>
            <p:spPr bwMode="auto">
              <a:xfrm>
                <a:off x="2940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08" name="Freeform 4181"/>
              <p:cNvSpPr>
                <a:spLocks/>
              </p:cNvSpPr>
              <p:nvPr/>
            </p:nvSpPr>
            <p:spPr bwMode="auto">
              <a:xfrm>
                <a:off x="3006" y="22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09" name="Freeform 4182"/>
              <p:cNvSpPr>
                <a:spLocks/>
              </p:cNvSpPr>
              <p:nvPr/>
            </p:nvSpPr>
            <p:spPr bwMode="auto">
              <a:xfrm>
                <a:off x="3204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10" name="Freeform 4183"/>
              <p:cNvSpPr>
                <a:spLocks/>
              </p:cNvSpPr>
              <p:nvPr/>
            </p:nvSpPr>
            <p:spPr bwMode="auto">
              <a:xfrm>
                <a:off x="2904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11" name="Freeform 4184"/>
              <p:cNvSpPr>
                <a:spLocks/>
              </p:cNvSpPr>
              <p:nvPr/>
            </p:nvSpPr>
            <p:spPr bwMode="auto">
              <a:xfrm>
                <a:off x="2832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12" name="Freeform 4185"/>
              <p:cNvSpPr>
                <a:spLocks/>
              </p:cNvSpPr>
              <p:nvPr/>
            </p:nvSpPr>
            <p:spPr bwMode="auto">
              <a:xfrm>
                <a:off x="2724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13" name="Freeform 4186"/>
              <p:cNvSpPr>
                <a:spLocks/>
              </p:cNvSpPr>
              <p:nvPr/>
            </p:nvSpPr>
            <p:spPr bwMode="auto">
              <a:xfrm>
                <a:off x="2868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14" name="Freeform 4187"/>
              <p:cNvSpPr>
                <a:spLocks/>
              </p:cNvSpPr>
              <p:nvPr/>
            </p:nvSpPr>
            <p:spPr bwMode="auto">
              <a:xfrm>
                <a:off x="2952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15" name="Freeform 4188"/>
              <p:cNvSpPr>
                <a:spLocks/>
              </p:cNvSpPr>
              <p:nvPr/>
            </p:nvSpPr>
            <p:spPr bwMode="auto">
              <a:xfrm>
                <a:off x="2982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16" name="Freeform 4189"/>
              <p:cNvSpPr>
                <a:spLocks/>
              </p:cNvSpPr>
              <p:nvPr/>
            </p:nvSpPr>
            <p:spPr bwMode="auto">
              <a:xfrm>
                <a:off x="2364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17" name="Freeform 4190"/>
              <p:cNvSpPr>
                <a:spLocks/>
              </p:cNvSpPr>
              <p:nvPr/>
            </p:nvSpPr>
            <p:spPr bwMode="auto">
              <a:xfrm>
                <a:off x="3228" y="20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18" name="Freeform 4191"/>
              <p:cNvSpPr>
                <a:spLocks/>
              </p:cNvSpPr>
              <p:nvPr/>
            </p:nvSpPr>
            <p:spPr bwMode="auto">
              <a:xfrm>
                <a:off x="2826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19" name="Freeform 4192"/>
              <p:cNvSpPr>
                <a:spLocks/>
              </p:cNvSpPr>
              <p:nvPr/>
            </p:nvSpPr>
            <p:spPr bwMode="auto">
              <a:xfrm>
                <a:off x="2754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20" name="Freeform 4193"/>
              <p:cNvSpPr>
                <a:spLocks/>
              </p:cNvSpPr>
              <p:nvPr/>
            </p:nvSpPr>
            <p:spPr bwMode="auto">
              <a:xfrm>
                <a:off x="2748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21" name="Freeform 4194"/>
              <p:cNvSpPr>
                <a:spLocks/>
              </p:cNvSpPr>
              <p:nvPr/>
            </p:nvSpPr>
            <p:spPr bwMode="auto">
              <a:xfrm>
                <a:off x="3156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22" name="Freeform 4195"/>
              <p:cNvSpPr>
                <a:spLocks/>
              </p:cNvSpPr>
              <p:nvPr/>
            </p:nvSpPr>
            <p:spPr bwMode="auto">
              <a:xfrm>
                <a:off x="2562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23" name="Freeform 4196"/>
              <p:cNvSpPr>
                <a:spLocks/>
              </p:cNvSpPr>
              <p:nvPr/>
            </p:nvSpPr>
            <p:spPr bwMode="auto">
              <a:xfrm>
                <a:off x="2130" y="27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24" name="Freeform 4197"/>
              <p:cNvSpPr>
                <a:spLocks/>
              </p:cNvSpPr>
              <p:nvPr/>
            </p:nvSpPr>
            <p:spPr bwMode="auto">
              <a:xfrm>
                <a:off x="3168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25" name="Freeform 4198"/>
              <p:cNvSpPr>
                <a:spLocks/>
              </p:cNvSpPr>
              <p:nvPr/>
            </p:nvSpPr>
            <p:spPr bwMode="auto">
              <a:xfrm>
                <a:off x="2880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26" name="Freeform 4199"/>
              <p:cNvSpPr>
                <a:spLocks/>
              </p:cNvSpPr>
              <p:nvPr/>
            </p:nvSpPr>
            <p:spPr bwMode="auto">
              <a:xfrm>
                <a:off x="2574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27" name="Freeform 4200"/>
              <p:cNvSpPr>
                <a:spLocks/>
              </p:cNvSpPr>
              <p:nvPr/>
            </p:nvSpPr>
            <p:spPr bwMode="auto">
              <a:xfrm>
                <a:off x="300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28" name="Freeform 4201"/>
              <p:cNvSpPr>
                <a:spLocks/>
              </p:cNvSpPr>
              <p:nvPr/>
            </p:nvSpPr>
            <p:spPr bwMode="auto">
              <a:xfrm>
                <a:off x="3000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29" name="Freeform 4202"/>
              <p:cNvSpPr>
                <a:spLocks/>
              </p:cNvSpPr>
              <p:nvPr/>
            </p:nvSpPr>
            <p:spPr bwMode="auto">
              <a:xfrm>
                <a:off x="2784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30" name="Freeform 4203"/>
              <p:cNvSpPr>
                <a:spLocks/>
              </p:cNvSpPr>
              <p:nvPr/>
            </p:nvSpPr>
            <p:spPr bwMode="auto">
              <a:xfrm>
                <a:off x="2832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31" name="Freeform 4204"/>
              <p:cNvSpPr>
                <a:spLocks/>
              </p:cNvSpPr>
              <p:nvPr/>
            </p:nvSpPr>
            <p:spPr bwMode="auto">
              <a:xfrm>
                <a:off x="3120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32" name="Freeform 4205"/>
              <p:cNvSpPr>
                <a:spLocks/>
              </p:cNvSpPr>
              <p:nvPr/>
            </p:nvSpPr>
            <p:spPr bwMode="auto">
              <a:xfrm>
                <a:off x="2622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33" name="Freeform 4206"/>
              <p:cNvSpPr>
                <a:spLocks/>
              </p:cNvSpPr>
              <p:nvPr/>
            </p:nvSpPr>
            <p:spPr bwMode="auto">
              <a:xfrm>
                <a:off x="2910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34" name="Freeform 4207"/>
              <p:cNvSpPr>
                <a:spLocks/>
              </p:cNvSpPr>
              <p:nvPr/>
            </p:nvSpPr>
            <p:spPr bwMode="auto">
              <a:xfrm>
                <a:off x="2748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35" name="Freeform 4208"/>
              <p:cNvSpPr>
                <a:spLocks/>
              </p:cNvSpPr>
              <p:nvPr/>
            </p:nvSpPr>
            <p:spPr bwMode="auto">
              <a:xfrm>
                <a:off x="2796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36" name="Freeform 4209"/>
              <p:cNvSpPr>
                <a:spLocks/>
              </p:cNvSpPr>
              <p:nvPr/>
            </p:nvSpPr>
            <p:spPr bwMode="auto">
              <a:xfrm>
                <a:off x="3246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37" name="Freeform 4210"/>
              <p:cNvSpPr>
                <a:spLocks/>
              </p:cNvSpPr>
              <p:nvPr/>
            </p:nvSpPr>
            <p:spPr bwMode="auto">
              <a:xfrm>
                <a:off x="2610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38" name="Freeform 4211"/>
              <p:cNvSpPr>
                <a:spLocks/>
              </p:cNvSpPr>
              <p:nvPr/>
            </p:nvSpPr>
            <p:spPr bwMode="auto">
              <a:xfrm>
                <a:off x="2712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39" name="Freeform 4212"/>
              <p:cNvSpPr>
                <a:spLocks/>
              </p:cNvSpPr>
              <p:nvPr/>
            </p:nvSpPr>
            <p:spPr bwMode="auto">
              <a:xfrm>
                <a:off x="3258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40" name="Freeform 4213"/>
              <p:cNvSpPr>
                <a:spLocks/>
              </p:cNvSpPr>
              <p:nvPr/>
            </p:nvSpPr>
            <p:spPr bwMode="auto">
              <a:xfrm>
                <a:off x="3462" y="21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41" name="Freeform 4214"/>
              <p:cNvSpPr>
                <a:spLocks/>
              </p:cNvSpPr>
              <p:nvPr/>
            </p:nvSpPr>
            <p:spPr bwMode="auto">
              <a:xfrm>
                <a:off x="3186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42" name="Freeform 4215"/>
              <p:cNvSpPr>
                <a:spLocks/>
              </p:cNvSpPr>
              <p:nvPr/>
            </p:nvSpPr>
            <p:spPr bwMode="auto">
              <a:xfrm>
                <a:off x="2778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43" name="Freeform 4216"/>
              <p:cNvSpPr>
                <a:spLocks/>
              </p:cNvSpPr>
              <p:nvPr/>
            </p:nvSpPr>
            <p:spPr bwMode="auto">
              <a:xfrm>
                <a:off x="2802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44" name="Freeform 4217"/>
              <p:cNvSpPr>
                <a:spLocks/>
              </p:cNvSpPr>
              <p:nvPr/>
            </p:nvSpPr>
            <p:spPr bwMode="auto">
              <a:xfrm>
                <a:off x="3078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45" name="Freeform 4218"/>
              <p:cNvSpPr>
                <a:spLocks/>
              </p:cNvSpPr>
              <p:nvPr/>
            </p:nvSpPr>
            <p:spPr bwMode="auto">
              <a:xfrm>
                <a:off x="2988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46" name="Freeform 4219"/>
              <p:cNvSpPr>
                <a:spLocks/>
              </p:cNvSpPr>
              <p:nvPr/>
            </p:nvSpPr>
            <p:spPr bwMode="auto">
              <a:xfrm>
                <a:off x="2622" y="27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47" name="Freeform 4220"/>
              <p:cNvSpPr>
                <a:spLocks/>
              </p:cNvSpPr>
              <p:nvPr/>
            </p:nvSpPr>
            <p:spPr bwMode="auto">
              <a:xfrm>
                <a:off x="3528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48" name="Freeform 4221"/>
              <p:cNvSpPr>
                <a:spLocks/>
              </p:cNvSpPr>
              <p:nvPr/>
            </p:nvSpPr>
            <p:spPr bwMode="auto">
              <a:xfrm>
                <a:off x="2820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49" name="Freeform 4222"/>
              <p:cNvSpPr>
                <a:spLocks/>
              </p:cNvSpPr>
              <p:nvPr/>
            </p:nvSpPr>
            <p:spPr bwMode="auto">
              <a:xfrm>
                <a:off x="2988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50" name="Freeform 4223"/>
              <p:cNvSpPr>
                <a:spLocks/>
              </p:cNvSpPr>
              <p:nvPr/>
            </p:nvSpPr>
            <p:spPr bwMode="auto">
              <a:xfrm>
                <a:off x="2406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351" name="Freeform 4224"/>
              <p:cNvSpPr>
                <a:spLocks/>
              </p:cNvSpPr>
              <p:nvPr/>
            </p:nvSpPr>
            <p:spPr bwMode="auto">
              <a:xfrm>
                <a:off x="3246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25" name="Group 4426"/>
            <p:cNvGrpSpPr>
              <a:grpSpLocks/>
            </p:cNvGrpSpPr>
            <p:nvPr/>
          </p:nvGrpSpPr>
          <p:grpSpPr bwMode="auto">
            <a:xfrm>
              <a:off x="2106" y="1953"/>
              <a:ext cx="1494" cy="1044"/>
              <a:chOff x="2106" y="1953"/>
              <a:chExt cx="1494" cy="1044"/>
            </a:xfrm>
          </p:grpSpPr>
          <p:sp>
            <p:nvSpPr>
              <p:cNvPr id="56952" name="Freeform 4226"/>
              <p:cNvSpPr>
                <a:spLocks/>
              </p:cNvSpPr>
              <p:nvPr/>
            </p:nvSpPr>
            <p:spPr bwMode="auto">
              <a:xfrm>
                <a:off x="2808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53" name="Freeform 4227"/>
              <p:cNvSpPr>
                <a:spLocks/>
              </p:cNvSpPr>
              <p:nvPr/>
            </p:nvSpPr>
            <p:spPr bwMode="auto">
              <a:xfrm>
                <a:off x="3108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54" name="Freeform 4228"/>
              <p:cNvSpPr>
                <a:spLocks/>
              </p:cNvSpPr>
              <p:nvPr/>
            </p:nvSpPr>
            <p:spPr bwMode="auto">
              <a:xfrm>
                <a:off x="3138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55" name="Freeform 4229"/>
              <p:cNvSpPr>
                <a:spLocks/>
              </p:cNvSpPr>
              <p:nvPr/>
            </p:nvSpPr>
            <p:spPr bwMode="auto">
              <a:xfrm>
                <a:off x="2766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56" name="Freeform 4230"/>
              <p:cNvSpPr>
                <a:spLocks/>
              </p:cNvSpPr>
              <p:nvPr/>
            </p:nvSpPr>
            <p:spPr bwMode="auto">
              <a:xfrm>
                <a:off x="2868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57" name="Freeform 4231"/>
              <p:cNvSpPr>
                <a:spLocks/>
              </p:cNvSpPr>
              <p:nvPr/>
            </p:nvSpPr>
            <p:spPr bwMode="auto">
              <a:xfrm>
                <a:off x="2694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58" name="Freeform 4232"/>
              <p:cNvSpPr>
                <a:spLocks/>
              </p:cNvSpPr>
              <p:nvPr/>
            </p:nvSpPr>
            <p:spPr bwMode="auto">
              <a:xfrm>
                <a:off x="3228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59" name="Freeform 4233"/>
              <p:cNvSpPr>
                <a:spLocks/>
              </p:cNvSpPr>
              <p:nvPr/>
            </p:nvSpPr>
            <p:spPr bwMode="auto">
              <a:xfrm>
                <a:off x="2664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60" name="Freeform 4234"/>
              <p:cNvSpPr>
                <a:spLocks/>
              </p:cNvSpPr>
              <p:nvPr/>
            </p:nvSpPr>
            <p:spPr bwMode="auto">
              <a:xfrm>
                <a:off x="2490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61" name="Freeform 4235"/>
              <p:cNvSpPr>
                <a:spLocks/>
              </p:cNvSpPr>
              <p:nvPr/>
            </p:nvSpPr>
            <p:spPr bwMode="auto">
              <a:xfrm>
                <a:off x="2724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62" name="Freeform 4236"/>
              <p:cNvSpPr>
                <a:spLocks/>
              </p:cNvSpPr>
              <p:nvPr/>
            </p:nvSpPr>
            <p:spPr bwMode="auto">
              <a:xfrm>
                <a:off x="2598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63" name="Freeform 4237"/>
              <p:cNvSpPr>
                <a:spLocks/>
              </p:cNvSpPr>
              <p:nvPr/>
            </p:nvSpPr>
            <p:spPr bwMode="auto">
              <a:xfrm>
                <a:off x="2628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64" name="Freeform 4238"/>
              <p:cNvSpPr>
                <a:spLocks/>
              </p:cNvSpPr>
              <p:nvPr/>
            </p:nvSpPr>
            <p:spPr bwMode="auto">
              <a:xfrm>
                <a:off x="2820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65" name="Freeform 4239"/>
              <p:cNvSpPr>
                <a:spLocks/>
              </p:cNvSpPr>
              <p:nvPr/>
            </p:nvSpPr>
            <p:spPr bwMode="auto">
              <a:xfrm>
                <a:off x="3000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66" name="Freeform 4240"/>
              <p:cNvSpPr>
                <a:spLocks/>
              </p:cNvSpPr>
              <p:nvPr/>
            </p:nvSpPr>
            <p:spPr bwMode="auto">
              <a:xfrm>
                <a:off x="2664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67" name="Freeform 4241"/>
              <p:cNvSpPr>
                <a:spLocks/>
              </p:cNvSpPr>
              <p:nvPr/>
            </p:nvSpPr>
            <p:spPr bwMode="auto">
              <a:xfrm>
                <a:off x="3384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68" name="Freeform 4242"/>
              <p:cNvSpPr>
                <a:spLocks/>
              </p:cNvSpPr>
              <p:nvPr/>
            </p:nvSpPr>
            <p:spPr bwMode="auto">
              <a:xfrm>
                <a:off x="2496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69" name="Freeform 4243"/>
              <p:cNvSpPr>
                <a:spLocks/>
              </p:cNvSpPr>
              <p:nvPr/>
            </p:nvSpPr>
            <p:spPr bwMode="auto">
              <a:xfrm>
                <a:off x="3066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70" name="Freeform 4244"/>
              <p:cNvSpPr>
                <a:spLocks/>
              </p:cNvSpPr>
              <p:nvPr/>
            </p:nvSpPr>
            <p:spPr bwMode="auto">
              <a:xfrm>
                <a:off x="2862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71" name="Freeform 4245"/>
              <p:cNvSpPr>
                <a:spLocks/>
              </p:cNvSpPr>
              <p:nvPr/>
            </p:nvSpPr>
            <p:spPr bwMode="auto">
              <a:xfrm>
                <a:off x="3042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72" name="Freeform 4246"/>
              <p:cNvSpPr>
                <a:spLocks/>
              </p:cNvSpPr>
              <p:nvPr/>
            </p:nvSpPr>
            <p:spPr bwMode="auto">
              <a:xfrm>
                <a:off x="2874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73" name="Freeform 4247"/>
              <p:cNvSpPr>
                <a:spLocks/>
              </p:cNvSpPr>
              <p:nvPr/>
            </p:nvSpPr>
            <p:spPr bwMode="auto">
              <a:xfrm>
                <a:off x="2640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74" name="Freeform 4248"/>
              <p:cNvSpPr>
                <a:spLocks/>
              </p:cNvSpPr>
              <p:nvPr/>
            </p:nvSpPr>
            <p:spPr bwMode="auto">
              <a:xfrm>
                <a:off x="2814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75" name="Freeform 4249"/>
              <p:cNvSpPr>
                <a:spLocks/>
              </p:cNvSpPr>
              <p:nvPr/>
            </p:nvSpPr>
            <p:spPr bwMode="auto">
              <a:xfrm>
                <a:off x="3054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76" name="Freeform 4250"/>
              <p:cNvSpPr>
                <a:spLocks/>
              </p:cNvSpPr>
              <p:nvPr/>
            </p:nvSpPr>
            <p:spPr bwMode="auto">
              <a:xfrm>
                <a:off x="2700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77" name="Freeform 4251"/>
              <p:cNvSpPr>
                <a:spLocks/>
              </p:cNvSpPr>
              <p:nvPr/>
            </p:nvSpPr>
            <p:spPr bwMode="auto">
              <a:xfrm>
                <a:off x="3162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78" name="Freeform 4252"/>
              <p:cNvSpPr>
                <a:spLocks/>
              </p:cNvSpPr>
              <p:nvPr/>
            </p:nvSpPr>
            <p:spPr bwMode="auto">
              <a:xfrm>
                <a:off x="2376" y="29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79" name="Freeform 4253"/>
              <p:cNvSpPr>
                <a:spLocks/>
              </p:cNvSpPr>
              <p:nvPr/>
            </p:nvSpPr>
            <p:spPr bwMode="auto">
              <a:xfrm>
                <a:off x="2700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80" name="Freeform 4254"/>
              <p:cNvSpPr>
                <a:spLocks/>
              </p:cNvSpPr>
              <p:nvPr/>
            </p:nvSpPr>
            <p:spPr bwMode="auto">
              <a:xfrm>
                <a:off x="2676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81" name="Freeform 4255"/>
              <p:cNvSpPr>
                <a:spLocks/>
              </p:cNvSpPr>
              <p:nvPr/>
            </p:nvSpPr>
            <p:spPr bwMode="auto">
              <a:xfrm>
                <a:off x="2820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82" name="Freeform 4256"/>
              <p:cNvSpPr>
                <a:spLocks/>
              </p:cNvSpPr>
              <p:nvPr/>
            </p:nvSpPr>
            <p:spPr bwMode="auto">
              <a:xfrm>
                <a:off x="2772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83" name="Freeform 4257"/>
              <p:cNvSpPr>
                <a:spLocks/>
              </p:cNvSpPr>
              <p:nvPr/>
            </p:nvSpPr>
            <p:spPr bwMode="auto">
              <a:xfrm>
                <a:off x="3234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84" name="Freeform 4258"/>
              <p:cNvSpPr>
                <a:spLocks/>
              </p:cNvSpPr>
              <p:nvPr/>
            </p:nvSpPr>
            <p:spPr bwMode="auto">
              <a:xfrm>
                <a:off x="2568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85" name="Freeform 4259"/>
              <p:cNvSpPr>
                <a:spLocks/>
              </p:cNvSpPr>
              <p:nvPr/>
            </p:nvSpPr>
            <p:spPr bwMode="auto">
              <a:xfrm>
                <a:off x="2790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86" name="Freeform 4260"/>
              <p:cNvSpPr>
                <a:spLocks/>
              </p:cNvSpPr>
              <p:nvPr/>
            </p:nvSpPr>
            <p:spPr bwMode="auto">
              <a:xfrm>
                <a:off x="2682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87" name="Freeform 4261"/>
              <p:cNvSpPr>
                <a:spLocks/>
              </p:cNvSpPr>
              <p:nvPr/>
            </p:nvSpPr>
            <p:spPr bwMode="auto">
              <a:xfrm>
                <a:off x="2748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88" name="Freeform 4262"/>
              <p:cNvSpPr>
                <a:spLocks/>
              </p:cNvSpPr>
              <p:nvPr/>
            </p:nvSpPr>
            <p:spPr bwMode="auto">
              <a:xfrm>
                <a:off x="2520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89" name="Freeform 4263"/>
              <p:cNvSpPr>
                <a:spLocks/>
              </p:cNvSpPr>
              <p:nvPr/>
            </p:nvSpPr>
            <p:spPr bwMode="auto">
              <a:xfrm>
                <a:off x="2664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90" name="Freeform 4264"/>
              <p:cNvSpPr>
                <a:spLocks/>
              </p:cNvSpPr>
              <p:nvPr/>
            </p:nvSpPr>
            <p:spPr bwMode="auto">
              <a:xfrm>
                <a:off x="3042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91" name="Freeform 4265"/>
              <p:cNvSpPr>
                <a:spLocks/>
              </p:cNvSpPr>
              <p:nvPr/>
            </p:nvSpPr>
            <p:spPr bwMode="auto">
              <a:xfrm>
                <a:off x="2466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92" name="Freeform 4266"/>
              <p:cNvSpPr>
                <a:spLocks/>
              </p:cNvSpPr>
              <p:nvPr/>
            </p:nvSpPr>
            <p:spPr bwMode="auto">
              <a:xfrm>
                <a:off x="2598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93" name="Freeform 4267"/>
              <p:cNvSpPr>
                <a:spLocks/>
              </p:cNvSpPr>
              <p:nvPr/>
            </p:nvSpPr>
            <p:spPr bwMode="auto">
              <a:xfrm>
                <a:off x="3030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94" name="Freeform 4268"/>
              <p:cNvSpPr>
                <a:spLocks/>
              </p:cNvSpPr>
              <p:nvPr/>
            </p:nvSpPr>
            <p:spPr bwMode="auto">
              <a:xfrm>
                <a:off x="3174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95" name="Freeform 4269"/>
              <p:cNvSpPr>
                <a:spLocks/>
              </p:cNvSpPr>
              <p:nvPr/>
            </p:nvSpPr>
            <p:spPr bwMode="auto">
              <a:xfrm>
                <a:off x="3090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96" name="Freeform 4270"/>
              <p:cNvSpPr>
                <a:spLocks/>
              </p:cNvSpPr>
              <p:nvPr/>
            </p:nvSpPr>
            <p:spPr bwMode="auto">
              <a:xfrm>
                <a:off x="3018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97" name="Freeform 4271"/>
              <p:cNvSpPr>
                <a:spLocks/>
              </p:cNvSpPr>
              <p:nvPr/>
            </p:nvSpPr>
            <p:spPr bwMode="auto">
              <a:xfrm>
                <a:off x="3288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98" name="Freeform 4272"/>
              <p:cNvSpPr>
                <a:spLocks/>
              </p:cNvSpPr>
              <p:nvPr/>
            </p:nvSpPr>
            <p:spPr bwMode="auto">
              <a:xfrm>
                <a:off x="2850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99" name="Freeform 4273"/>
              <p:cNvSpPr>
                <a:spLocks/>
              </p:cNvSpPr>
              <p:nvPr/>
            </p:nvSpPr>
            <p:spPr bwMode="auto">
              <a:xfrm>
                <a:off x="2706" y="21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00" name="Freeform 4274"/>
              <p:cNvSpPr>
                <a:spLocks/>
              </p:cNvSpPr>
              <p:nvPr/>
            </p:nvSpPr>
            <p:spPr bwMode="auto">
              <a:xfrm>
                <a:off x="2736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01" name="Freeform 4275"/>
              <p:cNvSpPr>
                <a:spLocks/>
              </p:cNvSpPr>
              <p:nvPr/>
            </p:nvSpPr>
            <p:spPr bwMode="auto">
              <a:xfrm>
                <a:off x="2730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02" name="Freeform 4276"/>
              <p:cNvSpPr>
                <a:spLocks/>
              </p:cNvSpPr>
              <p:nvPr/>
            </p:nvSpPr>
            <p:spPr bwMode="auto">
              <a:xfrm>
                <a:off x="3000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03" name="Freeform 4277"/>
              <p:cNvSpPr>
                <a:spLocks/>
              </p:cNvSpPr>
              <p:nvPr/>
            </p:nvSpPr>
            <p:spPr bwMode="auto">
              <a:xfrm>
                <a:off x="2490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04" name="Freeform 4278"/>
              <p:cNvSpPr>
                <a:spLocks/>
              </p:cNvSpPr>
              <p:nvPr/>
            </p:nvSpPr>
            <p:spPr bwMode="auto">
              <a:xfrm>
                <a:off x="2754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05" name="Freeform 4279"/>
              <p:cNvSpPr>
                <a:spLocks/>
              </p:cNvSpPr>
              <p:nvPr/>
            </p:nvSpPr>
            <p:spPr bwMode="auto">
              <a:xfrm>
                <a:off x="2592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06" name="Freeform 4280"/>
              <p:cNvSpPr>
                <a:spLocks/>
              </p:cNvSpPr>
              <p:nvPr/>
            </p:nvSpPr>
            <p:spPr bwMode="auto">
              <a:xfrm>
                <a:off x="3276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07" name="Freeform 4281"/>
              <p:cNvSpPr>
                <a:spLocks/>
              </p:cNvSpPr>
              <p:nvPr/>
            </p:nvSpPr>
            <p:spPr bwMode="auto">
              <a:xfrm>
                <a:off x="2592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08" name="Freeform 4282"/>
              <p:cNvSpPr>
                <a:spLocks/>
              </p:cNvSpPr>
              <p:nvPr/>
            </p:nvSpPr>
            <p:spPr bwMode="auto">
              <a:xfrm>
                <a:off x="2994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09" name="Freeform 4283"/>
              <p:cNvSpPr>
                <a:spLocks/>
              </p:cNvSpPr>
              <p:nvPr/>
            </p:nvSpPr>
            <p:spPr bwMode="auto">
              <a:xfrm>
                <a:off x="2574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10" name="Freeform 4284"/>
              <p:cNvSpPr>
                <a:spLocks/>
              </p:cNvSpPr>
              <p:nvPr/>
            </p:nvSpPr>
            <p:spPr bwMode="auto">
              <a:xfrm>
                <a:off x="2490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11" name="Freeform 4285"/>
              <p:cNvSpPr>
                <a:spLocks/>
              </p:cNvSpPr>
              <p:nvPr/>
            </p:nvSpPr>
            <p:spPr bwMode="auto">
              <a:xfrm>
                <a:off x="2526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12" name="Freeform 4286"/>
              <p:cNvSpPr>
                <a:spLocks/>
              </p:cNvSpPr>
              <p:nvPr/>
            </p:nvSpPr>
            <p:spPr bwMode="auto">
              <a:xfrm>
                <a:off x="2454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13" name="Freeform 4287"/>
              <p:cNvSpPr>
                <a:spLocks/>
              </p:cNvSpPr>
              <p:nvPr/>
            </p:nvSpPr>
            <p:spPr bwMode="auto">
              <a:xfrm>
                <a:off x="2868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14" name="Freeform 4288"/>
              <p:cNvSpPr>
                <a:spLocks/>
              </p:cNvSpPr>
              <p:nvPr/>
            </p:nvSpPr>
            <p:spPr bwMode="auto">
              <a:xfrm>
                <a:off x="2790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15" name="Freeform 4289"/>
              <p:cNvSpPr>
                <a:spLocks/>
              </p:cNvSpPr>
              <p:nvPr/>
            </p:nvSpPr>
            <p:spPr bwMode="auto">
              <a:xfrm>
                <a:off x="2460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16" name="Freeform 4290"/>
              <p:cNvSpPr>
                <a:spLocks/>
              </p:cNvSpPr>
              <p:nvPr/>
            </p:nvSpPr>
            <p:spPr bwMode="auto">
              <a:xfrm>
                <a:off x="3054" y="20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17" name="Freeform 4291"/>
              <p:cNvSpPr>
                <a:spLocks/>
              </p:cNvSpPr>
              <p:nvPr/>
            </p:nvSpPr>
            <p:spPr bwMode="auto">
              <a:xfrm>
                <a:off x="2934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18" name="Freeform 4292"/>
              <p:cNvSpPr>
                <a:spLocks/>
              </p:cNvSpPr>
              <p:nvPr/>
            </p:nvSpPr>
            <p:spPr bwMode="auto">
              <a:xfrm>
                <a:off x="3102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19" name="Freeform 4293"/>
              <p:cNvSpPr>
                <a:spLocks/>
              </p:cNvSpPr>
              <p:nvPr/>
            </p:nvSpPr>
            <p:spPr bwMode="auto">
              <a:xfrm>
                <a:off x="2928" y="20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20" name="Freeform 4294"/>
              <p:cNvSpPr>
                <a:spLocks/>
              </p:cNvSpPr>
              <p:nvPr/>
            </p:nvSpPr>
            <p:spPr bwMode="auto">
              <a:xfrm>
                <a:off x="3036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21" name="Freeform 4295"/>
              <p:cNvSpPr>
                <a:spLocks/>
              </p:cNvSpPr>
              <p:nvPr/>
            </p:nvSpPr>
            <p:spPr bwMode="auto">
              <a:xfrm>
                <a:off x="2970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22" name="Freeform 4296"/>
              <p:cNvSpPr>
                <a:spLocks/>
              </p:cNvSpPr>
              <p:nvPr/>
            </p:nvSpPr>
            <p:spPr bwMode="auto">
              <a:xfrm>
                <a:off x="2574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23" name="Freeform 4297"/>
              <p:cNvSpPr>
                <a:spLocks/>
              </p:cNvSpPr>
              <p:nvPr/>
            </p:nvSpPr>
            <p:spPr bwMode="auto">
              <a:xfrm>
                <a:off x="2646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24" name="Freeform 4298"/>
              <p:cNvSpPr>
                <a:spLocks/>
              </p:cNvSpPr>
              <p:nvPr/>
            </p:nvSpPr>
            <p:spPr bwMode="auto">
              <a:xfrm>
                <a:off x="2820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25" name="Freeform 4299"/>
              <p:cNvSpPr>
                <a:spLocks/>
              </p:cNvSpPr>
              <p:nvPr/>
            </p:nvSpPr>
            <p:spPr bwMode="auto">
              <a:xfrm>
                <a:off x="3168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26" name="Freeform 4300"/>
              <p:cNvSpPr>
                <a:spLocks/>
              </p:cNvSpPr>
              <p:nvPr/>
            </p:nvSpPr>
            <p:spPr bwMode="auto">
              <a:xfrm>
                <a:off x="2376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27" name="Freeform 4301"/>
              <p:cNvSpPr>
                <a:spLocks/>
              </p:cNvSpPr>
              <p:nvPr/>
            </p:nvSpPr>
            <p:spPr bwMode="auto">
              <a:xfrm>
                <a:off x="2964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28" name="Freeform 4302"/>
              <p:cNvSpPr>
                <a:spLocks/>
              </p:cNvSpPr>
              <p:nvPr/>
            </p:nvSpPr>
            <p:spPr bwMode="auto">
              <a:xfrm>
                <a:off x="2760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29" name="Freeform 4303"/>
              <p:cNvSpPr>
                <a:spLocks/>
              </p:cNvSpPr>
              <p:nvPr/>
            </p:nvSpPr>
            <p:spPr bwMode="auto">
              <a:xfrm>
                <a:off x="2760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30" name="Freeform 4304"/>
              <p:cNvSpPr>
                <a:spLocks/>
              </p:cNvSpPr>
              <p:nvPr/>
            </p:nvSpPr>
            <p:spPr bwMode="auto">
              <a:xfrm>
                <a:off x="3102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31" name="Freeform 4305"/>
              <p:cNvSpPr>
                <a:spLocks/>
              </p:cNvSpPr>
              <p:nvPr/>
            </p:nvSpPr>
            <p:spPr bwMode="auto">
              <a:xfrm>
                <a:off x="2970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32" name="Freeform 4306"/>
              <p:cNvSpPr>
                <a:spLocks/>
              </p:cNvSpPr>
              <p:nvPr/>
            </p:nvSpPr>
            <p:spPr bwMode="auto">
              <a:xfrm>
                <a:off x="2832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33" name="Freeform 4307"/>
              <p:cNvSpPr>
                <a:spLocks/>
              </p:cNvSpPr>
              <p:nvPr/>
            </p:nvSpPr>
            <p:spPr bwMode="auto">
              <a:xfrm>
                <a:off x="2550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34" name="Freeform 4308"/>
              <p:cNvSpPr>
                <a:spLocks/>
              </p:cNvSpPr>
              <p:nvPr/>
            </p:nvSpPr>
            <p:spPr bwMode="auto">
              <a:xfrm>
                <a:off x="3276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35" name="Freeform 4309"/>
              <p:cNvSpPr>
                <a:spLocks/>
              </p:cNvSpPr>
              <p:nvPr/>
            </p:nvSpPr>
            <p:spPr bwMode="auto">
              <a:xfrm>
                <a:off x="2976" y="21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36" name="Freeform 4310"/>
              <p:cNvSpPr>
                <a:spLocks/>
              </p:cNvSpPr>
              <p:nvPr/>
            </p:nvSpPr>
            <p:spPr bwMode="auto">
              <a:xfrm>
                <a:off x="3456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37" name="Freeform 4311"/>
              <p:cNvSpPr>
                <a:spLocks/>
              </p:cNvSpPr>
              <p:nvPr/>
            </p:nvSpPr>
            <p:spPr bwMode="auto">
              <a:xfrm>
                <a:off x="2952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38" name="Freeform 4312"/>
              <p:cNvSpPr>
                <a:spLocks/>
              </p:cNvSpPr>
              <p:nvPr/>
            </p:nvSpPr>
            <p:spPr bwMode="auto">
              <a:xfrm>
                <a:off x="2922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39" name="Freeform 4313"/>
              <p:cNvSpPr>
                <a:spLocks/>
              </p:cNvSpPr>
              <p:nvPr/>
            </p:nvSpPr>
            <p:spPr bwMode="auto">
              <a:xfrm>
                <a:off x="2718" y="21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40" name="Freeform 4314"/>
              <p:cNvSpPr>
                <a:spLocks/>
              </p:cNvSpPr>
              <p:nvPr/>
            </p:nvSpPr>
            <p:spPr bwMode="auto">
              <a:xfrm>
                <a:off x="3060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41" name="Freeform 4315"/>
              <p:cNvSpPr>
                <a:spLocks/>
              </p:cNvSpPr>
              <p:nvPr/>
            </p:nvSpPr>
            <p:spPr bwMode="auto">
              <a:xfrm>
                <a:off x="2634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42" name="Freeform 4316"/>
              <p:cNvSpPr>
                <a:spLocks/>
              </p:cNvSpPr>
              <p:nvPr/>
            </p:nvSpPr>
            <p:spPr bwMode="auto">
              <a:xfrm>
                <a:off x="2664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43" name="Freeform 4317"/>
              <p:cNvSpPr>
                <a:spLocks/>
              </p:cNvSpPr>
              <p:nvPr/>
            </p:nvSpPr>
            <p:spPr bwMode="auto">
              <a:xfrm>
                <a:off x="2952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44" name="Freeform 4318"/>
              <p:cNvSpPr>
                <a:spLocks/>
              </p:cNvSpPr>
              <p:nvPr/>
            </p:nvSpPr>
            <p:spPr bwMode="auto">
              <a:xfrm>
                <a:off x="2886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45" name="Freeform 4319"/>
              <p:cNvSpPr>
                <a:spLocks/>
              </p:cNvSpPr>
              <p:nvPr/>
            </p:nvSpPr>
            <p:spPr bwMode="auto">
              <a:xfrm>
                <a:off x="2622" y="28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46" name="Freeform 4320"/>
              <p:cNvSpPr>
                <a:spLocks/>
              </p:cNvSpPr>
              <p:nvPr/>
            </p:nvSpPr>
            <p:spPr bwMode="auto">
              <a:xfrm>
                <a:off x="3168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47" name="Freeform 4321"/>
              <p:cNvSpPr>
                <a:spLocks/>
              </p:cNvSpPr>
              <p:nvPr/>
            </p:nvSpPr>
            <p:spPr bwMode="auto">
              <a:xfrm>
                <a:off x="2898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48" name="Freeform 4322"/>
              <p:cNvSpPr>
                <a:spLocks/>
              </p:cNvSpPr>
              <p:nvPr/>
            </p:nvSpPr>
            <p:spPr bwMode="auto">
              <a:xfrm>
                <a:off x="2754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49" name="Freeform 4323"/>
              <p:cNvSpPr>
                <a:spLocks/>
              </p:cNvSpPr>
              <p:nvPr/>
            </p:nvSpPr>
            <p:spPr bwMode="auto">
              <a:xfrm>
                <a:off x="2472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50" name="Freeform 4324"/>
              <p:cNvSpPr>
                <a:spLocks/>
              </p:cNvSpPr>
              <p:nvPr/>
            </p:nvSpPr>
            <p:spPr bwMode="auto">
              <a:xfrm>
                <a:off x="2892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51" name="Freeform 4325"/>
              <p:cNvSpPr>
                <a:spLocks/>
              </p:cNvSpPr>
              <p:nvPr/>
            </p:nvSpPr>
            <p:spPr bwMode="auto">
              <a:xfrm>
                <a:off x="2940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52" name="Freeform 4326"/>
              <p:cNvSpPr>
                <a:spLocks/>
              </p:cNvSpPr>
              <p:nvPr/>
            </p:nvSpPr>
            <p:spPr bwMode="auto">
              <a:xfrm>
                <a:off x="3588" y="19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53" name="Freeform 4327"/>
              <p:cNvSpPr>
                <a:spLocks/>
              </p:cNvSpPr>
              <p:nvPr/>
            </p:nvSpPr>
            <p:spPr bwMode="auto">
              <a:xfrm>
                <a:off x="2382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54" name="Freeform 4328"/>
              <p:cNvSpPr>
                <a:spLocks/>
              </p:cNvSpPr>
              <p:nvPr/>
            </p:nvSpPr>
            <p:spPr bwMode="auto">
              <a:xfrm>
                <a:off x="2718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55" name="Freeform 4329"/>
              <p:cNvSpPr>
                <a:spLocks/>
              </p:cNvSpPr>
              <p:nvPr/>
            </p:nvSpPr>
            <p:spPr bwMode="auto">
              <a:xfrm>
                <a:off x="2748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56" name="Freeform 4330"/>
              <p:cNvSpPr>
                <a:spLocks/>
              </p:cNvSpPr>
              <p:nvPr/>
            </p:nvSpPr>
            <p:spPr bwMode="auto">
              <a:xfrm>
                <a:off x="3162" y="21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57" name="Freeform 4331"/>
              <p:cNvSpPr>
                <a:spLocks/>
              </p:cNvSpPr>
              <p:nvPr/>
            </p:nvSpPr>
            <p:spPr bwMode="auto">
              <a:xfrm>
                <a:off x="3018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58" name="Freeform 4332"/>
              <p:cNvSpPr>
                <a:spLocks/>
              </p:cNvSpPr>
              <p:nvPr/>
            </p:nvSpPr>
            <p:spPr bwMode="auto">
              <a:xfrm>
                <a:off x="3096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59" name="Freeform 4333"/>
              <p:cNvSpPr>
                <a:spLocks/>
              </p:cNvSpPr>
              <p:nvPr/>
            </p:nvSpPr>
            <p:spPr bwMode="auto">
              <a:xfrm>
                <a:off x="2442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60" name="Freeform 4334"/>
              <p:cNvSpPr>
                <a:spLocks/>
              </p:cNvSpPr>
              <p:nvPr/>
            </p:nvSpPr>
            <p:spPr bwMode="auto">
              <a:xfrm>
                <a:off x="3120" y="21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61" name="Freeform 4335"/>
              <p:cNvSpPr>
                <a:spLocks/>
              </p:cNvSpPr>
              <p:nvPr/>
            </p:nvSpPr>
            <p:spPr bwMode="auto">
              <a:xfrm>
                <a:off x="2892" y="27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62" name="Freeform 4336"/>
              <p:cNvSpPr>
                <a:spLocks/>
              </p:cNvSpPr>
              <p:nvPr/>
            </p:nvSpPr>
            <p:spPr bwMode="auto">
              <a:xfrm>
                <a:off x="2898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63" name="Freeform 4337"/>
              <p:cNvSpPr>
                <a:spLocks/>
              </p:cNvSpPr>
              <p:nvPr/>
            </p:nvSpPr>
            <p:spPr bwMode="auto">
              <a:xfrm>
                <a:off x="2934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64" name="Freeform 4338"/>
              <p:cNvSpPr>
                <a:spLocks/>
              </p:cNvSpPr>
              <p:nvPr/>
            </p:nvSpPr>
            <p:spPr bwMode="auto">
              <a:xfrm>
                <a:off x="3072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65" name="Freeform 4339"/>
              <p:cNvSpPr>
                <a:spLocks/>
              </p:cNvSpPr>
              <p:nvPr/>
            </p:nvSpPr>
            <p:spPr bwMode="auto">
              <a:xfrm>
                <a:off x="291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66" name="Freeform 4340"/>
              <p:cNvSpPr>
                <a:spLocks/>
              </p:cNvSpPr>
              <p:nvPr/>
            </p:nvSpPr>
            <p:spPr bwMode="auto">
              <a:xfrm>
                <a:off x="3000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67" name="Freeform 4341"/>
              <p:cNvSpPr>
                <a:spLocks/>
              </p:cNvSpPr>
              <p:nvPr/>
            </p:nvSpPr>
            <p:spPr bwMode="auto">
              <a:xfrm>
                <a:off x="2862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68" name="Freeform 4342"/>
              <p:cNvSpPr>
                <a:spLocks/>
              </p:cNvSpPr>
              <p:nvPr/>
            </p:nvSpPr>
            <p:spPr bwMode="auto">
              <a:xfrm>
                <a:off x="2418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69" name="Freeform 4343"/>
              <p:cNvSpPr>
                <a:spLocks/>
              </p:cNvSpPr>
              <p:nvPr/>
            </p:nvSpPr>
            <p:spPr bwMode="auto">
              <a:xfrm>
                <a:off x="2106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70" name="Freeform 4344"/>
              <p:cNvSpPr>
                <a:spLocks/>
              </p:cNvSpPr>
              <p:nvPr/>
            </p:nvSpPr>
            <p:spPr bwMode="auto">
              <a:xfrm>
                <a:off x="2616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71" name="Freeform 4345"/>
              <p:cNvSpPr>
                <a:spLocks/>
              </p:cNvSpPr>
              <p:nvPr/>
            </p:nvSpPr>
            <p:spPr bwMode="auto">
              <a:xfrm>
                <a:off x="3096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72" name="Freeform 4346"/>
              <p:cNvSpPr>
                <a:spLocks/>
              </p:cNvSpPr>
              <p:nvPr/>
            </p:nvSpPr>
            <p:spPr bwMode="auto">
              <a:xfrm>
                <a:off x="2844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73" name="Freeform 4347"/>
              <p:cNvSpPr>
                <a:spLocks/>
              </p:cNvSpPr>
              <p:nvPr/>
            </p:nvSpPr>
            <p:spPr bwMode="auto">
              <a:xfrm>
                <a:off x="2604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74" name="Freeform 4348"/>
              <p:cNvSpPr>
                <a:spLocks/>
              </p:cNvSpPr>
              <p:nvPr/>
            </p:nvSpPr>
            <p:spPr bwMode="auto">
              <a:xfrm>
                <a:off x="2604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75" name="Freeform 4349"/>
              <p:cNvSpPr>
                <a:spLocks/>
              </p:cNvSpPr>
              <p:nvPr/>
            </p:nvSpPr>
            <p:spPr bwMode="auto">
              <a:xfrm>
                <a:off x="3096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76" name="Freeform 4350"/>
              <p:cNvSpPr>
                <a:spLocks/>
              </p:cNvSpPr>
              <p:nvPr/>
            </p:nvSpPr>
            <p:spPr bwMode="auto">
              <a:xfrm>
                <a:off x="2754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77" name="Freeform 4351"/>
              <p:cNvSpPr>
                <a:spLocks/>
              </p:cNvSpPr>
              <p:nvPr/>
            </p:nvSpPr>
            <p:spPr bwMode="auto">
              <a:xfrm>
                <a:off x="2772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78" name="Freeform 4352"/>
              <p:cNvSpPr>
                <a:spLocks/>
              </p:cNvSpPr>
              <p:nvPr/>
            </p:nvSpPr>
            <p:spPr bwMode="auto">
              <a:xfrm>
                <a:off x="2400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79" name="Freeform 4353"/>
              <p:cNvSpPr>
                <a:spLocks/>
              </p:cNvSpPr>
              <p:nvPr/>
            </p:nvSpPr>
            <p:spPr bwMode="auto">
              <a:xfrm>
                <a:off x="2712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80" name="Freeform 4354"/>
              <p:cNvSpPr>
                <a:spLocks/>
              </p:cNvSpPr>
              <p:nvPr/>
            </p:nvSpPr>
            <p:spPr bwMode="auto">
              <a:xfrm>
                <a:off x="3192" y="20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81" name="Freeform 4355"/>
              <p:cNvSpPr>
                <a:spLocks/>
              </p:cNvSpPr>
              <p:nvPr/>
            </p:nvSpPr>
            <p:spPr bwMode="auto">
              <a:xfrm>
                <a:off x="2700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82" name="Freeform 4356"/>
              <p:cNvSpPr>
                <a:spLocks/>
              </p:cNvSpPr>
              <p:nvPr/>
            </p:nvSpPr>
            <p:spPr bwMode="auto">
              <a:xfrm>
                <a:off x="2952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83" name="Freeform 4357"/>
              <p:cNvSpPr>
                <a:spLocks/>
              </p:cNvSpPr>
              <p:nvPr/>
            </p:nvSpPr>
            <p:spPr bwMode="auto">
              <a:xfrm>
                <a:off x="3006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84" name="Freeform 4358"/>
              <p:cNvSpPr>
                <a:spLocks/>
              </p:cNvSpPr>
              <p:nvPr/>
            </p:nvSpPr>
            <p:spPr bwMode="auto">
              <a:xfrm>
                <a:off x="2784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85" name="Freeform 4359"/>
              <p:cNvSpPr>
                <a:spLocks/>
              </p:cNvSpPr>
              <p:nvPr/>
            </p:nvSpPr>
            <p:spPr bwMode="auto">
              <a:xfrm>
                <a:off x="3264" y="19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86" name="Freeform 4360"/>
              <p:cNvSpPr>
                <a:spLocks/>
              </p:cNvSpPr>
              <p:nvPr/>
            </p:nvSpPr>
            <p:spPr bwMode="auto">
              <a:xfrm>
                <a:off x="2700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87" name="Freeform 4361"/>
              <p:cNvSpPr>
                <a:spLocks/>
              </p:cNvSpPr>
              <p:nvPr/>
            </p:nvSpPr>
            <p:spPr bwMode="auto">
              <a:xfrm>
                <a:off x="3156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88" name="Freeform 4362"/>
              <p:cNvSpPr>
                <a:spLocks/>
              </p:cNvSpPr>
              <p:nvPr/>
            </p:nvSpPr>
            <p:spPr bwMode="auto">
              <a:xfrm>
                <a:off x="2982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89" name="Freeform 4363"/>
              <p:cNvSpPr>
                <a:spLocks/>
              </p:cNvSpPr>
              <p:nvPr/>
            </p:nvSpPr>
            <p:spPr bwMode="auto">
              <a:xfrm>
                <a:off x="2796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90" name="Freeform 4364"/>
              <p:cNvSpPr>
                <a:spLocks/>
              </p:cNvSpPr>
              <p:nvPr/>
            </p:nvSpPr>
            <p:spPr bwMode="auto">
              <a:xfrm>
                <a:off x="2628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91" name="Freeform 4365"/>
              <p:cNvSpPr>
                <a:spLocks/>
              </p:cNvSpPr>
              <p:nvPr/>
            </p:nvSpPr>
            <p:spPr bwMode="auto">
              <a:xfrm>
                <a:off x="2466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92" name="Freeform 4366"/>
              <p:cNvSpPr>
                <a:spLocks/>
              </p:cNvSpPr>
              <p:nvPr/>
            </p:nvSpPr>
            <p:spPr bwMode="auto">
              <a:xfrm>
                <a:off x="2538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93" name="Freeform 4367"/>
              <p:cNvSpPr>
                <a:spLocks/>
              </p:cNvSpPr>
              <p:nvPr/>
            </p:nvSpPr>
            <p:spPr bwMode="auto">
              <a:xfrm>
                <a:off x="2856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94" name="Freeform 4368"/>
              <p:cNvSpPr>
                <a:spLocks/>
              </p:cNvSpPr>
              <p:nvPr/>
            </p:nvSpPr>
            <p:spPr bwMode="auto">
              <a:xfrm>
                <a:off x="2988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95" name="Freeform 4369"/>
              <p:cNvSpPr>
                <a:spLocks/>
              </p:cNvSpPr>
              <p:nvPr/>
            </p:nvSpPr>
            <p:spPr bwMode="auto">
              <a:xfrm>
                <a:off x="2652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96" name="Freeform 4370"/>
              <p:cNvSpPr>
                <a:spLocks/>
              </p:cNvSpPr>
              <p:nvPr/>
            </p:nvSpPr>
            <p:spPr bwMode="auto">
              <a:xfrm>
                <a:off x="3114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97" name="Freeform 4371"/>
              <p:cNvSpPr>
                <a:spLocks/>
              </p:cNvSpPr>
              <p:nvPr/>
            </p:nvSpPr>
            <p:spPr bwMode="auto">
              <a:xfrm>
                <a:off x="2706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98" name="Freeform 4372"/>
              <p:cNvSpPr>
                <a:spLocks/>
              </p:cNvSpPr>
              <p:nvPr/>
            </p:nvSpPr>
            <p:spPr bwMode="auto">
              <a:xfrm>
                <a:off x="3012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099" name="Freeform 4373"/>
              <p:cNvSpPr>
                <a:spLocks/>
              </p:cNvSpPr>
              <p:nvPr/>
            </p:nvSpPr>
            <p:spPr bwMode="auto">
              <a:xfrm>
                <a:off x="2850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00" name="Freeform 4374"/>
              <p:cNvSpPr>
                <a:spLocks/>
              </p:cNvSpPr>
              <p:nvPr/>
            </p:nvSpPr>
            <p:spPr bwMode="auto">
              <a:xfrm>
                <a:off x="2880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01" name="Freeform 4375"/>
              <p:cNvSpPr>
                <a:spLocks/>
              </p:cNvSpPr>
              <p:nvPr/>
            </p:nvSpPr>
            <p:spPr bwMode="auto">
              <a:xfrm>
                <a:off x="2772" y="20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02" name="Freeform 4376"/>
              <p:cNvSpPr>
                <a:spLocks/>
              </p:cNvSpPr>
              <p:nvPr/>
            </p:nvSpPr>
            <p:spPr bwMode="auto">
              <a:xfrm>
                <a:off x="2520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03" name="Freeform 4377"/>
              <p:cNvSpPr>
                <a:spLocks/>
              </p:cNvSpPr>
              <p:nvPr/>
            </p:nvSpPr>
            <p:spPr bwMode="auto">
              <a:xfrm>
                <a:off x="3006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04" name="Freeform 4378"/>
              <p:cNvSpPr>
                <a:spLocks/>
              </p:cNvSpPr>
              <p:nvPr/>
            </p:nvSpPr>
            <p:spPr bwMode="auto">
              <a:xfrm>
                <a:off x="2688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05" name="Freeform 4379"/>
              <p:cNvSpPr>
                <a:spLocks/>
              </p:cNvSpPr>
              <p:nvPr/>
            </p:nvSpPr>
            <p:spPr bwMode="auto">
              <a:xfrm>
                <a:off x="2808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06" name="Freeform 4380"/>
              <p:cNvSpPr>
                <a:spLocks/>
              </p:cNvSpPr>
              <p:nvPr/>
            </p:nvSpPr>
            <p:spPr bwMode="auto">
              <a:xfrm>
                <a:off x="2646" y="27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07" name="Freeform 4381"/>
              <p:cNvSpPr>
                <a:spLocks/>
              </p:cNvSpPr>
              <p:nvPr/>
            </p:nvSpPr>
            <p:spPr bwMode="auto">
              <a:xfrm>
                <a:off x="2712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08" name="Freeform 4382"/>
              <p:cNvSpPr>
                <a:spLocks/>
              </p:cNvSpPr>
              <p:nvPr/>
            </p:nvSpPr>
            <p:spPr bwMode="auto">
              <a:xfrm>
                <a:off x="2622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09" name="Freeform 4383"/>
              <p:cNvSpPr>
                <a:spLocks/>
              </p:cNvSpPr>
              <p:nvPr/>
            </p:nvSpPr>
            <p:spPr bwMode="auto">
              <a:xfrm>
                <a:off x="2682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10" name="Freeform 4384"/>
              <p:cNvSpPr>
                <a:spLocks/>
              </p:cNvSpPr>
              <p:nvPr/>
            </p:nvSpPr>
            <p:spPr bwMode="auto">
              <a:xfrm>
                <a:off x="2898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11" name="Freeform 4385"/>
              <p:cNvSpPr>
                <a:spLocks/>
              </p:cNvSpPr>
              <p:nvPr/>
            </p:nvSpPr>
            <p:spPr bwMode="auto">
              <a:xfrm>
                <a:off x="2652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12" name="Freeform 4386"/>
              <p:cNvSpPr>
                <a:spLocks/>
              </p:cNvSpPr>
              <p:nvPr/>
            </p:nvSpPr>
            <p:spPr bwMode="auto">
              <a:xfrm>
                <a:off x="2940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13" name="Freeform 4387"/>
              <p:cNvSpPr>
                <a:spLocks/>
              </p:cNvSpPr>
              <p:nvPr/>
            </p:nvSpPr>
            <p:spPr bwMode="auto">
              <a:xfrm>
                <a:off x="3132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14" name="Freeform 4388"/>
              <p:cNvSpPr>
                <a:spLocks/>
              </p:cNvSpPr>
              <p:nvPr/>
            </p:nvSpPr>
            <p:spPr bwMode="auto">
              <a:xfrm>
                <a:off x="2682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15" name="Freeform 4389"/>
              <p:cNvSpPr>
                <a:spLocks/>
              </p:cNvSpPr>
              <p:nvPr/>
            </p:nvSpPr>
            <p:spPr bwMode="auto">
              <a:xfrm>
                <a:off x="2364" y="28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16" name="Freeform 4390"/>
              <p:cNvSpPr>
                <a:spLocks/>
              </p:cNvSpPr>
              <p:nvPr/>
            </p:nvSpPr>
            <p:spPr bwMode="auto">
              <a:xfrm>
                <a:off x="2928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17" name="Freeform 4391"/>
              <p:cNvSpPr>
                <a:spLocks/>
              </p:cNvSpPr>
              <p:nvPr/>
            </p:nvSpPr>
            <p:spPr bwMode="auto">
              <a:xfrm>
                <a:off x="2784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18" name="Freeform 4392"/>
              <p:cNvSpPr>
                <a:spLocks/>
              </p:cNvSpPr>
              <p:nvPr/>
            </p:nvSpPr>
            <p:spPr bwMode="auto">
              <a:xfrm>
                <a:off x="2874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19" name="Freeform 4393"/>
              <p:cNvSpPr>
                <a:spLocks/>
              </p:cNvSpPr>
              <p:nvPr/>
            </p:nvSpPr>
            <p:spPr bwMode="auto">
              <a:xfrm>
                <a:off x="3084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20" name="Freeform 4394"/>
              <p:cNvSpPr>
                <a:spLocks/>
              </p:cNvSpPr>
              <p:nvPr/>
            </p:nvSpPr>
            <p:spPr bwMode="auto">
              <a:xfrm>
                <a:off x="2946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21" name="Freeform 4395"/>
              <p:cNvSpPr>
                <a:spLocks/>
              </p:cNvSpPr>
              <p:nvPr/>
            </p:nvSpPr>
            <p:spPr bwMode="auto">
              <a:xfrm>
                <a:off x="2772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22" name="Freeform 4396"/>
              <p:cNvSpPr>
                <a:spLocks/>
              </p:cNvSpPr>
              <p:nvPr/>
            </p:nvSpPr>
            <p:spPr bwMode="auto">
              <a:xfrm>
                <a:off x="3288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23" name="Freeform 4397"/>
              <p:cNvSpPr>
                <a:spLocks/>
              </p:cNvSpPr>
              <p:nvPr/>
            </p:nvSpPr>
            <p:spPr bwMode="auto">
              <a:xfrm>
                <a:off x="2916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24" name="Freeform 4398"/>
              <p:cNvSpPr>
                <a:spLocks/>
              </p:cNvSpPr>
              <p:nvPr/>
            </p:nvSpPr>
            <p:spPr bwMode="auto">
              <a:xfrm>
                <a:off x="3150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25" name="Freeform 4399"/>
              <p:cNvSpPr>
                <a:spLocks/>
              </p:cNvSpPr>
              <p:nvPr/>
            </p:nvSpPr>
            <p:spPr bwMode="auto">
              <a:xfrm>
                <a:off x="2658" y="27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26" name="Freeform 4400"/>
              <p:cNvSpPr>
                <a:spLocks/>
              </p:cNvSpPr>
              <p:nvPr/>
            </p:nvSpPr>
            <p:spPr bwMode="auto">
              <a:xfrm>
                <a:off x="2964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27" name="Freeform 4401"/>
              <p:cNvSpPr>
                <a:spLocks/>
              </p:cNvSpPr>
              <p:nvPr/>
            </p:nvSpPr>
            <p:spPr bwMode="auto">
              <a:xfrm>
                <a:off x="2760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28" name="Freeform 4402"/>
              <p:cNvSpPr>
                <a:spLocks/>
              </p:cNvSpPr>
              <p:nvPr/>
            </p:nvSpPr>
            <p:spPr bwMode="auto">
              <a:xfrm>
                <a:off x="2706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29" name="Freeform 4403"/>
              <p:cNvSpPr>
                <a:spLocks/>
              </p:cNvSpPr>
              <p:nvPr/>
            </p:nvSpPr>
            <p:spPr bwMode="auto">
              <a:xfrm>
                <a:off x="2466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30" name="Freeform 4404"/>
              <p:cNvSpPr>
                <a:spLocks/>
              </p:cNvSpPr>
              <p:nvPr/>
            </p:nvSpPr>
            <p:spPr bwMode="auto">
              <a:xfrm>
                <a:off x="3102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31" name="Freeform 4405"/>
              <p:cNvSpPr>
                <a:spLocks/>
              </p:cNvSpPr>
              <p:nvPr/>
            </p:nvSpPr>
            <p:spPr bwMode="auto">
              <a:xfrm>
                <a:off x="2946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32" name="Freeform 4406"/>
              <p:cNvSpPr>
                <a:spLocks/>
              </p:cNvSpPr>
              <p:nvPr/>
            </p:nvSpPr>
            <p:spPr bwMode="auto">
              <a:xfrm>
                <a:off x="2886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33" name="Freeform 4407"/>
              <p:cNvSpPr>
                <a:spLocks/>
              </p:cNvSpPr>
              <p:nvPr/>
            </p:nvSpPr>
            <p:spPr bwMode="auto">
              <a:xfrm>
                <a:off x="2784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34" name="Freeform 4408"/>
              <p:cNvSpPr>
                <a:spLocks/>
              </p:cNvSpPr>
              <p:nvPr/>
            </p:nvSpPr>
            <p:spPr bwMode="auto">
              <a:xfrm>
                <a:off x="2502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35" name="Freeform 4409"/>
              <p:cNvSpPr>
                <a:spLocks/>
              </p:cNvSpPr>
              <p:nvPr/>
            </p:nvSpPr>
            <p:spPr bwMode="auto">
              <a:xfrm>
                <a:off x="2346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36" name="Freeform 4410"/>
              <p:cNvSpPr>
                <a:spLocks/>
              </p:cNvSpPr>
              <p:nvPr/>
            </p:nvSpPr>
            <p:spPr bwMode="auto">
              <a:xfrm>
                <a:off x="3048" y="20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37" name="Freeform 4411"/>
              <p:cNvSpPr>
                <a:spLocks/>
              </p:cNvSpPr>
              <p:nvPr/>
            </p:nvSpPr>
            <p:spPr bwMode="auto">
              <a:xfrm>
                <a:off x="2628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38" name="Freeform 4412"/>
              <p:cNvSpPr>
                <a:spLocks/>
              </p:cNvSpPr>
              <p:nvPr/>
            </p:nvSpPr>
            <p:spPr bwMode="auto">
              <a:xfrm>
                <a:off x="2790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39" name="Freeform 4413"/>
              <p:cNvSpPr>
                <a:spLocks/>
              </p:cNvSpPr>
              <p:nvPr/>
            </p:nvSpPr>
            <p:spPr bwMode="auto">
              <a:xfrm>
                <a:off x="2508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40" name="Freeform 4414"/>
              <p:cNvSpPr>
                <a:spLocks/>
              </p:cNvSpPr>
              <p:nvPr/>
            </p:nvSpPr>
            <p:spPr bwMode="auto">
              <a:xfrm>
                <a:off x="2646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41" name="Freeform 4415"/>
              <p:cNvSpPr>
                <a:spLocks/>
              </p:cNvSpPr>
              <p:nvPr/>
            </p:nvSpPr>
            <p:spPr bwMode="auto">
              <a:xfrm>
                <a:off x="2796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42" name="Freeform 4416"/>
              <p:cNvSpPr>
                <a:spLocks/>
              </p:cNvSpPr>
              <p:nvPr/>
            </p:nvSpPr>
            <p:spPr bwMode="auto">
              <a:xfrm>
                <a:off x="2502" y="28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43" name="Freeform 4417"/>
              <p:cNvSpPr>
                <a:spLocks/>
              </p:cNvSpPr>
              <p:nvPr/>
            </p:nvSpPr>
            <p:spPr bwMode="auto">
              <a:xfrm>
                <a:off x="2508" y="27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44" name="Freeform 4418"/>
              <p:cNvSpPr>
                <a:spLocks/>
              </p:cNvSpPr>
              <p:nvPr/>
            </p:nvSpPr>
            <p:spPr bwMode="auto">
              <a:xfrm>
                <a:off x="2892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45" name="Freeform 4419"/>
              <p:cNvSpPr>
                <a:spLocks/>
              </p:cNvSpPr>
              <p:nvPr/>
            </p:nvSpPr>
            <p:spPr bwMode="auto">
              <a:xfrm>
                <a:off x="3048" y="21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46" name="Freeform 4420"/>
              <p:cNvSpPr>
                <a:spLocks/>
              </p:cNvSpPr>
              <p:nvPr/>
            </p:nvSpPr>
            <p:spPr bwMode="auto">
              <a:xfrm>
                <a:off x="2706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47" name="Freeform 4421"/>
              <p:cNvSpPr>
                <a:spLocks/>
              </p:cNvSpPr>
              <p:nvPr/>
            </p:nvSpPr>
            <p:spPr bwMode="auto">
              <a:xfrm>
                <a:off x="2610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48" name="Freeform 4422"/>
              <p:cNvSpPr>
                <a:spLocks/>
              </p:cNvSpPr>
              <p:nvPr/>
            </p:nvSpPr>
            <p:spPr bwMode="auto">
              <a:xfrm>
                <a:off x="2814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49" name="Freeform 4423"/>
              <p:cNvSpPr>
                <a:spLocks/>
              </p:cNvSpPr>
              <p:nvPr/>
            </p:nvSpPr>
            <p:spPr bwMode="auto">
              <a:xfrm>
                <a:off x="3072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50" name="Freeform 4424"/>
              <p:cNvSpPr>
                <a:spLocks/>
              </p:cNvSpPr>
              <p:nvPr/>
            </p:nvSpPr>
            <p:spPr bwMode="auto">
              <a:xfrm>
                <a:off x="2646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7151" name="Freeform 4425"/>
              <p:cNvSpPr>
                <a:spLocks/>
              </p:cNvSpPr>
              <p:nvPr/>
            </p:nvSpPr>
            <p:spPr bwMode="auto">
              <a:xfrm>
                <a:off x="2832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26" name="Group 4627"/>
            <p:cNvGrpSpPr>
              <a:grpSpLocks/>
            </p:cNvGrpSpPr>
            <p:nvPr/>
          </p:nvGrpSpPr>
          <p:grpSpPr bwMode="auto">
            <a:xfrm>
              <a:off x="2118" y="1923"/>
              <a:ext cx="1524" cy="1080"/>
              <a:chOff x="2118" y="1923"/>
              <a:chExt cx="1524" cy="1080"/>
            </a:xfrm>
          </p:grpSpPr>
          <p:sp>
            <p:nvSpPr>
              <p:cNvPr id="56752" name="Freeform 4427"/>
              <p:cNvSpPr>
                <a:spLocks/>
              </p:cNvSpPr>
              <p:nvPr/>
            </p:nvSpPr>
            <p:spPr bwMode="auto">
              <a:xfrm>
                <a:off x="2946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53" name="Freeform 4428"/>
              <p:cNvSpPr>
                <a:spLocks/>
              </p:cNvSpPr>
              <p:nvPr/>
            </p:nvSpPr>
            <p:spPr bwMode="auto">
              <a:xfrm>
                <a:off x="2832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54" name="Freeform 4429"/>
              <p:cNvSpPr>
                <a:spLocks/>
              </p:cNvSpPr>
              <p:nvPr/>
            </p:nvSpPr>
            <p:spPr bwMode="auto">
              <a:xfrm>
                <a:off x="3342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55" name="Freeform 4430"/>
              <p:cNvSpPr>
                <a:spLocks/>
              </p:cNvSpPr>
              <p:nvPr/>
            </p:nvSpPr>
            <p:spPr bwMode="auto">
              <a:xfrm>
                <a:off x="2724" y="27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56" name="Freeform 4431"/>
              <p:cNvSpPr>
                <a:spLocks/>
              </p:cNvSpPr>
              <p:nvPr/>
            </p:nvSpPr>
            <p:spPr bwMode="auto">
              <a:xfrm>
                <a:off x="3228" y="19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57" name="Freeform 4432"/>
              <p:cNvSpPr>
                <a:spLocks/>
              </p:cNvSpPr>
              <p:nvPr/>
            </p:nvSpPr>
            <p:spPr bwMode="auto">
              <a:xfrm>
                <a:off x="3072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58" name="Freeform 4433"/>
              <p:cNvSpPr>
                <a:spLocks/>
              </p:cNvSpPr>
              <p:nvPr/>
            </p:nvSpPr>
            <p:spPr bwMode="auto">
              <a:xfrm>
                <a:off x="2874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59" name="Freeform 4434"/>
              <p:cNvSpPr>
                <a:spLocks/>
              </p:cNvSpPr>
              <p:nvPr/>
            </p:nvSpPr>
            <p:spPr bwMode="auto">
              <a:xfrm>
                <a:off x="2550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60" name="Freeform 4435"/>
              <p:cNvSpPr>
                <a:spLocks/>
              </p:cNvSpPr>
              <p:nvPr/>
            </p:nvSpPr>
            <p:spPr bwMode="auto">
              <a:xfrm>
                <a:off x="2436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61" name="Freeform 4436"/>
              <p:cNvSpPr>
                <a:spLocks/>
              </p:cNvSpPr>
              <p:nvPr/>
            </p:nvSpPr>
            <p:spPr bwMode="auto">
              <a:xfrm>
                <a:off x="2682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62" name="Freeform 4437"/>
              <p:cNvSpPr>
                <a:spLocks/>
              </p:cNvSpPr>
              <p:nvPr/>
            </p:nvSpPr>
            <p:spPr bwMode="auto">
              <a:xfrm>
                <a:off x="2592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63" name="Freeform 4438"/>
              <p:cNvSpPr>
                <a:spLocks/>
              </p:cNvSpPr>
              <p:nvPr/>
            </p:nvSpPr>
            <p:spPr bwMode="auto">
              <a:xfrm>
                <a:off x="2862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64" name="Freeform 4439"/>
              <p:cNvSpPr>
                <a:spLocks/>
              </p:cNvSpPr>
              <p:nvPr/>
            </p:nvSpPr>
            <p:spPr bwMode="auto">
              <a:xfrm>
                <a:off x="2130" y="29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65" name="Freeform 4440"/>
              <p:cNvSpPr>
                <a:spLocks/>
              </p:cNvSpPr>
              <p:nvPr/>
            </p:nvSpPr>
            <p:spPr bwMode="auto">
              <a:xfrm>
                <a:off x="2880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66" name="Freeform 4441"/>
              <p:cNvSpPr>
                <a:spLocks/>
              </p:cNvSpPr>
              <p:nvPr/>
            </p:nvSpPr>
            <p:spPr bwMode="auto">
              <a:xfrm>
                <a:off x="2118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67" name="Freeform 4442"/>
              <p:cNvSpPr>
                <a:spLocks/>
              </p:cNvSpPr>
              <p:nvPr/>
            </p:nvSpPr>
            <p:spPr bwMode="auto">
              <a:xfrm>
                <a:off x="2676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68" name="Freeform 4443"/>
              <p:cNvSpPr>
                <a:spLocks/>
              </p:cNvSpPr>
              <p:nvPr/>
            </p:nvSpPr>
            <p:spPr bwMode="auto">
              <a:xfrm>
                <a:off x="2796" y="28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69" name="Freeform 4444"/>
              <p:cNvSpPr>
                <a:spLocks/>
              </p:cNvSpPr>
              <p:nvPr/>
            </p:nvSpPr>
            <p:spPr bwMode="auto">
              <a:xfrm>
                <a:off x="3258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70" name="Freeform 4445"/>
              <p:cNvSpPr>
                <a:spLocks/>
              </p:cNvSpPr>
              <p:nvPr/>
            </p:nvSpPr>
            <p:spPr bwMode="auto">
              <a:xfrm>
                <a:off x="2838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71" name="Freeform 4446"/>
              <p:cNvSpPr>
                <a:spLocks/>
              </p:cNvSpPr>
              <p:nvPr/>
            </p:nvSpPr>
            <p:spPr bwMode="auto">
              <a:xfrm>
                <a:off x="2724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72" name="Freeform 4447"/>
              <p:cNvSpPr>
                <a:spLocks/>
              </p:cNvSpPr>
              <p:nvPr/>
            </p:nvSpPr>
            <p:spPr bwMode="auto">
              <a:xfrm>
                <a:off x="3270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73" name="Freeform 4448"/>
              <p:cNvSpPr>
                <a:spLocks/>
              </p:cNvSpPr>
              <p:nvPr/>
            </p:nvSpPr>
            <p:spPr bwMode="auto">
              <a:xfrm>
                <a:off x="2790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74" name="Freeform 4449"/>
              <p:cNvSpPr>
                <a:spLocks/>
              </p:cNvSpPr>
              <p:nvPr/>
            </p:nvSpPr>
            <p:spPr bwMode="auto">
              <a:xfrm>
                <a:off x="2796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75" name="Freeform 4450"/>
              <p:cNvSpPr>
                <a:spLocks/>
              </p:cNvSpPr>
              <p:nvPr/>
            </p:nvSpPr>
            <p:spPr bwMode="auto">
              <a:xfrm>
                <a:off x="3012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76" name="Freeform 4451"/>
              <p:cNvSpPr>
                <a:spLocks/>
              </p:cNvSpPr>
              <p:nvPr/>
            </p:nvSpPr>
            <p:spPr bwMode="auto">
              <a:xfrm>
                <a:off x="2826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77" name="Freeform 4452"/>
              <p:cNvSpPr>
                <a:spLocks/>
              </p:cNvSpPr>
              <p:nvPr/>
            </p:nvSpPr>
            <p:spPr bwMode="auto">
              <a:xfrm>
                <a:off x="2928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78" name="Freeform 4453"/>
              <p:cNvSpPr>
                <a:spLocks/>
              </p:cNvSpPr>
              <p:nvPr/>
            </p:nvSpPr>
            <p:spPr bwMode="auto">
              <a:xfrm>
                <a:off x="2568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79" name="Freeform 4454"/>
              <p:cNvSpPr>
                <a:spLocks/>
              </p:cNvSpPr>
              <p:nvPr/>
            </p:nvSpPr>
            <p:spPr bwMode="auto">
              <a:xfrm>
                <a:off x="3324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80" name="Freeform 4455"/>
              <p:cNvSpPr>
                <a:spLocks/>
              </p:cNvSpPr>
              <p:nvPr/>
            </p:nvSpPr>
            <p:spPr bwMode="auto">
              <a:xfrm>
                <a:off x="2568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81" name="Freeform 4456"/>
              <p:cNvSpPr>
                <a:spLocks/>
              </p:cNvSpPr>
              <p:nvPr/>
            </p:nvSpPr>
            <p:spPr bwMode="auto">
              <a:xfrm>
                <a:off x="2922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82" name="Freeform 4457"/>
              <p:cNvSpPr>
                <a:spLocks/>
              </p:cNvSpPr>
              <p:nvPr/>
            </p:nvSpPr>
            <p:spPr bwMode="auto">
              <a:xfrm>
                <a:off x="3024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83" name="Freeform 4458"/>
              <p:cNvSpPr>
                <a:spLocks/>
              </p:cNvSpPr>
              <p:nvPr/>
            </p:nvSpPr>
            <p:spPr bwMode="auto">
              <a:xfrm>
                <a:off x="2550" y="28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84" name="Freeform 4459"/>
              <p:cNvSpPr>
                <a:spLocks/>
              </p:cNvSpPr>
              <p:nvPr/>
            </p:nvSpPr>
            <p:spPr bwMode="auto">
              <a:xfrm>
                <a:off x="2394" y="28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85" name="Freeform 4460"/>
              <p:cNvSpPr>
                <a:spLocks/>
              </p:cNvSpPr>
              <p:nvPr/>
            </p:nvSpPr>
            <p:spPr bwMode="auto">
              <a:xfrm>
                <a:off x="3240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86" name="Freeform 4461"/>
              <p:cNvSpPr>
                <a:spLocks/>
              </p:cNvSpPr>
              <p:nvPr/>
            </p:nvSpPr>
            <p:spPr bwMode="auto">
              <a:xfrm>
                <a:off x="2694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87" name="Freeform 4462"/>
              <p:cNvSpPr>
                <a:spLocks/>
              </p:cNvSpPr>
              <p:nvPr/>
            </p:nvSpPr>
            <p:spPr bwMode="auto">
              <a:xfrm>
                <a:off x="3408" y="21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88" name="Freeform 4463"/>
              <p:cNvSpPr>
                <a:spLocks/>
              </p:cNvSpPr>
              <p:nvPr/>
            </p:nvSpPr>
            <p:spPr bwMode="auto">
              <a:xfrm>
                <a:off x="3090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89" name="Freeform 4464"/>
              <p:cNvSpPr>
                <a:spLocks/>
              </p:cNvSpPr>
              <p:nvPr/>
            </p:nvSpPr>
            <p:spPr bwMode="auto">
              <a:xfrm>
                <a:off x="2274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90" name="Freeform 4465"/>
              <p:cNvSpPr>
                <a:spLocks/>
              </p:cNvSpPr>
              <p:nvPr/>
            </p:nvSpPr>
            <p:spPr bwMode="auto">
              <a:xfrm>
                <a:off x="2880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91" name="Freeform 4466"/>
              <p:cNvSpPr>
                <a:spLocks/>
              </p:cNvSpPr>
              <p:nvPr/>
            </p:nvSpPr>
            <p:spPr bwMode="auto">
              <a:xfrm>
                <a:off x="3144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92" name="Freeform 4467"/>
              <p:cNvSpPr>
                <a:spLocks/>
              </p:cNvSpPr>
              <p:nvPr/>
            </p:nvSpPr>
            <p:spPr bwMode="auto">
              <a:xfrm>
                <a:off x="2736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93" name="Freeform 4468"/>
              <p:cNvSpPr>
                <a:spLocks/>
              </p:cNvSpPr>
              <p:nvPr/>
            </p:nvSpPr>
            <p:spPr bwMode="auto">
              <a:xfrm>
                <a:off x="2598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94" name="Freeform 4469"/>
              <p:cNvSpPr>
                <a:spLocks/>
              </p:cNvSpPr>
              <p:nvPr/>
            </p:nvSpPr>
            <p:spPr bwMode="auto">
              <a:xfrm>
                <a:off x="3024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95" name="Freeform 4470"/>
              <p:cNvSpPr>
                <a:spLocks/>
              </p:cNvSpPr>
              <p:nvPr/>
            </p:nvSpPr>
            <p:spPr bwMode="auto">
              <a:xfrm>
                <a:off x="2814" y="20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96" name="Freeform 4471"/>
              <p:cNvSpPr>
                <a:spLocks/>
              </p:cNvSpPr>
              <p:nvPr/>
            </p:nvSpPr>
            <p:spPr bwMode="auto">
              <a:xfrm>
                <a:off x="2520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97" name="Freeform 4472"/>
              <p:cNvSpPr>
                <a:spLocks/>
              </p:cNvSpPr>
              <p:nvPr/>
            </p:nvSpPr>
            <p:spPr bwMode="auto">
              <a:xfrm>
                <a:off x="3360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98" name="Freeform 4473"/>
              <p:cNvSpPr>
                <a:spLocks/>
              </p:cNvSpPr>
              <p:nvPr/>
            </p:nvSpPr>
            <p:spPr bwMode="auto">
              <a:xfrm>
                <a:off x="2664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99" name="Freeform 4474"/>
              <p:cNvSpPr>
                <a:spLocks/>
              </p:cNvSpPr>
              <p:nvPr/>
            </p:nvSpPr>
            <p:spPr bwMode="auto">
              <a:xfrm>
                <a:off x="2718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00" name="Freeform 4475"/>
              <p:cNvSpPr>
                <a:spLocks/>
              </p:cNvSpPr>
              <p:nvPr/>
            </p:nvSpPr>
            <p:spPr bwMode="auto">
              <a:xfrm>
                <a:off x="2628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01" name="Freeform 4476"/>
              <p:cNvSpPr>
                <a:spLocks/>
              </p:cNvSpPr>
              <p:nvPr/>
            </p:nvSpPr>
            <p:spPr bwMode="auto">
              <a:xfrm>
                <a:off x="2988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02" name="Freeform 4477"/>
              <p:cNvSpPr>
                <a:spLocks/>
              </p:cNvSpPr>
              <p:nvPr/>
            </p:nvSpPr>
            <p:spPr bwMode="auto">
              <a:xfrm>
                <a:off x="2892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03" name="Freeform 4478"/>
              <p:cNvSpPr>
                <a:spLocks/>
              </p:cNvSpPr>
              <p:nvPr/>
            </p:nvSpPr>
            <p:spPr bwMode="auto">
              <a:xfrm>
                <a:off x="2352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04" name="Freeform 4479"/>
              <p:cNvSpPr>
                <a:spLocks/>
              </p:cNvSpPr>
              <p:nvPr/>
            </p:nvSpPr>
            <p:spPr bwMode="auto">
              <a:xfrm>
                <a:off x="2898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05" name="Freeform 4480"/>
              <p:cNvSpPr>
                <a:spLocks/>
              </p:cNvSpPr>
              <p:nvPr/>
            </p:nvSpPr>
            <p:spPr bwMode="auto">
              <a:xfrm>
                <a:off x="2802" y="27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06" name="Freeform 4481"/>
              <p:cNvSpPr>
                <a:spLocks/>
              </p:cNvSpPr>
              <p:nvPr/>
            </p:nvSpPr>
            <p:spPr bwMode="auto">
              <a:xfrm>
                <a:off x="2760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07" name="Freeform 4482"/>
              <p:cNvSpPr>
                <a:spLocks/>
              </p:cNvSpPr>
              <p:nvPr/>
            </p:nvSpPr>
            <p:spPr bwMode="auto">
              <a:xfrm>
                <a:off x="2754" y="21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08" name="Freeform 4483"/>
              <p:cNvSpPr>
                <a:spLocks/>
              </p:cNvSpPr>
              <p:nvPr/>
            </p:nvSpPr>
            <p:spPr bwMode="auto">
              <a:xfrm>
                <a:off x="3090" y="28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09" name="Freeform 4484"/>
              <p:cNvSpPr>
                <a:spLocks/>
              </p:cNvSpPr>
              <p:nvPr/>
            </p:nvSpPr>
            <p:spPr bwMode="auto">
              <a:xfrm>
                <a:off x="2730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10" name="Freeform 4485"/>
              <p:cNvSpPr>
                <a:spLocks/>
              </p:cNvSpPr>
              <p:nvPr/>
            </p:nvSpPr>
            <p:spPr bwMode="auto">
              <a:xfrm>
                <a:off x="2730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11" name="Freeform 4486"/>
              <p:cNvSpPr>
                <a:spLocks/>
              </p:cNvSpPr>
              <p:nvPr/>
            </p:nvSpPr>
            <p:spPr bwMode="auto">
              <a:xfrm>
                <a:off x="3342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12" name="Freeform 4487"/>
              <p:cNvSpPr>
                <a:spLocks/>
              </p:cNvSpPr>
              <p:nvPr/>
            </p:nvSpPr>
            <p:spPr bwMode="auto">
              <a:xfrm>
                <a:off x="2928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13" name="Freeform 4488"/>
              <p:cNvSpPr>
                <a:spLocks/>
              </p:cNvSpPr>
              <p:nvPr/>
            </p:nvSpPr>
            <p:spPr bwMode="auto">
              <a:xfrm>
                <a:off x="2814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14" name="Freeform 4489"/>
              <p:cNvSpPr>
                <a:spLocks/>
              </p:cNvSpPr>
              <p:nvPr/>
            </p:nvSpPr>
            <p:spPr bwMode="auto">
              <a:xfrm>
                <a:off x="2784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15" name="Freeform 4490"/>
              <p:cNvSpPr>
                <a:spLocks/>
              </p:cNvSpPr>
              <p:nvPr/>
            </p:nvSpPr>
            <p:spPr bwMode="auto">
              <a:xfrm>
                <a:off x="3228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16" name="Freeform 4491"/>
              <p:cNvSpPr>
                <a:spLocks/>
              </p:cNvSpPr>
              <p:nvPr/>
            </p:nvSpPr>
            <p:spPr bwMode="auto">
              <a:xfrm>
                <a:off x="3072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17" name="Freeform 4492"/>
              <p:cNvSpPr>
                <a:spLocks/>
              </p:cNvSpPr>
              <p:nvPr/>
            </p:nvSpPr>
            <p:spPr bwMode="auto">
              <a:xfrm>
                <a:off x="2718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18" name="Freeform 4493"/>
              <p:cNvSpPr>
                <a:spLocks/>
              </p:cNvSpPr>
              <p:nvPr/>
            </p:nvSpPr>
            <p:spPr bwMode="auto">
              <a:xfrm>
                <a:off x="297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19" name="Freeform 4494"/>
              <p:cNvSpPr>
                <a:spLocks/>
              </p:cNvSpPr>
              <p:nvPr/>
            </p:nvSpPr>
            <p:spPr bwMode="auto">
              <a:xfrm>
                <a:off x="2874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20" name="Freeform 4495"/>
              <p:cNvSpPr>
                <a:spLocks/>
              </p:cNvSpPr>
              <p:nvPr/>
            </p:nvSpPr>
            <p:spPr bwMode="auto">
              <a:xfrm>
                <a:off x="2718" y="20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21" name="Freeform 4496"/>
              <p:cNvSpPr>
                <a:spLocks/>
              </p:cNvSpPr>
              <p:nvPr/>
            </p:nvSpPr>
            <p:spPr bwMode="auto">
              <a:xfrm>
                <a:off x="2616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22" name="Freeform 4497"/>
              <p:cNvSpPr>
                <a:spLocks/>
              </p:cNvSpPr>
              <p:nvPr/>
            </p:nvSpPr>
            <p:spPr bwMode="auto">
              <a:xfrm>
                <a:off x="2616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23" name="Freeform 4498"/>
              <p:cNvSpPr>
                <a:spLocks/>
              </p:cNvSpPr>
              <p:nvPr/>
            </p:nvSpPr>
            <p:spPr bwMode="auto">
              <a:xfrm>
                <a:off x="2856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24" name="Freeform 4499"/>
              <p:cNvSpPr>
                <a:spLocks/>
              </p:cNvSpPr>
              <p:nvPr/>
            </p:nvSpPr>
            <p:spPr bwMode="auto">
              <a:xfrm>
                <a:off x="2838" y="19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25" name="Freeform 4500"/>
              <p:cNvSpPr>
                <a:spLocks/>
              </p:cNvSpPr>
              <p:nvPr/>
            </p:nvSpPr>
            <p:spPr bwMode="auto">
              <a:xfrm>
                <a:off x="2682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26" name="Freeform 4501"/>
              <p:cNvSpPr>
                <a:spLocks/>
              </p:cNvSpPr>
              <p:nvPr/>
            </p:nvSpPr>
            <p:spPr bwMode="auto">
              <a:xfrm>
                <a:off x="3006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27" name="Freeform 4502"/>
              <p:cNvSpPr>
                <a:spLocks/>
              </p:cNvSpPr>
              <p:nvPr/>
            </p:nvSpPr>
            <p:spPr bwMode="auto">
              <a:xfrm>
                <a:off x="2922" y="29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28" name="Freeform 4503"/>
              <p:cNvSpPr>
                <a:spLocks/>
              </p:cNvSpPr>
              <p:nvPr/>
            </p:nvSpPr>
            <p:spPr bwMode="auto">
              <a:xfrm>
                <a:off x="3222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29" name="Freeform 4504"/>
              <p:cNvSpPr>
                <a:spLocks/>
              </p:cNvSpPr>
              <p:nvPr/>
            </p:nvSpPr>
            <p:spPr bwMode="auto">
              <a:xfrm>
                <a:off x="2832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30" name="Freeform 4505"/>
              <p:cNvSpPr>
                <a:spLocks/>
              </p:cNvSpPr>
              <p:nvPr/>
            </p:nvSpPr>
            <p:spPr bwMode="auto">
              <a:xfrm>
                <a:off x="2880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31" name="Freeform 4506"/>
              <p:cNvSpPr>
                <a:spLocks/>
              </p:cNvSpPr>
              <p:nvPr/>
            </p:nvSpPr>
            <p:spPr bwMode="auto">
              <a:xfrm>
                <a:off x="2718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32" name="Freeform 4507"/>
              <p:cNvSpPr>
                <a:spLocks/>
              </p:cNvSpPr>
              <p:nvPr/>
            </p:nvSpPr>
            <p:spPr bwMode="auto">
              <a:xfrm>
                <a:off x="3048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33" name="Freeform 4508"/>
              <p:cNvSpPr>
                <a:spLocks/>
              </p:cNvSpPr>
              <p:nvPr/>
            </p:nvSpPr>
            <p:spPr bwMode="auto">
              <a:xfrm>
                <a:off x="3246" y="22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34" name="Freeform 4509"/>
              <p:cNvSpPr>
                <a:spLocks/>
              </p:cNvSpPr>
              <p:nvPr/>
            </p:nvSpPr>
            <p:spPr bwMode="auto">
              <a:xfrm>
                <a:off x="3066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35" name="Freeform 4510"/>
              <p:cNvSpPr>
                <a:spLocks/>
              </p:cNvSpPr>
              <p:nvPr/>
            </p:nvSpPr>
            <p:spPr bwMode="auto">
              <a:xfrm>
                <a:off x="3162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36" name="Freeform 4511"/>
              <p:cNvSpPr>
                <a:spLocks/>
              </p:cNvSpPr>
              <p:nvPr/>
            </p:nvSpPr>
            <p:spPr bwMode="auto">
              <a:xfrm>
                <a:off x="2772" y="27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37" name="Freeform 4512"/>
              <p:cNvSpPr>
                <a:spLocks/>
              </p:cNvSpPr>
              <p:nvPr/>
            </p:nvSpPr>
            <p:spPr bwMode="auto">
              <a:xfrm>
                <a:off x="2718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38" name="Freeform 4513"/>
              <p:cNvSpPr>
                <a:spLocks/>
              </p:cNvSpPr>
              <p:nvPr/>
            </p:nvSpPr>
            <p:spPr bwMode="auto">
              <a:xfrm>
                <a:off x="3480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39" name="Freeform 4514"/>
              <p:cNvSpPr>
                <a:spLocks/>
              </p:cNvSpPr>
              <p:nvPr/>
            </p:nvSpPr>
            <p:spPr bwMode="auto">
              <a:xfrm>
                <a:off x="3036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40" name="Freeform 4515"/>
              <p:cNvSpPr>
                <a:spLocks/>
              </p:cNvSpPr>
              <p:nvPr/>
            </p:nvSpPr>
            <p:spPr bwMode="auto">
              <a:xfrm>
                <a:off x="2856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41" name="Freeform 4516"/>
              <p:cNvSpPr>
                <a:spLocks/>
              </p:cNvSpPr>
              <p:nvPr/>
            </p:nvSpPr>
            <p:spPr bwMode="auto">
              <a:xfrm>
                <a:off x="3240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42" name="Freeform 4517"/>
              <p:cNvSpPr>
                <a:spLocks/>
              </p:cNvSpPr>
              <p:nvPr/>
            </p:nvSpPr>
            <p:spPr bwMode="auto">
              <a:xfrm>
                <a:off x="3192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43" name="Freeform 4518"/>
              <p:cNvSpPr>
                <a:spLocks/>
              </p:cNvSpPr>
              <p:nvPr/>
            </p:nvSpPr>
            <p:spPr bwMode="auto">
              <a:xfrm>
                <a:off x="3000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44" name="Freeform 4519"/>
              <p:cNvSpPr>
                <a:spLocks/>
              </p:cNvSpPr>
              <p:nvPr/>
            </p:nvSpPr>
            <p:spPr bwMode="auto">
              <a:xfrm>
                <a:off x="2964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45" name="Freeform 4520"/>
              <p:cNvSpPr>
                <a:spLocks/>
              </p:cNvSpPr>
              <p:nvPr/>
            </p:nvSpPr>
            <p:spPr bwMode="auto">
              <a:xfrm>
                <a:off x="2952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46" name="Freeform 4521"/>
              <p:cNvSpPr>
                <a:spLocks/>
              </p:cNvSpPr>
              <p:nvPr/>
            </p:nvSpPr>
            <p:spPr bwMode="auto">
              <a:xfrm>
                <a:off x="3294" y="19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47" name="Freeform 4522"/>
              <p:cNvSpPr>
                <a:spLocks/>
              </p:cNvSpPr>
              <p:nvPr/>
            </p:nvSpPr>
            <p:spPr bwMode="auto">
              <a:xfrm>
                <a:off x="2904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48" name="Freeform 4523"/>
              <p:cNvSpPr>
                <a:spLocks/>
              </p:cNvSpPr>
              <p:nvPr/>
            </p:nvSpPr>
            <p:spPr bwMode="auto">
              <a:xfrm>
                <a:off x="2724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49" name="Freeform 4524"/>
              <p:cNvSpPr>
                <a:spLocks/>
              </p:cNvSpPr>
              <p:nvPr/>
            </p:nvSpPr>
            <p:spPr bwMode="auto">
              <a:xfrm>
                <a:off x="2868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50" name="Freeform 4525"/>
              <p:cNvSpPr>
                <a:spLocks/>
              </p:cNvSpPr>
              <p:nvPr/>
            </p:nvSpPr>
            <p:spPr bwMode="auto">
              <a:xfrm>
                <a:off x="3078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51" name="Freeform 4526"/>
              <p:cNvSpPr>
                <a:spLocks/>
              </p:cNvSpPr>
              <p:nvPr/>
            </p:nvSpPr>
            <p:spPr bwMode="auto">
              <a:xfrm>
                <a:off x="2880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52" name="Freeform 4527"/>
              <p:cNvSpPr>
                <a:spLocks/>
              </p:cNvSpPr>
              <p:nvPr/>
            </p:nvSpPr>
            <p:spPr bwMode="auto">
              <a:xfrm>
                <a:off x="2670" y="20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53" name="Freeform 4528"/>
              <p:cNvSpPr>
                <a:spLocks/>
              </p:cNvSpPr>
              <p:nvPr/>
            </p:nvSpPr>
            <p:spPr bwMode="auto">
              <a:xfrm>
                <a:off x="2178" y="28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54" name="Freeform 4529"/>
              <p:cNvSpPr>
                <a:spLocks/>
              </p:cNvSpPr>
              <p:nvPr/>
            </p:nvSpPr>
            <p:spPr bwMode="auto">
              <a:xfrm>
                <a:off x="2772" y="26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55" name="Freeform 4530"/>
              <p:cNvSpPr>
                <a:spLocks/>
              </p:cNvSpPr>
              <p:nvPr/>
            </p:nvSpPr>
            <p:spPr bwMode="auto">
              <a:xfrm>
                <a:off x="2718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56" name="Freeform 4531"/>
              <p:cNvSpPr>
                <a:spLocks/>
              </p:cNvSpPr>
              <p:nvPr/>
            </p:nvSpPr>
            <p:spPr bwMode="auto">
              <a:xfrm>
                <a:off x="2892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57" name="Freeform 4532"/>
              <p:cNvSpPr>
                <a:spLocks/>
              </p:cNvSpPr>
              <p:nvPr/>
            </p:nvSpPr>
            <p:spPr bwMode="auto">
              <a:xfrm>
                <a:off x="2940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58" name="Freeform 4533"/>
              <p:cNvSpPr>
                <a:spLocks/>
              </p:cNvSpPr>
              <p:nvPr/>
            </p:nvSpPr>
            <p:spPr bwMode="auto">
              <a:xfrm>
                <a:off x="2820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59" name="Freeform 4534"/>
              <p:cNvSpPr>
                <a:spLocks/>
              </p:cNvSpPr>
              <p:nvPr/>
            </p:nvSpPr>
            <p:spPr bwMode="auto">
              <a:xfrm>
                <a:off x="3198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60" name="Freeform 4535"/>
              <p:cNvSpPr>
                <a:spLocks/>
              </p:cNvSpPr>
              <p:nvPr/>
            </p:nvSpPr>
            <p:spPr bwMode="auto">
              <a:xfrm>
                <a:off x="3288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61" name="Freeform 4536"/>
              <p:cNvSpPr>
                <a:spLocks/>
              </p:cNvSpPr>
              <p:nvPr/>
            </p:nvSpPr>
            <p:spPr bwMode="auto">
              <a:xfrm>
                <a:off x="3630" y="19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62" name="Freeform 4537"/>
              <p:cNvSpPr>
                <a:spLocks/>
              </p:cNvSpPr>
              <p:nvPr/>
            </p:nvSpPr>
            <p:spPr bwMode="auto">
              <a:xfrm>
                <a:off x="2706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63" name="Freeform 4538"/>
              <p:cNvSpPr>
                <a:spLocks/>
              </p:cNvSpPr>
              <p:nvPr/>
            </p:nvSpPr>
            <p:spPr bwMode="auto">
              <a:xfrm>
                <a:off x="2898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64" name="Freeform 4539"/>
              <p:cNvSpPr>
                <a:spLocks/>
              </p:cNvSpPr>
              <p:nvPr/>
            </p:nvSpPr>
            <p:spPr bwMode="auto">
              <a:xfrm>
                <a:off x="2988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65" name="Freeform 4540"/>
              <p:cNvSpPr>
                <a:spLocks/>
              </p:cNvSpPr>
              <p:nvPr/>
            </p:nvSpPr>
            <p:spPr bwMode="auto">
              <a:xfrm>
                <a:off x="2496" y="27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66" name="Freeform 4541"/>
              <p:cNvSpPr>
                <a:spLocks/>
              </p:cNvSpPr>
              <p:nvPr/>
            </p:nvSpPr>
            <p:spPr bwMode="auto">
              <a:xfrm>
                <a:off x="2724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67" name="Freeform 4542"/>
              <p:cNvSpPr>
                <a:spLocks/>
              </p:cNvSpPr>
              <p:nvPr/>
            </p:nvSpPr>
            <p:spPr bwMode="auto">
              <a:xfrm>
                <a:off x="3408" y="21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68" name="Freeform 4543"/>
              <p:cNvSpPr>
                <a:spLocks/>
              </p:cNvSpPr>
              <p:nvPr/>
            </p:nvSpPr>
            <p:spPr bwMode="auto">
              <a:xfrm>
                <a:off x="2574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69" name="Freeform 4544"/>
              <p:cNvSpPr>
                <a:spLocks/>
              </p:cNvSpPr>
              <p:nvPr/>
            </p:nvSpPr>
            <p:spPr bwMode="auto">
              <a:xfrm>
                <a:off x="2658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70" name="Freeform 4545"/>
              <p:cNvSpPr>
                <a:spLocks/>
              </p:cNvSpPr>
              <p:nvPr/>
            </p:nvSpPr>
            <p:spPr bwMode="auto">
              <a:xfrm>
                <a:off x="2748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71" name="Freeform 4546"/>
              <p:cNvSpPr>
                <a:spLocks/>
              </p:cNvSpPr>
              <p:nvPr/>
            </p:nvSpPr>
            <p:spPr bwMode="auto">
              <a:xfrm>
                <a:off x="2580" y="28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72" name="Freeform 4547"/>
              <p:cNvSpPr>
                <a:spLocks/>
              </p:cNvSpPr>
              <p:nvPr/>
            </p:nvSpPr>
            <p:spPr bwMode="auto">
              <a:xfrm>
                <a:off x="2550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73" name="Freeform 4548"/>
              <p:cNvSpPr>
                <a:spLocks/>
              </p:cNvSpPr>
              <p:nvPr/>
            </p:nvSpPr>
            <p:spPr bwMode="auto">
              <a:xfrm>
                <a:off x="2934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74" name="Freeform 4549"/>
              <p:cNvSpPr>
                <a:spLocks/>
              </p:cNvSpPr>
              <p:nvPr/>
            </p:nvSpPr>
            <p:spPr bwMode="auto">
              <a:xfrm>
                <a:off x="3114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75" name="Freeform 4550"/>
              <p:cNvSpPr>
                <a:spLocks/>
              </p:cNvSpPr>
              <p:nvPr/>
            </p:nvSpPr>
            <p:spPr bwMode="auto">
              <a:xfrm>
                <a:off x="2754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76" name="Freeform 4551"/>
              <p:cNvSpPr>
                <a:spLocks/>
              </p:cNvSpPr>
              <p:nvPr/>
            </p:nvSpPr>
            <p:spPr bwMode="auto">
              <a:xfrm>
                <a:off x="2940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77" name="Freeform 4552"/>
              <p:cNvSpPr>
                <a:spLocks/>
              </p:cNvSpPr>
              <p:nvPr/>
            </p:nvSpPr>
            <p:spPr bwMode="auto">
              <a:xfrm>
                <a:off x="3426" y="21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78" name="Freeform 4553"/>
              <p:cNvSpPr>
                <a:spLocks/>
              </p:cNvSpPr>
              <p:nvPr/>
            </p:nvSpPr>
            <p:spPr bwMode="auto">
              <a:xfrm>
                <a:off x="3000" y="27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79" name="Freeform 4554"/>
              <p:cNvSpPr>
                <a:spLocks/>
              </p:cNvSpPr>
              <p:nvPr/>
            </p:nvSpPr>
            <p:spPr bwMode="auto">
              <a:xfrm>
                <a:off x="3288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80" name="Freeform 4555"/>
              <p:cNvSpPr>
                <a:spLocks/>
              </p:cNvSpPr>
              <p:nvPr/>
            </p:nvSpPr>
            <p:spPr bwMode="auto">
              <a:xfrm>
                <a:off x="2862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81" name="Freeform 4556"/>
              <p:cNvSpPr>
                <a:spLocks/>
              </p:cNvSpPr>
              <p:nvPr/>
            </p:nvSpPr>
            <p:spPr bwMode="auto">
              <a:xfrm>
                <a:off x="2808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82" name="Freeform 4557"/>
              <p:cNvSpPr>
                <a:spLocks/>
              </p:cNvSpPr>
              <p:nvPr/>
            </p:nvSpPr>
            <p:spPr bwMode="auto">
              <a:xfrm>
                <a:off x="2892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83" name="Freeform 4558"/>
              <p:cNvSpPr>
                <a:spLocks/>
              </p:cNvSpPr>
              <p:nvPr/>
            </p:nvSpPr>
            <p:spPr bwMode="auto">
              <a:xfrm>
                <a:off x="2892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84" name="Freeform 4559"/>
              <p:cNvSpPr>
                <a:spLocks/>
              </p:cNvSpPr>
              <p:nvPr/>
            </p:nvSpPr>
            <p:spPr bwMode="auto">
              <a:xfrm>
                <a:off x="3060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85" name="Freeform 4560"/>
              <p:cNvSpPr>
                <a:spLocks/>
              </p:cNvSpPr>
              <p:nvPr/>
            </p:nvSpPr>
            <p:spPr bwMode="auto">
              <a:xfrm>
                <a:off x="3180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86" name="Freeform 4561"/>
              <p:cNvSpPr>
                <a:spLocks/>
              </p:cNvSpPr>
              <p:nvPr/>
            </p:nvSpPr>
            <p:spPr bwMode="auto">
              <a:xfrm>
                <a:off x="2940" y="21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87" name="Freeform 4562"/>
              <p:cNvSpPr>
                <a:spLocks/>
              </p:cNvSpPr>
              <p:nvPr/>
            </p:nvSpPr>
            <p:spPr bwMode="auto">
              <a:xfrm>
                <a:off x="2904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88" name="Freeform 4563"/>
              <p:cNvSpPr>
                <a:spLocks/>
              </p:cNvSpPr>
              <p:nvPr/>
            </p:nvSpPr>
            <p:spPr bwMode="auto">
              <a:xfrm>
                <a:off x="2904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89" name="Freeform 4564"/>
              <p:cNvSpPr>
                <a:spLocks/>
              </p:cNvSpPr>
              <p:nvPr/>
            </p:nvSpPr>
            <p:spPr bwMode="auto">
              <a:xfrm>
                <a:off x="2862" y="21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90" name="Freeform 4565"/>
              <p:cNvSpPr>
                <a:spLocks/>
              </p:cNvSpPr>
              <p:nvPr/>
            </p:nvSpPr>
            <p:spPr bwMode="auto">
              <a:xfrm>
                <a:off x="2946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91" name="Freeform 4566"/>
              <p:cNvSpPr>
                <a:spLocks/>
              </p:cNvSpPr>
              <p:nvPr/>
            </p:nvSpPr>
            <p:spPr bwMode="auto">
              <a:xfrm>
                <a:off x="3594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92" name="Freeform 4567"/>
              <p:cNvSpPr>
                <a:spLocks/>
              </p:cNvSpPr>
              <p:nvPr/>
            </p:nvSpPr>
            <p:spPr bwMode="auto">
              <a:xfrm>
                <a:off x="2988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93" name="Freeform 4568"/>
              <p:cNvSpPr>
                <a:spLocks/>
              </p:cNvSpPr>
              <p:nvPr/>
            </p:nvSpPr>
            <p:spPr bwMode="auto">
              <a:xfrm>
                <a:off x="2502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94" name="Freeform 4569"/>
              <p:cNvSpPr>
                <a:spLocks/>
              </p:cNvSpPr>
              <p:nvPr/>
            </p:nvSpPr>
            <p:spPr bwMode="auto">
              <a:xfrm>
                <a:off x="2958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95" name="Freeform 4570"/>
              <p:cNvSpPr>
                <a:spLocks/>
              </p:cNvSpPr>
              <p:nvPr/>
            </p:nvSpPr>
            <p:spPr bwMode="auto">
              <a:xfrm>
                <a:off x="3228" y="21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96" name="Freeform 4571"/>
              <p:cNvSpPr>
                <a:spLocks/>
              </p:cNvSpPr>
              <p:nvPr/>
            </p:nvSpPr>
            <p:spPr bwMode="auto">
              <a:xfrm>
                <a:off x="3078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97" name="Freeform 4572"/>
              <p:cNvSpPr>
                <a:spLocks/>
              </p:cNvSpPr>
              <p:nvPr/>
            </p:nvSpPr>
            <p:spPr bwMode="auto">
              <a:xfrm>
                <a:off x="2988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98" name="Freeform 4573"/>
              <p:cNvSpPr>
                <a:spLocks/>
              </p:cNvSpPr>
              <p:nvPr/>
            </p:nvSpPr>
            <p:spPr bwMode="auto">
              <a:xfrm>
                <a:off x="3576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899" name="Freeform 4574"/>
              <p:cNvSpPr>
                <a:spLocks/>
              </p:cNvSpPr>
              <p:nvPr/>
            </p:nvSpPr>
            <p:spPr bwMode="auto">
              <a:xfrm>
                <a:off x="2796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00" name="Freeform 4575"/>
              <p:cNvSpPr>
                <a:spLocks/>
              </p:cNvSpPr>
              <p:nvPr/>
            </p:nvSpPr>
            <p:spPr bwMode="auto">
              <a:xfrm>
                <a:off x="2748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01" name="Freeform 4576"/>
              <p:cNvSpPr>
                <a:spLocks/>
              </p:cNvSpPr>
              <p:nvPr/>
            </p:nvSpPr>
            <p:spPr bwMode="auto">
              <a:xfrm>
                <a:off x="3096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02" name="Freeform 4577"/>
              <p:cNvSpPr>
                <a:spLocks/>
              </p:cNvSpPr>
              <p:nvPr/>
            </p:nvSpPr>
            <p:spPr bwMode="auto">
              <a:xfrm>
                <a:off x="2892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03" name="Freeform 4578"/>
              <p:cNvSpPr>
                <a:spLocks/>
              </p:cNvSpPr>
              <p:nvPr/>
            </p:nvSpPr>
            <p:spPr bwMode="auto">
              <a:xfrm>
                <a:off x="3210" y="20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04" name="Freeform 4579"/>
              <p:cNvSpPr>
                <a:spLocks/>
              </p:cNvSpPr>
              <p:nvPr/>
            </p:nvSpPr>
            <p:spPr bwMode="auto">
              <a:xfrm>
                <a:off x="3084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05" name="Freeform 4580"/>
              <p:cNvSpPr>
                <a:spLocks/>
              </p:cNvSpPr>
              <p:nvPr/>
            </p:nvSpPr>
            <p:spPr bwMode="auto">
              <a:xfrm>
                <a:off x="2802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06" name="Freeform 4581"/>
              <p:cNvSpPr>
                <a:spLocks/>
              </p:cNvSpPr>
              <p:nvPr/>
            </p:nvSpPr>
            <p:spPr bwMode="auto">
              <a:xfrm>
                <a:off x="2652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07" name="Freeform 4582"/>
              <p:cNvSpPr>
                <a:spLocks/>
              </p:cNvSpPr>
              <p:nvPr/>
            </p:nvSpPr>
            <p:spPr bwMode="auto">
              <a:xfrm>
                <a:off x="2526" y="28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08" name="Freeform 4583"/>
              <p:cNvSpPr>
                <a:spLocks/>
              </p:cNvSpPr>
              <p:nvPr/>
            </p:nvSpPr>
            <p:spPr bwMode="auto">
              <a:xfrm>
                <a:off x="2994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09" name="Freeform 4584"/>
              <p:cNvSpPr>
                <a:spLocks/>
              </p:cNvSpPr>
              <p:nvPr/>
            </p:nvSpPr>
            <p:spPr bwMode="auto">
              <a:xfrm>
                <a:off x="2610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10" name="Freeform 4585"/>
              <p:cNvSpPr>
                <a:spLocks/>
              </p:cNvSpPr>
              <p:nvPr/>
            </p:nvSpPr>
            <p:spPr bwMode="auto">
              <a:xfrm>
                <a:off x="3198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11" name="Freeform 4586"/>
              <p:cNvSpPr>
                <a:spLocks/>
              </p:cNvSpPr>
              <p:nvPr/>
            </p:nvSpPr>
            <p:spPr bwMode="auto">
              <a:xfrm>
                <a:off x="2940" y="21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12" name="Freeform 4587"/>
              <p:cNvSpPr>
                <a:spLocks/>
              </p:cNvSpPr>
              <p:nvPr/>
            </p:nvSpPr>
            <p:spPr bwMode="auto">
              <a:xfrm>
                <a:off x="2598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13" name="Freeform 4588"/>
              <p:cNvSpPr>
                <a:spLocks/>
              </p:cNvSpPr>
              <p:nvPr/>
            </p:nvSpPr>
            <p:spPr bwMode="auto">
              <a:xfrm>
                <a:off x="2826" y="20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14" name="Freeform 4589"/>
              <p:cNvSpPr>
                <a:spLocks/>
              </p:cNvSpPr>
              <p:nvPr/>
            </p:nvSpPr>
            <p:spPr bwMode="auto">
              <a:xfrm>
                <a:off x="3252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15" name="Freeform 4590"/>
              <p:cNvSpPr>
                <a:spLocks/>
              </p:cNvSpPr>
              <p:nvPr/>
            </p:nvSpPr>
            <p:spPr bwMode="auto">
              <a:xfrm>
                <a:off x="3048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16" name="Freeform 4591"/>
              <p:cNvSpPr>
                <a:spLocks/>
              </p:cNvSpPr>
              <p:nvPr/>
            </p:nvSpPr>
            <p:spPr bwMode="auto">
              <a:xfrm>
                <a:off x="2718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17" name="Freeform 4592"/>
              <p:cNvSpPr>
                <a:spLocks/>
              </p:cNvSpPr>
              <p:nvPr/>
            </p:nvSpPr>
            <p:spPr bwMode="auto">
              <a:xfrm>
                <a:off x="3042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18" name="Freeform 4593"/>
              <p:cNvSpPr>
                <a:spLocks/>
              </p:cNvSpPr>
              <p:nvPr/>
            </p:nvSpPr>
            <p:spPr bwMode="auto">
              <a:xfrm>
                <a:off x="2376" y="27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19" name="Freeform 4594"/>
              <p:cNvSpPr>
                <a:spLocks/>
              </p:cNvSpPr>
              <p:nvPr/>
            </p:nvSpPr>
            <p:spPr bwMode="auto">
              <a:xfrm>
                <a:off x="3114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20" name="Freeform 4595"/>
              <p:cNvSpPr>
                <a:spLocks/>
              </p:cNvSpPr>
              <p:nvPr/>
            </p:nvSpPr>
            <p:spPr bwMode="auto">
              <a:xfrm>
                <a:off x="2910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21" name="Freeform 4596"/>
              <p:cNvSpPr>
                <a:spLocks/>
              </p:cNvSpPr>
              <p:nvPr/>
            </p:nvSpPr>
            <p:spPr bwMode="auto">
              <a:xfrm>
                <a:off x="2604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22" name="Freeform 4597"/>
              <p:cNvSpPr>
                <a:spLocks/>
              </p:cNvSpPr>
              <p:nvPr/>
            </p:nvSpPr>
            <p:spPr bwMode="auto">
              <a:xfrm>
                <a:off x="2436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23" name="Freeform 4598"/>
              <p:cNvSpPr>
                <a:spLocks/>
              </p:cNvSpPr>
              <p:nvPr/>
            </p:nvSpPr>
            <p:spPr bwMode="auto">
              <a:xfrm>
                <a:off x="2868" y="20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24" name="Freeform 4599"/>
              <p:cNvSpPr>
                <a:spLocks/>
              </p:cNvSpPr>
              <p:nvPr/>
            </p:nvSpPr>
            <p:spPr bwMode="auto">
              <a:xfrm>
                <a:off x="3474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25" name="Freeform 4600"/>
              <p:cNvSpPr>
                <a:spLocks/>
              </p:cNvSpPr>
              <p:nvPr/>
            </p:nvSpPr>
            <p:spPr bwMode="auto">
              <a:xfrm>
                <a:off x="2400" y="28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26" name="Freeform 4601"/>
              <p:cNvSpPr>
                <a:spLocks/>
              </p:cNvSpPr>
              <p:nvPr/>
            </p:nvSpPr>
            <p:spPr bwMode="auto">
              <a:xfrm>
                <a:off x="3066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27" name="Freeform 4602"/>
              <p:cNvSpPr>
                <a:spLocks/>
              </p:cNvSpPr>
              <p:nvPr/>
            </p:nvSpPr>
            <p:spPr bwMode="auto">
              <a:xfrm>
                <a:off x="2892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28" name="Freeform 4603"/>
              <p:cNvSpPr>
                <a:spLocks/>
              </p:cNvSpPr>
              <p:nvPr/>
            </p:nvSpPr>
            <p:spPr bwMode="auto">
              <a:xfrm>
                <a:off x="2982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29" name="Freeform 4604"/>
              <p:cNvSpPr>
                <a:spLocks/>
              </p:cNvSpPr>
              <p:nvPr/>
            </p:nvSpPr>
            <p:spPr bwMode="auto">
              <a:xfrm>
                <a:off x="2952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30" name="Freeform 4605"/>
              <p:cNvSpPr>
                <a:spLocks/>
              </p:cNvSpPr>
              <p:nvPr/>
            </p:nvSpPr>
            <p:spPr bwMode="auto">
              <a:xfrm>
                <a:off x="2568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31" name="Freeform 4606"/>
              <p:cNvSpPr>
                <a:spLocks/>
              </p:cNvSpPr>
              <p:nvPr/>
            </p:nvSpPr>
            <p:spPr bwMode="auto">
              <a:xfrm>
                <a:off x="3354" y="20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32" name="Freeform 4607"/>
              <p:cNvSpPr>
                <a:spLocks/>
              </p:cNvSpPr>
              <p:nvPr/>
            </p:nvSpPr>
            <p:spPr bwMode="auto">
              <a:xfrm>
                <a:off x="2634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33" name="Freeform 4608"/>
              <p:cNvSpPr>
                <a:spLocks/>
              </p:cNvSpPr>
              <p:nvPr/>
            </p:nvSpPr>
            <p:spPr bwMode="auto">
              <a:xfrm>
                <a:off x="2832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34" name="Freeform 4609"/>
              <p:cNvSpPr>
                <a:spLocks/>
              </p:cNvSpPr>
              <p:nvPr/>
            </p:nvSpPr>
            <p:spPr bwMode="auto">
              <a:xfrm>
                <a:off x="3240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35" name="Freeform 4610"/>
              <p:cNvSpPr>
                <a:spLocks/>
              </p:cNvSpPr>
              <p:nvPr/>
            </p:nvSpPr>
            <p:spPr bwMode="auto">
              <a:xfrm>
                <a:off x="3150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36" name="Freeform 4611"/>
              <p:cNvSpPr>
                <a:spLocks/>
              </p:cNvSpPr>
              <p:nvPr/>
            </p:nvSpPr>
            <p:spPr bwMode="auto">
              <a:xfrm>
                <a:off x="2658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37" name="Freeform 4612"/>
              <p:cNvSpPr>
                <a:spLocks/>
              </p:cNvSpPr>
              <p:nvPr/>
            </p:nvSpPr>
            <p:spPr bwMode="auto">
              <a:xfrm>
                <a:off x="3042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38" name="Freeform 4613"/>
              <p:cNvSpPr>
                <a:spLocks/>
              </p:cNvSpPr>
              <p:nvPr/>
            </p:nvSpPr>
            <p:spPr bwMode="auto">
              <a:xfrm>
                <a:off x="2364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39" name="Freeform 4614"/>
              <p:cNvSpPr>
                <a:spLocks/>
              </p:cNvSpPr>
              <p:nvPr/>
            </p:nvSpPr>
            <p:spPr bwMode="auto">
              <a:xfrm>
                <a:off x="2988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40" name="Freeform 4615"/>
              <p:cNvSpPr>
                <a:spLocks/>
              </p:cNvSpPr>
              <p:nvPr/>
            </p:nvSpPr>
            <p:spPr bwMode="auto">
              <a:xfrm>
                <a:off x="2748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41" name="Freeform 4616"/>
              <p:cNvSpPr>
                <a:spLocks/>
              </p:cNvSpPr>
              <p:nvPr/>
            </p:nvSpPr>
            <p:spPr bwMode="auto">
              <a:xfrm>
                <a:off x="3054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42" name="Freeform 4617"/>
              <p:cNvSpPr>
                <a:spLocks/>
              </p:cNvSpPr>
              <p:nvPr/>
            </p:nvSpPr>
            <p:spPr bwMode="auto">
              <a:xfrm>
                <a:off x="3264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43" name="Freeform 4618"/>
              <p:cNvSpPr>
                <a:spLocks/>
              </p:cNvSpPr>
              <p:nvPr/>
            </p:nvSpPr>
            <p:spPr bwMode="auto">
              <a:xfrm>
                <a:off x="2736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44" name="Freeform 4619"/>
              <p:cNvSpPr>
                <a:spLocks/>
              </p:cNvSpPr>
              <p:nvPr/>
            </p:nvSpPr>
            <p:spPr bwMode="auto">
              <a:xfrm>
                <a:off x="2802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45" name="Freeform 4620"/>
              <p:cNvSpPr>
                <a:spLocks/>
              </p:cNvSpPr>
              <p:nvPr/>
            </p:nvSpPr>
            <p:spPr bwMode="auto">
              <a:xfrm>
                <a:off x="2892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46" name="Freeform 4621"/>
              <p:cNvSpPr>
                <a:spLocks/>
              </p:cNvSpPr>
              <p:nvPr/>
            </p:nvSpPr>
            <p:spPr bwMode="auto">
              <a:xfrm>
                <a:off x="3210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47" name="Freeform 4622"/>
              <p:cNvSpPr>
                <a:spLocks/>
              </p:cNvSpPr>
              <p:nvPr/>
            </p:nvSpPr>
            <p:spPr bwMode="auto">
              <a:xfrm>
                <a:off x="2496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48" name="Freeform 4623"/>
              <p:cNvSpPr>
                <a:spLocks/>
              </p:cNvSpPr>
              <p:nvPr/>
            </p:nvSpPr>
            <p:spPr bwMode="auto">
              <a:xfrm>
                <a:off x="3060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49" name="Freeform 4624"/>
              <p:cNvSpPr>
                <a:spLocks/>
              </p:cNvSpPr>
              <p:nvPr/>
            </p:nvSpPr>
            <p:spPr bwMode="auto">
              <a:xfrm>
                <a:off x="3090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50" name="Freeform 4625"/>
              <p:cNvSpPr>
                <a:spLocks/>
              </p:cNvSpPr>
              <p:nvPr/>
            </p:nvSpPr>
            <p:spPr bwMode="auto">
              <a:xfrm>
                <a:off x="2556" y="29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951" name="Freeform 4626"/>
              <p:cNvSpPr>
                <a:spLocks/>
              </p:cNvSpPr>
              <p:nvPr/>
            </p:nvSpPr>
            <p:spPr bwMode="auto">
              <a:xfrm>
                <a:off x="3054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27" name="Group 4828"/>
            <p:cNvGrpSpPr>
              <a:grpSpLocks/>
            </p:cNvGrpSpPr>
            <p:nvPr/>
          </p:nvGrpSpPr>
          <p:grpSpPr bwMode="auto">
            <a:xfrm>
              <a:off x="1938" y="1989"/>
              <a:ext cx="1620" cy="912"/>
              <a:chOff x="1938" y="1989"/>
              <a:chExt cx="1620" cy="912"/>
            </a:xfrm>
          </p:grpSpPr>
          <p:sp>
            <p:nvSpPr>
              <p:cNvPr id="56552" name="Freeform 4628"/>
              <p:cNvSpPr>
                <a:spLocks/>
              </p:cNvSpPr>
              <p:nvPr/>
            </p:nvSpPr>
            <p:spPr bwMode="auto">
              <a:xfrm>
                <a:off x="2892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53" name="Freeform 4629"/>
              <p:cNvSpPr>
                <a:spLocks/>
              </p:cNvSpPr>
              <p:nvPr/>
            </p:nvSpPr>
            <p:spPr bwMode="auto">
              <a:xfrm>
                <a:off x="3306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54" name="Freeform 4630"/>
              <p:cNvSpPr>
                <a:spLocks/>
              </p:cNvSpPr>
              <p:nvPr/>
            </p:nvSpPr>
            <p:spPr bwMode="auto">
              <a:xfrm>
                <a:off x="2904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55" name="Freeform 4631"/>
              <p:cNvSpPr>
                <a:spLocks/>
              </p:cNvSpPr>
              <p:nvPr/>
            </p:nvSpPr>
            <p:spPr bwMode="auto">
              <a:xfrm>
                <a:off x="2580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56" name="Freeform 4632"/>
              <p:cNvSpPr>
                <a:spLocks/>
              </p:cNvSpPr>
              <p:nvPr/>
            </p:nvSpPr>
            <p:spPr bwMode="auto">
              <a:xfrm>
                <a:off x="2394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57" name="Freeform 4633"/>
              <p:cNvSpPr>
                <a:spLocks/>
              </p:cNvSpPr>
              <p:nvPr/>
            </p:nvSpPr>
            <p:spPr bwMode="auto">
              <a:xfrm>
                <a:off x="2934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58" name="Freeform 4634"/>
              <p:cNvSpPr>
                <a:spLocks/>
              </p:cNvSpPr>
              <p:nvPr/>
            </p:nvSpPr>
            <p:spPr bwMode="auto">
              <a:xfrm>
                <a:off x="2628" y="28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59" name="Freeform 4635"/>
              <p:cNvSpPr>
                <a:spLocks/>
              </p:cNvSpPr>
              <p:nvPr/>
            </p:nvSpPr>
            <p:spPr bwMode="auto">
              <a:xfrm>
                <a:off x="2904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60" name="Freeform 4636"/>
              <p:cNvSpPr>
                <a:spLocks/>
              </p:cNvSpPr>
              <p:nvPr/>
            </p:nvSpPr>
            <p:spPr bwMode="auto">
              <a:xfrm>
                <a:off x="3072" y="21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61" name="Freeform 4637"/>
              <p:cNvSpPr>
                <a:spLocks/>
              </p:cNvSpPr>
              <p:nvPr/>
            </p:nvSpPr>
            <p:spPr bwMode="auto">
              <a:xfrm>
                <a:off x="2802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62" name="Freeform 4638"/>
              <p:cNvSpPr>
                <a:spLocks/>
              </p:cNvSpPr>
              <p:nvPr/>
            </p:nvSpPr>
            <p:spPr bwMode="auto">
              <a:xfrm>
                <a:off x="3006" y="21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63" name="Freeform 4639"/>
              <p:cNvSpPr>
                <a:spLocks/>
              </p:cNvSpPr>
              <p:nvPr/>
            </p:nvSpPr>
            <p:spPr bwMode="auto">
              <a:xfrm>
                <a:off x="2946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64" name="Freeform 4640"/>
              <p:cNvSpPr>
                <a:spLocks/>
              </p:cNvSpPr>
              <p:nvPr/>
            </p:nvSpPr>
            <p:spPr bwMode="auto">
              <a:xfrm>
                <a:off x="2922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65" name="Freeform 4641"/>
              <p:cNvSpPr>
                <a:spLocks/>
              </p:cNvSpPr>
              <p:nvPr/>
            </p:nvSpPr>
            <p:spPr bwMode="auto">
              <a:xfrm>
                <a:off x="2670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66" name="Freeform 4642"/>
              <p:cNvSpPr>
                <a:spLocks/>
              </p:cNvSpPr>
              <p:nvPr/>
            </p:nvSpPr>
            <p:spPr bwMode="auto">
              <a:xfrm>
                <a:off x="3384" y="20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67" name="Freeform 4643"/>
              <p:cNvSpPr>
                <a:spLocks/>
              </p:cNvSpPr>
              <p:nvPr/>
            </p:nvSpPr>
            <p:spPr bwMode="auto">
              <a:xfrm>
                <a:off x="2958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68" name="Freeform 4644"/>
              <p:cNvSpPr>
                <a:spLocks/>
              </p:cNvSpPr>
              <p:nvPr/>
            </p:nvSpPr>
            <p:spPr bwMode="auto">
              <a:xfrm>
                <a:off x="2700" y="22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69" name="Freeform 4645"/>
              <p:cNvSpPr>
                <a:spLocks/>
              </p:cNvSpPr>
              <p:nvPr/>
            </p:nvSpPr>
            <p:spPr bwMode="auto">
              <a:xfrm>
                <a:off x="2958" y="22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70" name="Freeform 4646"/>
              <p:cNvSpPr>
                <a:spLocks/>
              </p:cNvSpPr>
              <p:nvPr/>
            </p:nvSpPr>
            <p:spPr bwMode="auto">
              <a:xfrm>
                <a:off x="3078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71" name="Freeform 4647"/>
              <p:cNvSpPr>
                <a:spLocks/>
              </p:cNvSpPr>
              <p:nvPr/>
            </p:nvSpPr>
            <p:spPr bwMode="auto">
              <a:xfrm>
                <a:off x="3354" y="21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72" name="Freeform 4648"/>
              <p:cNvSpPr>
                <a:spLocks/>
              </p:cNvSpPr>
              <p:nvPr/>
            </p:nvSpPr>
            <p:spPr bwMode="auto">
              <a:xfrm>
                <a:off x="2712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73" name="Freeform 4649"/>
              <p:cNvSpPr>
                <a:spLocks/>
              </p:cNvSpPr>
              <p:nvPr/>
            </p:nvSpPr>
            <p:spPr bwMode="auto">
              <a:xfrm>
                <a:off x="2742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74" name="Freeform 4650"/>
              <p:cNvSpPr>
                <a:spLocks/>
              </p:cNvSpPr>
              <p:nvPr/>
            </p:nvSpPr>
            <p:spPr bwMode="auto">
              <a:xfrm>
                <a:off x="3156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75" name="Freeform 4651"/>
              <p:cNvSpPr>
                <a:spLocks/>
              </p:cNvSpPr>
              <p:nvPr/>
            </p:nvSpPr>
            <p:spPr bwMode="auto">
              <a:xfrm>
                <a:off x="2826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76" name="Freeform 4652"/>
              <p:cNvSpPr>
                <a:spLocks/>
              </p:cNvSpPr>
              <p:nvPr/>
            </p:nvSpPr>
            <p:spPr bwMode="auto">
              <a:xfrm>
                <a:off x="2622" y="28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77" name="Freeform 4653"/>
              <p:cNvSpPr>
                <a:spLocks/>
              </p:cNvSpPr>
              <p:nvPr/>
            </p:nvSpPr>
            <p:spPr bwMode="auto">
              <a:xfrm>
                <a:off x="2610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78" name="Freeform 4654"/>
              <p:cNvSpPr>
                <a:spLocks/>
              </p:cNvSpPr>
              <p:nvPr/>
            </p:nvSpPr>
            <p:spPr bwMode="auto">
              <a:xfrm>
                <a:off x="3114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79" name="Freeform 4655"/>
              <p:cNvSpPr>
                <a:spLocks/>
              </p:cNvSpPr>
              <p:nvPr/>
            </p:nvSpPr>
            <p:spPr bwMode="auto">
              <a:xfrm>
                <a:off x="2910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80" name="Freeform 4656"/>
              <p:cNvSpPr>
                <a:spLocks/>
              </p:cNvSpPr>
              <p:nvPr/>
            </p:nvSpPr>
            <p:spPr bwMode="auto">
              <a:xfrm>
                <a:off x="3066" y="26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81" name="Freeform 4657"/>
              <p:cNvSpPr>
                <a:spLocks/>
              </p:cNvSpPr>
              <p:nvPr/>
            </p:nvSpPr>
            <p:spPr bwMode="auto">
              <a:xfrm>
                <a:off x="3102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82" name="Freeform 4658"/>
              <p:cNvSpPr>
                <a:spLocks/>
              </p:cNvSpPr>
              <p:nvPr/>
            </p:nvSpPr>
            <p:spPr bwMode="auto">
              <a:xfrm>
                <a:off x="2682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83" name="Freeform 4659"/>
              <p:cNvSpPr>
                <a:spLocks/>
              </p:cNvSpPr>
              <p:nvPr/>
            </p:nvSpPr>
            <p:spPr bwMode="auto">
              <a:xfrm>
                <a:off x="2412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84" name="Freeform 4660"/>
              <p:cNvSpPr>
                <a:spLocks/>
              </p:cNvSpPr>
              <p:nvPr/>
            </p:nvSpPr>
            <p:spPr bwMode="auto">
              <a:xfrm>
                <a:off x="3006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85" name="Freeform 4661"/>
              <p:cNvSpPr>
                <a:spLocks/>
              </p:cNvSpPr>
              <p:nvPr/>
            </p:nvSpPr>
            <p:spPr bwMode="auto">
              <a:xfrm>
                <a:off x="2844" y="28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86" name="Freeform 4662"/>
              <p:cNvSpPr>
                <a:spLocks/>
              </p:cNvSpPr>
              <p:nvPr/>
            </p:nvSpPr>
            <p:spPr bwMode="auto">
              <a:xfrm>
                <a:off x="3240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87" name="Freeform 4663"/>
              <p:cNvSpPr>
                <a:spLocks/>
              </p:cNvSpPr>
              <p:nvPr/>
            </p:nvSpPr>
            <p:spPr bwMode="auto">
              <a:xfrm>
                <a:off x="3216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88" name="Freeform 4664"/>
              <p:cNvSpPr>
                <a:spLocks/>
              </p:cNvSpPr>
              <p:nvPr/>
            </p:nvSpPr>
            <p:spPr bwMode="auto">
              <a:xfrm>
                <a:off x="2460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89" name="Freeform 4665"/>
              <p:cNvSpPr>
                <a:spLocks/>
              </p:cNvSpPr>
              <p:nvPr/>
            </p:nvSpPr>
            <p:spPr bwMode="auto">
              <a:xfrm>
                <a:off x="2490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90" name="Freeform 4666"/>
              <p:cNvSpPr>
                <a:spLocks/>
              </p:cNvSpPr>
              <p:nvPr/>
            </p:nvSpPr>
            <p:spPr bwMode="auto">
              <a:xfrm>
                <a:off x="2898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91" name="Freeform 4667"/>
              <p:cNvSpPr>
                <a:spLocks/>
              </p:cNvSpPr>
              <p:nvPr/>
            </p:nvSpPr>
            <p:spPr bwMode="auto">
              <a:xfrm>
                <a:off x="3312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92" name="Freeform 4668"/>
              <p:cNvSpPr>
                <a:spLocks/>
              </p:cNvSpPr>
              <p:nvPr/>
            </p:nvSpPr>
            <p:spPr bwMode="auto">
              <a:xfrm>
                <a:off x="2862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93" name="Freeform 4669"/>
              <p:cNvSpPr>
                <a:spLocks/>
              </p:cNvSpPr>
              <p:nvPr/>
            </p:nvSpPr>
            <p:spPr bwMode="auto">
              <a:xfrm>
                <a:off x="3132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94" name="Freeform 4670"/>
              <p:cNvSpPr>
                <a:spLocks/>
              </p:cNvSpPr>
              <p:nvPr/>
            </p:nvSpPr>
            <p:spPr bwMode="auto">
              <a:xfrm>
                <a:off x="2520" y="27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95" name="Freeform 4671"/>
              <p:cNvSpPr>
                <a:spLocks/>
              </p:cNvSpPr>
              <p:nvPr/>
            </p:nvSpPr>
            <p:spPr bwMode="auto">
              <a:xfrm>
                <a:off x="2976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96" name="Freeform 4672"/>
              <p:cNvSpPr>
                <a:spLocks/>
              </p:cNvSpPr>
              <p:nvPr/>
            </p:nvSpPr>
            <p:spPr bwMode="auto">
              <a:xfrm>
                <a:off x="2940" y="27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97" name="Freeform 4673"/>
              <p:cNvSpPr>
                <a:spLocks/>
              </p:cNvSpPr>
              <p:nvPr/>
            </p:nvSpPr>
            <p:spPr bwMode="auto">
              <a:xfrm>
                <a:off x="2610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98" name="Freeform 4674"/>
              <p:cNvSpPr>
                <a:spLocks/>
              </p:cNvSpPr>
              <p:nvPr/>
            </p:nvSpPr>
            <p:spPr bwMode="auto">
              <a:xfrm>
                <a:off x="2802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99" name="Freeform 4675"/>
              <p:cNvSpPr>
                <a:spLocks/>
              </p:cNvSpPr>
              <p:nvPr/>
            </p:nvSpPr>
            <p:spPr bwMode="auto">
              <a:xfrm>
                <a:off x="3084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00" name="Freeform 4676"/>
              <p:cNvSpPr>
                <a:spLocks/>
              </p:cNvSpPr>
              <p:nvPr/>
            </p:nvSpPr>
            <p:spPr bwMode="auto">
              <a:xfrm>
                <a:off x="3066" y="19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01" name="Freeform 4677"/>
              <p:cNvSpPr>
                <a:spLocks/>
              </p:cNvSpPr>
              <p:nvPr/>
            </p:nvSpPr>
            <p:spPr bwMode="auto">
              <a:xfrm>
                <a:off x="2820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02" name="Freeform 4678"/>
              <p:cNvSpPr>
                <a:spLocks/>
              </p:cNvSpPr>
              <p:nvPr/>
            </p:nvSpPr>
            <p:spPr bwMode="auto">
              <a:xfrm>
                <a:off x="3030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03" name="Freeform 4679"/>
              <p:cNvSpPr>
                <a:spLocks/>
              </p:cNvSpPr>
              <p:nvPr/>
            </p:nvSpPr>
            <p:spPr bwMode="auto">
              <a:xfrm>
                <a:off x="2814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04" name="Freeform 4680"/>
              <p:cNvSpPr>
                <a:spLocks/>
              </p:cNvSpPr>
              <p:nvPr/>
            </p:nvSpPr>
            <p:spPr bwMode="auto">
              <a:xfrm>
                <a:off x="2790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05" name="Freeform 4681"/>
              <p:cNvSpPr>
                <a:spLocks/>
              </p:cNvSpPr>
              <p:nvPr/>
            </p:nvSpPr>
            <p:spPr bwMode="auto">
              <a:xfrm>
                <a:off x="2820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06" name="Freeform 4682"/>
              <p:cNvSpPr>
                <a:spLocks/>
              </p:cNvSpPr>
              <p:nvPr/>
            </p:nvSpPr>
            <p:spPr bwMode="auto">
              <a:xfrm>
                <a:off x="2484" y="27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07" name="Freeform 4683"/>
              <p:cNvSpPr>
                <a:spLocks/>
              </p:cNvSpPr>
              <p:nvPr/>
            </p:nvSpPr>
            <p:spPr bwMode="auto">
              <a:xfrm>
                <a:off x="2772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08" name="Freeform 4684"/>
              <p:cNvSpPr>
                <a:spLocks/>
              </p:cNvSpPr>
              <p:nvPr/>
            </p:nvSpPr>
            <p:spPr bwMode="auto">
              <a:xfrm>
                <a:off x="3126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09" name="Freeform 4685"/>
              <p:cNvSpPr>
                <a:spLocks/>
              </p:cNvSpPr>
              <p:nvPr/>
            </p:nvSpPr>
            <p:spPr bwMode="auto">
              <a:xfrm>
                <a:off x="2340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10" name="Freeform 4686"/>
              <p:cNvSpPr>
                <a:spLocks/>
              </p:cNvSpPr>
              <p:nvPr/>
            </p:nvSpPr>
            <p:spPr bwMode="auto">
              <a:xfrm>
                <a:off x="2982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11" name="Freeform 4687"/>
              <p:cNvSpPr>
                <a:spLocks/>
              </p:cNvSpPr>
              <p:nvPr/>
            </p:nvSpPr>
            <p:spPr bwMode="auto">
              <a:xfrm>
                <a:off x="3000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12" name="Freeform 4688"/>
              <p:cNvSpPr>
                <a:spLocks/>
              </p:cNvSpPr>
              <p:nvPr/>
            </p:nvSpPr>
            <p:spPr bwMode="auto">
              <a:xfrm>
                <a:off x="2760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13" name="Freeform 4689"/>
              <p:cNvSpPr>
                <a:spLocks/>
              </p:cNvSpPr>
              <p:nvPr/>
            </p:nvSpPr>
            <p:spPr bwMode="auto">
              <a:xfrm>
                <a:off x="2898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14" name="Freeform 4690"/>
              <p:cNvSpPr>
                <a:spLocks/>
              </p:cNvSpPr>
              <p:nvPr/>
            </p:nvSpPr>
            <p:spPr bwMode="auto">
              <a:xfrm>
                <a:off x="2604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15" name="Freeform 4691"/>
              <p:cNvSpPr>
                <a:spLocks/>
              </p:cNvSpPr>
              <p:nvPr/>
            </p:nvSpPr>
            <p:spPr bwMode="auto">
              <a:xfrm>
                <a:off x="2814" y="21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16" name="Freeform 4692"/>
              <p:cNvSpPr>
                <a:spLocks/>
              </p:cNvSpPr>
              <p:nvPr/>
            </p:nvSpPr>
            <p:spPr bwMode="auto">
              <a:xfrm>
                <a:off x="3282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17" name="Freeform 4693"/>
              <p:cNvSpPr>
                <a:spLocks/>
              </p:cNvSpPr>
              <p:nvPr/>
            </p:nvSpPr>
            <p:spPr bwMode="auto">
              <a:xfrm>
                <a:off x="2856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18" name="Freeform 4694"/>
              <p:cNvSpPr>
                <a:spLocks/>
              </p:cNvSpPr>
              <p:nvPr/>
            </p:nvSpPr>
            <p:spPr bwMode="auto">
              <a:xfrm>
                <a:off x="3084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19" name="Freeform 4695"/>
              <p:cNvSpPr>
                <a:spLocks/>
              </p:cNvSpPr>
              <p:nvPr/>
            </p:nvSpPr>
            <p:spPr bwMode="auto">
              <a:xfrm>
                <a:off x="3072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20" name="Freeform 4696"/>
              <p:cNvSpPr>
                <a:spLocks/>
              </p:cNvSpPr>
              <p:nvPr/>
            </p:nvSpPr>
            <p:spPr bwMode="auto">
              <a:xfrm>
                <a:off x="2898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21" name="Freeform 4697"/>
              <p:cNvSpPr>
                <a:spLocks/>
              </p:cNvSpPr>
              <p:nvPr/>
            </p:nvSpPr>
            <p:spPr bwMode="auto">
              <a:xfrm>
                <a:off x="2586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22" name="Freeform 4698"/>
              <p:cNvSpPr>
                <a:spLocks/>
              </p:cNvSpPr>
              <p:nvPr/>
            </p:nvSpPr>
            <p:spPr bwMode="auto">
              <a:xfrm>
                <a:off x="2772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23" name="Freeform 4699"/>
              <p:cNvSpPr>
                <a:spLocks/>
              </p:cNvSpPr>
              <p:nvPr/>
            </p:nvSpPr>
            <p:spPr bwMode="auto">
              <a:xfrm>
                <a:off x="2826" y="28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24" name="Freeform 4700"/>
              <p:cNvSpPr>
                <a:spLocks/>
              </p:cNvSpPr>
              <p:nvPr/>
            </p:nvSpPr>
            <p:spPr bwMode="auto">
              <a:xfrm>
                <a:off x="2664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25" name="Freeform 4701"/>
              <p:cNvSpPr>
                <a:spLocks/>
              </p:cNvSpPr>
              <p:nvPr/>
            </p:nvSpPr>
            <p:spPr bwMode="auto">
              <a:xfrm>
                <a:off x="2514" y="27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26" name="Freeform 4702"/>
              <p:cNvSpPr>
                <a:spLocks/>
              </p:cNvSpPr>
              <p:nvPr/>
            </p:nvSpPr>
            <p:spPr bwMode="auto">
              <a:xfrm>
                <a:off x="3060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27" name="Freeform 4703"/>
              <p:cNvSpPr>
                <a:spLocks/>
              </p:cNvSpPr>
              <p:nvPr/>
            </p:nvSpPr>
            <p:spPr bwMode="auto">
              <a:xfrm>
                <a:off x="2922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28" name="Freeform 4704"/>
              <p:cNvSpPr>
                <a:spLocks/>
              </p:cNvSpPr>
              <p:nvPr/>
            </p:nvSpPr>
            <p:spPr bwMode="auto">
              <a:xfrm>
                <a:off x="2802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29" name="Freeform 4705"/>
              <p:cNvSpPr>
                <a:spLocks/>
              </p:cNvSpPr>
              <p:nvPr/>
            </p:nvSpPr>
            <p:spPr bwMode="auto">
              <a:xfrm>
                <a:off x="3384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30" name="Freeform 4706"/>
              <p:cNvSpPr>
                <a:spLocks/>
              </p:cNvSpPr>
              <p:nvPr/>
            </p:nvSpPr>
            <p:spPr bwMode="auto">
              <a:xfrm>
                <a:off x="2814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31" name="Freeform 4707"/>
              <p:cNvSpPr>
                <a:spLocks/>
              </p:cNvSpPr>
              <p:nvPr/>
            </p:nvSpPr>
            <p:spPr bwMode="auto">
              <a:xfrm>
                <a:off x="2538" y="27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32" name="Freeform 4708"/>
              <p:cNvSpPr>
                <a:spLocks/>
              </p:cNvSpPr>
              <p:nvPr/>
            </p:nvSpPr>
            <p:spPr bwMode="auto">
              <a:xfrm>
                <a:off x="3048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33" name="Freeform 4709"/>
              <p:cNvSpPr>
                <a:spLocks/>
              </p:cNvSpPr>
              <p:nvPr/>
            </p:nvSpPr>
            <p:spPr bwMode="auto">
              <a:xfrm>
                <a:off x="3144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34" name="Freeform 4710"/>
              <p:cNvSpPr>
                <a:spLocks/>
              </p:cNvSpPr>
              <p:nvPr/>
            </p:nvSpPr>
            <p:spPr bwMode="auto">
              <a:xfrm>
                <a:off x="2538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35" name="Freeform 4711"/>
              <p:cNvSpPr>
                <a:spLocks/>
              </p:cNvSpPr>
              <p:nvPr/>
            </p:nvSpPr>
            <p:spPr bwMode="auto">
              <a:xfrm>
                <a:off x="2820" y="23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36" name="Freeform 4712"/>
              <p:cNvSpPr>
                <a:spLocks/>
              </p:cNvSpPr>
              <p:nvPr/>
            </p:nvSpPr>
            <p:spPr bwMode="auto">
              <a:xfrm>
                <a:off x="2832" y="27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37" name="Freeform 4713"/>
              <p:cNvSpPr>
                <a:spLocks/>
              </p:cNvSpPr>
              <p:nvPr/>
            </p:nvSpPr>
            <p:spPr bwMode="auto">
              <a:xfrm>
                <a:off x="3204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38" name="Freeform 4714"/>
              <p:cNvSpPr>
                <a:spLocks/>
              </p:cNvSpPr>
              <p:nvPr/>
            </p:nvSpPr>
            <p:spPr bwMode="auto">
              <a:xfrm>
                <a:off x="2322" y="28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39" name="Freeform 4715"/>
              <p:cNvSpPr>
                <a:spLocks/>
              </p:cNvSpPr>
              <p:nvPr/>
            </p:nvSpPr>
            <p:spPr bwMode="auto">
              <a:xfrm>
                <a:off x="2460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40" name="Freeform 4716"/>
              <p:cNvSpPr>
                <a:spLocks/>
              </p:cNvSpPr>
              <p:nvPr/>
            </p:nvSpPr>
            <p:spPr bwMode="auto">
              <a:xfrm>
                <a:off x="3222" y="22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41" name="Freeform 4717"/>
              <p:cNvSpPr>
                <a:spLocks/>
              </p:cNvSpPr>
              <p:nvPr/>
            </p:nvSpPr>
            <p:spPr bwMode="auto">
              <a:xfrm>
                <a:off x="2646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42" name="Freeform 4718"/>
              <p:cNvSpPr>
                <a:spLocks/>
              </p:cNvSpPr>
              <p:nvPr/>
            </p:nvSpPr>
            <p:spPr bwMode="auto">
              <a:xfrm>
                <a:off x="2982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43" name="Freeform 4719"/>
              <p:cNvSpPr>
                <a:spLocks/>
              </p:cNvSpPr>
              <p:nvPr/>
            </p:nvSpPr>
            <p:spPr bwMode="auto">
              <a:xfrm>
                <a:off x="2922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44" name="Freeform 4720"/>
              <p:cNvSpPr>
                <a:spLocks/>
              </p:cNvSpPr>
              <p:nvPr/>
            </p:nvSpPr>
            <p:spPr bwMode="auto">
              <a:xfrm>
                <a:off x="2898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45" name="Freeform 4721"/>
              <p:cNvSpPr>
                <a:spLocks/>
              </p:cNvSpPr>
              <p:nvPr/>
            </p:nvSpPr>
            <p:spPr bwMode="auto">
              <a:xfrm>
                <a:off x="2862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46" name="Freeform 4722"/>
              <p:cNvSpPr>
                <a:spLocks/>
              </p:cNvSpPr>
              <p:nvPr/>
            </p:nvSpPr>
            <p:spPr bwMode="auto">
              <a:xfrm>
                <a:off x="2352" y="28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47" name="Freeform 4723"/>
              <p:cNvSpPr>
                <a:spLocks/>
              </p:cNvSpPr>
              <p:nvPr/>
            </p:nvSpPr>
            <p:spPr bwMode="auto">
              <a:xfrm>
                <a:off x="2910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48" name="Freeform 4724"/>
              <p:cNvSpPr>
                <a:spLocks/>
              </p:cNvSpPr>
              <p:nvPr/>
            </p:nvSpPr>
            <p:spPr bwMode="auto">
              <a:xfrm>
                <a:off x="2466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49" name="Freeform 4725"/>
              <p:cNvSpPr>
                <a:spLocks/>
              </p:cNvSpPr>
              <p:nvPr/>
            </p:nvSpPr>
            <p:spPr bwMode="auto">
              <a:xfrm>
                <a:off x="3018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50" name="Freeform 4726"/>
              <p:cNvSpPr>
                <a:spLocks/>
              </p:cNvSpPr>
              <p:nvPr/>
            </p:nvSpPr>
            <p:spPr bwMode="auto">
              <a:xfrm>
                <a:off x="3012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51" name="Freeform 4727"/>
              <p:cNvSpPr>
                <a:spLocks/>
              </p:cNvSpPr>
              <p:nvPr/>
            </p:nvSpPr>
            <p:spPr bwMode="auto">
              <a:xfrm>
                <a:off x="3366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52" name="Freeform 4728"/>
              <p:cNvSpPr>
                <a:spLocks/>
              </p:cNvSpPr>
              <p:nvPr/>
            </p:nvSpPr>
            <p:spPr bwMode="auto">
              <a:xfrm>
                <a:off x="2988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53" name="Freeform 4729"/>
              <p:cNvSpPr>
                <a:spLocks/>
              </p:cNvSpPr>
              <p:nvPr/>
            </p:nvSpPr>
            <p:spPr bwMode="auto">
              <a:xfrm>
                <a:off x="2592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54" name="Freeform 4730"/>
              <p:cNvSpPr>
                <a:spLocks/>
              </p:cNvSpPr>
              <p:nvPr/>
            </p:nvSpPr>
            <p:spPr bwMode="auto">
              <a:xfrm>
                <a:off x="2646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55" name="Freeform 4731"/>
              <p:cNvSpPr>
                <a:spLocks/>
              </p:cNvSpPr>
              <p:nvPr/>
            </p:nvSpPr>
            <p:spPr bwMode="auto">
              <a:xfrm>
                <a:off x="2646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56" name="Freeform 4732"/>
              <p:cNvSpPr>
                <a:spLocks/>
              </p:cNvSpPr>
              <p:nvPr/>
            </p:nvSpPr>
            <p:spPr bwMode="auto">
              <a:xfrm>
                <a:off x="2316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57" name="Freeform 4733"/>
              <p:cNvSpPr>
                <a:spLocks/>
              </p:cNvSpPr>
              <p:nvPr/>
            </p:nvSpPr>
            <p:spPr bwMode="auto">
              <a:xfrm>
                <a:off x="2748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58" name="Freeform 4734"/>
              <p:cNvSpPr>
                <a:spLocks/>
              </p:cNvSpPr>
              <p:nvPr/>
            </p:nvSpPr>
            <p:spPr bwMode="auto">
              <a:xfrm>
                <a:off x="2928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59" name="Freeform 4735"/>
              <p:cNvSpPr>
                <a:spLocks/>
              </p:cNvSpPr>
              <p:nvPr/>
            </p:nvSpPr>
            <p:spPr bwMode="auto">
              <a:xfrm>
                <a:off x="3018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60" name="Freeform 4736"/>
              <p:cNvSpPr>
                <a:spLocks/>
              </p:cNvSpPr>
              <p:nvPr/>
            </p:nvSpPr>
            <p:spPr bwMode="auto">
              <a:xfrm>
                <a:off x="3030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61" name="Freeform 4737"/>
              <p:cNvSpPr>
                <a:spLocks/>
              </p:cNvSpPr>
              <p:nvPr/>
            </p:nvSpPr>
            <p:spPr bwMode="auto">
              <a:xfrm>
                <a:off x="2484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62" name="Freeform 4738"/>
              <p:cNvSpPr>
                <a:spLocks/>
              </p:cNvSpPr>
              <p:nvPr/>
            </p:nvSpPr>
            <p:spPr bwMode="auto">
              <a:xfrm>
                <a:off x="2748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63" name="Freeform 4739"/>
              <p:cNvSpPr>
                <a:spLocks/>
              </p:cNvSpPr>
              <p:nvPr/>
            </p:nvSpPr>
            <p:spPr bwMode="auto">
              <a:xfrm>
                <a:off x="2916" y="20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64" name="Freeform 4740"/>
              <p:cNvSpPr>
                <a:spLocks/>
              </p:cNvSpPr>
              <p:nvPr/>
            </p:nvSpPr>
            <p:spPr bwMode="auto">
              <a:xfrm>
                <a:off x="2916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65" name="Freeform 4741"/>
              <p:cNvSpPr>
                <a:spLocks/>
              </p:cNvSpPr>
              <p:nvPr/>
            </p:nvSpPr>
            <p:spPr bwMode="auto">
              <a:xfrm>
                <a:off x="3072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66" name="Freeform 4742"/>
              <p:cNvSpPr>
                <a:spLocks/>
              </p:cNvSpPr>
              <p:nvPr/>
            </p:nvSpPr>
            <p:spPr bwMode="auto">
              <a:xfrm>
                <a:off x="2844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67" name="Freeform 4743"/>
              <p:cNvSpPr>
                <a:spLocks/>
              </p:cNvSpPr>
              <p:nvPr/>
            </p:nvSpPr>
            <p:spPr bwMode="auto">
              <a:xfrm>
                <a:off x="2946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68" name="Freeform 4744"/>
              <p:cNvSpPr>
                <a:spLocks/>
              </p:cNvSpPr>
              <p:nvPr/>
            </p:nvSpPr>
            <p:spPr bwMode="auto">
              <a:xfrm>
                <a:off x="2736" y="20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69" name="Freeform 4745"/>
              <p:cNvSpPr>
                <a:spLocks/>
              </p:cNvSpPr>
              <p:nvPr/>
            </p:nvSpPr>
            <p:spPr bwMode="auto">
              <a:xfrm>
                <a:off x="2730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70" name="Freeform 4746"/>
              <p:cNvSpPr>
                <a:spLocks/>
              </p:cNvSpPr>
              <p:nvPr/>
            </p:nvSpPr>
            <p:spPr bwMode="auto">
              <a:xfrm>
                <a:off x="3228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71" name="Freeform 4747"/>
              <p:cNvSpPr>
                <a:spLocks/>
              </p:cNvSpPr>
              <p:nvPr/>
            </p:nvSpPr>
            <p:spPr bwMode="auto">
              <a:xfrm>
                <a:off x="2850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72" name="Freeform 4748"/>
              <p:cNvSpPr>
                <a:spLocks/>
              </p:cNvSpPr>
              <p:nvPr/>
            </p:nvSpPr>
            <p:spPr bwMode="auto">
              <a:xfrm>
                <a:off x="2856" y="20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73" name="Freeform 4749"/>
              <p:cNvSpPr>
                <a:spLocks/>
              </p:cNvSpPr>
              <p:nvPr/>
            </p:nvSpPr>
            <p:spPr bwMode="auto">
              <a:xfrm>
                <a:off x="2850" y="23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74" name="Freeform 4750"/>
              <p:cNvSpPr>
                <a:spLocks/>
              </p:cNvSpPr>
              <p:nvPr/>
            </p:nvSpPr>
            <p:spPr bwMode="auto">
              <a:xfrm>
                <a:off x="2214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75" name="Freeform 4751"/>
              <p:cNvSpPr>
                <a:spLocks/>
              </p:cNvSpPr>
              <p:nvPr/>
            </p:nvSpPr>
            <p:spPr bwMode="auto">
              <a:xfrm>
                <a:off x="2964" y="28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76" name="Freeform 4752"/>
              <p:cNvSpPr>
                <a:spLocks/>
              </p:cNvSpPr>
              <p:nvPr/>
            </p:nvSpPr>
            <p:spPr bwMode="auto">
              <a:xfrm>
                <a:off x="2832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77" name="Freeform 4753"/>
              <p:cNvSpPr>
                <a:spLocks/>
              </p:cNvSpPr>
              <p:nvPr/>
            </p:nvSpPr>
            <p:spPr bwMode="auto">
              <a:xfrm>
                <a:off x="3216" y="20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78" name="Freeform 4754"/>
              <p:cNvSpPr>
                <a:spLocks/>
              </p:cNvSpPr>
              <p:nvPr/>
            </p:nvSpPr>
            <p:spPr bwMode="auto">
              <a:xfrm>
                <a:off x="3048" y="23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79" name="Freeform 4755"/>
              <p:cNvSpPr>
                <a:spLocks/>
              </p:cNvSpPr>
              <p:nvPr/>
            </p:nvSpPr>
            <p:spPr bwMode="auto">
              <a:xfrm>
                <a:off x="2940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80" name="Freeform 4756"/>
              <p:cNvSpPr>
                <a:spLocks/>
              </p:cNvSpPr>
              <p:nvPr/>
            </p:nvSpPr>
            <p:spPr bwMode="auto">
              <a:xfrm>
                <a:off x="2508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81" name="Freeform 4757"/>
              <p:cNvSpPr>
                <a:spLocks/>
              </p:cNvSpPr>
              <p:nvPr/>
            </p:nvSpPr>
            <p:spPr bwMode="auto">
              <a:xfrm>
                <a:off x="2898" y="22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82" name="Freeform 4758"/>
              <p:cNvSpPr>
                <a:spLocks/>
              </p:cNvSpPr>
              <p:nvPr/>
            </p:nvSpPr>
            <p:spPr bwMode="auto">
              <a:xfrm>
                <a:off x="3234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83" name="Freeform 4759"/>
              <p:cNvSpPr>
                <a:spLocks/>
              </p:cNvSpPr>
              <p:nvPr/>
            </p:nvSpPr>
            <p:spPr bwMode="auto">
              <a:xfrm>
                <a:off x="2880" y="27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84" name="Freeform 4760"/>
              <p:cNvSpPr>
                <a:spLocks/>
              </p:cNvSpPr>
              <p:nvPr/>
            </p:nvSpPr>
            <p:spPr bwMode="auto">
              <a:xfrm>
                <a:off x="2796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85" name="Freeform 4761"/>
              <p:cNvSpPr>
                <a:spLocks/>
              </p:cNvSpPr>
              <p:nvPr/>
            </p:nvSpPr>
            <p:spPr bwMode="auto">
              <a:xfrm>
                <a:off x="2472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86" name="Freeform 4762"/>
              <p:cNvSpPr>
                <a:spLocks/>
              </p:cNvSpPr>
              <p:nvPr/>
            </p:nvSpPr>
            <p:spPr bwMode="auto">
              <a:xfrm>
                <a:off x="3300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87" name="Freeform 4763"/>
              <p:cNvSpPr>
                <a:spLocks/>
              </p:cNvSpPr>
              <p:nvPr/>
            </p:nvSpPr>
            <p:spPr bwMode="auto">
              <a:xfrm>
                <a:off x="3306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88" name="Freeform 4764"/>
              <p:cNvSpPr>
                <a:spLocks/>
              </p:cNvSpPr>
              <p:nvPr/>
            </p:nvSpPr>
            <p:spPr bwMode="auto">
              <a:xfrm>
                <a:off x="2766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89" name="Freeform 4765"/>
              <p:cNvSpPr>
                <a:spLocks/>
              </p:cNvSpPr>
              <p:nvPr/>
            </p:nvSpPr>
            <p:spPr bwMode="auto">
              <a:xfrm>
                <a:off x="2988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90" name="Freeform 4766"/>
              <p:cNvSpPr>
                <a:spLocks/>
              </p:cNvSpPr>
              <p:nvPr/>
            </p:nvSpPr>
            <p:spPr bwMode="auto">
              <a:xfrm>
                <a:off x="2598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91" name="Freeform 4767"/>
              <p:cNvSpPr>
                <a:spLocks/>
              </p:cNvSpPr>
              <p:nvPr/>
            </p:nvSpPr>
            <p:spPr bwMode="auto">
              <a:xfrm>
                <a:off x="2898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92" name="Freeform 4768"/>
              <p:cNvSpPr>
                <a:spLocks/>
              </p:cNvSpPr>
              <p:nvPr/>
            </p:nvSpPr>
            <p:spPr bwMode="auto">
              <a:xfrm>
                <a:off x="2898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93" name="Freeform 4769"/>
              <p:cNvSpPr>
                <a:spLocks/>
              </p:cNvSpPr>
              <p:nvPr/>
            </p:nvSpPr>
            <p:spPr bwMode="auto">
              <a:xfrm>
                <a:off x="2700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94" name="Freeform 4770"/>
              <p:cNvSpPr>
                <a:spLocks/>
              </p:cNvSpPr>
              <p:nvPr/>
            </p:nvSpPr>
            <p:spPr bwMode="auto">
              <a:xfrm>
                <a:off x="2526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95" name="Freeform 4771"/>
              <p:cNvSpPr>
                <a:spLocks/>
              </p:cNvSpPr>
              <p:nvPr/>
            </p:nvSpPr>
            <p:spPr bwMode="auto">
              <a:xfrm>
                <a:off x="2586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96" name="Freeform 4772"/>
              <p:cNvSpPr>
                <a:spLocks/>
              </p:cNvSpPr>
              <p:nvPr/>
            </p:nvSpPr>
            <p:spPr bwMode="auto">
              <a:xfrm>
                <a:off x="2982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97" name="Freeform 4773"/>
              <p:cNvSpPr>
                <a:spLocks/>
              </p:cNvSpPr>
              <p:nvPr/>
            </p:nvSpPr>
            <p:spPr bwMode="auto">
              <a:xfrm>
                <a:off x="2424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98" name="Freeform 4774"/>
              <p:cNvSpPr>
                <a:spLocks/>
              </p:cNvSpPr>
              <p:nvPr/>
            </p:nvSpPr>
            <p:spPr bwMode="auto">
              <a:xfrm>
                <a:off x="3042" y="21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699" name="Freeform 4775"/>
              <p:cNvSpPr>
                <a:spLocks/>
              </p:cNvSpPr>
              <p:nvPr/>
            </p:nvSpPr>
            <p:spPr bwMode="auto">
              <a:xfrm>
                <a:off x="3024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00" name="Freeform 4776"/>
              <p:cNvSpPr>
                <a:spLocks/>
              </p:cNvSpPr>
              <p:nvPr/>
            </p:nvSpPr>
            <p:spPr bwMode="auto">
              <a:xfrm>
                <a:off x="2766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01" name="Freeform 4777"/>
              <p:cNvSpPr>
                <a:spLocks/>
              </p:cNvSpPr>
              <p:nvPr/>
            </p:nvSpPr>
            <p:spPr bwMode="auto">
              <a:xfrm>
                <a:off x="2784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02" name="Freeform 4778"/>
              <p:cNvSpPr>
                <a:spLocks/>
              </p:cNvSpPr>
              <p:nvPr/>
            </p:nvSpPr>
            <p:spPr bwMode="auto">
              <a:xfrm>
                <a:off x="2856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03" name="Freeform 4779"/>
              <p:cNvSpPr>
                <a:spLocks/>
              </p:cNvSpPr>
              <p:nvPr/>
            </p:nvSpPr>
            <p:spPr bwMode="auto">
              <a:xfrm>
                <a:off x="2430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04" name="Freeform 4780"/>
              <p:cNvSpPr>
                <a:spLocks/>
              </p:cNvSpPr>
              <p:nvPr/>
            </p:nvSpPr>
            <p:spPr bwMode="auto">
              <a:xfrm>
                <a:off x="2742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05" name="Freeform 4781"/>
              <p:cNvSpPr>
                <a:spLocks/>
              </p:cNvSpPr>
              <p:nvPr/>
            </p:nvSpPr>
            <p:spPr bwMode="auto">
              <a:xfrm>
                <a:off x="2874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06" name="Freeform 4782"/>
              <p:cNvSpPr>
                <a:spLocks/>
              </p:cNvSpPr>
              <p:nvPr/>
            </p:nvSpPr>
            <p:spPr bwMode="auto">
              <a:xfrm>
                <a:off x="2934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07" name="Freeform 4783"/>
              <p:cNvSpPr>
                <a:spLocks/>
              </p:cNvSpPr>
              <p:nvPr/>
            </p:nvSpPr>
            <p:spPr bwMode="auto">
              <a:xfrm>
                <a:off x="2484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08" name="Freeform 4784"/>
              <p:cNvSpPr>
                <a:spLocks/>
              </p:cNvSpPr>
              <p:nvPr/>
            </p:nvSpPr>
            <p:spPr bwMode="auto">
              <a:xfrm>
                <a:off x="3036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09" name="Freeform 4785"/>
              <p:cNvSpPr>
                <a:spLocks/>
              </p:cNvSpPr>
              <p:nvPr/>
            </p:nvSpPr>
            <p:spPr bwMode="auto">
              <a:xfrm>
                <a:off x="2682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10" name="Freeform 4786"/>
              <p:cNvSpPr>
                <a:spLocks/>
              </p:cNvSpPr>
              <p:nvPr/>
            </p:nvSpPr>
            <p:spPr bwMode="auto">
              <a:xfrm>
                <a:off x="3138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11" name="Freeform 4787"/>
              <p:cNvSpPr>
                <a:spLocks/>
              </p:cNvSpPr>
              <p:nvPr/>
            </p:nvSpPr>
            <p:spPr bwMode="auto">
              <a:xfrm>
                <a:off x="2538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12" name="Freeform 4788"/>
              <p:cNvSpPr>
                <a:spLocks/>
              </p:cNvSpPr>
              <p:nvPr/>
            </p:nvSpPr>
            <p:spPr bwMode="auto">
              <a:xfrm>
                <a:off x="3186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13" name="Freeform 4789"/>
              <p:cNvSpPr>
                <a:spLocks/>
              </p:cNvSpPr>
              <p:nvPr/>
            </p:nvSpPr>
            <p:spPr bwMode="auto">
              <a:xfrm>
                <a:off x="3402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14" name="Freeform 4790"/>
              <p:cNvSpPr>
                <a:spLocks/>
              </p:cNvSpPr>
              <p:nvPr/>
            </p:nvSpPr>
            <p:spPr bwMode="auto">
              <a:xfrm>
                <a:off x="3090" y="22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15" name="Freeform 4791"/>
              <p:cNvSpPr>
                <a:spLocks/>
              </p:cNvSpPr>
              <p:nvPr/>
            </p:nvSpPr>
            <p:spPr bwMode="auto">
              <a:xfrm>
                <a:off x="2928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16" name="Freeform 4792"/>
              <p:cNvSpPr>
                <a:spLocks/>
              </p:cNvSpPr>
              <p:nvPr/>
            </p:nvSpPr>
            <p:spPr bwMode="auto">
              <a:xfrm>
                <a:off x="2832" y="27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17" name="Freeform 4793"/>
              <p:cNvSpPr>
                <a:spLocks/>
              </p:cNvSpPr>
              <p:nvPr/>
            </p:nvSpPr>
            <p:spPr bwMode="auto">
              <a:xfrm>
                <a:off x="2394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18" name="Freeform 4794"/>
              <p:cNvSpPr>
                <a:spLocks/>
              </p:cNvSpPr>
              <p:nvPr/>
            </p:nvSpPr>
            <p:spPr bwMode="auto">
              <a:xfrm>
                <a:off x="2628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19" name="Freeform 4795"/>
              <p:cNvSpPr>
                <a:spLocks/>
              </p:cNvSpPr>
              <p:nvPr/>
            </p:nvSpPr>
            <p:spPr bwMode="auto">
              <a:xfrm>
                <a:off x="3018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20" name="Freeform 4796"/>
              <p:cNvSpPr>
                <a:spLocks/>
              </p:cNvSpPr>
              <p:nvPr/>
            </p:nvSpPr>
            <p:spPr bwMode="auto">
              <a:xfrm>
                <a:off x="2886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21" name="Freeform 4797"/>
              <p:cNvSpPr>
                <a:spLocks/>
              </p:cNvSpPr>
              <p:nvPr/>
            </p:nvSpPr>
            <p:spPr bwMode="auto">
              <a:xfrm>
                <a:off x="3132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22" name="Freeform 4798"/>
              <p:cNvSpPr>
                <a:spLocks/>
              </p:cNvSpPr>
              <p:nvPr/>
            </p:nvSpPr>
            <p:spPr bwMode="auto">
              <a:xfrm>
                <a:off x="2808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23" name="Freeform 4799"/>
              <p:cNvSpPr>
                <a:spLocks/>
              </p:cNvSpPr>
              <p:nvPr/>
            </p:nvSpPr>
            <p:spPr bwMode="auto">
              <a:xfrm>
                <a:off x="2610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24" name="Freeform 4800"/>
              <p:cNvSpPr>
                <a:spLocks/>
              </p:cNvSpPr>
              <p:nvPr/>
            </p:nvSpPr>
            <p:spPr bwMode="auto">
              <a:xfrm>
                <a:off x="2784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25" name="Freeform 4801"/>
              <p:cNvSpPr>
                <a:spLocks/>
              </p:cNvSpPr>
              <p:nvPr/>
            </p:nvSpPr>
            <p:spPr bwMode="auto">
              <a:xfrm>
                <a:off x="2820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26" name="Freeform 4802"/>
              <p:cNvSpPr>
                <a:spLocks/>
              </p:cNvSpPr>
              <p:nvPr/>
            </p:nvSpPr>
            <p:spPr bwMode="auto">
              <a:xfrm>
                <a:off x="3546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27" name="Freeform 4803"/>
              <p:cNvSpPr>
                <a:spLocks/>
              </p:cNvSpPr>
              <p:nvPr/>
            </p:nvSpPr>
            <p:spPr bwMode="auto">
              <a:xfrm>
                <a:off x="2838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28" name="Freeform 4804"/>
              <p:cNvSpPr>
                <a:spLocks/>
              </p:cNvSpPr>
              <p:nvPr/>
            </p:nvSpPr>
            <p:spPr bwMode="auto">
              <a:xfrm>
                <a:off x="2964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29" name="Freeform 4805"/>
              <p:cNvSpPr>
                <a:spLocks/>
              </p:cNvSpPr>
              <p:nvPr/>
            </p:nvSpPr>
            <p:spPr bwMode="auto">
              <a:xfrm>
                <a:off x="1938" y="28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30" name="Freeform 4806"/>
              <p:cNvSpPr>
                <a:spLocks/>
              </p:cNvSpPr>
              <p:nvPr/>
            </p:nvSpPr>
            <p:spPr bwMode="auto">
              <a:xfrm>
                <a:off x="3312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31" name="Freeform 4807"/>
              <p:cNvSpPr>
                <a:spLocks/>
              </p:cNvSpPr>
              <p:nvPr/>
            </p:nvSpPr>
            <p:spPr bwMode="auto">
              <a:xfrm>
                <a:off x="2886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32" name="Freeform 4808"/>
              <p:cNvSpPr>
                <a:spLocks/>
              </p:cNvSpPr>
              <p:nvPr/>
            </p:nvSpPr>
            <p:spPr bwMode="auto">
              <a:xfrm>
                <a:off x="2988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33" name="Freeform 4809"/>
              <p:cNvSpPr>
                <a:spLocks/>
              </p:cNvSpPr>
              <p:nvPr/>
            </p:nvSpPr>
            <p:spPr bwMode="auto">
              <a:xfrm>
                <a:off x="3180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34" name="Freeform 4810"/>
              <p:cNvSpPr>
                <a:spLocks/>
              </p:cNvSpPr>
              <p:nvPr/>
            </p:nvSpPr>
            <p:spPr bwMode="auto">
              <a:xfrm>
                <a:off x="2898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35" name="Freeform 4811"/>
              <p:cNvSpPr>
                <a:spLocks/>
              </p:cNvSpPr>
              <p:nvPr/>
            </p:nvSpPr>
            <p:spPr bwMode="auto">
              <a:xfrm>
                <a:off x="3084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36" name="Freeform 4812"/>
              <p:cNvSpPr>
                <a:spLocks/>
              </p:cNvSpPr>
              <p:nvPr/>
            </p:nvSpPr>
            <p:spPr bwMode="auto">
              <a:xfrm>
                <a:off x="2274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37" name="Freeform 4813"/>
              <p:cNvSpPr>
                <a:spLocks/>
              </p:cNvSpPr>
              <p:nvPr/>
            </p:nvSpPr>
            <p:spPr bwMode="auto">
              <a:xfrm>
                <a:off x="3270" y="24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38" name="Freeform 4814"/>
              <p:cNvSpPr>
                <a:spLocks/>
              </p:cNvSpPr>
              <p:nvPr/>
            </p:nvSpPr>
            <p:spPr bwMode="auto">
              <a:xfrm>
                <a:off x="2994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39" name="Freeform 4815"/>
              <p:cNvSpPr>
                <a:spLocks/>
              </p:cNvSpPr>
              <p:nvPr/>
            </p:nvSpPr>
            <p:spPr bwMode="auto">
              <a:xfrm>
                <a:off x="3144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40" name="Freeform 4816"/>
              <p:cNvSpPr>
                <a:spLocks/>
              </p:cNvSpPr>
              <p:nvPr/>
            </p:nvSpPr>
            <p:spPr bwMode="auto">
              <a:xfrm>
                <a:off x="2946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41" name="Freeform 4817"/>
              <p:cNvSpPr>
                <a:spLocks/>
              </p:cNvSpPr>
              <p:nvPr/>
            </p:nvSpPr>
            <p:spPr bwMode="auto">
              <a:xfrm>
                <a:off x="2838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42" name="Freeform 4818"/>
              <p:cNvSpPr>
                <a:spLocks/>
              </p:cNvSpPr>
              <p:nvPr/>
            </p:nvSpPr>
            <p:spPr bwMode="auto">
              <a:xfrm>
                <a:off x="2694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43" name="Freeform 4819"/>
              <p:cNvSpPr>
                <a:spLocks/>
              </p:cNvSpPr>
              <p:nvPr/>
            </p:nvSpPr>
            <p:spPr bwMode="auto">
              <a:xfrm>
                <a:off x="2418" y="28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44" name="Freeform 4820"/>
              <p:cNvSpPr>
                <a:spLocks/>
              </p:cNvSpPr>
              <p:nvPr/>
            </p:nvSpPr>
            <p:spPr bwMode="auto">
              <a:xfrm>
                <a:off x="2994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45" name="Freeform 4821"/>
              <p:cNvSpPr>
                <a:spLocks/>
              </p:cNvSpPr>
              <p:nvPr/>
            </p:nvSpPr>
            <p:spPr bwMode="auto">
              <a:xfrm>
                <a:off x="2904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46" name="Freeform 4822"/>
              <p:cNvSpPr>
                <a:spLocks/>
              </p:cNvSpPr>
              <p:nvPr/>
            </p:nvSpPr>
            <p:spPr bwMode="auto">
              <a:xfrm>
                <a:off x="2874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47" name="Freeform 4823"/>
              <p:cNvSpPr>
                <a:spLocks/>
              </p:cNvSpPr>
              <p:nvPr/>
            </p:nvSpPr>
            <p:spPr bwMode="auto">
              <a:xfrm>
                <a:off x="2976" y="21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48" name="Freeform 4824"/>
              <p:cNvSpPr>
                <a:spLocks/>
              </p:cNvSpPr>
              <p:nvPr/>
            </p:nvSpPr>
            <p:spPr bwMode="auto">
              <a:xfrm>
                <a:off x="2436" y="25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49" name="Freeform 4825"/>
              <p:cNvSpPr>
                <a:spLocks/>
              </p:cNvSpPr>
              <p:nvPr/>
            </p:nvSpPr>
            <p:spPr bwMode="auto">
              <a:xfrm>
                <a:off x="2826" y="21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50" name="Freeform 4826"/>
              <p:cNvSpPr>
                <a:spLocks/>
              </p:cNvSpPr>
              <p:nvPr/>
            </p:nvSpPr>
            <p:spPr bwMode="auto">
              <a:xfrm>
                <a:off x="3096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751" name="Freeform 4827"/>
              <p:cNvSpPr>
                <a:spLocks/>
              </p:cNvSpPr>
              <p:nvPr/>
            </p:nvSpPr>
            <p:spPr bwMode="auto">
              <a:xfrm>
                <a:off x="2820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28" name="Group 5029"/>
            <p:cNvGrpSpPr>
              <a:grpSpLocks/>
            </p:cNvGrpSpPr>
            <p:nvPr/>
          </p:nvGrpSpPr>
          <p:grpSpPr bwMode="auto">
            <a:xfrm>
              <a:off x="2238" y="1953"/>
              <a:ext cx="1410" cy="1056"/>
              <a:chOff x="2238" y="1953"/>
              <a:chExt cx="1410" cy="1056"/>
            </a:xfrm>
          </p:grpSpPr>
          <p:sp>
            <p:nvSpPr>
              <p:cNvPr id="56352" name="Freeform 4829"/>
              <p:cNvSpPr>
                <a:spLocks/>
              </p:cNvSpPr>
              <p:nvPr/>
            </p:nvSpPr>
            <p:spPr bwMode="auto">
              <a:xfrm>
                <a:off x="3234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53" name="Freeform 4830"/>
              <p:cNvSpPr>
                <a:spLocks/>
              </p:cNvSpPr>
              <p:nvPr/>
            </p:nvSpPr>
            <p:spPr bwMode="auto">
              <a:xfrm>
                <a:off x="3270" y="19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54" name="Freeform 4831"/>
              <p:cNvSpPr>
                <a:spLocks/>
              </p:cNvSpPr>
              <p:nvPr/>
            </p:nvSpPr>
            <p:spPr bwMode="auto">
              <a:xfrm>
                <a:off x="2526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55" name="Freeform 4832"/>
              <p:cNvSpPr>
                <a:spLocks/>
              </p:cNvSpPr>
              <p:nvPr/>
            </p:nvSpPr>
            <p:spPr bwMode="auto">
              <a:xfrm>
                <a:off x="3078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56" name="Freeform 4833"/>
              <p:cNvSpPr>
                <a:spLocks/>
              </p:cNvSpPr>
              <p:nvPr/>
            </p:nvSpPr>
            <p:spPr bwMode="auto">
              <a:xfrm>
                <a:off x="3210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57" name="Freeform 4834"/>
              <p:cNvSpPr>
                <a:spLocks/>
              </p:cNvSpPr>
              <p:nvPr/>
            </p:nvSpPr>
            <p:spPr bwMode="auto">
              <a:xfrm>
                <a:off x="2778" y="25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58" name="Freeform 4835"/>
              <p:cNvSpPr>
                <a:spLocks/>
              </p:cNvSpPr>
              <p:nvPr/>
            </p:nvSpPr>
            <p:spPr bwMode="auto">
              <a:xfrm>
                <a:off x="3240" y="21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59" name="Freeform 4836"/>
              <p:cNvSpPr>
                <a:spLocks/>
              </p:cNvSpPr>
              <p:nvPr/>
            </p:nvSpPr>
            <p:spPr bwMode="auto">
              <a:xfrm>
                <a:off x="3276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60" name="Freeform 4837"/>
              <p:cNvSpPr>
                <a:spLocks/>
              </p:cNvSpPr>
              <p:nvPr/>
            </p:nvSpPr>
            <p:spPr bwMode="auto">
              <a:xfrm>
                <a:off x="2712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61" name="Freeform 4838"/>
              <p:cNvSpPr>
                <a:spLocks/>
              </p:cNvSpPr>
              <p:nvPr/>
            </p:nvSpPr>
            <p:spPr bwMode="auto">
              <a:xfrm>
                <a:off x="2784" y="27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62" name="Freeform 4839"/>
              <p:cNvSpPr>
                <a:spLocks/>
              </p:cNvSpPr>
              <p:nvPr/>
            </p:nvSpPr>
            <p:spPr bwMode="auto">
              <a:xfrm>
                <a:off x="2886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63" name="Freeform 4840"/>
              <p:cNvSpPr>
                <a:spLocks/>
              </p:cNvSpPr>
              <p:nvPr/>
            </p:nvSpPr>
            <p:spPr bwMode="auto">
              <a:xfrm>
                <a:off x="2838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64" name="Freeform 4841"/>
              <p:cNvSpPr>
                <a:spLocks/>
              </p:cNvSpPr>
              <p:nvPr/>
            </p:nvSpPr>
            <p:spPr bwMode="auto">
              <a:xfrm>
                <a:off x="2940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65" name="Freeform 4842"/>
              <p:cNvSpPr>
                <a:spLocks/>
              </p:cNvSpPr>
              <p:nvPr/>
            </p:nvSpPr>
            <p:spPr bwMode="auto">
              <a:xfrm>
                <a:off x="3036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66" name="Freeform 4843"/>
              <p:cNvSpPr>
                <a:spLocks/>
              </p:cNvSpPr>
              <p:nvPr/>
            </p:nvSpPr>
            <p:spPr bwMode="auto">
              <a:xfrm>
                <a:off x="3150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67" name="Freeform 4844"/>
              <p:cNvSpPr>
                <a:spLocks/>
              </p:cNvSpPr>
              <p:nvPr/>
            </p:nvSpPr>
            <p:spPr bwMode="auto">
              <a:xfrm>
                <a:off x="2880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68" name="Freeform 4845"/>
              <p:cNvSpPr>
                <a:spLocks/>
              </p:cNvSpPr>
              <p:nvPr/>
            </p:nvSpPr>
            <p:spPr bwMode="auto">
              <a:xfrm>
                <a:off x="2658" y="22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69" name="Freeform 4846"/>
              <p:cNvSpPr>
                <a:spLocks/>
              </p:cNvSpPr>
              <p:nvPr/>
            </p:nvSpPr>
            <p:spPr bwMode="auto">
              <a:xfrm>
                <a:off x="2772" y="27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70" name="Freeform 4847"/>
              <p:cNvSpPr>
                <a:spLocks/>
              </p:cNvSpPr>
              <p:nvPr/>
            </p:nvSpPr>
            <p:spPr bwMode="auto">
              <a:xfrm>
                <a:off x="2916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71" name="Freeform 4848"/>
              <p:cNvSpPr>
                <a:spLocks/>
              </p:cNvSpPr>
              <p:nvPr/>
            </p:nvSpPr>
            <p:spPr bwMode="auto">
              <a:xfrm>
                <a:off x="2760" y="27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72" name="Freeform 4849"/>
              <p:cNvSpPr>
                <a:spLocks/>
              </p:cNvSpPr>
              <p:nvPr/>
            </p:nvSpPr>
            <p:spPr bwMode="auto">
              <a:xfrm>
                <a:off x="2778" y="28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73" name="Freeform 4850"/>
              <p:cNvSpPr>
                <a:spLocks/>
              </p:cNvSpPr>
              <p:nvPr/>
            </p:nvSpPr>
            <p:spPr bwMode="auto">
              <a:xfrm>
                <a:off x="2574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74" name="Freeform 4851"/>
              <p:cNvSpPr>
                <a:spLocks/>
              </p:cNvSpPr>
              <p:nvPr/>
            </p:nvSpPr>
            <p:spPr bwMode="auto">
              <a:xfrm>
                <a:off x="2574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75" name="Freeform 4852"/>
              <p:cNvSpPr>
                <a:spLocks/>
              </p:cNvSpPr>
              <p:nvPr/>
            </p:nvSpPr>
            <p:spPr bwMode="auto">
              <a:xfrm>
                <a:off x="2718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76" name="Freeform 4853"/>
              <p:cNvSpPr>
                <a:spLocks/>
              </p:cNvSpPr>
              <p:nvPr/>
            </p:nvSpPr>
            <p:spPr bwMode="auto">
              <a:xfrm>
                <a:off x="2652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77" name="Freeform 4854"/>
              <p:cNvSpPr>
                <a:spLocks/>
              </p:cNvSpPr>
              <p:nvPr/>
            </p:nvSpPr>
            <p:spPr bwMode="auto">
              <a:xfrm>
                <a:off x="2814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78" name="Freeform 4855"/>
              <p:cNvSpPr>
                <a:spLocks/>
              </p:cNvSpPr>
              <p:nvPr/>
            </p:nvSpPr>
            <p:spPr bwMode="auto">
              <a:xfrm>
                <a:off x="2412" y="29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79" name="Freeform 4856"/>
              <p:cNvSpPr>
                <a:spLocks/>
              </p:cNvSpPr>
              <p:nvPr/>
            </p:nvSpPr>
            <p:spPr bwMode="auto">
              <a:xfrm>
                <a:off x="2442" y="27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80" name="Freeform 4857"/>
              <p:cNvSpPr>
                <a:spLocks/>
              </p:cNvSpPr>
              <p:nvPr/>
            </p:nvSpPr>
            <p:spPr bwMode="auto">
              <a:xfrm>
                <a:off x="2880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81" name="Freeform 4858"/>
              <p:cNvSpPr>
                <a:spLocks/>
              </p:cNvSpPr>
              <p:nvPr/>
            </p:nvSpPr>
            <p:spPr bwMode="auto">
              <a:xfrm>
                <a:off x="3270" y="21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82" name="Freeform 4859"/>
              <p:cNvSpPr>
                <a:spLocks/>
              </p:cNvSpPr>
              <p:nvPr/>
            </p:nvSpPr>
            <p:spPr bwMode="auto">
              <a:xfrm>
                <a:off x="2658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83" name="Freeform 4860"/>
              <p:cNvSpPr>
                <a:spLocks/>
              </p:cNvSpPr>
              <p:nvPr/>
            </p:nvSpPr>
            <p:spPr bwMode="auto">
              <a:xfrm>
                <a:off x="2826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84" name="Freeform 4861"/>
              <p:cNvSpPr>
                <a:spLocks/>
              </p:cNvSpPr>
              <p:nvPr/>
            </p:nvSpPr>
            <p:spPr bwMode="auto">
              <a:xfrm>
                <a:off x="3264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85" name="Freeform 4862"/>
              <p:cNvSpPr>
                <a:spLocks/>
              </p:cNvSpPr>
              <p:nvPr/>
            </p:nvSpPr>
            <p:spPr bwMode="auto">
              <a:xfrm>
                <a:off x="2862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86" name="Freeform 4863"/>
              <p:cNvSpPr>
                <a:spLocks/>
              </p:cNvSpPr>
              <p:nvPr/>
            </p:nvSpPr>
            <p:spPr bwMode="auto">
              <a:xfrm>
                <a:off x="3054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87" name="Freeform 4864"/>
              <p:cNvSpPr>
                <a:spLocks/>
              </p:cNvSpPr>
              <p:nvPr/>
            </p:nvSpPr>
            <p:spPr bwMode="auto">
              <a:xfrm>
                <a:off x="2796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88" name="Freeform 4865"/>
              <p:cNvSpPr>
                <a:spLocks/>
              </p:cNvSpPr>
              <p:nvPr/>
            </p:nvSpPr>
            <p:spPr bwMode="auto">
              <a:xfrm>
                <a:off x="2790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89" name="Freeform 4866"/>
              <p:cNvSpPr>
                <a:spLocks/>
              </p:cNvSpPr>
              <p:nvPr/>
            </p:nvSpPr>
            <p:spPr bwMode="auto">
              <a:xfrm>
                <a:off x="2628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90" name="Freeform 4867"/>
              <p:cNvSpPr>
                <a:spLocks/>
              </p:cNvSpPr>
              <p:nvPr/>
            </p:nvSpPr>
            <p:spPr bwMode="auto">
              <a:xfrm>
                <a:off x="2688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91" name="Freeform 4868"/>
              <p:cNvSpPr>
                <a:spLocks/>
              </p:cNvSpPr>
              <p:nvPr/>
            </p:nvSpPr>
            <p:spPr bwMode="auto">
              <a:xfrm>
                <a:off x="3258" y="21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92" name="Freeform 4869"/>
              <p:cNvSpPr>
                <a:spLocks/>
              </p:cNvSpPr>
              <p:nvPr/>
            </p:nvSpPr>
            <p:spPr bwMode="auto">
              <a:xfrm>
                <a:off x="3030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93" name="Freeform 4870"/>
              <p:cNvSpPr>
                <a:spLocks/>
              </p:cNvSpPr>
              <p:nvPr/>
            </p:nvSpPr>
            <p:spPr bwMode="auto">
              <a:xfrm>
                <a:off x="2634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94" name="Freeform 4871"/>
              <p:cNvSpPr>
                <a:spLocks/>
              </p:cNvSpPr>
              <p:nvPr/>
            </p:nvSpPr>
            <p:spPr bwMode="auto">
              <a:xfrm>
                <a:off x="2970" y="26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95" name="Freeform 4872"/>
              <p:cNvSpPr>
                <a:spLocks/>
              </p:cNvSpPr>
              <p:nvPr/>
            </p:nvSpPr>
            <p:spPr bwMode="auto">
              <a:xfrm>
                <a:off x="2952" y="24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96" name="Freeform 4873"/>
              <p:cNvSpPr>
                <a:spLocks/>
              </p:cNvSpPr>
              <p:nvPr/>
            </p:nvSpPr>
            <p:spPr bwMode="auto">
              <a:xfrm>
                <a:off x="2838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97" name="Freeform 4874"/>
              <p:cNvSpPr>
                <a:spLocks/>
              </p:cNvSpPr>
              <p:nvPr/>
            </p:nvSpPr>
            <p:spPr bwMode="auto">
              <a:xfrm>
                <a:off x="3162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98" name="Freeform 4875"/>
              <p:cNvSpPr>
                <a:spLocks/>
              </p:cNvSpPr>
              <p:nvPr/>
            </p:nvSpPr>
            <p:spPr bwMode="auto">
              <a:xfrm>
                <a:off x="2538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399" name="Freeform 4876"/>
              <p:cNvSpPr>
                <a:spLocks/>
              </p:cNvSpPr>
              <p:nvPr/>
            </p:nvSpPr>
            <p:spPr bwMode="auto">
              <a:xfrm>
                <a:off x="3024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00" name="Freeform 4877"/>
              <p:cNvSpPr>
                <a:spLocks/>
              </p:cNvSpPr>
              <p:nvPr/>
            </p:nvSpPr>
            <p:spPr bwMode="auto">
              <a:xfrm>
                <a:off x="2940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01" name="Freeform 4878"/>
              <p:cNvSpPr>
                <a:spLocks/>
              </p:cNvSpPr>
              <p:nvPr/>
            </p:nvSpPr>
            <p:spPr bwMode="auto">
              <a:xfrm>
                <a:off x="3444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02" name="Freeform 4879"/>
              <p:cNvSpPr>
                <a:spLocks/>
              </p:cNvSpPr>
              <p:nvPr/>
            </p:nvSpPr>
            <p:spPr bwMode="auto">
              <a:xfrm>
                <a:off x="2616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03" name="Freeform 4880"/>
              <p:cNvSpPr>
                <a:spLocks/>
              </p:cNvSpPr>
              <p:nvPr/>
            </p:nvSpPr>
            <p:spPr bwMode="auto">
              <a:xfrm>
                <a:off x="2454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04" name="Freeform 4881"/>
              <p:cNvSpPr>
                <a:spLocks/>
              </p:cNvSpPr>
              <p:nvPr/>
            </p:nvSpPr>
            <p:spPr bwMode="auto">
              <a:xfrm>
                <a:off x="2508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05" name="Freeform 4882"/>
              <p:cNvSpPr>
                <a:spLocks/>
              </p:cNvSpPr>
              <p:nvPr/>
            </p:nvSpPr>
            <p:spPr bwMode="auto">
              <a:xfrm>
                <a:off x="2526" y="26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06" name="Freeform 4883"/>
              <p:cNvSpPr>
                <a:spLocks/>
              </p:cNvSpPr>
              <p:nvPr/>
            </p:nvSpPr>
            <p:spPr bwMode="auto">
              <a:xfrm>
                <a:off x="2634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07" name="Freeform 4884"/>
              <p:cNvSpPr>
                <a:spLocks/>
              </p:cNvSpPr>
              <p:nvPr/>
            </p:nvSpPr>
            <p:spPr bwMode="auto">
              <a:xfrm>
                <a:off x="2508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08" name="Freeform 4885"/>
              <p:cNvSpPr>
                <a:spLocks/>
              </p:cNvSpPr>
              <p:nvPr/>
            </p:nvSpPr>
            <p:spPr bwMode="auto">
              <a:xfrm>
                <a:off x="2706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09" name="Freeform 4886"/>
              <p:cNvSpPr>
                <a:spLocks/>
              </p:cNvSpPr>
              <p:nvPr/>
            </p:nvSpPr>
            <p:spPr bwMode="auto">
              <a:xfrm>
                <a:off x="2670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10" name="Freeform 4887"/>
              <p:cNvSpPr>
                <a:spLocks/>
              </p:cNvSpPr>
              <p:nvPr/>
            </p:nvSpPr>
            <p:spPr bwMode="auto">
              <a:xfrm>
                <a:off x="3126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11" name="Freeform 4888"/>
              <p:cNvSpPr>
                <a:spLocks/>
              </p:cNvSpPr>
              <p:nvPr/>
            </p:nvSpPr>
            <p:spPr bwMode="auto">
              <a:xfrm>
                <a:off x="2910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12" name="Freeform 4889"/>
              <p:cNvSpPr>
                <a:spLocks/>
              </p:cNvSpPr>
              <p:nvPr/>
            </p:nvSpPr>
            <p:spPr bwMode="auto">
              <a:xfrm>
                <a:off x="3186" y="20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13" name="Freeform 4890"/>
              <p:cNvSpPr>
                <a:spLocks/>
              </p:cNvSpPr>
              <p:nvPr/>
            </p:nvSpPr>
            <p:spPr bwMode="auto">
              <a:xfrm>
                <a:off x="2370" y="27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14" name="Freeform 4891"/>
              <p:cNvSpPr>
                <a:spLocks/>
              </p:cNvSpPr>
              <p:nvPr/>
            </p:nvSpPr>
            <p:spPr bwMode="auto">
              <a:xfrm>
                <a:off x="2940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15" name="Freeform 4892"/>
              <p:cNvSpPr>
                <a:spLocks/>
              </p:cNvSpPr>
              <p:nvPr/>
            </p:nvSpPr>
            <p:spPr bwMode="auto">
              <a:xfrm>
                <a:off x="2358" y="25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16" name="Freeform 4893"/>
              <p:cNvSpPr>
                <a:spLocks/>
              </p:cNvSpPr>
              <p:nvPr/>
            </p:nvSpPr>
            <p:spPr bwMode="auto">
              <a:xfrm>
                <a:off x="3210" y="21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17" name="Freeform 4894"/>
              <p:cNvSpPr>
                <a:spLocks/>
              </p:cNvSpPr>
              <p:nvPr/>
            </p:nvSpPr>
            <p:spPr bwMode="auto">
              <a:xfrm>
                <a:off x="3054" y="26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18" name="Freeform 4895"/>
              <p:cNvSpPr>
                <a:spLocks/>
              </p:cNvSpPr>
              <p:nvPr/>
            </p:nvSpPr>
            <p:spPr bwMode="auto">
              <a:xfrm>
                <a:off x="2736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19" name="Freeform 4896"/>
              <p:cNvSpPr>
                <a:spLocks/>
              </p:cNvSpPr>
              <p:nvPr/>
            </p:nvSpPr>
            <p:spPr bwMode="auto">
              <a:xfrm>
                <a:off x="2382" y="26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20" name="Freeform 4897"/>
              <p:cNvSpPr>
                <a:spLocks/>
              </p:cNvSpPr>
              <p:nvPr/>
            </p:nvSpPr>
            <p:spPr bwMode="auto">
              <a:xfrm>
                <a:off x="2496" y="24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21" name="Freeform 4898"/>
              <p:cNvSpPr>
                <a:spLocks/>
              </p:cNvSpPr>
              <p:nvPr/>
            </p:nvSpPr>
            <p:spPr bwMode="auto">
              <a:xfrm>
                <a:off x="2874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22" name="Freeform 4899"/>
              <p:cNvSpPr>
                <a:spLocks/>
              </p:cNvSpPr>
              <p:nvPr/>
            </p:nvSpPr>
            <p:spPr bwMode="auto">
              <a:xfrm>
                <a:off x="3246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23" name="Freeform 4900"/>
              <p:cNvSpPr>
                <a:spLocks/>
              </p:cNvSpPr>
              <p:nvPr/>
            </p:nvSpPr>
            <p:spPr bwMode="auto">
              <a:xfrm>
                <a:off x="2460" y="25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24" name="Freeform 4901"/>
              <p:cNvSpPr>
                <a:spLocks/>
              </p:cNvSpPr>
              <p:nvPr/>
            </p:nvSpPr>
            <p:spPr bwMode="auto">
              <a:xfrm>
                <a:off x="2856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25" name="Freeform 4902"/>
              <p:cNvSpPr>
                <a:spLocks/>
              </p:cNvSpPr>
              <p:nvPr/>
            </p:nvSpPr>
            <p:spPr bwMode="auto">
              <a:xfrm>
                <a:off x="2490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26" name="Freeform 4903"/>
              <p:cNvSpPr>
                <a:spLocks/>
              </p:cNvSpPr>
              <p:nvPr/>
            </p:nvSpPr>
            <p:spPr bwMode="auto">
              <a:xfrm>
                <a:off x="3054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27" name="Freeform 4904"/>
              <p:cNvSpPr>
                <a:spLocks/>
              </p:cNvSpPr>
              <p:nvPr/>
            </p:nvSpPr>
            <p:spPr bwMode="auto">
              <a:xfrm>
                <a:off x="3060" y="22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28" name="Freeform 4905"/>
              <p:cNvSpPr>
                <a:spLocks/>
              </p:cNvSpPr>
              <p:nvPr/>
            </p:nvSpPr>
            <p:spPr bwMode="auto">
              <a:xfrm>
                <a:off x="2622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29" name="Freeform 4906"/>
              <p:cNvSpPr>
                <a:spLocks/>
              </p:cNvSpPr>
              <p:nvPr/>
            </p:nvSpPr>
            <p:spPr bwMode="auto">
              <a:xfrm>
                <a:off x="2634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30" name="Freeform 4907"/>
              <p:cNvSpPr>
                <a:spLocks/>
              </p:cNvSpPr>
              <p:nvPr/>
            </p:nvSpPr>
            <p:spPr bwMode="auto">
              <a:xfrm>
                <a:off x="2832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31" name="Freeform 4908"/>
              <p:cNvSpPr>
                <a:spLocks/>
              </p:cNvSpPr>
              <p:nvPr/>
            </p:nvSpPr>
            <p:spPr bwMode="auto">
              <a:xfrm>
                <a:off x="2958" y="23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32" name="Freeform 4909"/>
              <p:cNvSpPr>
                <a:spLocks/>
              </p:cNvSpPr>
              <p:nvPr/>
            </p:nvSpPr>
            <p:spPr bwMode="auto">
              <a:xfrm>
                <a:off x="2874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33" name="Freeform 4910"/>
              <p:cNvSpPr>
                <a:spLocks/>
              </p:cNvSpPr>
              <p:nvPr/>
            </p:nvSpPr>
            <p:spPr bwMode="auto">
              <a:xfrm>
                <a:off x="3006" y="21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34" name="Freeform 4911"/>
              <p:cNvSpPr>
                <a:spLocks/>
              </p:cNvSpPr>
              <p:nvPr/>
            </p:nvSpPr>
            <p:spPr bwMode="auto">
              <a:xfrm>
                <a:off x="2994" y="24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35" name="Freeform 4912"/>
              <p:cNvSpPr>
                <a:spLocks/>
              </p:cNvSpPr>
              <p:nvPr/>
            </p:nvSpPr>
            <p:spPr bwMode="auto">
              <a:xfrm>
                <a:off x="2550" y="26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36" name="Freeform 4913"/>
              <p:cNvSpPr>
                <a:spLocks/>
              </p:cNvSpPr>
              <p:nvPr/>
            </p:nvSpPr>
            <p:spPr bwMode="auto">
              <a:xfrm>
                <a:off x="2958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37" name="Freeform 4914"/>
              <p:cNvSpPr>
                <a:spLocks/>
              </p:cNvSpPr>
              <p:nvPr/>
            </p:nvSpPr>
            <p:spPr bwMode="auto">
              <a:xfrm>
                <a:off x="2526" y="25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38" name="Freeform 4915"/>
              <p:cNvSpPr>
                <a:spLocks/>
              </p:cNvSpPr>
              <p:nvPr/>
            </p:nvSpPr>
            <p:spPr bwMode="auto">
              <a:xfrm>
                <a:off x="2886" y="23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39" name="Freeform 4916"/>
              <p:cNvSpPr>
                <a:spLocks/>
              </p:cNvSpPr>
              <p:nvPr/>
            </p:nvSpPr>
            <p:spPr bwMode="auto">
              <a:xfrm>
                <a:off x="3060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40" name="Freeform 4917"/>
              <p:cNvSpPr>
                <a:spLocks/>
              </p:cNvSpPr>
              <p:nvPr/>
            </p:nvSpPr>
            <p:spPr bwMode="auto">
              <a:xfrm>
                <a:off x="3300" y="25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41" name="Freeform 4918"/>
              <p:cNvSpPr>
                <a:spLocks/>
              </p:cNvSpPr>
              <p:nvPr/>
            </p:nvSpPr>
            <p:spPr bwMode="auto">
              <a:xfrm>
                <a:off x="2904" y="24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42" name="Freeform 4919"/>
              <p:cNvSpPr>
                <a:spLocks/>
              </p:cNvSpPr>
              <p:nvPr/>
            </p:nvSpPr>
            <p:spPr bwMode="auto">
              <a:xfrm>
                <a:off x="2496" y="26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43" name="Freeform 4920"/>
              <p:cNvSpPr>
                <a:spLocks/>
              </p:cNvSpPr>
              <p:nvPr/>
            </p:nvSpPr>
            <p:spPr bwMode="auto">
              <a:xfrm>
                <a:off x="2892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44" name="Freeform 4921"/>
              <p:cNvSpPr>
                <a:spLocks/>
              </p:cNvSpPr>
              <p:nvPr/>
            </p:nvSpPr>
            <p:spPr bwMode="auto">
              <a:xfrm>
                <a:off x="2862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45" name="Freeform 4922"/>
              <p:cNvSpPr>
                <a:spLocks/>
              </p:cNvSpPr>
              <p:nvPr/>
            </p:nvSpPr>
            <p:spPr bwMode="auto">
              <a:xfrm>
                <a:off x="3276" y="22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46" name="Freeform 4923"/>
              <p:cNvSpPr>
                <a:spLocks/>
              </p:cNvSpPr>
              <p:nvPr/>
            </p:nvSpPr>
            <p:spPr bwMode="auto">
              <a:xfrm>
                <a:off x="2706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47" name="Freeform 4924"/>
              <p:cNvSpPr>
                <a:spLocks/>
              </p:cNvSpPr>
              <p:nvPr/>
            </p:nvSpPr>
            <p:spPr bwMode="auto">
              <a:xfrm>
                <a:off x="2934" y="27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48" name="Freeform 4925"/>
              <p:cNvSpPr>
                <a:spLocks/>
              </p:cNvSpPr>
              <p:nvPr/>
            </p:nvSpPr>
            <p:spPr bwMode="auto">
              <a:xfrm>
                <a:off x="3096" y="21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49" name="Freeform 4926"/>
              <p:cNvSpPr>
                <a:spLocks/>
              </p:cNvSpPr>
              <p:nvPr/>
            </p:nvSpPr>
            <p:spPr bwMode="auto">
              <a:xfrm>
                <a:off x="2784" y="28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50" name="Freeform 4927"/>
              <p:cNvSpPr>
                <a:spLocks/>
              </p:cNvSpPr>
              <p:nvPr/>
            </p:nvSpPr>
            <p:spPr bwMode="auto">
              <a:xfrm>
                <a:off x="2652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51" name="Freeform 4928"/>
              <p:cNvSpPr>
                <a:spLocks/>
              </p:cNvSpPr>
              <p:nvPr/>
            </p:nvSpPr>
            <p:spPr bwMode="auto">
              <a:xfrm>
                <a:off x="2982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52" name="Freeform 4929"/>
              <p:cNvSpPr>
                <a:spLocks/>
              </p:cNvSpPr>
              <p:nvPr/>
            </p:nvSpPr>
            <p:spPr bwMode="auto">
              <a:xfrm>
                <a:off x="3048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53" name="Freeform 4930"/>
              <p:cNvSpPr>
                <a:spLocks/>
              </p:cNvSpPr>
              <p:nvPr/>
            </p:nvSpPr>
            <p:spPr bwMode="auto">
              <a:xfrm>
                <a:off x="3012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54" name="Freeform 4931"/>
              <p:cNvSpPr>
                <a:spLocks/>
              </p:cNvSpPr>
              <p:nvPr/>
            </p:nvSpPr>
            <p:spPr bwMode="auto">
              <a:xfrm>
                <a:off x="2418" y="26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55" name="Freeform 4932"/>
              <p:cNvSpPr>
                <a:spLocks/>
              </p:cNvSpPr>
              <p:nvPr/>
            </p:nvSpPr>
            <p:spPr bwMode="auto">
              <a:xfrm>
                <a:off x="3636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56" name="Freeform 4933"/>
              <p:cNvSpPr>
                <a:spLocks/>
              </p:cNvSpPr>
              <p:nvPr/>
            </p:nvSpPr>
            <p:spPr bwMode="auto">
              <a:xfrm>
                <a:off x="3468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57" name="Freeform 4934"/>
              <p:cNvSpPr>
                <a:spLocks/>
              </p:cNvSpPr>
              <p:nvPr/>
            </p:nvSpPr>
            <p:spPr bwMode="auto">
              <a:xfrm>
                <a:off x="2838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58" name="Freeform 4935"/>
              <p:cNvSpPr>
                <a:spLocks/>
              </p:cNvSpPr>
              <p:nvPr/>
            </p:nvSpPr>
            <p:spPr bwMode="auto">
              <a:xfrm>
                <a:off x="3066" y="22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59" name="Freeform 4936"/>
              <p:cNvSpPr>
                <a:spLocks/>
              </p:cNvSpPr>
              <p:nvPr/>
            </p:nvSpPr>
            <p:spPr bwMode="auto">
              <a:xfrm>
                <a:off x="3090" y="24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60" name="Freeform 4937"/>
              <p:cNvSpPr>
                <a:spLocks/>
              </p:cNvSpPr>
              <p:nvPr/>
            </p:nvSpPr>
            <p:spPr bwMode="auto">
              <a:xfrm>
                <a:off x="2748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61" name="Freeform 4938"/>
              <p:cNvSpPr>
                <a:spLocks/>
              </p:cNvSpPr>
              <p:nvPr/>
            </p:nvSpPr>
            <p:spPr bwMode="auto">
              <a:xfrm>
                <a:off x="2748" y="28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62" name="Freeform 4939"/>
              <p:cNvSpPr>
                <a:spLocks/>
              </p:cNvSpPr>
              <p:nvPr/>
            </p:nvSpPr>
            <p:spPr bwMode="auto">
              <a:xfrm>
                <a:off x="2748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63" name="Freeform 4940"/>
              <p:cNvSpPr>
                <a:spLocks/>
              </p:cNvSpPr>
              <p:nvPr/>
            </p:nvSpPr>
            <p:spPr bwMode="auto">
              <a:xfrm>
                <a:off x="2904" y="26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64" name="Freeform 4941"/>
              <p:cNvSpPr>
                <a:spLocks/>
              </p:cNvSpPr>
              <p:nvPr/>
            </p:nvSpPr>
            <p:spPr bwMode="auto">
              <a:xfrm>
                <a:off x="3168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65" name="Freeform 4942"/>
              <p:cNvSpPr>
                <a:spLocks/>
              </p:cNvSpPr>
              <p:nvPr/>
            </p:nvSpPr>
            <p:spPr bwMode="auto">
              <a:xfrm>
                <a:off x="2766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66" name="Freeform 4943"/>
              <p:cNvSpPr>
                <a:spLocks/>
              </p:cNvSpPr>
              <p:nvPr/>
            </p:nvSpPr>
            <p:spPr bwMode="auto">
              <a:xfrm>
                <a:off x="2760" y="24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67" name="Freeform 4944"/>
              <p:cNvSpPr>
                <a:spLocks/>
              </p:cNvSpPr>
              <p:nvPr/>
            </p:nvSpPr>
            <p:spPr bwMode="auto">
              <a:xfrm>
                <a:off x="3312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68" name="Freeform 4945"/>
              <p:cNvSpPr>
                <a:spLocks/>
              </p:cNvSpPr>
              <p:nvPr/>
            </p:nvSpPr>
            <p:spPr bwMode="auto">
              <a:xfrm>
                <a:off x="2724" y="25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69" name="Freeform 4946"/>
              <p:cNvSpPr>
                <a:spLocks/>
              </p:cNvSpPr>
              <p:nvPr/>
            </p:nvSpPr>
            <p:spPr bwMode="auto">
              <a:xfrm>
                <a:off x="3042" y="23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70" name="Freeform 4947"/>
              <p:cNvSpPr>
                <a:spLocks/>
              </p:cNvSpPr>
              <p:nvPr/>
            </p:nvSpPr>
            <p:spPr bwMode="auto">
              <a:xfrm>
                <a:off x="3246" y="22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71" name="Freeform 4948"/>
              <p:cNvSpPr>
                <a:spLocks/>
              </p:cNvSpPr>
              <p:nvPr/>
            </p:nvSpPr>
            <p:spPr bwMode="auto">
              <a:xfrm>
                <a:off x="2790" y="23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72" name="Freeform 4949"/>
              <p:cNvSpPr>
                <a:spLocks/>
              </p:cNvSpPr>
              <p:nvPr/>
            </p:nvSpPr>
            <p:spPr bwMode="auto">
              <a:xfrm>
                <a:off x="2592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73" name="Freeform 4950"/>
              <p:cNvSpPr>
                <a:spLocks/>
              </p:cNvSpPr>
              <p:nvPr/>
            </p:nvSpPr>
            <p:spPr bwMode="auto">
              <a:xfrm>
                <a:off x="2796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74" name="Freeform 4951"/>
              <p:cNvSpPr>
                <a:spLocks/>
              </p:cNvSpPr>
              <p:nvPr/>
            </p:nvSpPr>
            <p:spPr bwMode="auto">
              <a:xfrm>
                <a:off x="2832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75" name="Freeform 4952"/>
              <p:cNvSpPr>
                <a:spLocks/>
              </p:cNvSpPr>
              <p:nvPr/>
            </p:nvSpPr>
            <p:spPr bwMode="auto">
              <a:xfrm>
                <a:off x="3090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76" name="Freeform 4953"/>
              <p:cNvSpPr>
                <a:spLocks/>
              </p:cNvSpPr>
              <p:nvPr/>
            </p:nvSpPr>
            <p:spPr bwMode="auto">
              <a:xfrm>
                <a:off x="2892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77" name="Freeform 4954"/>
              <p:cNvSpPr>
                <a:spLocks/>
              </p:cNvSpPr>
              <p:nvPr/>
            </p:nvSpPr>
            <p:spPr bwMode="auto">
              <a:xfrm>
                <a:off x="2328" y="29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78" name="Freeform 4955"/>
              <p:cNvSpPr>
                <a:spLocks/>
              </p:cNvSpPr>
              <p:nvPr/>
            </p:nvSpPr>
            <p:spPr bwMode="auto">
              <a:xfrm>
                <a:off x="2796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79" name="Freeform 4956"/>
              <p:cNvSpPr>
                <a:spLocks/>
              </p:cNvSpPr>
              <p:nvPr/>
            </p:nvSpPr>
            <p:spPr bwMode="auto">
              <a:xfrm>
                <a:off x="3552" y="21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80" name="Freeform 4957"/>
              <p:cNvSpPr>
                <a:spLocks/>
              </p:cNvSpPr>
              <p:nvPr/>
            </p:nvSpPr>
            <p:spPr bwMode="auto">
              <a:xfrm>
                <a:off x="3084" y="22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81" name="Freeform 4958"/>
              <p:cNvSpPr>
                <a:spLocks/>
              </p:cNvSpPr>
              <p:nvPr/>
            </p:nvSpPr>
            <p:spPr bwMode="auto">
              <a:xfrm>
                <a:off x="3300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82" name="Freeform 4959"/>
              <p:cNvSpPr>
                <a:spLocks/>
              </p:cNvSpPr>
              <p:nvPr/>
            </p:nvSpPr>
            <p:spPr bwMode="auto">
              <a:xfrm>
                <a:off x="2760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83" name="Freeform 4960"/>
              <p:cNvSpPr>
                <a:spLocks/>
              </p:cNvSpPr>
              <p:nvPr/>
            </p:nvSpPr>
            <p:spPr bwMode="auto">
              <a:xfrm>
                <a:off x="3024" y="22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84" name="Freeform 4961"/>
              <p:cNvSpPr>
                <a:spLocks/>
              </p:cNvSpPr>
              <p:nvPr/>
            </p:nvSpPr>
            <p:spPr bwMode="auto">
              <a:xfrm>
                <a:off x="3624" y="25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85" name="Freeform 4962"/>
              <p:cNvSpPr>
                <a:spLocks/>
              </p:cNvSpPr>
              <p:nvPr/>
            </p:nvSpPr>
            <p:spPr bwMode="auto">
              <a:xfrm>
                <a:off x="2802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86" name="Freeform 4963"/>
              <p:cNvSpPr>
                <a:spLocks/>
              </p:cNvSpPr>
              <p:nvPr/>
            </p:nvSpPr>
            <p:spPr bwMode="auto">
              <a:xfrm>
                <a:off x="2964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87" name="Freeform 4964"/>
              <p:cNvSpPr>
                <a:spLocks/>
              </p:cNvSpPr>
              <p:nvPr/>
            </p:nvSpPr>
            <p:spPr bwMode="auto">
              <a:xfrm>
                <a:off x="2844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88" name="Freeform 4965"/>
              <p:cNvSpPr>
                <a:spLocks/>
              </p:cNvSpPr>
              <p:nvPr/>
            </p:nvSpPr>
            <p:spPr bwMode="auto">
              <a:xfrm>
                <a:off x="2706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89" name="Freeform 4966"/>
              <p:cNvSpPr>
                <a:spLocks/>
              </p:cNvSpPr>
              <p:nvPr/>
            </p:nvSpPr>
            <p:spPr bwMode="auto">
              <a:xfrm>
                <a:off x="2808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90" name="Freeform 4967"/>
              <p:cNvSpPr>
                <a:spLocks/>
              </p:cNvSpPr>
              <p:nvPr/>
            </p:nvSpPr>
            <p:spPr bwMode="auto">
              <a:xfrm>
                <a:off x="3156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91" name="Freeform 4968"/>
              <p:cNvSpPr>
                <a:spLocks/>
              </p:cNvSpPr>
              <p:nvPr/>
            </p:nvSpPr>
            <p:spPr bwMode="auto">
              <a:xfrm>
                <a:off x="2910" y="23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92" name="Freeform 4969"/>
              <p:cNvSpPr>
                <a:spLocks/>
              </p:cNvSpPr>
              <p:nvPr/>
            </p:nvSpPr>
            <p:spPr bwMode="auto">
              <a:xfrm>
                <a:off x="2640" y="23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93" name="Freeform 4970"/>
              <p:cNvSpPr>
                <a:spLocks/>
              </p:cNvSpPr>
              <p:nvPr/>
            </p:nvSpPr>
            <p:spPr bwMode="auto">
              <a:xfrm>
                <a:off x="3414" y="19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94" name="Freeform 4971"/>
              <p:cNvSpPr>
                <a:spLocks/>
              </p:cNvSpPr>
              <p:nvPr/>
            </p:nvSpPr>
            <p:spPr bwMode="auto">
              <a:xfrm>
                <a:off x="2898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95" name="Freeform 4972"/>
              <p:cNvSpPr>
                <a:spLocks/>
              </p:cNvSpPr>
              <p:nvPr/>
            </p:nvSpPr>
            <p:spPr bwMode="auto">
              <a:xfrm>
                <a:off x="2946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96" name="Freeform 4973"/>
              <p:cNvSpPr>
                <a:spLocks/>
              </p:cNvSpPr>
              <p:nvPr/>
            </p:nvSpPr>
            <p:spPr bwMode="auto">
              <a:xfrm>
                <a:off x="2922" y="25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97" name="Freeform 4974"/>
              <p:cNvSpPr>
                <a:spLocks/>
              </p:cNvSpPr>
              <p:nvPr/>
            </p:nvSpPr>
            <p:spPr bwMode="auto">
              <a:xfrm>
                <a:off x="2826" y="23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98" name="Freeform 4975"/>
              <p:cNvSpPr>
                <a:spLocks/>
              </p:cNvSpPr>
              <p:nvPr/>
            </p:nvSpPr>
            <p:spPr bwMode="auto">
              <a:xfrm>
                <a:off x="2460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499" name="Freeform 4976"/>
              <p:cNvSpPr>
                <a:spLocks/>
              </p:cNvSpPr>
              <p:nvPr/>
            </p:nvSpPr>
            <p:spPr bwMode="auto">
              <a:xfrm>
                <a:off x="2736" y="26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00" name="Freeform 4977"/>
              <p:cNvSpPr>
                <a:spLocks/>
              </p:cNvSpPr>
              <p:nvPr/>
            </p:nvSpPr>
            <p:spPr bwMode="auto">
              <a:xfrm>
                <a:off x="3030" y="25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01" name="Freeform 4978"/>
              <p:cNvSpPr>
                <a:spLocks/>
              </p:cNvSpPr>
              <p:nvPr/>
            </p:nvSpPr>
            <p:spPr bwMode="auto">
              <a:xfrm>
                <a:off x="2370" y="24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02" name="Freeform 4979"/>
              <p:cNvSpPr>
                <a:spLocks/>
              </p:cNvSpPr>
              <p:nvPr/>
            </p:nvSpPr>
            <p:spPr bwMode="auto">
              <a:xfrm>
                <a:off x="2562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03" name="Freeform 4980"/>
              <p:cNvSpPr>
                <a:spLocks/>
              </p:cNvSpPr>
              <p:nvPr/>
            </p:nvSpPr>
            <p:spPr bwMode="auto">
              <a:xfrm>
                <a:off x="2874" y="22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04" name="Freeform 4981"/>
              <p:cNvSpPr>
                <a:spLocks/>
              </p:cNvSpPr>
              <p:nvPr/>
            </p:nvSpPr>
            <p:spPr bwMode="auto">
              <a:xfrm>
                <a:off x="2622" y="26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05" name="Freeform 4982"/>
              <p:cNvSpPr>
                <a:spLocks/>
              </p:cNvSpPr>
              <p:nvPr/>
            </p:nvSpPr>
            <p:spPr bwMode="auto">
              <a:xfrm>
                <a:off x="3060" y="21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06" name="Freeform 4983"/>
              <p:cNvSpPr>
                <a:spLocks/>
              </p:cNvSpPr>
              <p:nvPr/>
            </p:nvSpPr>
            <p:spPr bwMode="auto">
              <a:xfrm>
                <a:off x="2574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07" name="Freeform 4984"/>
              <p:cNvSpPr>
                <a:spLocks/>
              </p:cNvSpPr>
              <p:nvPr/>
            </p:nvSpPr>
            <p:spPr bwMode="auto">
              <a:xfrm>
                <a:off x="2352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08" name="Freeform 4985"/>
              <p:cNvSpPr>
                <a:spLocks/>
              </p:cNvSpPr>
              <p:nvPr/>
            </p:nvSpPr>
            <p:spPr bwMode="auto">
              <a:xfrm>
                <a:off x="3222" y="25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09" name="Freeform 4986"/>
              <p:cNvSpPr>
                <a:spLocks/>
              </p:cNvSpPr>
              <p:nvPr/>
            </p:nvSpPr>
            <p:spPr bwMode="auto">
              <a:xfrm>
                <a:off x="3174" y="19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10" name="Freeform 4987"/>
              <p:cNvSpPr>
                <a:spLocks/>
              </p:cNvSpPr>
              <p:nvPr/>
            </p:nvSpPr>
            <p:spPr bwMode="auto">
              <a:xfrm>
                <a:off x="3024" y="23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11" name="Freeform 4988"/>
              <p:cNvSpPr>
                <a:spLocks/>
              </p:cNvSpPr>
              <p:nvPr/>
            </p:nvSpPr>
            <p:spPr bwMode="auto">
              <a:xfrm>
                <a:off x="3150" y="22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12" name="Freeform 4989"/>
              <p:cNvSpPr>
                <a:spLocks/>
              </p:cNvSpPr>
              <p:nvPr/>
            </p:nvSpPr>
            <p:spPr bwMode="auto">
              <a:xfrm>
                <a:off x="2814" y="24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13" name="Freeform 4990"/>
              <p:cNvSpPr>
                <a:spLocks/>
              </p:cNvSpPr>
              <p:nvPr/>
            </p:nvSpPr>
            <p:spPr bwMode="auto">
              <a:xfrm>
                <a:off x="3042" y="22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14" name="Freeform 4991"/>
              <p:cNvSpPr>
                <a:spLocks/>
              </p:cNvSpPr>
              <p:nvPr/>
            </p:nvSpPr>
            <p:spPr bwMode="auto">
              <a:xfrm>
                <a:off x="2994" y="26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15" name="Freeform 4992"/>
              <p:cNvSpPr>
                <a:spLocks/>
              </p:cNvSpPr>
              <p:nvPr/>
            </p:nvSpPr>
            <p:spPr bwMode="auto">
              <a:xfrm>
                <a:off x="2970" y="25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16" name="Freeform 4993"/>
              <p:cNvSpPr>
                <a:spLocks/>
              </p:cNvSpPr>
              <p:nvPr/>
            </p:nvSpPr>
            <p:spPr bwMode="auto">
              <a:xfrm>
                <a:off x="2544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17" name="Freeform 4994"/>
              <p:cNvSpPr>
                <a:spLocks/>
              </p:cNvSpPr>
              <p:nvPr/>
            </p:nvSpPr>
            <p:spPr bwMode="auto">
              <a:xfrm>
                <a:off x="2526" y="22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18" name="Freeform 4995"/>
              <p:cNvSpPr>
                <a:spLocks/>
              </p:cNvSpPr>
              <p:nvPr/>
            </p:nvSpPr>
            <p:spPr bwMode="auto">
              <a:xfrm>
                <a:off x="2790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19" name="Freeform 4996"/>
              <p:cNvSpPr>
                <a:spLocks/>
              </p:cNvSpPr>
              <p:nvPr/>
            </p:nvSpPr>
            <p:spPr bwMode="auto">
              <a:xfrm>
                <a:off x="3102" y="21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20" name="Freeform 4997"/>
              <p:cNvSpPr>
                <a:spLocks/>
              </p:cNvSpPr>
              <p:nvPr/>
            </p:nvSpPr>
            <p:spPr bwMode="auto">
              <a:xfrm>
                <a:off x="2868" y="24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21" name="Freeform 4998"/>
              <p:cNvSpPr>
                <a:spLocks/>
              </p:cNvSpPr>
              <p:nvPr/>
            </p:nvSpPr>
            <p:spPr bwMode="auto">
              <a:xfrm>
                <a:off x="3228" y="23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22" name="Freeform 4999"/>
              <p:cNvSpPr>
                <a:spLocks/>
              </p:cNvSpPr>
              <p:nvPr/>
            </p:nvSpPr>
            <p:spPr bwMode="auto">
              <a:xfrm>
                <a:off x="2658" y="26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23" name="Freeform 5000"/>
              <p:cNvSpPr>
                <a:spLocks/>
              </p:cNvSpPr>
              <p:nvPr/>
            </p:nvSpPr>
            <p:spPr bwMode="auto">
              <a:xfrm>
                <a:off x="2538" y="26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24" name="Freeform 5001"/>
              <p:cNvSpPr>
                <a:spLocks/>
              </p:cNvSpPr>
              <p:nvPr/>
            </p:nvSpPr>
            <p:spPr bwMode="auto">
              <a:xfrm>
                <a:off x="3090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25" name="Freeform 5002"/>
              <p:cNvSpPr>
                <a:spLocks/>
              </p:cNvSpPr>
              <p:nvPr/>
            </p:nvSpPr>
            <p:spPr bwMode="auto">
              <a:xfrm>
                <a:off x="2832" y="27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26" name="Freeform 5003"/>
              <p:cNvSpPr>
                <a:spLocks/>
              </p:cNvSpPr>
              <p:nvPr/>
            </p:nvSpPr>
            <p:spPr bwMode="auto">
              <a:xfrm>
                <a:off x="2706" y="23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27" name="Freeform 5004"/>
              <p:cNvSpPr>
                <a:spLocks/>
              </p:cNvSpPr>
              <p:nvPr/>
            </p:nvSpPr>
            <p:spPr bwMode="auto">
              <a:xfrm>
                <a:off x="3396" y="24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28" name="Freeform 5005"/>
              <p:cNvSpPr>
                <a:spLocks/>
              </p:cNvSpPr>
              <p:nvPr/>
            </p:nvSpPr>
            <p:spPr bwMode="auto">
              <a:xfrm>
                <a:off x="2940" y="25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29" name="Freeform 5006"/>
              <p:cNvSpPr>
                <a:spLocks/>
              </p:cNvSpPr>
              <p:nvPr/>
            </p:nvSpPr>
            <p:spPr bwMode="auto">
              <a:xfrm>
                <a:off x="2808" y="25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30" name="Freeform 5007"/>
              <p:cNvSpPr>
                <a:spLocks/>
              </p:cNvSpPr>
              <p:nvPr/>
            </p:nvSpPr>
            <p:spPr bwMode="auto">
              <a:xfrm>
                <a:off x="3066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31" name="Freeform 5008"/>
              <p:cNvSpPr>
                <a:spLocks/>
              </p:cNvSpPr>
              <p:nvPr/>
            </p:nvSpPr>
            <p:spPr bwMode="auto">
              <a:xfrm>
                <a:off x="2448" y="25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32" name="Freeform 5009"/>
              <p:cNvSpPr>
                <a:spLocks/>
              </p:cNvSpPr>
              <p:nvPr/>
            </p:nvSpPr>
            <p:spPr bwMode="auto">
              <a:xfrm>
                <a:off x="3132" y="24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33" name="Freeform 5010"/>
              <p:cNvSpPr>
                <a:spLocks/>
              </p:cNvSpPr>
              <p:nvPr/>
            </p:nvSpPr>
            <p:spPr bwMode="auto">
              <a:xfrm>
                <a:off x="2586" y="23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34" name="Freeform 5011"/>
              <p:cNvSpPr>
                <a:spLocks/>
              </p:cNvSpPr>
              <p:nvPr/>
            </p:nvSpPr>
            <p:spPr bwMode="auto">
              <a:xfrm>
                <a:off x="3426" y="21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35" name="Freeform 5012"/>
              <p:cNvSpPr>
                <a:spLocks/>
              </p:cNvSpPr>
              <p:nvPr/>
            </p:nvSpPr>
            <p:spPr bwMode="auto">
              <a:xfrm>
                <a:off x="2898" y="26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36" name="Freeform 5013"/>
              <p:cNvSpPr>
                <a:spLocks/>
              </p:cNvSpPr>
              <p:nvPr/>
            </p:nvSpPr>
            <p:spPr bwMode="auto">
              <a:xfrm>
                <a:off x="2646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37" name="Freeform 5014"/>
              <p:cNvSpPr>
                <a:spLocks/>
              </p:cNvSpPr>
              <p:nvPr/>
            </p:nvSpPr>
            <p:spPr bwMode="auto">
              <a:xfrm>
                <a:off x="3570" y="21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38" name="Freeform 5015"/>
              <p:cNvSpPr>
                <a:spLocks/>
              </p:cNvSpPr>
              <p:nvPr/>
            </p:nvSpPr>
            <p:spPr bwMode="auto">
              <a:xfrm>
                <a:off x="2238" y="24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39" name="Freeform 5016"/>
              <p:cNvSpPr>
                <a:spLocks/>
              </p:cNvSpPr>
              <p:nvPr/>
            </p:nvSpPr>
            <p:spPr bwMode="auto">
              <a:xfrm>
                <a:off x="2766" y="24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40" name="Freeform 5017"/>
              <p:cNvSpPr>
                <a:spLocks/>
              </p:cNvSpPr>
              <p:nvPr/>
            </p:nvSpPr>
            <p:spPr bwMode="auto">
              <a:xfrm>
                <a:off x="3258" y="24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41" name="Freeform 5018"/>
              <p:cNvSpPr>
                <a:spLocks/>
              </p:cNvSpPr>
              <p:nvPr/>
            </p:nvSpPr>
            <p:spPr bwMode="auto">
              <a:xfrm>
                <a:off x="2886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42" name="Freeform 5019"/>
              <p:cNvSpPr>
                <a:spLocks/>
              </p:cNvSpPr>
              <p:nvPr/>
            </p:nvSpPr>
            <p:spPr bwMode="auto">
              <a:xfrm>
                <a:off x="2520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43" name="Freeform 5020"/>
              <p:cNvSpPr>
                <a:spLocks/>
              </p:cNvSpPr>
              <p:nvPr/>
            </p:nvSpPr>
            <p:spPr bwMode="auto">
              <a:xfrm>
                <a:off x="2652" y="23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44" name="Freeform 5021"/>
              <p:cNvSpPr>
                <a:spLocks/>
              </p:cNvSpPr>
              <p:nvPr/>
            </p:nvSpPr>
            <p:spPr bwMode="auto">
              <a:xfrm>
                <a:off x="2778" y="23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45" name="Freeform 5022"/>
              <p:cNvSpPr>
                <a:spLocks/>
              </p:cNvSpPr>
              <p:nvPr/>
            </p:nvSpPr>
            <p:spPr bwMode="auto">
              <a:xfrm>
                <a:off x="3102" y="25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46" name="Freeform 5023"/>
              <p:cNvSpPr>
                <a:spLocks/>
              </p:cNvSpPr>
              <p:nvPr/>
            </p:nvSpPr>
            <p:spPr bwMode="auto">
              <a:xfrm>
                <a:off x="2838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47" name="Freeform 5024"/>
              <p:cNvSpPr>
                <a:spLocks/>
              </p:cNvSpPr>
              <p:nvPr/>
            </p:nvSpPr>
            <p:spPr bwMode="auto">
              <a:xfrm>
                <a:off x="2688" y="24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48" name="Freeform 5025"/>
              <p:cNvSpPr>
                <a:spLocks/>
              </p:cNvSpPr>
              <p:nvPr/>
            </p:nvSpPr>
            <p:spPr bwMode="auto">
              <a:xfrm>
                <a:off x="3042" y="24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49" name="Freeform 5026"/>
              <p:cNvSpPr>
                <a:spLocks/>
              </p:cNvSpPr>
              <p:nvPr/>
            </p:nvSpPr>
            <p:spPr bwMode="auto">
              <a:xfrm>
                <a:off x="2850" y="23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50" name="Freeform 5027"/>
              <p:cNvSpPr>
                <a:spLocks/>
              </p:cNvSpPr>
              <p:nvPr/>
            </p:nvSpPr>
            <p:spPr bwMode="auto">
              <a:xfrm>
                <a:off x="2610" y="26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6551" name="Freeform 5028"/>
              <p:cNvSpPr>
                <a:spLocks/>
              </p:cNvSpPr>
              <p:nvPr/>
            </p:nvSpPr>
            <p:spPr bwMode="auto">
              <a:xfrm>
                <a:off x="2874" y="22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sp>
          <p:nvSpPr>
            <p:cNvPr id="29" name="Freeform 5030"/>
            <p:cNvSpPr>
              <a:spLocks/>
            </p:cNvSpPr>
            <p:nvPr/>
          </p:nvSpPr>
          <p:spPr bwMode="auto">
            <a:xfrm>
              <a:off x="2694" y="2403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0" name="Freeform 5031"/>
            <p:cNvSpPr>
              <a:spLocks/>
            </p:cNvSpPr>
            <p:nvPr/>
          </p:nvSpPr>
          <p:spPr bwMode="auto">
            <a:xfrm>
              <a:off x="2700" y="2439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1" name="Freeform 5032"/>
            <p:cNvSpPr>
              <a:spLocks/>
            </p:cNvSpPr>
            <p:nvPr/>
          </p:nvSpPr>
          <p:spPr bwMode="auto">
            <a:xfrm>
              <a:off x="2430" y="2763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2" name="Freeform 5033"/>
            <p:cNvSpPr>
              <a:spLocks/>
            </p:cNvSpPr>
            <p:nvPr/>
          </p:nvSpPr>
          <p:spPr bwMode="auto">
            <a:xfrm>
              <a:off x="2616" y="2535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3" name="Freeform 5034"/>
            <p:cNvSpPr>
              <a:spLocks/>
            </p:cNvSpPr>
            <p:nvPr/>
          </p:nvSpPr>
          <p:spPr bwMode="auto">
            <a:xfrm>
              <a:off x="2832" y="2487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4" name="Freeform 5035"/>
            <p:cNvSpPr>
              <a:spLocks/>
            </p:cNvSpPr>
            <p:nvPr/>
          </p:nvSpPr>
          <p:spPr bwMode="auto">
            <a:xfrm>
              <a:off x="2952" y="2397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5" name="Freeform 5036"/>
            <p:cNvSpPr>
              <a:spLocks/>
            </p:cNvSpPr>
            <p:nvPr/>
          </p:nvSpPr>
          <p:spPr bwMode="auto">
            <a:xfrm>
              <a:off x="2424" y="2709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6" name="Freeform 5037"/>
            <p:cNvSpPr>
              <a:spLocks/>
            </p:cNvSpPr>
            <p:nvPr/>
          </p:nvSpPr>
          <p:spPr bwMode="auto">
            <a:xfrm>
              <a:off x="2754" y="2259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7" name="Freeform 5038"/>
            <p:cNvSpPr>
              <a:spLocks/>
            </p:cNvSpPr>
            <p:nvPr/>
          </p:nvSpPr>
          <p:spPr bwMode="auto">
            <a:xfrm>
              <a:off x="2568" y="2655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8" name="Freeform 5039"/>
            <p:cNvSpPr>
              <a:spLocks/>
            </p:cNvSpPr>
            <p:nvPr/>
          </p:nvSpPr>
          <p:spPr bwMode="auto">
            <a:xfrm>
              <a:off x="2814" y="2655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9" name="Freeform 5040"/>
            <p:cNvSpPr>
              <a:spLocks/>
            </p:cNvSpPr>
            <p:nvPr/>
          </p:nvSpPr>
          <p:spPr bwMode="auto">
            <a:xfrm>
              <a:off x="2886" y="2481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0" name="Freeform 5041"/>
            <p:cNvSpPr>
              <a:spLocks/>
            </p:cNvSpPr>
            <p:nvPr/>
          </p:nvSpPr>
          <p:spPr bwMode="auto">
            <a:xfrm>
              <a:off x="2538" y="2301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1" name="Freeform 5042"/>
            <p:cNvSpPr>
              <a:spLocks/>
            </p:cNvSpPr>
            <p:nvPr/>
          </p:nvSpPr>
          <p:spPr bwMode="auto">
            <a:xfrm>
              <a:off x="3114" y="2127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2" name="Freeform 5043"/>
            <p:cNvSpPr>
              <a:spLocks/>
            </p:cNvSpPr>
            <p:nvPr/>
          </p:nvSpPr>
          <p:spPr bwMode="auto">
            <a:xfrm>
              <a:off x="3072" y="2463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3" name="Freeform 5044"/>
            <p:cNvSpPr>
              <a:spLocks/>
            </p:cNvSpPr>
            <p:nvPr/>
          </p:nvSpPr>
          <p:spPr bwMode="auto">
            <a:xfrm>
              <a:off x="2928" y="2391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4" name="Freeform 5045"/>
            <p:cNvSpPr>
              <a:spLocks/>
            </p:cNvSpPr>
            <p:nvPr/>
          </p:nvSpPr>
          <p:spPr bwMode="auto">
            <a:xfrm>
              <a:off x="3078" y="2649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5" name="Freeform 5046"/>
            <p:cNvSpPr>
              <a:spLocks/>
            </p:cNvSpPr>
            <p:nvPr/>
          </p:nvSpPr>
          <p:spPr bwMode="auto">
            <a:xfrm>
              <a:off x="2496" y="2403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6" name="Freeform 5047"/>
            <p:cNvSpPr>
              <a:spLocks/>
            </p:cNvSpPr>
            <p:nvPr/>
          </p:nvSpPr>
          <p:spPr bwMode="auto">
            <a:xfrm>
              <a:off x="2724" y="2433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7" name="Freeform 5048"/>
            <p:cNvSpPr>
              <a:spLocks/>
            </p:cNvSpPr>
            <p:nvPr/>
          </p:nvSpPr>
          <p:spPr bwMode="auto">
            <a:xfrm>
              <a:off x="2214" y="2835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8" name="Freeform 5049"/>
            <p:cNvSpPr>
              <a:spLocks/>
            </p:cNvSpPr>
            <p:nvPr/>
          </p:nvSpPr>
          <p:spPr bwMode="auto">
            <a:xfrm>
              <a:off x="2514" y="2535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9" name="Freeform 5050"/>
            <p:cNvSpPr>
              <a:spLocks/>
            </p:cNvSpPr>
            <p:nvPr/>
          </p:nvSpPr>
          <p:spPr bwMode="auto">
            <a:xfrm>
              <a:off x="3288" y="2313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0" name="Freeform 5051"/>
            <p:cNvSpPr>
              <a:spLocks/>
            </p:cNvSpPr>
            <p:nvPr/>
          </p:nvSpPr>
          <p:spPr bwMode="auto">
            <a:xfrm>
              <a:off x="3270" y="2247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1" name="Freeform 5052"/>
            <p:cNvSpPr>
              <a:spLocks/>
            </p:cNvSpPr>
            <p:nvPr/>
          </p:nvSpPr>
          <p:spPr bwMode="auto">
            <a:xfrm>
              <a:off x="2508" y="2337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2" name="Freeform 5053"/>
            <p:cNvSpPr>
              <a:spLocks/>
            </p:cNvSpPr>
            <p:nvPr/>
          </p:nvSpPr>
          <p:spPr bwMode="auto">
            <a:xfrm>
              <a:off x="2664" y="2379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3" name="Freeform 5054"/>
            <p:cNvSpPr>
              <a:spLocks/>
            </p:cNvSpPr>
            <p:nvPr/>
          </p:nvSpPr>
          <p:spPr bwMode="auto">
            <a:xfrm>
              <a:off x="3180" y="2223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4" name="Freeform 5055"/>
            <p:cNvSpPr>
              <a:spLocks/>
            </p:cNvSpPr>
            <p:nvPr/>
          </p:nvSpPr>
          <p:spPr bwMode="auto">
            <a:xfrm>
              <a:off x="3474" y="2205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5" name="Freeform 5056"/>
            <p:cNvSpPr>
              <a:spLocks/>
            </p:cNvSpPr>
            <p:nvPr/>
          </p:nvSpPr>
          <p:spPr bwMode="auto">
            <a:xfrm>
              <a:off x="3156" y="2283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6" name="Freeform 5057"/>
            <p:cNvSpPr>
              <a:spLocks/>
            </p:cNvSpPr>
            <p:nvPr/>
          </p:nvSpPr>
          <p:spPr bwMode="auto">
            <a:xfrm>
              <a:off x="2556" y="2625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7" name="Freeform 5058"/>
            <p:cNvSpPr>
              <a:spLocks/>
            </p:cNvSpPr>
            <p:nvPr/>
          </p:nvSpPr>
          <p:spPr bwMode="auto">
            <a:xfrm>
              <a:off x="3036" y="2691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" name="Freeform 5059"/>
            <p:cNvSpPr>
              <a:spLocks/>
            </p:cNvSpPr>
            <p:nvPr/>
          </p:nvSpPr>
          <p:spPr bwMode="auto">
            <a:xfrm>
              <a:off x="2874" y="2391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9" name="Freeform 5060"/>
            <p:cNvSpPr>
              <a:spLocks/>
            </p:cNvSpPr>
            <p:nvPr/>
          </p:nvSpPr>
          <p:spPr bwMode="auto">
            <a:xfrm>
              <a:off x="3324" y="2505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60" name="Freeform 5061"/>
            <p:cNvSpPr>
              <a:spLocks/>
            </p:cNvSpPr>
            <p:nvPr/>
          </p:nvSpPr>
          <p:spPr bwMode="auto">
            <a:xfrm>
              <a:off x="3276" y="2457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61" name="Freeform 5062"/>
            <p:cNvSpPr>
              <a:spLocks/>
            </p:cNvSpPr>
            <p:nvPr/>
          </p:nvSpPr>
          <p:spPr bwMode="auto">
            <a:xfrm>
              <a:off x="2712" y="2427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62" name="Freeform 5063"/>
            <p:cNvSpPr>
              <a:spLocks/>
            </p:cNvSpPr>
            <p:nvPr/>
          </p:nvSpPr>
          <p:spPr bwMode="auto">
            <a:xfrm>
              <a:off x="3108" y="2277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63" name="Freeform 5064"/>
            <p:cNvSpPr>
              <a:spLocks/>
            </p:cNvSpPr>
            <p:nvPr/>
          </p:nvSpPr>
          <p:spPr bwMode="auto">
            <a:xfrm>
              <a:off x="2880" y="2559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6320" name="Freeform 5065"/>
            <p:cNvSpPr>
              <a:spLocks/>
            </p:cNvSpPr>
            <p:nvPr/>
          </p:nvSpPr>
          <p:spPr bwMode="auto">
            <a:xfrm>
              <a:off x="2574" y="2583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6321" name="Freeform 5066"/>
            <p:cNvSpPr>
              <a:spLocks/>
            </p:cNvSpPr>
            <p:nvPr/>
          </p:nvSpPr>
          <p:spPr bwMode="auto">
            <a:xfrm>
              <a:off x="2826" y="2505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6326" name="Rectangle 5067"/>
            <p:cNvSpPr>
              <a:spLocks noChangeArrowheads="1"/>
            </p:cNvSpPr>
            <p:nvPr/>
          </p:nvSpPr>
          <p:spPr bwMode="auto">
            <a:xfrm>
              <a:off x="2754" y="3393"/>
              <a:ext cx="102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-5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27" name="Rectangle 5068"/>
            <p:cNvSpPr>
              <a:spLocks noChangeArrowheads="1"/>
            </p:cNvSpPr>
            <p:nvPr/>
          </p:nvSpPr>
          <p:spPr bwMode="auto">
            <a:xfrm>
              <a:off x="2754" y="3201"/>
              <a:ext cx="102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-4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28" name="Rectangle 5069"/>
            <p:cNvSpPr>
              <a:spLocks noChangeArrowheads="1"/>
            </p:cNvSpPr>
            <p:nvPr/>
          </p:nvSpPr>
          <p:spPr bwMode="auto">
            <a:xfrm>
              <a:off x="2754" y="3003"/>
              <a:ext cx="102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-3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29" name="Rectangle 5070"/>
            <p:cNvSpPr>
              <a:spLocks noChangeArrowheads="1"/>
            </p:cNvSpPr>
            <p:nvPr/>
          </p:nvSpPr>
          <p:spPr bwMode="auto">
            <a:xfrm>
              <a:off x="2754" y="2811"/>
              <a:ext cx="102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-2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30" name="Rectangle 5071"/>
            <p:cNvSpPr>
              <a:spLocks noChangeArrowheads="1"/>
            </p:cNvSpPr>
            <p:nvPr/>
          </p:nvSpPr>
          <p:spPr bwMode="auto">
            <a:xfrm>
              <a:off x="2754" y="2613"/>
              <a:ext cx="102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-1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31" name="Rectangle 5072"/>
            <p:cNvSpPr>
              <a:spLocks noChangeArrowheads="1"/>
            </p:cNvSpPr>
            <p:nvPr/>
          </p:nvSpPr>
          <p:spPr bwMode="auto">
            <a:xfrm>
              <a:off x="2778" y="2421"/>
              <a:ext cx="78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32" name="Rectangle 5073"/>
            <p:cNvSpPr>
              <a:spLocks noChangeArrowheads="1"/>
            </p:cNvSpPr>
            <p:nvPr/>
          </p:nvSpPr>
          <p:spPr bwMode="auto">
            <a:xfrm>
              <a:off x="2778" y="2229"/>
              <a:ext cx="78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33" name="Rectangle 5074"/>
            <p:cNvSpPr>
              <a:spLocks noChangeArrowheads="1"/>
            </p:cNvSpPr>
            <p:nvPr/>
          </p:nvSpPr>
          <p:spPr bwMode="auto">
            <a:xfrm>
              <a:off x="2778" y="2031"/>
              <a:ext cx="78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34" name="Rectangle 5075"/>
            <p:cNvSpPr>
              <a:spLocks noChangeArrowheads="1"/>
            </p:cNvSpPr>
            <p:nvPr/>
          </p:nvSpPr>
          <p:spPr bwMode="auto">
            <a:xfrm>
              <a:off x="2778" y="1839"/>
              <a:ext cx="78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35" name="Rectangle 5076"/>
            <p:cNvSpPr>
              <a:spLocks noChangeArrowheads="1"/>
            </p:cNvSpPr>
            <p:nvPr/>
          </p:nvSpPr>
          <p:spPr bwMode="auto">
            <a:xfrm>
              <a:off x="2778" y="1641"/>
              <a:ext cx="78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36" name="Rectangle 5077"/>
            <p:cNvSpPr>
              <a:spLocks noChangeArrowheads="1"/>
            </p:cNvSpPr>
            <p:nvPr/>
          </p:nvSpPr>
          <p:spPr bwMode="auto">
            <a:xfrm>
              <a:off x="2778" y="1449"/>
              <a:ext cx="78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37" name="Rectangle 5078"/>
            <p:cNvSpPr>
              <a:spLocks noChangeArrowheads="1"/>
            </p:cNvSpPr>
            <p:nvPr/>
          </p:nvSpPr>
          <p:spPr bwMode="auto">
            <a:xfrm>
              <a:off x="1506" y="2535"/>
              <a:ext cx="102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-5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38" name="Rectangle 5079"/>
            <p:cNvSpPr>
              <a:spLocks noChangeArrowheads="1"/>
            </p:cNvSpPr>
            <p:nvPr/>
          </p:nvSpPr>
          <p:spPr bwMode="auto">
            <a:xfrm>
              <a:off x="1776" y="2535"/>
              <a:ext cx="102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-4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39" name="Rectangle 5080"/>
            <p:cNvSpPr>
              <a:spLocks noChangeArrowheads="1"/>
            </p:cNvSpPr>
            <p:nvPr/>
          </p:nvSpPr>
          <p:spPr bwMode="auto">
            <a:xfrm>
              <a:off x="2040" y="2535"/>
              <a:ext cx="102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-3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40" name="Rectangle 5081"/>
            <p:cNvSpPr>
              <a:spLocks noChangeArrowheads="1"/>
            </p:cNvSpPr>
            <p:nvPr/>
          </p:nvSpPr>
          <p:spPr bwMode="auto">
            <a:xfrm>
              <a:off x="2310" y="2535"/>
              <a:ext cx="102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-2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41" name="Rectangle 5082"/>
            <p:cNvSpPr>
              <a:spLocks noChangeArrowheads="1"/>
            </p:cNvSpPr>
            <p:nvPr/>
          </p:nvSpPr>
          <p:spPr bwMode="auto">
            <a:xfrm>
              <a:off x="2580" y="2535"/>
              <a:ext cx="102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-1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42" name="Rectangle 5083"/>
            <p:cNvSpPr>
              <a:spLocks noChangeArrowheads="1"/>
            </p:cNvSpPr>
            <p:nvPr/>
          </p:nvSpPr>
          <p:spPr bwMode="auto">
            <a:xfrm>
              <a:off x="2862" y="2535"/>
              <a:ext cx="78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43" name="Rectangle 5084"/>
            <p:cNvSpPr>
              <a:spLocks noChangeArrowheads="1"/>
            </p:cNvSpPr>
            <p:nvPr/>
          </p:nvSpPr>
          <p:spPr bwMode="auto">
            <a:xfrm>
              <a:off x="3126" y="2535"/>
              <a:ext cx="78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44" name="Rectangle 5085"/>
            <p:cNvSpPr>
              <a:spLocks noChangeArrowheads="1"/>
            </p:cNvSpPr>
            <p:nvPr/>
          </p:nvSpPr>
          <p:spPr bwMode="auto">
            <a:xfrm>
              <a:off x="3396" y="2535"/>
              <a:ext cx="78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45" name="Rectangle 5086"/>
            <p:cNvSpPr>
              <a:spLocks noChangeArrowheads="1"/>
            </p:cNvSpPr>
            <p:nvPr/>
          </p:nvSpPr>
          <p:spPr bwMode="auto">
            <a:xfrm>
              <a:off x="3666" y="2535"/>
              <a:ext cx="78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46" name="Rectangle 5087"/>
            <p:cNvSpPr>
              <a:spLocks noChangeArrowheads="1"/>
            </p:cNvSpPr>
            <p:nvPr/>
          </p:nvSpPr>
          <p:spPr bwMode="auto">
            <a:xfrm>
              <a:off x="3930" y="2535"/>
              <a:ext cx="78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47" name="Rectangle 5088"/>
            <p:cNvSpPr>
              <a:spLocks noChangeArrowheads="1"/>
            </p:cNvSpPr>
            <p:nvPr/>
          </p:nvSpPr>
          <p:spPr bwMode="auto">
            <a:xfrm>
              <a:off x="4200" y="2535"/>
              <a:ext cx="78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348" name="Line 5089"/>
            <p:cNvSpPr>
              <a:spLocks noChangeShapeType="1"/>
            </p:cNvSpPr>
            <p:nvPr/>
          </p:nvSpPr>
          <p:spPr bwMode="auto">
            <a:xfrm>
              <a:off x="3504" y="1581"/>
              <a:ext cx="0" cy="1698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6349" name="Line 5090"/>
            <p:cNvSpPr>
              <a:spLocks noChangeShapeType="1"/>
            </p:cNvSpPr>
            <p:nvPr/>
          </p:nvSpPr>
          <p:spPr bwMode="auto">
            <a:xfrm>
              <a:off x="1650" y="2925"/>
              <a:ext cx="2466" cy="0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6350" name="Line 5091"/>
            <p:cNvSpPr>
              <a:spLocks noChangeShapeType="1"/>
            </p:cNvSpPr>
            <p:nvPr/>
          </p:nvSpPr>
          <p:spPr bwMode="auto">
            <a:xfrm>
              <a:off x="1650" y="2013"/>
              <a:ext cx="2304" cy="0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6351" name="Line 5092"/>
            <p:cNvSpPr>
              <a:spLocks noChangeShapeType="1"/>
            </p:cNvSpPr>
            <p:nvPr/>
          </p:nvSpPr>
          <p:spPr bwMode="auto">
            <a:xfrm>
              <a:off x="2250" y="1611"/>
              <a:ext cx="0" cy="1632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16695"/>
            <a:ext cx="7543800" cy="1295400"/>
          </a:xfrm>
        </p:spPr>
        <p:txBody>
          <a:bodyPr/>
          <a:lstStyle/>
          <a:p>
            <a:pPr eaLnBrk="1" hangingPunct="1"/>
            <a:r>
              <a:rPr lang="en-US" altLang="en-US" sz="3200" dirty="0"/>
              <a:t>5000 Random Samples from the Bivariate Student t (4 degrees of freedom, 0.5 correlation) </a:t>
            </a:r>
            <a:r>
              <a:rPr lang="en-US" altLang="en-US" sz="2400" dirty="0"/>
              <a:t>(Figure 9.5)</a:t>
            </a:r>
          </a:p>
        </p:txBody>
      </p:sp>
      <p:sp>
        <p:nvSpPr>
          <p:cNvPr id="58371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dirty="0">
                <a:cs typeface="Arial" panose="020B0604020202020204" pitchFamily="34" charset="0"/>
              </a:rPr>
              <a:t> </a:t>
            </a:r>
          </a:p>
        </p:txBody>
      </p:sp>
      <p:sp>
        <p:nvSpPr>
          <p:cNvPr id="58372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58373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69D2CE4-FA6F-4EDD-A475-0E8133781773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21</a:t>
            </a:fld>
            <a:endParaRPr lang="en-US" altLang="en-US" sz="1800"/>
          </a:p>
        </p:txBody>
      </p:sp>
      <p:grpSp>
        <p:nvGrpSpPr>
          <p:cNvPr id="2" name="Group 4"/>
          <p:cNvGrpSpPr>
            <a:grpSpLocks noChangeAspect="1"/>
          </p:cNvGrpSpPr>
          <p:nvPr/>
        </p:nvGrpSpPr>
        <p:grpSpPr bwMode="auto">
          <a:xfrm>
            <a:off x="1763713" y="1484313"/>
            <a:ext cx="4676775" cy="3686175"/>
            <a:chOff x="1111" y="935"/>
            <a:chExt cx="2946" cy="2322"/>
          </a:xfrm>
        </p:grpSpPr>
        <p:sp>
          <p:nvSpPr>
            <p:cNvPr id="3" name="AutoShape 3"/>
            <p:cNvSpPr>
              <a:spLocks noChangeAspect="1" noChangeArrowheads="1" noTextEdit="1"/>
            </p:cNvSpPr>
            <p:nvPr/>
          </p:nvSpPr>
          <p:spPr bwMode="auto">
            <a:xfrm>
              <a:off x="1111" y="935"/>
              <a:ext cx="2946" cy="23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grpSp>
          <p:nvGrpSpPr>
            <p:cNvPr id="4" name="Group 205"/>
            <p:cNvGrpSpPr>
              <a:grpSpLocks/>
            </p:cNvGrpSpPr>
            <p:nvPr/>
          </p:nvGrpSpPr>
          <p:grpSpPr bwMode="auto">
            <a:xfrm>
              <a:off x="1141" y="965"/>
              <a:ext cx="2886" cy="2268"/>
              <a:chOff x="1141" y="965"/>
              <a:chExt cx="2886" cy="2268"/>
            </a:xfrm>
          </p:grpSpPr>
          <p:sp>
            <p:nvSpPr>
              <p:cNvPr id="63206" name="Rectangle 5"/>
              <p:cNvSpPr>
                <a:spLocks noChangeArrowheads="1"/>
              </p:cNvSpPr>
              <p:nvPr/>
            </p:nvSpPr>
            <p:spPr bwMode="auto">
              <a:xfrm>
                <a:off x="1141" y="965"/>
                <a:ext cx="2886" cy="226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07" name="Rectangle 6"/>
              <p:cNvSpPr>
                <a:spLocks noChangeArrowheads="1"/>
              </p:cNvSpPr>
              <p:nvPr/>
            </p:nvSpPr>
            <p:spPr bwMode="auto">
              <a:xfrm>
                <a:off x="1207" y="1061"/>
                <a:ext cx="2221" cy="199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08" name="Line 7"/>
              <p:cNvSpPr>
                <a:spLocks noChangeShapeType="1"/>
              </p:cNvSpPr>
              <p:nvPr/>
            </p:nvSpPr>
            <p:spPr bwMode="auto">
              <a:xfrm>
                <a:off x="1207" y="3054"/>
                <a:ext cx="2221" cy="0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09" name="Line 8"/>
              <p:cNvSpPr>
                <a:spLocks noChangeShapeType="1"/>
              </p:cNvSpPr>
              <p:nvPr/>
            </p:nvSpPr>
            <p:spPr bwMode="auto">
              <a:xfrm>
                <a:off x="1207" y="2557"/>
                <a:ext cx="2221" cy="0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10" name="Line 9"/>
              <p:cNvSpPr>
                <a:spLocks noChangeShapeType="1"/>
              </p:cNvSpPr>
              <p:nvPr/>
            </p:nvSpPr>
            <p:spPr bwMode="auto">
              <a:xfrm>
                <a:off x="1207" y="1557"/>
                <a:ext cx="2221" cy="0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11" name="Line 10"/>
              <p:cNvSpPr>
                <a:spLocks noChangeShapeType="1"/>
              </p:cNvSpPr>
              <p:nvPr/>
            </p:nvSpPr>
            <p:spPr bwMode="auto">
              <a:xfrm>
                <a:off x="1207" y="1061"/>
                <a:ext cx="2221" cy="0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12" name="Rectangle 11"/>
              <p:cNvSpPr>
                <a:spLocks noChangeArrowheads="1"/>
              </p:cNvSpPr>
              <p:nvPr/>
            </p:nvSpPr>
            <p:spPr bwMode="auto">
              <a:xfrm>
                <a:off x="1207" y="1061"/>
                <a:ext cx="2221" cy="1993"/>
              </a:xfrm>
              <a:prstGeom prst="rect">
                <a:avLst/>
              </a:prstGeom>
              <a:noFill/>
              <a:ln w="9525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13" name="Line 12"/>
              <p:cNvSpPr>
                <a:spLocks noChangeShapeType="1"/>
              </p:cNvSpPr>
              <p:nvPr/>
            </p:nvSpPr>
            <p:spPr bwMode="auto">
              <a:xfrm>
                <a:off x="2321" y="1061"/>
                <a:ext cx="0" cy="199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14" name="Line 13"/>
              <p:cNvSpPr>
                <a:spLocks noChangeShapeType="1"/>
              </p:cNvSpPr>
              <p:nvPr/>
            </p:nvSpPr>
            <p:spPr bwMode="auto">
              <a:xfrm>
                <a:off x="2303" y="3054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15" name="Line 14"/>
              <p:cNvSpPr>
                <a:spLocks noChangeShapeType="1"/>
              </p:cNvSpPr>
              <p:nvPr/>
            </p:nvSpPr>
            <p:spPr bwMode="auto">
              <a:xfrm>
                <a:off x="2303" y="2952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16" name="Line 15"/>
              <p:cNvSpPr>
                <a:spLocks noChangeShapeType="1"/>
              </p:cNvSpPr>
              <p:nvPr/>
            </p:nvSpPr>
            <p:spPr bwMode="auto">
              <a:xfrm>
                <a:off x="2303" y="2856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17" name="Line 16"/>
              <p:cNvSpPr>
                <a:spLocks noChangeShapeType="1"/>
              </p:cNvSpPr>
              <p:nvPr/>
            </p:nvSpPr>
            <p:spPr bwMode="auto">
              <a:xfrm>
                <a:off x="2303" y="2754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18" name="Line 17"/>
              <p:cNvSpPr>
                <a:spLocks noChangeShapeType="1"/>
              </p:cNvSpPr>
              <p:nvPr/>
            </p:nvSpPr>
            <p:spPr bwMode="auto">
              <a:xfrm>
                <a:off x="2303" y="2653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19" name="Line 18"/>
              <p:cNvSpPr>
                <a:spLocks noChangeShapeType="1"/>
              </p:cNvSpPr>
              <p:nvPr/>
            </p:nvSpPr>
            <p:spPr bwMode="auto">
              <a:xfrm>
                <a:off x="2303" y="255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20" name="Line 19"/>
              <p:cNvSpPr>
                <a:spLocks noChangeShapeType="1"/>
              </p:cNvSpPr>
              <p:nvPr/>
            </p:nvSpPr>
            <p:spPr bwMode="auto">
              <a:xfrm>
                <a:off x="2303" y="2455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21" name="Line 20"/>
              <p:cNvSpPr>
                <a:spLocks noChangeShapeType="1"/>
              </p:cNvSpPr>
              <p:nvPr/>
            </p:nvSpPr>
            <p:spPr bwMode="auto">
              <a:xfrm>
                <a:off x="2303" y="2353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22" name="Line 21"/>
              <p:cNvSpPr>
                <a:spLocks noChangeShapeType="1"/>
              </p:cNvSpPr>
              <p:nvPr/>
            </p:nvSpPr>
            <p:spPr bwMode="auto">
              <a:xfrm>
                <a:off x="2303" y="2258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23" name="Line 22"/>
              <p:cNvSpPr>
                <a:spLocks noChangeShapeType="1"/>
              </p:cNvSpPr>
              <p:nvPr/>
            </p:nvSpPr>
            <p:spPr bwMode="auto">
              <a:xfrm>
                <a:off x="2303" y="2156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24" name="Line 23"/>
              <p:cNvSpPr>
                <a:spLocks noChangeShapeType="1"/>
              </p:cNvSpPr>
              <p:nvPr/>
            </p:nvSpPr>
            <p:spPr bwMode="auto">
              <a:xfrm>
                <a:off x="2303" y="2054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25" name="Line 24"/>
              <p:cNvSpPr>
                <a:spLocks noChangeShapeType="1"/>
              </p:cNvSpPr>
              <p:nvPr/>
            </p:nvSpPr>
            <p:spPr bwMode="auto">
              <a:xfrm>
                <a:off x="2303" y="1958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26" name="Line 25"/>
              <p:cNvSpPr>
                <a:spLocks noChangeShapeType="1"/>
              </p:cNvSpPr>
              <p:nvPr/>
            </p:nvSpPr>
            <p:spPr bwMode="auto">
              <a:xfrm>
                <a:off x="2303" y="185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27" name="Line 26"/>
              <p:cNvSpPr>
                <a:spLocks noChangeShapeType="1"/>
              </p:cNvSpPr>
              <p:nvPr/>
            </p:nvSpPr>
            <p:spPr bwMode="auto">
              <a:xfrm>
                <a:off x="2303" y="1761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28" name="Line 27"/>
              <p:cNvSpPr>
                <a:spLocks noChangeShapeType="1"/>
              </p:cNvSpPr>
              <p:nvPr/>
            </p:nvSpPr>
            <p:spPr bwMode="auto">
              <a:xfrm>
                <a:off x="2303" y="1659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29" name="Line 28"/>
              <p:cNvSpPr>
                <a:spLocks noChangeShapeType="1"/>
              </p:cNvSpPr>
              <p:nvPr/>
            </p:nvSpPr>
            <p:spPr bwMode="auto">
              <a:xfrm>
                <a:off x="2303" y="1557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30" name="Line 29"/>
              <p:cNvSpPr>
                <a:spLocks noChangeShapeType="1"/>
              </p:cNvSpPr>
              <p:nvPr/>
            </p:nvSpPr>
            <p:spPr bwMode="auto">
              <a:xfrm>
                <a:off x="2303" y="1462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31" name="Line 30"/>
              <p:cNvSpPr>
                <a:spLocks noChangeShapeType="1"/>
              </p:cNvSpPr>
              <p:nvPr/>
            </p:nvSpPr>
            <p:spPr bwMode="auto">
              <a:xfrm>
                <a:off x="2303" y="1360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32" name="Line 31"/>
              <p:cNvSpPr>
                <a:spLocks noChangeShapeType="1"/>
              </p:cNvSpPr>
              <p:nvPr/>
            </p:nvSpPr>
            <p:spPr bwMode="auto">
              <a:xfrm>
                <a:off x="2303" y="1258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33" name="Line 32"/>
              <p:cNvSpPr>
                <a:spLocks noChangeShapeType="1"/>
              </p:cNvSpPr>
              <p:nvPr/>
            </p:nvSpPr>
            <p:spPr bwMode="auto">
              <a:xfrm>
                <a:off x="2303" y="1162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34" name="Line 33"/>
              <p:cNvSpPr>
                <a:spLocks noChangeShapeType="1"/>
              </p:cNvSpPr>
              <p:nvPr/>
            </p:nvSpPr>
            <p:spPr bwMode="auto">
              <a:xfrm>
                <a:off x="2303" y="1061"/>
                <a:ext cx="1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35" name="Line 34"/>
              <p:cNvSpPr>
                <a:spLocks noChangeShapeType="1"/>
              </p:cNvSpPr>
              <p:nvPr/>
            </p:nvSpPr>
            <p:spPr bwMode="auto">
              <a:xfrm>
                <a:off x="2297" y="3054"/>
                <a:ext cx="4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36" name="Line 35"/>
              <p:cNvSpPr>
                <a:spLocks noChangeShapeType="1"/>
              </p:cNvSpPr>
              <p:nvPr/>
            </p:nvSpPr>
            <p:spPr bwMode="auto">
              <a:xfrm>
                <a:off x="2297" y="2557"/>
                <a:ext cx="4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37" name="Line 36"/>
              <p:cNvSpPr>
                <a:spLocks noChangeShapeType="1"/>
              </p:cNvSpPr>
              <p:nvPr/>
            </p:nvSpPr>
            <p:spPr bwMode="auto">
              <a:xfrm>
                <a:off x="2297" y="2060"/>
                <a:ext cx="4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38" name="Line 37"/>
              <p:cNvSpPr>
                <a:spLocks noChangeShapeType="1"/>
              </p:cNvSpPr>
              <p:nvPr/>
            </p:nvSpPr>
            <p:spPr bwMode="auto">
              <a:xfrm>
                <a:off x="2297" y="1557"/>
                <a:ext cx="4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39" name="Line 38"/>
              <p:cNvSpPr>
                <a:spLocks noChangeShapeType="1"/>
              </p:cNvSpPr>
              <p:nvPr/>
            </p:nvSpPr>
            <p:spPr bwMode="auto">
              <a:xfrm>
                <a:off x="2297" y="1061"/>
                <a:ext cx="4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40" name="Line 39"/>
              <p:cNvSpPr>
                <a:spLocks noChangeShapeType="1"/>
              </p:cNvSpPr>
              <p:nvPr/>
            </p:nvSpPr>
            <p:spPr bwMode="auto">
              <a:xfrm>
                <a:off x="1207" y="2060"/>
                <a:ext cx="2221" cy="0"/>
              </a:xfrm>
              <a:prstGeom prst="line">
                <a:avLst/>
              </a:prstGeom>
              <a:ln w="12700">
                <a:headEnd/>
                <a:tailEnd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41" name="Line 40"/>
              <p:cNvSpPr>
                <a:spLocks noChangeShapeType="1"/>
              </p:cNvSpPr>
              <p:nvPr/>
            </p:nvSpPr>
            <p:spPr bwMode="auto">
              <a:xfrm flipV="1">
                <a:off x="1207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42" name="Line 41"/>
              <p:cNvSpPr>
                <a:spLocks noChangeShapeType="1"/>
              </p:cNvSpPr>
              <p:nvPr/>
            </p:nvSpPr>
            <p:spPr bwMode="auto">
              <a:xfrm flipV="1">
                <a:off x="1321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43" name="Line 42"/>
              <p:cNvSpPr>
                <a:spLocks noChangeShapeType="1"/>
              </p:cNvSpPr>
              <p:nvPr/>
            </p:nvSpPr>
            <p:spPr bwMode="auto">
              <a:xfrm flipV="1">
                <a:off x="1428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44" name="Line 43"/>
              <p:cNvSpPr>
                <a:spLocks noChangeShapeType="1"/>
              </p:cNvSpPr>
              <p:nvPr/>
            </p:nvSpPr>
            <p:spPr bwMode="auto">
              <a:xfrm flipV="1">
                <a:off x="1542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45" name="Line 44"/>
              <p:cNvSpPr>
                <a:spLocks noChangeShapeType="1"/>
              </p:cNvSpPr>
              <p:nvPr/>
            </p:nvSpPr>
            <p:spPr bwMode="auto">
              <a:xfrm flipV="1">
                <a:off x="1650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46" name="Line 45"/>
              <p:cNvSpPr>
                <a:spLocks noChangeShapeType="1"/>
              </p:cNvSpPr>
              <p:nvPr/>
            </p:nvSpPr>
            <p:spPr bwMode="auto">
              <a:xfrm flipV="1">
                <a:off x="1764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47" name="Line 46"/>
              <p:cNvSpPr>
                <a:spLocks noChangeShapeType="1"/>
              </p:cNvSpPr>
              <p:nvPr/>
            </p:nvSpPr>
            <p:spPr bwMode="auto">
              <a:xfrm flipV="1">
                <a:off x="1871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48" name="Line 47"/>
              <p:cNvSpPr>
                <a:spLocks noChangeShapeType="1"/>
              </p:cNvSpPr>
              <p:nvPr/>
            </p:nvSpPr>
            <p:spPr bwMode="auto">
              <a:xfrm flipV="1">
                <a:off x="1985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49" name="Line 48"/>
              <p:cNvSpPr>
                <a:spLocks noChangeShapeType="1"/>
              </p:cNvSpPr>
              <p:nvPr/>
            </p:nvSpPr>
            <p:spPr bwMode="auto">
              <a:xfrm flipV="1">
                <a:off x="2093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50" name="Line 49"/>
              <p:cNvSpPr>
                <a:spLocks noChangeShapeType="1"/>
              </p:cNvSpPr>
              <p:nvPr/>
            </p:nvSpPr>
            <p:spPr bwMode="auto">
              <a:xfrm flipV="1">
                <a:off x="2207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51" name="Line 50"/>
              <p:cNvSpPr>
                <a:spLocks noChangeShapeType="1"/>
              </p:cNvSpPr>
              <p:nvPr/>
            </p:nvSpPr>
            <p:spPr bwMode="auto">
              <a:xfrm flipV="1">
                <a:off x="2321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52" name="Line 51"/>
              <p:cNvSpPr>
                <a:spLocks noChangeShapeType="1"/>
              </p:cNvSpPr>
              <p:nvPr/>
            </p:nvSpPr>
            <p:spPr bwMode="auto">
              <a:xfrm flipV="1">
                <a:off x="2428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53" name="Line 52"/>
              <p:cNvSpPr>
                <a:spLocks noChangeShapeType="1"/>
              </p:cNvSpPr>
              <p:nvPr/>
            </p:nvSpPr>
            <p:spPr bwMode="auto">
              <a:xfrm flipV="1">
                <a:off x="2542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54" name="Line 53"/>
              <p:cNvSpPr>
                <a:spLocks noChangeShapeType="1"/>
              </p:cNvSpPr>
              <p:nvPr/>
            </p:nvSpPr>
            <p:spPr bwMode="auto">
              <a:xfrm flipV="1">
                <a:off x="2650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55" name="Line 54"/>
              <p:cNvSpPr>
                <a:spLocks noChangeShapeType="1"/>
              </p:cNvSpPr>
              <p:nvPr/>
            </p:nvSpPr>
            <p:spPr bwMode="auto">
              <a:xfrm flipV="1">
                <a:off x="2764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56" name="Line 55"/>
              <p:cNvSpPr>
                <a:spLocks noChangeShapeType="1"/>
              </p:cNvSpPr>
              <p:nvPr/>
            </p:nvSpPr>
            <p:spPr bwMode="auto">
              <a:xfrm flipV="1">
                <a:off x="2871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57" name="Line 56"/>
              <p:cNvSpPr>
                <a:spLocks noChangeShapeType="1"/>
              </p:cNvSpPr>
              <p:nvPr/>
            </p:nvSpPr>
            <p:spPr bwMode="auto">
              <a:xfrm flipV="1">
                <a:off x="2985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58" name="Line 57"/>
              <p:cNvSpPr>
                <a:spLocks noChangeShapeType="1"/>
              </p:cNvSpPr>
              <p:nvPr/>
            </p:nvSpPr>
            <p:spPr bwMode="auto">
              <a:xfrm flipV="1">
                <a:off x="3093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59" name="Line 58"/>
              <p:cNvSpPr>
                <a:spLocks noChangeShapeType="1"/>
              </p:cNvSpPr>
              <p:nvPr/>
            </p:nvSpPr>
            <p:spPr bwMode="auto">
              <a:xfrm flipV="1">
                <a:off x="3207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60" name="Line 59"/>
              <p:cNvSpPr>
                <a:spLocks noChangeShapeType="1"/>
              </p:cNvSpPr>
              <p:nvPr/>
            </p:nvSpPr>
            <p:spPr bwMode="auto">
              <a:xfrm flipV="1">
                <a:off x="3315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61" name="Line 60"/>
              <p:cNvSpPr>
                <a:spLocks noChangeShapeType="1"/>
              </p:cNvSpPr>
              <p:nvPr/>
            </p:nvSpPr>
            <p:spPr bwMode="auto">
              <a:xfrm flipV="1">
                <a:off x="3428" y="2060"/>
                <a:ext cx="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62" name="Line 61"/>
              <p:cNvSpPr>
                <a:spLocks noChangeShapeType="1"/>
              </p:cNvSpPr>
              <p:nvPr/>
            </p:nvSpPr>
            <p:spPr bwMode="auto">
              <a:xfrm flipV="1">
                <a:off x="1207" y="2036"/>
                <a:ext cx="0" cy="4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63" name="Line 62"/>
              <p:cNvSpPr>
                <a:spLocks noChangeShapeType="1"/>
              </p:cNvSpPr>
              <p:nvPr/>
            </p:nvSpPr>
            <p:spPr bwMode="auto">
              <a:xfrm flipV="1">
                <a:off x="1764" y="2036"/>
                <a:ext cx="0" cy="4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64" name="Line 63"/>
              <p:cNvSpPr>
                <a:spLocks noChangeShapeType="1"/>
              </p:cNvSpPr>
              <p:nvPr/>
            </p:nvSpPr>
            <p:spPr bwMode="auto">
              <a:xfrm flipV="1">
                <a:off x="2321" y="2036"/>
                <a:ext cx="0" cy="4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65" name="Line 64"/>
              <p:cNvSpPr>
                <a:spLocks noChangeShapeType="1"/>
              </p:cNvSpPr>
              <p:nvPr/>
            </p:nvSpPr>
            <p:spPr bwMode="auto">
              <a:xfrm flipV="1">
                <a:off x="2871" y="2036"/>
                <a:ext cx="0" cy="4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66" name="Line 65"/>
              <p:cNvSpPr>
                <a:spLocks noChangeShapeType="1"/>
              </p:cNvSpPr>
              <p:nvPr/>
            </p:nvSpPr>
            <p:spPr bwMode="auto">
              <a:xfrm flipV="1">
                <a:off x="3428" y="2036"/>
                <a:ext cx="0" cy="4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67" name="Freeform 66"/>
              <p:cNvSpPr>
                <a:spLocks/>
              </p:cNvSpPr>
              <p:nvPr/>
            </p:nvSpPr>
            <p:spPr bwMode="auto">
              <a:xfrm>
                <a:off x="2297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68" name="Freeform 67"/>
              <p:cNvSpPr>
                <a:spLocks/>
              </p:cNvSpPr>
              <p:nvPr/>
            </p:nvSpPr>
            <p:spPr bwMode="auto">
              <a:xfrm>
                <a:off x="2452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69" name="Freeform 68"/>
              <p:cNvSpPr>
                <a:spLocks/>
              </p:cNvSpPr>
              <p:nvPr/>
            </p:nvSpPr>
            <p:spPr bwMode="auto">
              <a:xfrm>
                <a:off x="2273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70" name="Freeform 69"/>
              <p:cNvSpPr>
                <a:spLocks/>
              </p:cNvSpPr>
              <p:nvPr/>
            </p:nvSpPr>
            <p:spPr bwMode="auto">
              <a:xfrm>
                <a:off x="2297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71" name="Freeform 70"/>
              <p:cNvSpPr>
                <a:spLocks/>
              </p:cNvSpPr>
              <p:nvPr/>
            </p:nvSpPr>
            <p:spPr bwMode="auto">
              <a:xfrm>
                <a:off x="2398" y="18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72" name="Freeform 71"/>
              <p:cNvSpPr>
                <a:spLocks/>
              </p:cNvSpPr>
              <p:nvPr/>
            </p:nvSpPr>
            <p:spPr bwMode="auto">
              <a:xfrm>
                <a:off x="2201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73" name="Freeform 72"/>
              <p:cNvSpPr>
                <a:spLocks/>
              </p:cNvSpPr>
              <p:nvPr/>
            </p:nvSpPr>
            <p:spPr bwMode="auto">
              <a:xfrm>
                <a:off x="2141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74" name="Freeform 73"/>
              <p:cNvSpPr>
                <a:spLocks/>
              </p:cNvSpPr>
              <p:nvPr/>
            </p:nvSpPr>
            <p:spPr bwMode="auto">
              <a:xfrm>
                <a:off x="2596" y="24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75" name="Freeform 74"/>
              <p:cNvSpPr>
                <a:spLocks/>
              </p:cNvSpPr>
              <p:nvPr/>
            </p:nvSpPr>
            <p:spPr bwMode="auto">
              <a:xfrm>
                <a:off x="2380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76" name="Freeform 75"/>
              <p:cNvSpPr>
                <a:spLocks/>
              </p:cNvSpPr>
              <p:nvPr/>
            </p:nvSpPr>
            <p:spPr bwMode="auto">
              <a:xfrm>
                <a:off x="2638" y="18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77" name="Freeform 76"/>
              <p:cNvSpPr>
                <a:spLocks/>
              </p:cNvSpPr>
              <p:nvPr/>
            </p:nvSpPr>
            <p:spPr bwMode="auto">
              <a:xfrm>
                <a:off x="2279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78" name="Freeform 77"/>
              <p:cNvSpPr>
                <a:spLocks/>
              </p:cNvSpPr>
              <p:nvPr/>
            </p:nvSpPr>
            <p:spPr bwMode="auto">
              <a:xfrm>
                <a:off x="2123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79" name="Freeform 78"/>
              <p:cNvSpPr>
                <a:spLocks/>
              </p:cNvSpPr>
              <p:nvPr/>
            </p:nvSpPr>
            <p:spPr bwMode="auto">
              <a:xfrm>
                <a:off x="2398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80" name="Freeform 79"/>
              <p:cNvSpPr>
                <a:spLocks/>
              </p:cNvSpPr>
              <p:nvPr/>
            </p:nvSpPr>
            <p:spPr bwMode="auto">
              <a:xfrm>
                <a:off x="2237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81" name="Freeform 80"/>
              <p:cNvSpPr>
                <a:spLocks/>
              </p:cNvSpPr>
              <p:nvPr/>
            </p:nvSpPr>
            <p:spPr bwMode="auto">
              <a:xfrm>
                <a:off x="2362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82" name="Freeform 81"/>
              <p:cNvSpPr>
                <a:spLocks/>
              </p:cNvSpPr>
              <p:nvPr/>
            </p:nvSpPr>
            <p:spPr bwMode="auto">
              <a:xfrm>
                <a:off x="2267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83" name="Freeform 82"/>
              <p:cNvSpPr>
                <a:spLocks/>
              </p:cNvSpPr>
              <p:nvPr/>
            </p:nvSpPr>
            <p:spPr bwMode="auto">
              <a:xfrm>
                <a:off x="2135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84" name="Freeform 83"/>
              <p:cNvSpPr>
                <a:spLocks/>
              </p:cNvSpPr>
              <p:nvPr/>
            </p:nvSpPr>
            <p:spPr bwMode="auto">
              <a:xfrm>
                <a:off x="2321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85" name="Freeform 84"/>
              <p:cNvSpPr>
                <a:spLocks/>
              </p:cNvSpPr>
              <p:nvPr/>
            </p:nvSpPr>
            <p:spPr bwMode="auto">
              <a:xfrm>
                <a:off x="2350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86" name="Freeform 85"/>
              <p:cNvSpPr>
                <a:spLocks/>
              </p:cNvSpPr>
              <p:nvPr/>
            </p:nvSpPr>
            <p:spPr bwMode="auto">
              <a:xfrm>
                <a:off x="2434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87" name="Freeform 86"/>
              <p:cNvSpPr>
                <a:spLocks/>
              </p:cNvSpPr>
              <p:nvPr/>
            </p:nvSpPr>
            <p:spPr bwMode="auto">
              <a:xfrm>
                <a:off x="2213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88" name="Freeform 87"/>
              <p:cNvSpPr>
                <a:spLocks/>
              </p:cNvSpPr>
              <p:nvPr/>
            </p:nvSpPr>
            <p:spPr bwMode="auto">
              <a:xfrm>
                <a:off x="2231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89" name="Freeform 88"/>
              <p:cNvSpPr>
                <a:spLocks/>
              </p:cNvSpPr>
              <p:nvPr/>
            </p:nvSpPr>
            <p:spPr bwMode="auto">
              <a:xfrm>
                <a:off x="2380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90" name="Freeform 89"/>
              <p:cNvSpPr>
                <a:spLocks/>
              </p:cNvSpPr>
              <p:nvPr/>
            </p:nvSpPr>
            <p:spPr bwMode="auto">
              <a:xfrm>
                <a:off x="2339" y="1940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91" name="Freeform 90"/>
              <p:cNvSpPr>
                <a:spLocks/>
              </p:cNvSpPr>
              <p:nvPr/>
            </p:nvSpPr>
            <p:spPr bwMode="auto">
              <a:xfrm>
                <a:off x="2297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92" name="Freeform 91"/>
              <p:cNvSpPr>
                <a:spLocks/>
              </p:cNvSpPr>
              <p:nvPr/>
            </p:nvSpPr>
            <p:spPr bwMode="auto">
              <a:xfrm>
                <a:off x="2362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93" name="Freeform 92"/>
              <p:cNvSpPr>
                <a:spLocks/>
              </p:cNvSpPr>
              <p:nvPr/>
            </p:nvSpPr>
            <p:spPr bwMode="auto">
              <a:xfrm>
                <a:off x="2219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94" name="Freeform 93"/>
              <p:cNvSpPr>
                <a:spLocks/>
              </p:cNvSpPr>
              <p:nvPr/>
            </p:nvSpPr>
            <p:spPr bwMode="auto">
              <a:xfrm>
                <a:off x="2243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95" name="Freeform 94"/>
              <p:cNvSpPr>
                <a:spLocks/>
              </p:cNvSpPr>
              <p:nvPr/>
            </p:nvSpPr>
            <p:spPr bwMode="auto">
              <a:xfrm>
                <a:off x="2315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96" name="Freeform 95"/>
              <p:cNvSpPr>
                <a:spLocks/>
              </p:cNvSpPr>
              <p:nvPr/>
            </p:nvSpPr>
            <p:spPr bwMode="auto">
              <a:xfrm>
                <a:off x="2135" y="23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97" name="Freeform 96"/>
              <p:cNvSpPr>
                <a:spLocks/>
              </p:cNvSpPr>
              <p:nvPr/>
            </p:nvSpPr>
            <p:spPr bwMode="auto">
              <a:xfrm>
                <a:off x="2470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98" name="Freeform 97"/>
              <p:cNvSpPr>
                <a:spLocks/>
              </p:cNvSpPr>
              <p:nvPr/>
            </p:nvSpPr>
            <p:spPr bwMode="auto">
              <a:xfrm>
                <a:off x="196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99" name="Freeform 98"/>
              <p:cNvSpPr>
                <a:spLocks/>
              </p:cNvSpPr>
              <p:nvPr/>
            </p:nvSpPr>
            <p:spPr bwMode="auto">
              <a:xfrm>
                <a:off x="2249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00" name="Freeform 99"/>
              <p:cNvSpPr>
                <a:spLocks/>
              </p:cNvSpPr>
              <p:nvPr/>
            </p:nvSpPr>
            <p:spPr bwMode="auto">
              <a:xfrm>
                <a:off x="2339" y="200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01" name="Freeform 100"/>
              <p:cNvSpPr>
                <a:spLocks/>
              </p:cNvSpPr>
              <p:nvPr/>
            </p:nvSpPr>
            <p:spPr bwMode="auto">
              <a:xfrm>
                <a:off x="2243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02" name="Freeform 101"/>
              <p:cNvSpPr>
                <a:spLocks/>
              </p:cNvSpPr>
              <p:nvPr/>
            </p:nvSpPr>
            <p:spPr bwMode="auto">
              <a:xfrm>
                <a:off x="2243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03" name="Freeform 102"/>
              <p:cNvSpPr>
                <a:spLocks/>
              </p:cNvSpPr>
              <p:nvPr/>
            </p:nvSpPr>
            <p:spPr bwMode="auto">
              <a:xfrm>
                <a:off x="2344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04" name="Freeform 103"/>
              <p:cNvSpPr>
                <a:spLocks/>
              </p:cNvSpPr>
              <p:nvPr/>
            </p:nvSpPr>
            <p:spPr bwMode="auto">
              <a:xfrm>
                <a:off x="2482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05" name="Freeform 104"/>
              <p:cNvSpPr>
                <a:spLocks/>
              </p:cNvSpPr>
              <p:nvPr/>
            </p:nvSpPr>
            <p:spPr bwMode="auto">
              <a:xfrm>
                <a:off x="2380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06" name="Freeform 105"/>
              <p:cNvSpPr>
                <a:spLocks/>
              </p:cNvSpPr>
              <p:nvPr/>
            </p:nvSpPr>
            <p:spPr bwMode="auto">
              <a:xfrm>
                <a:off x="2111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07" name="Freeform 106"/>
              <p:cNvSpPr>
                <a:spLocks/>
              </p:cNvSpPr>
              <p:nvPr/>
            </p:nvSpPr>
            <p:spPr bwMode="auto">
              <a:xfrm>
                <a:off x="2350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08" name="Freeform 107"/>
              <p:cNvSpPr>
                <a:spLocks/>
              </p:cNvSpPr>
              <p:nvPr/>
            </p:nvSpPr>
            <p:spPr bwMode="auto">
              <a:xfrm>
                <a:off x="2303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09" name="Freeform 108"/>
              <p:cNvSpPr>
                <a:spLocks/>
              </p:cNvSpPr>
              <p:nvPr/>
            </p:nvSpPr>
            <p:spPr bwMode="auto">
              <a:xfrm>
                <a:off x="1997" y="22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10" name="Freeform 109"/>
              <p:cNvSpPr>
                <a:spLocks/>
              </p:cNvSpPr>
              <p:nvPr/>
            </p:nvSpPr>
            <p:spPr bwMode="auto">
              <a:xfrm>
                <a:off x="2482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11" name="Freeform 110"/>
              <p:cNvSpPr>
                <a:spLocks/>
              </p:cNvSpPr>
              <p:nvPr/>
            </p:nvSpPr>
            <p:spPr bwMode="auto">
              <a:xfrm>
                <a:off x="2470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12" name="Freeform 111"/>
              <p:cNvSpPr>
                <a:spLocks/>
              </p:cNvSpPr>
              <p:nvPr/>
            </p:nvSpPr>
            <p:spPr bwMode="auto">
              <a:xfrm>
                <a:off x="2123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13" name="Freeform 112"/>
              <p:cNvSpPr>
                <a:spLocks/>
              </p:cNvSpPr>
              <p:nvPr/>
            </p:nvSpPr>
            <p:spPr bwMode="auto">
              <a:xfrm>
                <a:off x="2201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14" name="Freeform 113"/>
              <p:cNvSpPr>
                <a:spLocks/>
              </p:cNvSpPr>
              <p:nvPr/>
            </p:nvSpPr>
            <p:spPr bwMode="auto">
              <a:xfrm>
                <a:off x="2021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15" name="Freeform 114"/>
              <p:cNvSpPr>
                <a:spLocks/>
              </p:cNvSpPr>
              <p:nvPr/>
            </p:nvSpPr>
            <p:spPr bwMode="auto">
              <a:xfrm>
                <a:off x="2315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16" name="Freeform 115"/>
              <p:cNvSpPr>
                <a:spLocks/>
              </p:cNvSpPr>
              <p:nvPr/>
            </p:nvSpPr>
            <p:spPr bwMode="auto">
              <a:xfrm>
                <a:off x="2662" y="18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17" name="Freeform 116"/>
              <p:cNvSpPr>
                <a:spLocks/>
              </p:cNvSpPr>
              <p:nvPr/>
            </p:nvSpPr>
            <p:spPr bwMode="auto">
              <a:xfrm>
                <a:off x="2255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18" name="Freeform 117"/>
              <p:cNvSpPr>
                <a:spLocks/>
              </p:cNvSpPr>
              <p:nvPr/>
            </p:nvSpPr>
            <p:spPr bwMode="auto">
              <a:xfrm>
                <a:off x="2219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19" name="Freeform 118"/>
              <p:cNvSpPr>
                <a:spLocks/>
              </p:cNvSpPr>
              <p:nvPr/>
            </p:nvSpPr>
            <p:spPr bwMode="auto">
              <a:xfrm>
                <a:off x="2327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20" name="Freeform 119"/>
              <p:cNvSpPr>
                <a:spLocks/>
              </p:cNvSpPr>
              <p:nvPr/>
            </p:nvSpPr>
            <p:spPr bwMode="auto">
              <a:xfrm>
                <a:off x="223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21" name="Freeform 120"/>
              <p:cNvSpPr>
                <a:spLocks/>
              </p:cNvSpPr>
              <p:nvPr/>
            </p:nvSpPr>
            <p:spPr bwMode="auto">
              <a:xfrm>
                <a:off x="2159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22" name="Freeform 121"/>
              <p:cNvSpPr>
                <a:spLocks/>
              </p:cNvSpPr>
              <p:nvPr/>
            </p:nvSpPr>
            <p:spPr bwMode="auto">
              <a:xfrm>
                <a:off x="1710" y="24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23" name="Freeform 122"/>
              <p:cNvSpPr>
                <a:spLocks/>
              </p:cNvSpPr>
              <p:nvPr/>
            </p:nvSpPr>
            <p:spPr bwMode="auto">
              <a:xfrm>
                <a:off x="2339" y="210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24" name="Freeform 123"/>
              <p:cNvSpPr>
                <a:spLocks/>
              </p:cNvSpPr>
              <p:nvPr/>
            </p:nvSpPr>
            <p:spPr bwMode="auto">
              <a:xfrm>
                <a:off x="2315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25" name="Freeform 124"/>
              <p:cNvSpPr>
                <a:spLocks/>
              </p:cNvSpPr>
              <p:nvPr/>
            </p:nvSpPr>
            <p:spPr bwMode="auto">
              <a:xfrm>
                <a:off x="2069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26" name="Freeform 125"/>
              <p:cNvSpPr>
                <a:spLocks/>
              </p:cNvSpPr>
              <p:nvPr/>
            </p:nvSpPr>
            <p:spPr bwMode="auto">
              <a:xfrm>
                <a:off x="2231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27" name="Freeform 126"/>
              <p:cNvSpPr>
                <a:spLocks/>
              </p:cNvSpPr>
              <p:nvPr/>
            </p:nvSpPr>
            <p:spPr bwMode="auto">
              <a:xfrm>
                <a:off x="2362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28" name="Freeform 127"/>
              <p:cNvSpPr>
                <a:spLocks/>
              </p:cNvSpPr>
              <p:nvPr/>
            </p:nvSpPr>
            <p:spPr bwMode="auto">
              <a:xfrm>
                <a:off x="2219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29" name="Freeform 128"/>
              <p:cNvSpPr>
                <a:spLocks/>
              </p:cNvSpPr>
              <p:nvPr/>
            </p:nvSpPr>
            <p:spPr bwMode="auto">
              <a:xfrm>
                <a:off x="2213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30" name="Freeform 129"/>
              <p:cNvSpPr>
                <a:spLocks/>
              </p:cNvSpPr>
              <p:nvPr/>
            </p:nvSpPr>
            <p:spPr bwMode="auto">
              <a:xfrm>
                <a:off x="235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31" name="Freeform 130"/>
              <p:cNvSpPr>
                <a:spLocks/>
              </p:cNvSpPr>
              <p:nvPr/>
            </p:nvSpPr>
            <p:spPr bwMode="auto">
              <a:xfrm>
                <a:off x="2273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32" name="Freeform 131"/>
              <p:cNvSpPr>
                <a:spLocks/>
              </p:cNvSpPr>
              <p:nvPr/>
            </p:nvSpPr>
            <p:spPr bwMode="auto">
              <a:xfrm>
                <a:off x="1949" y="24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33" name="Freeform 132"/>
              <p:cNvSpPr>
                <a:spLocks/>
              </p:cNvSpPr>
              <p:nvPr/>
            </p:nvSpPr>
            <p:spPr bwMode="auto">
              <a:xfrm>
                <a:off x="2285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34" name="Freeform 133"/>
              <p:cNvSpPr>
                <a:spLocks/>
              </p:cNvSpPr>
              <p:nvPr/>
            </p:nvSpPr>
            <p:spPr bwMode="auto">
              <a:xfrm>
                <a:off x="2350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35" name="Freeform 134"/>
              <p:cNvSpPr>
                <a:spLocks/>
              </p:cNvSpPr>
              <p:nvPr/>
            </p:nvSpPr>
            <p:spPr bwMode="auto">
              <a:xfrm>
                <a:off x="2225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36" name="Freeform 135"/>
              <p:cNvSpPr>
                <a:spLocks/>
              </p:cNvSpPr>
              <p:nvPr/>
            </p:nvSpPr>
            <p:spPr bwMode="auto">
              <a:xfrm>
                <a:off x="2219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37" name="Freeform 136"/>
              <p:cNvSpPr>
                <a:spLocks/>
              </p:cNvSpPr>
              <p:nvPr/>
            </p:nvSpPr>
            <p:spPr bwMode="auto">
              <a:xfrm>
                <a:off x="2434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38" name="Freeform 137"/>
              <p:cNvSpPr>
                <a:spLocks/>
              </p:cNvSpPr>
              <p:nvPr/>
            </p:nvSpPr>
            <p:spPr bwMode="auto">
              <a:xfrm>
                <a:off x="2255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39" name="Freeform 138"/>
              <p:cNvSpPr>
                <a:spLocks/>
              </p:cNvSpPr>
              <p:nvPr/>
            </p:nvSpPr>
            <p:spPr bwMode="auto">
              <a:xfrm>
                <a:off x="2015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40" name="Freeform 139"/>
              <p:cNvSpPr>
                <a:spLocks/>
              </p:cNvSpPr>
              <p:nvPr/>
            </p:nvSpPr>
            <p:spPr bwMode="auto">
              <a:xfrm>
                <a:off x="2273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41" name="Freeform 140"/>
              <p:cNvSpPr>
                <a:spLocks/>
              </p:cNvSpPr>
              <p:nvPr/>
            </p:nvSpPr>
            <p:spPr bwMode="auto">
              <a:xfrm>
                <a:off x="2380" y="24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42" name="Freeform 141"/>
              <p:cNvSpPr>
                <a:spLocks/>
              </p:cNvSpPr>
              <p:nvPr/>
            </p:nvSpPr>
            <p:spPr bwMode="auto">
              <a:xfrm>
                <a:off x="2452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43" name="Freeform 142"/>
              <p:cNvSpPr>
                <a:spLocks/>
              </p:cNvSpPr>
              <p:nvPr/>
            </p:nvSpPr>
            <p:spPr bwMode="auto">
              <a:xfrm>
                <a:off x="2362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44" name="Freeform 143"/>
              <p:cNvSpPr>
                <a:spLocks/>
              </p:cNvSpPr>
              <p:nvPr/>
            </p:nvSpPr>
            <p:spPr bwMode="auto">
              <a:xfrm>
                <a:off x="2362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45" name="Freeform 144"/>
              <p:cNvSpPr>
                <a:spLocks/>
              </p:cNvSpPr>
              <p:nvPr/>
            </p:nvSpPr>
            <p:spPr bwMode="auto">
              <a:xfrm>
                <a:off x="2458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46" name="Freeform 145"/>
              <p:cNvSpPr>
                <a:spLocks/>
              </p:cNvSpPr>
              <p:nvPr/>
            </p:nvSpPr>
            <p:spPr bwMode="auto">
              <a:xfrm>
                <a:off x="2350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47" name="Freeform 146"/>
              <p:cNvSpPr>
                <a:spLocks/>
              </p:cNvSpPr>
              <p:nvPr/>
            </p:nvSpPr>
            <p:spPr bwMode="auto">
              <a:xfrm>
                <a:off x="2464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48" name="Freeform 147"/>
              <p:cNvSpPr>
                <a:spLocks/>
              </p:cNvSpPr>
              <p:nvPr/>
            </p:nvSpPr>
            <p:spPr bwMode="auto">
              <a:xfrm>
                <a:off x="2081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49" name="Freeform 148"/>
              <p:cNvSpPr>
                <a:spLocks/>
              </p:cNvSpPr>
              <p:nvPr/>
            </p:nvSpPr>
            <p:spPr bwMode="auto">
              <a:xfrm>
                <a:off x="2386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50" name="Freeform 149"/>
              <p:cNvSpPr>
                <a:spLocks/>
              </p:cNvSpPr>
              <p:nvPr/>
            </p:nvSpPr>
            <p:spPr bwMode="auto">
              <a:xfrm>
                <a:off x="2446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51" name="Freeform 150"/>
              <p:cNvSpPr>
                <a:spLocks/>
              </p:cNvSpPr>
              <p:nvPr/>
            </p:nvSpPr>
            <p:spPr bwMode="auto">
              <a:xfrm>
                <a:off x="2362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52" name="Freeform 151"/>
              <p:cNvSpPr>
                <a:spLocks/>
              </p:cNvSpPr>
              <p:nvPr/>
            </p:nvSpPr>
            <p:spPr bwMode="auto">
              <a:xfrm>
                <a:off x="2033" y="23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53" name="Freeform 152"/>
              <p:cNvSpPr>
                <a:spLocks/>
              </p:cNvSpPr>
              <p:nvPr/>
            </p:nvSpPr>
            <p:spPr bwMode="auto">
              <a:xfrm>
                <a:off x="2207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54" name="Freeform 153"/>
              <p:cNvSpPr>
                <a:spLocks/>
              </p:cNvSpPr>
              <p:nvPr/>
            </p:nvSpPr>
            <p:spPr bwMode="auto">
              <a:xfrm>
                <a:off x="2710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55" name="Freeform 154"/>
              <p:cNvSpPr>
                <a:spLocks/>
              </p:cNvSpPr>
              <p:nvPr/>
            </p:nvSpPr>
            <p:spPr bwMode="auto">
              <a:xfrm>
                <a:off x="2303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56" name="Freeform 155"/>
              <p:cNvSpPr>
                <a:spLocks/>
              </p:cNvSpPr>
              <p:nvPr/>
            </p:nvSpPr>
            <p:spPr bwMode="auto">
              <a:xfrm>
                <a:off x="2362" y="25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57" name="Freeform 156"/>
              <p:cNvSpPr>
                <a:spLocks/>
              </p:cNvSpPr>
              <p:nvPr/>
            </p:nvSpPr>
            <p:spPr bwMode="auto">
              <a:xfrm>
                <a:off x="2273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58" name="Freeform 157"/>
              <p:cNvSpPr>
                <a:spLocks/>
              </p:cNvSpPr>
              <p:nvPr/>
            </p:nvSpPr>
            <p:spPr bwMode="auto">
              <a:xfrm>
                <a:off x="2285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59" name="Freeform 158"/>
              <p:cNvSpPr>
                <a:spLocks/>
              </p:cNvSpPr>
              <p:nvPr/>
            </p:nvSpPr>
            <p:spPr bwMode="auto">
              <a:xfrm>
                <a:off x="2386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60" name="Freeform 159"/>
              <p:cNvSpPr>
                <a:spLocks/>
              </p:cNvSpPr>
              <p:nvPr/>
            </p:nvSpPr>
            <p:spPr bwMode="auto">
              <a:xfrm>
                <a:off x="2327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61" name="Freeform 160"/>
              <p:cNvSpPr>
                <a:spLocks/>
              </p:cNvSpPr>
              <p:nvPr/>
            </p:nvSpPr>
            <p:spPr bwMode="auto">
              <a:xfrm>
                <a:off x="2213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62" name="Freeform 161"/>
              <p:cNvSpPr>
                <a:spLocks/>
              </p:cNvSpPr>
              <p:nvPr/>
            </p:nvSpPr>
            <p:spPr bwMode="auto">
              <a:xfrm>
                <a:off x="2297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63" name="Freeform 162"/>
              <p:cNvSpPr>
                <a:spLocks/>
              </p:cNvSpPr>
              <p:nvPr/>
            </p:nvSpPr>
            <p:spPr bwMode="auto">
              <a:xfrm>
                <a:off x="2446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64" name="Freeform 163"/>
              <p:cNvSpPr>
                <a:spLocks/>
              </p:cNvSpPr>
              <p:nvPr/>
            </p:nvSpPr>
            <p:spPr bwMode="auto">
              <a:xfrm>
                <a:off x="2303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65" name="Freeform 164"/>
              <p:cNvSpPr>
                <a:spLocks/>
              </p:cNvSpPr>
              <p:nvPr/>
            </p:nvSpPr>
            <p:spPr bwMode="auto">
              <a:xfrm>
                <a:off x="2327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66" name="Freeform 165"/>
              <p:cNvSpPr>
                <a:spLocks/>
              </p:cNvSpPr>
              <p:nvPr/>
            </p:nvSpPr>
            <p:spPr bwMode="auto">
              <a:xfrm>
                <a:off x="2404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67" name="Freeform 166"/>
              <p:cNvSpPr>
                <a:spLocks/>
              </p:cNvSpPr>
              <p:nvPr/>
            </p:nvSpPr>
            <p:spPr bwMode="auto">
              <a:xfrm>
                <a:off x="2518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68" name="Freeform 167"/>
              <p:cNvSpPr>
                <a:spLocks/>
              </p:cNvSpPr>
              <p:nvPr/>
            </p:nvSpPr>
            <p:spPr bwMode="auto">
              <a:xfrm>
                <a:off x="2135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69" name="Freeform 168"/>
              <p:cNvSpPr>
                <a:spLocks/>
              </p:cNvSpPr>
              <p:nvPr/>
            </p:nvSpPr>
            <p:spPr bwMode="auto">
              <a:xfrm>
                <a:off x="2327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70" name="Freeform 169"/>
              <p:cNvSpPr>
                <a:spLocks/>
              </p:cNvSpPr>
              <p:nvPr/>
            </p:nvSpPr>
            <p:spPr bwMode="auto">
              <a:xfrm>
                <a:off x="2434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71" name="Freeform 170"/>
              <p:cNvSpPr>
                <a:spLocks/>
              </p:cNvSpPr>
              <p:nvPr/>
            </p:nvSpPr>
            <p:spPr bwMode="auto">
              <a:xfrm>
                <a:off x="2315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72" name="Freeform 171"/>
              <p:cNvSpPr>
                <a:spLocks/>
              </p:cNvSpPr>
              <p:nvPr/>
            </p:nvSpPr>
            <p:spPr bwMode="auto">
              <a:xfrm>
                <a:off x="2309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73" name="Freeform 172"/>
              <p:cNvSpPr>
                <a:spLocks/>
              </p:cNvSpPr>
              <p:nvPr/>
            </p:nvSpPr>
            <p:spPr bwMode="auto">
              <a:xfrm>
                <a:off x="2291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74" name="Freeform 173"/>
              <p:cNvSpPr>
                <a:spLocks/>
              </p:cNvSpPr>
              <p:nvPr/>
            </p:nvSpPr>
            <p:spPr bwMode="auto">
              <a:xfrm>
                <a:off x="2111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75" name="Freeform 174"/>
              <p:cNvSpPr>
                <a:spLocks/>
              </p:cNvSpPr>
              <p:nvPr/>
            </p:nvSpPr>
            <p:spPr bwMode="auto">
              <a:xfrm>
                <a:off x="2249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76" name="Freeform 175"/>
              <p:cNvSpPr>
                <a:spLocks/>
              </p:cNvSpPr>
              <p:nvPr/>
            </p:nvSpPr>
            <p:spPr bwMode="auto">
              <a:xfrm>
                <a:off x="2362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77" name="Freeform 176"/>
              <p:cNvSpPr>
                <a:spLocks/>
              </p:cNvSpPr>
              <p:nvPr/>
            </p:nvSpPr>
            <p:spPr bwMode="auto">
              <a:xfrm>
                <a:off x="2267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78" name="Freeform 177"/>
              <p:cNvSpPr>
                <a:spLocks/>
              </p:cNvSpPr>
              <p:nvPr/>
            </p:nvSpPr>
            <p:spPr bwMode="auto">
              <a:xfrm>
                <a:off x="2386" y="17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79" name="Freeform 178"/>
              <p:cNvSpPr>
                <a:spLocks/>
              </p:cNvSpPr>
              <p:nvPr/>
            </p:nvSpPr>
            <p:spPr bwMode="auto">
              <a:xfrm>
                <a:off x="232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80" name="Freeform 179"/>
              <p:cNvSpPr>
                <a:spLocks/>
              </p:cNvSpPr>
              <p:nvPr/>
            </p:nvSpPr>
            <p:spPr bwMode="auto">
              <a:xfrm>
                <a:off x="2129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81" name="Freeform 180"/>
              <p:cNvSpPr>
                <a:spLocks/>
              </p:cNvSpPr>
              <p:nvPr/>
            </p:nvSpPr>
            <p:spPr bwMode="auto">
              <a:xfrm>
                <a:off x="2243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82" name="Freeform 181"/>
              <p:cNvSpPr>
                <a:spLocks/>
              </p:cNvSpPr>
              <p:nvPr/>
            </p:nvSpPr>
            <p:spPr bwMode="auto">
              <a:xfrm>
                <a:off x="2273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83" name="Freeform 182"/>
              <p:cNvSpPr>
                <a:spLocks/>
              </p:cNvSpPr>
              <p:nvPr/>
            </p:nvSpPr>
            <p:spPr bwMode="auto">
              <a:xfrm>
                <a:off x="2374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84" name="Freeform 183"/>
              <p:cNvSpPr>
                <a:spLocks/>
              </p:cNvSpPr>
              <p:nvPr/>
            </p:nvSpPr>
            <p:spPr bwMode="auto">
              <a:xfrm>
                <a:off x="2488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85" name="Freeform 184"/>
              <p:cNvSpPr>
                <a:spLocks/>
              </p:cNvSpPr>
              <p:nvPr/>
            </p:nvSpPr>
            <p:spPr bwMode="auto">
              <a:xfrm>
                <a:off x="2339" y="2060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86" name="Freeform 185"/>
              <p:cNvSpPr>
                <a:spLocks/>
              </p:cNvSpPr>
              <p:nvPr/>
            </p:nvSpPr>
            <p:spPr bwMode="auto">
              <a:xfrm>
                <a:off x="2099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87" name="Freeform 186"/>
              <p:cNvSpPr>
                <a:spLocks/>
              </p:cNvSpPr>
              <p:nvPr/>
            </p:nvSpPr>
            <p:spPr bwMode="auto">
              <a:xfrm>
                <a:off x="2350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88" name="Freeform 187"/>
              <p:cNvSpPr>
                <a:spLocks/>
              </p:cNvSpPr>
              <p:nvPr/>
            </p:nvSpPr>
            <p:spPr bwMode="auto">
              <a:xfrm>
                <a:off x="2249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89" name="Freeform 188"/>
              <p:cNvSpPr>
                <a:spLocks/>
              </p:cNvSpPr>
              <p:nvPr/>
            </p:nvSpPr>
            <p:spPr bwMode="auto">
              <a:xfrm>
                <a:off x="2195" y="23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90" name="Freeform 189"/>
              <p:cNvSpPr>
                <a:spLocks/>
              </p:cNvSpPr>
              <p:nvPr/>
            </p:nvSpPr>
            <p:spPr bwMode="auto">
              <a:xfrm>
                <a:off x="2273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91" name="Freeform 190"/>
              <p:cNvSpPr>
                <a:spLocks/>
              </p:cNvSpPr>
              <p:nvPr/>
            </p:nvSpPr>
            <p:spPr bwMode="auto">
              <a:xfrm>
                <a:off x="2279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92" name="Freeform 191"/>
              <p:cNvSpPr>
                <a:spLocks/>
              </p:cNvSpPr>
              <p:nvPr/>
            </p:nvSpPr>
            <p:spPr bwMode="auto">
              <a:xfrm>
                <a:off x="2614" y="18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93" name="Freeform 192"/>
              <p:cNvSpPr>
                <a:spLocks/>
              </p:cNvSpPr>
              <p:nvPr/>
            </p:nvSpPr>
            <p:spPr bwMode="auto">
              <a:xfrm>
                <a:off x="2315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94" name="Freeform 193"/>
              <p:cNvSpPr>
                <a:spLocks/>
              </p:cNvSpPr>
              <p:nvPr/>
            </p:nvSpPr>
            <p:spPr bwMode="auto">
              <a:xfrm>
                <a:off x="2404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95" name="Freeform 194"/>
              <p:cNvSpPr>
                <a:spLocks/>
              </p:cNvSpPr>
              <p:nvPr/>
            </p:nvSpPr>
            <p:spPr bwMode="auto">
              <a:xfrm>
                <a:off x="2219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96" name="Freeform 195"/>
              <p:cNvSpPr>
                <a:spLocks/>
              </p:cNvSpPr>
              <p:nvPr/>
            </p:nvSpPr>
            <p:spPr bwMode="auto">
              <a:xfrm>
                <a:off x="2291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97" name="Freeform 196"/>
              <p:cNvSpPr>
                <a:spLocks/>
              </p:cNvSpPr>
              <p:nvPr/>
            </p:nvSpPr>
            <p:spPr bwMode="auto">
              <a:xfrm>
                <a:off x="2309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98" name="Freeform 197"/>
              <p:cNvSpPr>
                <a:spLocks/>
              </p:cNvSpPr>
              <p:nvPr/>
            </p:nvSpPr>
            <p:spPr bwMode="auto">
              <a:xfrm>
                <a:off x="2476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399" name="Freeform 198"/>
              <p:cNvSpPr>
                <a:spLocks/>
              </p:cNvSpPr>
              <p:nvPr/>
            </p:nvSpPr>
            <p:spPr bwMode="auto">
              <a:xfrm>
                <a:off x="2398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400" name="Freeform 199"/>
              <p:cNvSpPr>
                <a:spLocks/>
              </p:cNvSpPr>
              <p:nvPr/>
            </p:nvSpPr>
            <p:spPr bwMode="auto">
              <a:xfrm>
                <a:off x="2333" y="199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401" name="Freeform 200"/>
              <p:cNvSpPr>
                <a:spLocks/>
              </p:cNvSpPr>
              <p:nvPr/>
            </p:nvSpPr>
            <p:spPr bwMode="auto">
              <a:xfrm>
                <a:off x="2255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402" name="Freeform 201"/>
              <p:cNvSpPr>
                <a:spLocks/>
              </p:cNvSpPr>
              <p:nvPr/>
            </p:nvSpPr>
            <p:spPr bwMode="auto">
              <a:xfrm>
                <a:off x="2177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403" name="Freeform 202"/>
              <p:cNvSpPr>
                <a:spLocks/>
              </p:cNvSpPr>
              <p:nvPr/>
            </p:nvSpPr>
            <p:spPr bwMode="auto">
              <a:xfrm>
                <a:off x="2500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404" name="Freeform 203"/>
              <p:cNvSpPr>
                <a:spLocks/>
              </p:cNvSpPr>
              <p:nvPr/>
            </p:nvSpPr>
            <p:spPr bwMode="auto">
              <a:xfrm>
                <a:off x="2225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405" name="Freeform 204"/>
              <p:cNvSpPr>
                <a:spLocks/>
              </p:cNvSpPr>
              <p:nvPr/>
            </p:nvSpPr>
            <p:spPr bwMode="auto">
              <a:xfrm>
                <a:off x="2219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5" name="Group 406"/>
            <p:cNvGrpSpPr>
              <a:grpSpLocks/>
            </p:cNvGrpSpPr>
            <p:nvPr/>
          </p:nvGrpSpPr>
          <p:grpSpPr bwMode="auto">
            <a:xfrm>
              <a:off x="1782" y="1174"/>
              <a:ext cx="1515" cy="1526"/>
              <a:chOff x="1782" y="1174"/>
              <a:chExt cx="1515" cy="1526"/>
            </a:xfrm>
          </p:grpSpPr>
          <p:sp>
            <p:nvSpPr>
              <p:cNvPr id="63006" name="Freeform 206"/>
              <p:cNvSpPr>
                <a:spLocks/>
              </p:cNvSpPr>
              <p:nvPr/>
            </p:nvSpPr>
            <p:spPr bwMode="auto">
              <a:xfrm>
                <a:off x="2255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07" name="Freeform 207"/>
              <p:cNvSpPr>
                <a:spLocks/>
              </p:cNvSpPr>
              <p:nvPr/>
            </p:nvSpPr>
            <p:spPr bwMode="auto">
              <a:xfrm>
                <a:off x="2374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08" name="Freeform 208"/>
              <p:cNvSpPr>
                <a:spLocks/>
              </p:cNvSpPr>
              <p:nvPr/>
            </p:nvSpPr>
            <p:spPr bwMode="auto">
              <a:xfrm>
                <a:off x="2231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09" name="Freeform 209"/>
              <p:cNvSpPr>
                <a:spLocks/>
              </p:cNvSpPr>
              <p:nvPr/>
            </p:nvSpPr>
            <p:spPr bwMode="auto">
              <a:xfrm>
                <a:off x="2386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10" name="Freeform 210"/>
              <p:cNvSpPr>
                <a:spLocks/>
              </p:cNvSpPr>
              <p:nvPr/>
            </p:nvSpPr>
            <p:spPr bwMode="auto">
              <a:xfrm>
                <a:off x="2398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11" name="Freeform 211"/>
              <p:cNvSpPr>
                <a:spLocks/>
              </p:cNvSpPr>
              <p:nvPr/>
            </p:nvSpPr>
            <p:spPr bwMode="auto">
              <a:xfrm>
                <a:off x="2285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12" name="Freeform 212"/>
              <p:cNvSpPr>
                <a:spLocks/>
              </p:cNvSpPr>
              <p:nvPr/>
            </p:nvSpPr>
            <p:spPr bwMode="auto">
              <a:xfrm>
                <a:off x="2249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13" name="Freeform 213"/>
              <p:cNvSpPr>
                <a:spLocks/>
              </p:cNvSpPr>
              <p:nvPr/>
            </p:nvSpPr>
            <p:spPr bwMode="auto">
              <a:xfrm>
                <a:off x="2111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14" name="Freeform 214"/>
              <p:cNvSpPr>
                <a:spLocks/>
              </p:cNvSpPr>
              <p:nvPr/>
            </p:nvSpPr>
            <p:spPr bwMode="auto">
              <a:xfrm>
                <a:off x="2452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15" name="Freeform 215"/>
              <p:cNvSpPr>
                <a:spLocks/>
              </p:cNvSpPr>
              <p:nvPr/>
            </p:nvSpPr>
            <p:spPr bwMode="auto">
              <a:xfrm>
                <a:off x="3285" y="1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16" name="Freeform 216"/>
              <p:cNvSpPr>
                <a:spLocks/>
              </p:cNvSpPr>
              <p:nvPr/>
            </p:nvSpPr>
            <p:spPr bwMode="auto">
              <a:xfrm>
                <a:off x="2446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17" name="Freeform 217"/>
              <p:cNvSpPr>
                <a:spLocks/>
              </p:cNvSpPr>
              <p:nvPr/>
            </p:nvSpPr>
            <p:spPr bwMode="auto">
              <a:xfrm>
                <a:off x="2333" y="204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18" name="Freeform 218"/>
              <p:cNvSpPr>
                <a:spLocks/>
              </p:cNvSpPr>
              <p:nvPr/>
            </p:nvSpPr>
            <p:spPr bwMode="auto">
              <a:xfrm>
                <a:off x="2153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19" name="Freeform 219"/>
              <p:cNvSpPr>
                <a:spLocks/>
              </p:cNvSpPr>
              <p:nvPr/>
            </p:nvSpPr>
            <p:spPr bwMode="auto">
              <a:xfrm>
                <a:off x="2344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20" name="Freeform 220"/>
              <p:cNvSpPr>
                <a:spLocks/>
              </p:cNvSpPr>
              <p:nvPr/>
            </p:nvSpPr>
            <p:spPr bwMode="auto">
              <a:xfrm>
                <a:off x="2464" y="15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21" name="Freeform 221"/>
              <p:cNvSpPr>
                <a:spLocks/>
              </p:cNvSpPr>
              <p:nvPr/>
            </p:nvSpPr>
            <p:spPr bwMode="auto">
              <a:xfrm>
                <a:off x="2350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22" name="Freeform 222"/>
              <p:cNvSpPr>
                <a:spLocks/>
              </p:cNvSpPr>
              <p:nvPr/>
            </p:nvSpPr>
            <p:spPr bwMode="auto">
              <a:xfrm>
                <a:off x="2099" y="23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23" name="Freeform 223"/>
              <p:cNvSpPr>
                <a:spLocks/>
              </p:cNvSpPr>
              <p:nvPr/>
            </p:nvSpPr>
            <p:spPr bwMode="auto">
              <a:xfrm>
                <a:off x="2129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24" name="Freeform 224"/>
              <p:cNvSpPr>
                <a:spLocks/>
              </p:cNvSpPr>
              <p:nvPr/>
            </p:nvSpPr>
            <p:spPr bwMode="auto">
              <a:xfrm>
                <a:off x="2291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25" name="Freeform 225"/>
              <p:cNvSpPr>
                <a:spLocks/>
              </p:cNvSpPr>
              <p:nvPr/>
            </p:nvSpPr>
            <p:spPr bwMode="auto">
              <a:xfrm>
                <a:off x="2380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26" name="Freeform 226"/>
              <p:cNvSpPr>
                <a:spLocks/>
              </p:cNvSpPr>
              <p:nvPr/>
            </p:nvSpPr>
            <p:spPr bwMode="auto">
              <a:xfrm>
                <a:off x="2171" y="22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27" name="Freeform 227"/>
              <p:cNvSpPr>
                <a:spLocks/>
              </p:cNvSpPr>
              <p:nvPr/>
            </p:nvSpPr>
            <p:spPr bwMode="auto">
              <a:xfrm>
                <a:off x="2356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28" name="Freeform 228"/>
              <p:cNvSpPr>
                <a:spLocks/>
              </p:cNvSpPr>
              <p:nvPr/>
            </p:nvSpPr>
            <p:spPr bwMode="auto">
              <a:xfrm>
                <a:off x="2410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29" name="Freeform 229"/>
              <p:cNvSpPr>
                <a:spLocks/>
              </p:cNvSpPr>
              <p:nvPr/>
            </p:nvSpPr>
            <p:spPr bwMode="auto">
              <a:xfrm>
                <a:off x="2291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30" name="Freeform 230"/>
              <p:cNvSpPr>
                <a:spLocks/>
              </p:cNvSpPr>
              <p:nvPr/>
            </p:nvSpPr>
            <p:spPr bwMode="auto">
              <a:xfrm>
                <a:off x="2165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31" name="Freeform 231"/>
              <p:cNvSpPr>
                <a:spLocks/>
              </p:cNvSpPr>
              <p:nvPr/>
            </p:nvSpPr>
            <p:spPr bwMode="auto">
              <a:xfrm>
                <a:off x="2380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32" name="Freeform 232"/>
              <p:cNvSpPr>
                <a:spLocks/>
              </p:cNvSpPr>
              <p:nvPr/>
            </p:nvSpPr>
            <p:spPr bwMode="auto">
              <a:xfrm>
                <a:off x="2524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33" name="Freeform 233"/>
              <p:cNvSpPr>
                <a:spLocks/>
              </p:cNvSpPr>
              <p:nvPr/>
            </p:nvSpPr>
            <p:spPr bwMode="auto">
              <a:xfrm>
                <a:off x="2213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34" name="Freeform 234"/>
              <p:cNvSpPr>
                <a:spLocks/>
              </p:cNvSpPr>
              <p:nvPr/>
            </p:nvSpPr>
            <p:spPr bwMode="auto">
              <a:xfrm>
                <a:off x="2321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35" name="Freeform 235"/>
              <p:cNvSpPr>
                <a:spLocks/>
              </p:cNvSpPr>
              <p:nvPr/>
            </p:nvSpPr>
            <p:spPr bwMode="auto">
              <a:xfrm>
                <a:off x="2506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36" name="Freeform 236"/>
              <p:cNvSpPr>
                <a:spLocks/>
              </p:cNvSpPr>
              <p:nvPr/>
            </p:nvSpPr>
            <p:spPr bwMode="auto">
              <a:xfrm>
                <a:off x="2303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37" name="Freeform 237"/>
              <p:cNvSpPr>
                <a:spLocks/>
              </p:cNvSpPr>
              <p:nvPr/>
            </p:nvSpPr>
            <p:spPr bwMode="auto">
              <a:xfrm>
                <a:off x="2309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38" name="Freeform 238"/>
              <p:cNvSpPr>
                <a:spLocks/>
              </p:cNvSpPr>
              <p:nvPr/>
            </p:nvSpPr>
            <p:spPr bwMode="auto">
              <a:xfrm>
                <a:off x="2183" y="2282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39" name="Freeform 239"/>
              <p:cNvSpPr>
                <a:spLocks/>
              </p:cNvSpPr>
              <p:nvPr/>
            </p:nvSpPr>
            <p:spPr bwMode="auto">
              <a:xfrm>
                <a:off x="2225" y="25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40" name="Freeform 240"/>
              <p:cNvSpPr>
                <a:spLocks/>
              </p:cNvSpPr>
              <p:nvPr/>
            </p:nvSpPr>
            <p:spPr bwMode="auto">
              <a:xfrm>
                <a:off x="2111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41" name="Freeform 241"/>
              <p:cNvSpPr>
                <a:spLocks/>
              </p:cNvSpPr>
              <p:nvPr/>
            </p:nvSpPr>
            <p:spPr bwMode="auto">
              <a:xfrm>
                <a:off x="2165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42" name="Freeform 242"/>
              <p:cNvSpPr>
                <a:spLocks/>
              </p:cNvSpPr>
              <p:nvPr/>
            </p:nvSpPr>
            <p:spPr bwMode="auto">
              <a:xfrm>
                <a:off x="2255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43" name="Freeform 243"/>
              <p:cNvSpPr>
                <a:spLocks/>
              </p:cNvSpPr>
              <p:nvPr/>
            </p:nvSpPr>
            <p:spPr bwMode="auto">
              <a:xfrm>
                <a:off x="2183" y="22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44" name="Freeform 244"/>
              <p:cNvSpPr>
                <a:spLocks/>
              </p:cNvSpPr>
              <p:nvPr/>
            </p:nvSpPr>
            <p:spPr bwMode="auto">
              <a:xfrm>
                <a:off x="2339" y="2030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45" name="Freeform 245"/>
              <p:cNvSpPr>
                <a:spLocks/>
              </p:cNvSpPr>
              <p:nvPr/>
            </p:nvSpPr>
            <p:spPr bwMode="auto">
              <a:xfrm>
                <a:off x="2327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46" name="Freeform 246"/>
              <p:cNvSpPr>
                <a:spLocks/>
              </p:cNvSpPr>
              <p:nvPr/>
            </p:nvSpPr>
            <p:spPr bwMode="auto">
              <a:xfrm>
                <a:off x="2339" y="212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47" name="Freeform 247"/>
              <p:cNvSpPr>
                <a:spLocks/>
              </p:cNvSpPr>
              <p:nvPr/>
            </p:nvSpPr>
            <p:spPr bwMode="auto">
              <a:xfrm>
                <a:off x="2374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48" name="Freeform 248"/>
              <p:cNvSpPr>
                <a:spLocks/>
              </p:cNvSpPr>
              <p:nvPr/>
            </p:nvSpPr>
            <p:spPr bwMode="auto">
              <a:xfrm>
                <a:off x="2291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49" name="Freeform 249"/>
              <p:cNvSpPr>
                <a:spLocks/>
              </p:cNvSpPr>
              <p:nvPr/>
            </p:nvSpPr>
            <p:spPr bwMode="auto">
              <a:xfrm>
                <a:off x="2422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50" name="Freeform 250"/>
              <p:cNvSpPr>
                <a:spLocks/>
              </p:cNvSpPr>
              <p:nvPr/>
            </p:nvSpPr>
            <p:spPr bwMode="auto">
              <a:xfrm>
                <a:off x="2309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51" name="Freeform 251"/>
              <p:cNvSpPr>
                <a:spLocks/>
              </p:cNvSpPr>
              <p:nvPr/>
            </p:nvSpPr>
            <p:spPr bwMode="auto">
              <a:xfrm>
                <a:off x="2398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52" name="Freeform 252"/>
              <p:cNvSpPr>
                <a:spLocks/>
              </p:cNvSpPr>
              <p:nvPr/>
            </p:nvSpPr>
            <p:spPr bwMode="auto">
              <a:xfrm>
                <a:off x="2428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53" name="Freeform 253"/>
              <p:cNvSpPr>
                <a:spLocks/>
              </p:cNvSpPr>
              <p:nvPr/>
            </p:nvSpPr>
            <p:spPr bwMode="auto">
              <a:xfrm>
                <a:off x="2428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54" name="Freeform 254"/>
              <p:cNvSpPr>
                <a:spLocks/>
              </p:cNvSpPr>
              <p:nvPr/>
            </p:nvSpPr>
            <p:spPr bwMode="auto">
              <a:xfrm>
                <a:off x="2548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55" name="Freeform 255"/>
              <p:cNvSpPr>
                <a:spLocks/>
              </p:cNvSpPr>
              <p:nvPr/>
            </p:nvSpPr>
            <p:spPr bwMode="auto">
              <a:xfrm>
                <a:off x="2464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56" name="Freeform 256"/>
              <p:cNvSpPr>
                <a:spLocks/>
              </p:cNvSpPr>
              <p:nvPr/>
            </p:nvSpPr>
            <p:spPr bwMode="auto">
              <a:xfrm>
                <a:off x="2261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57" name="Freeform 257"/>
              <p:cNvSpPr>
                <a:spLocks/>
              </p:cNvSpPr>
              <p:nvPr/>
            </p:nvSpPr>
            <p:spPr bwMode="auto">
              <a:xfrm>
                <a:off x="2362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58" name="Freeform 258"/>
              <p:cNvSpPr>
                <a:spLocks/>
              </p:cNvSpPr>
              <p:nvPr/>
            </p:nvSpPr>
            <p:spPr bwMode="auto">
              <a:xfrm>
                <a:off x="2362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59" name="Freeform 259"/>
              <p:cNvSpPr>
                <a:spLocks/>
              </p:cNvSpPr>
              <p:nvPr/>
            </p:nvSpPr>
            <p:spPr bwMode="auto">
              <a:xfrm>
                <a:off x="2374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60" name="Freeform 260"/>
              <p:cNvSpPr>
                <a:spLocks/>
              </p:cNvSpPr>
              <p:nvPr/>
            </p:nvSpPr>
            <p:spPr bwMode="auto">
              <a:xfrm>
                <a:off x="2356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61" name="Freeform 261"/>
              <p:cNvSpPr>
                <a:spLocks/>
              </p:cNvSpPr>
              <p:nvPr/>
            </p:nvSpPr>
            <p:spPr bwMode="auto">
              <a:xfrm>
                <a:off x="2213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62" name="Freeform 262"/>
              <p:cNvSpPr>
                <a:spLocks/>
              </p:cNvSpPr>
              <p:nvPr/>
            </p:nvSpPr>
            <p:spPr bwMode="auto">
              <a:xfrm>
                <a:off x="2464" y="18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63" name="Freeform 263"/>
              <p:cNvSpPr>
                <a:spLocks/>
              </p:cNvSpPr>
              <p:nvPr/>
            </p:nvSpPr>
            <p:spPr bwMode="auto">
              <a:xfrm>
                <a:off x="2249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64" name="Freeform 264"/>
              <p:cNvSpPr>
                <a:spLocks/>
              </p:cNvSpPr>
              <p:nvPr/>
            </p:nvSpPr>
            <p:spPr bwMode="auto">
              <a:xfrm>
                <a:off x="2428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65" name="Freeform 265"/>
              <p:cNvSpPr>
                <a:spLocks/>
              </p:cNvSpPr>
              <p:nvPr/>
            </p:nvSpPr>
            <p:spPr bwMode="auto">
              <a:xfrm>
                <a:off x="2213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66" name="Freeform 266"/>
              <p:cNvSpPr>
                <a:spLocks/>
              </p:cNvSpPr>
              <p:nvPr/>
            </p:nvSpPr>
            <p:spPr bwMode="auto">
              <a:xfrm>
                <a:off x="2111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67" name="Freeform 267"/>
              <p:cNvSpPr>
                <a:spLocks/>
              </p:cNvSpPr>
              <p:nvPr/>
            </p:nvSpPr>
            <p:spPr bwMode="auto">
              <a:xfrm>
                <a:off x="2404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68" name="Freeform 268"/>
              <p:cNvSpPr>
                <a:spLocks/>
              </p:cNvSpPr>
              <p:nvPr/>
            </p:nvSpPr>
            <p:spPr bwMode="auto">
              <a:xfrm>
                <a:off x="2285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69" name="Freeform 269"/>
              <p:cNvSpPr>
                <a:spLocks/>
              </p:cNvSpPr>
              <p:nvPr/>
            </p:nvSpPr>
            <p:spPr bwMode="auto">
              <a:xfrm>
                <a:off x="2303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70" name="Freeform 270"/>
              <p:cNvSpPr>
                <a:spLocks/>
              </p:cNvSpPr>
              <p:nvPr/>
            </p:nvSpPr>
            <p:spPr bwMode="auto">
              <a:xfrm>
                <a:off x="2243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71" name="Freeform 271"/>
              <p:cNvSpPr>
                <a:spLocks/>
              </p:cNvSpPr>
              <p:nvPr/>
            </p:nvSpPr>
            <p:spPr bwMode="auto">
              <a:xfrm>
                <a:off x="2350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72" name="Freeform 272"/>
              <p:cNvSpPr>
                <a:spLocks/>
              </p:cNvSpPr>
              <p:nvPr/>
            </p:nvSpPr>
            <p:spPr bwMode="auto">
              <a:xfrm>
                <a:off x="2386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73" name="Freeform 273"/>
              <p:cNvSpPr>
                <a:spLocks/>
              </p:cNvSpPr>
              <p:nvPr/>
            </p:nvSpPr>
            <p:spPr bwMode="auto">
              <a:xfrm>
                <a:off x="2309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74" name="Freeform 274"/>
              <p:cNvSpPr>
                <a:spLocks/>
              </p:cNvSpPr>
              <p:nvPr/>
            </p:nvSpPr>
            <p:spPr bwMode="auto">
              <a:xfrm>
                <a:off x="2219" y="23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75" name="Freeform 275"/>
              <p:cNvSpPr>
                <a:spLocks/>
              </p:cNvSpPr>
              <p:nvPr/>
            </p:nvSpPr>
            <p:spPr bwMode="auto">
              <a:xfrm>
                <a:off x="2285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76" name="Freeform 276"/>
              <p:cNvSpPr>
                <a:spLocks/>
              </p:cNvSpPr>
              <p:nvPr/>
            </p:nvSpPr>
            <p:spPr bwMode="auto">
              <a:xfrm>
                <a:off x="2183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77" name="Freeform 277"/>
              <p:cNvSpPr>
                <a:spLocks/>
              </p:cNvSpPr>
              <p:nvPr/>
            </p:nvSpPr>
            <p:spPr bwMode="auto">
              <a:xfrm>
                <a:off x="2333" y="204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78" name="Freeform 278"/>
              <p:cNvSpPr>
                <a:spLocks/>
              </p:cNvSpPr>
              <p:nvPr/>
            </p:nvSpPr>
            <p:spPr bwMode="auto">
              <a:xfrm>
                <a:off x="2386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79" name="Freeform 279"/>
              <p:cNvSpPr>
                <a:spLocks/>
              </p:cNvSpPr>
              <p:nvPr/>
            </p:nvSpPr>
            <p:spPr bwMode="auto">
              <a:xfrm>
                <a:off x="2410" y="18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80" name="Freeform 280"/>
              <p:cNvSpPr>
                <a:spLocks/>
              </p:cNvSpPr>
              <p:nvPr/>
            </p:nvSpPr>
            <p:spPr bwMode="auto">
              <a:xfrm>
                <a:off x="2261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81" name="Freeform 281"/>
              <p:cNvSpPr>
                <a:spLocks/>
              </p:cNvSpPr>
              <p:nvPr/>
            </p:nvSpPr>
            <p:spPr bwMode="auto">
              <a:xfrm>
                <a:off x="2231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82" name="Freeform 282"/>
              <p:cNvSpPr>
                <a:spLocks/>
              </p:cNvSpPr>
              <p:nvPr/>
            </p:nvSpPr>
            <p:spPr bwMode="auto">
              <a:xfrm>
                <a:off x="2237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83" name="Freeform 283"/>
              <p:cNvSpPr>
                <a:spLocks/>
              </p:cNvSpPr>
              <p:nvPr/>
            </p:nvSpPr>
            <p:spPr bwMode="auto">
              <a:xfrm>
                <a:off x="2273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84" name="Freeform 284"/>
              <p:cNvSpPr>
                <a:spLocks/>
              </p:cNvSpPr>
              <p:nvPr/>
            </p:nvSpPr>
            <p:spPr bwMode="auto">
              <a:xfrm>
                <a:off x="2171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85" name="Freeform 285"/>
              <p:cNvSpPr>
                <a:spLocks/>
              </p:cNvSpPr>
              <p:nvPr/>
            </p:nvSpPr>
            <p:spPr bwMode="auto">
              <a:xfrm>
                <a:off x="2327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86" name="Freeform 286"/>
              <p:cNvSpPr>
                <a:spLocks/>
              </p:cNvSpPr>
              <p:nvPr/>
            </p:nvSpPr>
            <p:spPr bwMode="auto">
              <a:xfrm>
                <a:off x="2500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87" name="Freeform 287"/>
              <p:cNvSpPr>
                <a:spLocks/>
              </p:cNvSpPr>
              <p:nvPr/>
            </p:nvSpPr>
            <p:spPr bwMode="auto">
              <a:xfrm>
                <a:off x="2398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88" name="Freeform 288"/>
              <p:cNvSpPr>
                <a:spLocks/>
              </p:cNvSpPr>
              <p:nvPr/>
            </p:nvSpPr>
            <p:spPr bwMode="auto">
              <a:xfrm>
                <a:off x="2207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89" name="Freeform 289"/>
              <p:cNvSpPr>
                <a:spLocks/>
              </p:cNvSpPr>
              <p:nvPr/>
            </p:nvSpPr>
            <p:spPr bwMode="auto">
              <a:xfrm>
                <a:off x="2446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90" name="Freeform 290"/>
              <p:cNvSpPr>
                <a:spLocks/>
              </p:cNvSpPr>
              <p:nvPr/>
            </p:nvSpPr>
            <p:spPr bwMode="auto">
              <a:xfrm>
                <a:off x="2476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91" name="Freeform 291"/>
              <p:cNvSpPr>
                <a:spLocks/>
              </p:cNvSpPr>
              <p:nvPr/>
            </p:nvSpPr>
            <p:spPr bwMode="auto">
              <a:xfrm>
                <a:off x="2279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92" name="Freeform 292"/>
              <p:cNvSpPr>
                <a:spLocks/>
              </p:cNvSpPr>
              <p:nvPr/>
            </p:nvSpPr>
            <p:spPr bwMode="auto">
              <a:xfrm>
                <a:off x="2440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93" name="Freeform 293"/>
              <p:cNvSpPr>
                <a:spLocks/>
              </p:cNvSpPr>
              <p:nvPr/>
            </p:nvSpPr>
            <p:spPr bwMode="auto">
              <a:xfrm>
                <a:off x="2362" y="16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94" name="Freeform 294"/>
              <p:cNvSpPr>
                <a:spLocks/>
              </p:cNvSpPr>
              <p:nvPr/>
            </p:nvSpPr>
            <p:spPr bwMode="auto">
              <a:xfrm>
                <a:off x="220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95" name="Freeform 295"/>
              <p:cNvSpPr>
                <a:spLocks/>
              </p:cNvSpPr>
              <p:nvPr/>
            </p:nvSpPr>
            <p:spPr bwMode="auto">
              <a:xfrm>
                <a:off x="2434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96" name="Freeform 296"/>
              <p:cNvSpPr>
                <a:spLocks/>
              </p:cNvSpPr>
              <p:nvPr/>
            </p:nvSpPr>
            <p:spPr bwMode="auto">
              <a:xfrm>
                <a:off x="2213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97" name="Freeform 297"/>
              <p:cNvSpPr>
                <a:spLocks/>
              </p:cNvSpPr>
              <p:nvPr/>
            </p:nvSpPr>
            <p:spPr bwMode="auto">
              <a:xfrm>
                <a:off x="2392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98" name="Freeform 298"/>
              <p:cNvSpPr>
                <a:spLocks/>
              </p:cNvSpPr>
              <p:nvPr/>
            </p:nvSpPr>
            <p:spPr bwMode="auto">
              <a:xfrm>
                <a:off x="2368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99" name="Freeform 299"/>
              <p:cNvSpPr>
                <a:spLocks/>
              </p:cNvSpPr>
              <p:nvPr/>
            </p:nvSpPr>
            <p:spPr bwMode="auto">
              <a:xfrm>
                <a:off x="2380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00" name="Freeform 300"/>
              <p:cNvSpPr>
                <a:spLocks/>
              </p:cNvSpPr>
              <p:nvPr/>
            </p:nvSpPr>
            <p:spPr bwMode="auto">
              <a:xfrm>
                <a:off x="2488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01" name="Freeform 301"/>
              <p:cNvSpPr>
                <a:spLocks/>
              </p:cNvSpPr>
              <p:nvPr/>
            </p:nvSpPr>
            <p:spPr bwMode="auto">
              <a:xfrm>
                <a:off x="2368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02" name="Freeform 302"/>
              <p:cNvSpPr>
                <a:spLocks/>
              </p:cNvSpPr>
              <p:nvPr/>
            </p:nvSpPr>
            <p:spPr bwMode="auto">
              <a:xfrm>
                <a:off x="2386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03" name="Freeform 303"/>
              <p:cNvSpPr>
                <a:spLocks/>
              </p:cNvSpPr>
              <p:nvPr/>
            </p:nvSpPr>
            <p:spPr bwMode="auto">
              <a:xfrm>
                <a:off x="2261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04" name="Freeform 304"/>
              <p:cNvSpPr>
                <a:spLocks/>
              </p:cNvSpPr>
              <p:nvPr/>
            </p:nvSpPr>
            <p:spPr bwMode="auto">
              <a:xfrm>
                <a:off x="2542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05" name="Freeform 305"/>
              <p:cNvSpPr>
                <a:spLocks/>
              </p:cNvSpPr>
              <p:nvPr/>
            </p:nvSpPr>
            <p:spPr bwMode="auto">
              <a:xfrm>
                <a:off x="2398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06" name="Freeform 306"/>
              <p:cNvSpPr>
                <a:spLocks/>
              </p:cNvSpPr>
              <p:nvPr/>
            </p:nvSpPr>
            <p:spPr bwMode="auto">
              <a:xfrm>
                <a:off x="2177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07" name="Freeform 307"/>
              <p:cNvSpPr>
                <a:spLocks/>
              </p:cNvSpPr>
              <p:nvPr/>
            </p:nvSpPr>
            <p:spPr bwMode="auto">
              <a:xfrm>
                <a:off x="2470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08" name="Freeform 308"/>
              <p:cNvSpPr>
                <a:spLocks/>
              </p:cNvSpPr>
              <p:nvPr/>
            </p:nvSpPr>
            <p:spPr bwMode="auto">
              <a:xfrm>
                <a:off x="2297" y="23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09" name="Freeform 309"/>
              <p:cNvSpPr>
                <a:spLocks/>
              </p:cNvSpPr>
              <p:nvPr/>
            </p:nvSpPr>
            <p:spPr bwMode="auto">
              <a:xfrm>
                <a:off x="2297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10" name="Freeform 310"/>
              <p:cNvSpPr>
                <a:spLocks/>
              </p:cNvSpPr>
              <p:nvPr/>
            </p:nvSpPr>
            <p:spPr bwMode="auto">
              <a:xfrm>
                <a:off x="2333" y="205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11" name="Freeform 311"/>
              <p:cNvSpPr>
                <a:spLocks/>
              </p:cNvSpPr>
              <p:nvPr/>
            </p:nvSpPr>
            <p:spPr bwMode="auto">
              <a:xfrm>
                <a:off x="2261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12" name="Freeform 312"/>
              <p:cNvSpPr>
                <a:spLocks/>
              </p:cNvSpPr>
              <p:nvPr/>
            </p:nvSpPr>
            <p:spPr bwMode="auto">
              <a:xfrm>
                <a:off x="2428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13" name="Freeform 313"/>
              <p:cNvSpPr>
                <a:spLocks/>
              </p:cNvSpPr>
              <p:nvPr/>
            </p:nvSpPr>
            <p:spPr bwMode="auto">
              <a:xfrm>
                <a:off x="2207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14" name="Freeform 314"/>
              <p:cNvSpPr>
                <a:spLocks/>
              </p:cNvSpPr>
              <p:nvPr/>
            </p:nvSpPr>
            <p:spPr bwMode="auto">
              <a:xfrm>
                <a:off x="2494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15" name="Freeform 315"/>
              <p:cNvSpPr>
                <a:spLocks/>
              </p:cNvSpPr>
              <p:nvPr/>
            </p:nvSpPr>
            <p:spPr bwMode="auto">
              <a:xfrm>
                <a:off x="2458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16" name="Freeform 316"/>
              <p:cNvSpPr>
                <a:spLocks/>
              </p:cNvSpPr>
              <p:nvPr/>
            </p:nvSpPr>
            <p:spPr bwMode="auto">
              <a:xfrm>
                <a:off x="238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17" name="Freeform 317"/>
              <p:cNvSpPr>
                <a:spLocks/>
              </p:cNvSpPr>
              <p:nvPr/>
            </p:nvSpPr>
            <p:spPr bwMode="auto">
              <a:xfrm>
                <a:off x="2758" y="18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18" name="Freeform 318"/>
              <p:cNvSpPr>
                <a:spLocks/>
              </p:cNvSpPr>
              <p:nvPr/>
            </p:nvSpPr>
            <p:spPr bwMode="auto">
              <a:xfrm>
                <a:off x="2279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19" name="Freeform 319"/>
              <p:cNvSpPr>
                <a:spLocks/>
              </p:cNvSpPr>
              <p:nvPr/>
            </p:nvSpPr>
            <p:spPr bwMode="auto">
              <a:xfrm>
                <a:off x="2404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20" name="Freeform 320"/>
              <p:cNvSpPr>
                <a:spLocks/>
              </p:cNvSpPr>
              <p:nvPr/>
            </p:nvSpPr>
            <p:spPr bwMode="auto">
              <a:xfrm>
                <a:off x="2291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21" name="Freeform 321"/>
              <p:cNvSpPr>
                <a:spLocks/>
              </p:cNvSpPr>
              <p:nvPr/>
            </p:nvSpPr>
            <p:spPr bwMode="auto">
              <a:xfrm>
                <a:off x="2153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22" name="Freeform 322"/>
              <p:cNvSpPr>
                <a:spLocks/>
              </p:cNvSpPr>
              <p:nvPr/>
            </p:nvSpPr>
            <p:spPr bwMode="auto">
              <a:xfrm>
                <a:off x="2440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23" name="Freeform 323"/>
              <p:cNvSpPr>
                <a:spLocks/>
              </p:cNvSpPr>
              <p:nvPr/>
            </p:nvSpPr>
            <p:spPr bwMode="auto">
              <a:xfrm>
                <a:off x="2309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24" name="Freeform 324"/>
              <p:cNvSpPr>
                <a:spLocks/>
              </p:cNvSpPr>
              <p:nvPr/>
            </p:nvSpPr>
            <p:spPr bwMode="auto">
              <a:xfrm>
                <a:off x="2219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25" name="Freeform 325"/>
              <p:cNvSpPr>
                <a:spLocks/>
              </p:cNvSpPr>
              <p:nvPr/>
            </p:nvSpPr>
            <p:spPr bwMode="auto">
              <a:xfrm>
                <a:off x="2482" y="26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26" name="Freeform 326"/>
              <p:cNvSpPr>
                <a:spLocks/>
              </p:cNvSpPr>
              <p:nvPr/>
            </p:nvSpPr>
            <p:spPr bwMode="auto">
              <a:xfrm>
                <a:off x="2285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27" name="Freeform 327"/>
              <p:cNvSpPr>
                <a:spLocks/>
              </p:cNvSpPr>
              <p:nvPr/>
            </p:nvSpPr>
            <p:spPr bwMode="auto">
              <a:xfrm>
                <a:off x="2285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28" name="Freeform 328"/>
              <p:cNvSpPr>
                <a:spLocks/>
              </p:cNvSpPr>
              <p:nvPr/>
            </p:nvSpPr>
            <p:spPr bwMode="auto">
              <a:xfrm>
                <a:off x="2243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29" name="Freeform 329"/>
              <p:cNvSpPr>
                <a:spLocks/>
              </p:cNvSpPr>
              <p:nvPr/>
            </p:nvSpPr>
            <p:spPr bwMode="auto">
              <a:xfrm>
                <a:off x="2141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30" name="Freeform 330"/>
              <p:cNvSpPr>
                <a:spLocks/>
              </p:cNvSpPr>
              <p:nvPr/>
            </p:nvSpPr>
            <p:spPr bwMode="auto">
              <a:xfrm>
                <a:off x="2267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31" name="Freeform 331"/>
              <p:cNvSpPr>
                <a:spLocks/>
              </p:cNvSpPr>
              <p:nvPr/>
            </p:nvSpPr>
            <p:spPr bwMode="auto">
              <a:xfrm>
                <a:off x="2339" y="2150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32" name="Freeform 332"/>
              <p:cNvSpPr>
                <a:spLocks/>
              </p:cNvSpPr>
              <p:nvPr/>
            </p:nvSpPr>
            <p:spPr bwMode="auto">
              <a:xfrm>
                <a:off x="2231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33" name="Freeform 333"/>
              <p:cNvSpPr>
                <a:spLocks/>
              </p:cNvSpPr>
              <p:nvPr/>
            </p:nvSpPr>
            <p:spPr bwMode="auto">
              <a:xfrm>
                <a:off x="2339" y="203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34" name="Freeform 334"/>
              <p:cNvSpPr>
                <a:spLocks/>
              </p:cNvSpPr>
              <p:nvPr/>
            </p:nvSpPr>
            <p:spPr bwMode="auto">
              <a:xfrm>
                <a:off x="2069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35" name="Freeform 335"/>
              <p:cNvSpPr>
                <a:spLocks/>
              </p:cNvSpPr>
              <p:nvPr/>
            </p:nvSpPr>
            <p:spPr bwMode="auto">
              <a:xfrm>
                <a:off x="2416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36" name="Freeform 336"/>
              <p:cNvSpPr>
                <a:spLocks/>
              </p:cNvSpPr>
              <p:nvPr/>
            </p:nvSpPr>
            <p:spPr bwMode="auto">
              <a:xfrm>
                <a:off x="2554" y="16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37" name="Freeform 337"/>
              <p:cNvSpPr>
                <a:spLocks/>
              </p:cNvSpPr>
              <p:nvPr/>
            </p:nvSpPr>
            <p:spPr bwMode="auto">
              <a:xfrm>
                <a:off x="2207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38" name="Freeform 338"/>
              <p:cNvSpPr>
                <a:spLocks/>
              </p:cNvSpPr>
              <p:nvPr/>
            </p:nvSpPr>
            <p:spPr bwMode="auto">
              <a:xfrm>
                <a:off x="2374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39" name="Freeform 339"/>
              <p:cNvSpPr>
                <a:spLocks/>
              </p:cNvSpPr>
              <p:nvPr/>
            </p:nvSpPr>
            <p:spPr bwMode="auto">
              <a:xfrm>
                <a:off x="2776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40" name="Freeform 340"/>
              <p:cNvSpPr>
                <a:spLocks/>
              </p:cNvSpPr>
              <p:nvPr/>
            </p:nvSpPr>
            <p:spPr bwMode="auto">
              <a:xfrm>
                <a:off x="2434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41" name="Freeform 341"/>
              <p:cNvSpPr>
                <a:spLocks/>
              </p:cNvSpPr>
              <p:nvPr/>
            </p:nvSpPr>
            <p:spPr bwMode="auto">
              <a:xfrm>
                <a:off x="2273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42" name="Freeform 342"/>
              <p:cNvSpPr>
                <a:spLocks/>
              </p:cNvSpPr>
              <p:nvPr/>
            </p:nvSpPr>
            <p:spPr bwMode="auto">
              <a:xfrm>
                <a:off x="231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43" name="Freeform 343"/>
              <p:cNvSpPr>
                <a:spLocks/>
              </p:cNvSpPr>
              <p:nvPr/>
            </p:nvSpPr>
            <p:spPr bwMode="auto">
              <a:xfrm>
                <a:off x="2279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44" name="Freeform 344"/>
              <p:cNvSpPr>
                <a:spLocks/>
              </p:cNvSpPr>
              <p:nvPr/>
            </p:nvSpPr>
            <p:spPr bwMode="auto">
              <a:xfrm>
                <a:off x="2123" y="17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45" name="Freeform 345"/>
              <p:cNvSpPr>
                <a:spLocks/>
              </p:cNvSpPr>
              <p:nvPr/>
            </p:nvSpPr>
            <p:spPr bwMode="auto">
              <a:xfrm>
                <a:off x="2279" y="18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46" name="Freeform 346"/>
              <p:cNvSpPr>
                <a:spLocks/>
              </p:cNvSpPr>
              <p:nvPr/>
            </p:nvSpPr>
            <p:spPr bwMode="auto">
              <a:xfrm>
                <a:off x="2398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47" name="Freeform 347"/>
              <p:cNvSpPr>
                <a:spLocks/>
              </p:cNvSpPr>
              <p:nvPr/>
            </p:nvSpPr>
            <p:spPr bwMode="auto">
              <a:xfrm>
                <a:off x="2386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48" name="Freeform 348"/>
              <p:cNvSpPr>
                <a:spLocks/>
              </p:cNvSpPr>
              <p:nvPr/>
            </p:nvSpPr>
            <p:spPr bwMode="auto">
              <a:xfrm>
                <a:off x="2458" y="22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49" name="Freeform 349"/>
              <p:cNvSpPr>
                <a:spLocks/>
              </p:cNvSpPr>
              <p:nvPr/>
            </p:nvSpPr>
            <p:spPr bwMode="auto">
              <a:xfrm>
                <a:off x="2279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50" name="Freeform 350"/>
              <p:cNvSpPr>
                <a:spLocks/>
              </p:cNvSpPr>
              <p:nvPr/>
            </p:nvSpPr>
            <p:spPr bwMode="auto">
              <a:xfrm>
                <a:off x="2327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51" name="Freeform 351"/>
              <p:cNvSpPr>
                <a:spLocks/>
              </p:cNvSpPr>
              <p:nvPr/>
            </p:nvSpPr>
            <p:spPr bwMode="auto">
              <a:xfrm>
                <a:off x="2536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52" name="Freeform 352"/>
              <p:cNvSpPr>
                <a:spLocks/>
              </p:cNvSpPr>
              <p:nvPr/>
            </p:nvSpPr>
            <p:spPr bwMode="auto">
              <a:xfrm>
                <a:off x="2452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53" name="Freeform 353"/>
              <p:cNvSpPr>
                <a:spLocks/>
              </p:cNvSpPr>
              <p:nvPr/>
            </p:nvSpPr>
            <p:spPr bwMode="auto">
              <a:xfrm>
                <a:off x="2027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54" name="Freeform 354"/>
              <p:cNvSpPr>
                <a:spLocks/>
              </p:cNvSpPr>
              <p:nvPr/>
            </p:nvSpPr>
            <p:spPr bwMode="auto">
              <a:xfrm>
                <a:off x="2344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55" name="Freeform 355"/>
              <p:cNvSpPr>
                <a:spLocks/>
              </p:cNvSpPr>
              <p:nvPr/>
            </p:nvSpPr>
            <p:spPr bwMode="auto">
              <a:xfrm>
                <a:off x="2368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56" name="Freeform 356"/>
              <p:cNvSpPr>
                <a:spLocks/>
              </p:cNvSpPr>
              <p:nvPr/>
            </p:nvSpPr>
            <p:spPr bwMode="auto">
              <a:xfrm>
                <a:off x="2249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57" name="Freeform 357"/>
              <p:cNvSpPr>
                <a:spLocks/>
              </p:cNvSpPr>
              <p:nvPr/>
            </p:nvSpPr>
            <p:spPr bwMode="auto">
              <a:xfrm>
                <a:off x="2267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58" name="Freeform 358"/>
              <p:cNvSpPr>
                <a:spLocks/>
              </p:cNvSpPr>
              <p:nvPr/>
            </p:nvSpPr>
            <p:spPr bwMode="auto">
              <a:xfrm>
                <a:off x="2249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59" name="Freeform 359"/>
              <p:cNvSpPr>
                <a:spLocks/>
              </p:cNvSpPr>
              <p:nvPr/>
            </p:nvSpPr>
            <p:spPr bwMode="auto">
              <a:xfrm>
                <a:off x="2303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60" name="Freeform 360"/>
              <p:cNvSpPr>
                <a:spLocks/>
              </p:cNvSpPr>
              <p:nvPr/>
            </p:nvSpPr>
            <p:spPr bwMode="auto">
              <a:xfrm>
                <a:off x="2285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61" name="Freeform 361"/>
              <p:cNvSpPr>
                <a:spLocks/>
              </p:cNvSpPr>
              <p:nvPr/>
            </p:nvSpPr>
            <p:spPr bwMode="auto">
              <a:xfrm>
                <a:off x="219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62" name="Freeform 362"/>
              <p:cNvSpPr>
                <a:spLocks/>
              </p:cNvSpPr>
              <p:nvPr/>
            </p:nvSpPr>
            <p:spPr bwMode="auto">
              <a:xfrm>
                <a:off x="2255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63" name="Freeform 363"/>
              <p:cNvSpPr>
                <a:spLocks/>
              </p:cNvSpPr>
              <p:nvPr/>
            </p:nvSpPr>
            <p:spPr bwMode="auto">
              <a:xfrm>
                <a:off x="2321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64" name="Freeform 364"/>
              <p:cNvSpPr>
                <a:spLocks/>
              </p:cNvSpPr>
              <p:nvPr/>
            </p:nvSpPr>
            <p:spPr bwMode="auto">
              <a:xfrm>
                <a:off x="2333" y="219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65" name="Freeform 365"/>
              <p:cNvSpPr>
                <a:spLocks/>
              </p:cNvSpPr>
              <p:nvPr/>
            </p:nvSpPr>
            <p:spPr bwMode="auto">
              <a:xfrm>
                <a:off x="1925" y="25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66" name="Freeform 366"/>
              <p:cNvSpPr>
                <a:spLocks/>
              </p:cNvSpPr>
              <p:nvPr/>
            </p:nvSpPr>
            <p:spPr bwMode="auto">
              <a:xfrm>
                <a:off x="2380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67" name="Freeform 367"/>
              <p:cNvSpPr>
                <a:spLocks/>
              </p:cNvSpPr>
              <p:nvPr/>
            </p:nvSpPr>
            <p:spPr bwMode="auto">
              <a:xfrm>
                <a:off x="2339" y="2090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68" name="Freeform 368"/>
              <p:cNvSpPr>
                <a:spLocks/>
              </p:cNvSpPr>
              <p:nvPr/>
            </p:nvSpPr>
            <p:spPr bwMode="auto">
              <a:xfrm>
                <a:off x="2344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69" name="Freeform 369"/>
              <p:cNvSpPr>
                <a:spLocks/>
              </p:cNvSpPr>
              <p:nvPr/>
            </p:nvSpPr>
            <p:spPr bwMode="auto">
              <a:xfrm>
                <a:off x="2321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70" name="Freeform 370"/>
              <p:cNvSpPr>
                <a:spLocks/>
              </p:cNvSpPr>
              <p:nvPr/>
            </p:nvSpPr>
            <p:spPr bwMode="auto">
              <a:xfrm>
                <a:off x="1919" y="23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71" name="Freeform 371"/>
              <p:cNvSpPr>
                <a:spLocks/>
              </p:cNvSpPr>
              <p:nvPr/>
            </p:nvSpPr>
            <p:spPr bwMode="auto">
              <a:xfrm>
                <a:off x="2518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72" name="Freeform 372"/>
              <p:cNvSpPr>
                <a:spLocks/>
              </p:cNvSpPr>
              <p:nvPr/>
            </p:nvSpPr>
            <p:spPr bwMode="auto">
              <a:xfrm>
                <a:off x="2350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73" name="Freeform 373"/>
              <p:cNvSpPr>
                <a:spLocks/>
              </p:cNvSpPr>
              <p:nvPr/>
            </p:nvSpPr>
            <p:spPr bwMode="auto">
              <a:xfrm>
                <a:off x="2374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74" name="Freeform 374"/>
              <p:cNvSpPr>
                <a:spLocks/>
              </p:cNvSpPr>
              <p:nvPr/>
            </p:nvSpPr>
            <p:spPr bwMode="auto">
              <a:xfrm>
                <a:off x="2177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75" name="Freeform 375"/>
              <p:cNvSpPr>
                <a:spLocks/>
              </p:cNvSpPr>
              <p:nvPr/>
            </p:nvSpPr>
            <p:spPr bwMode="auto">
              <a:xfrm>
                <a:off x="2159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76" name="Freeform 376"/>
              <p:cNvSpPr>
                <a:spLocks/>
              </p:cNvSpPr>
              <p:nvPr/>
            </p:nvSpPr>
            <p:spPr bwMode="auto">
              <a:xfrm>
                <a:off x="2488" y="17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77" name="Freeform 377"/>
              <p:cNvSpPr>
                <a:spLocks/>
              </p:cNvSpPr>
              <p:nvPr/>
            </p:nvSpPr>
            <p:spPr bwMode="auto">
              <a:xfrm>
                <a:off x="2368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78" name="Freeform 378"/>
              <p:cNvSpPr>
                <a:spLocks/>
              </p:cNvSpPr>
              <p:nvPr/>
            </p:nvSpPr>
            <p:spPr bwMode="auto">
              <a:xfrm>
                <a:off x="2225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79" name="Freeform 379"/>
              <p:cNvSpPr>
                <a:spLocks/>
              </p:cNvSpPr>
              <p:nvPr/>
            </p:nvSpPr>
            <p:spPr bwMode="auto">
              <a:xfrm>
                <a:off x="2344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80" name="Freeform 380"/>
              <p:cNvSpPr>
                <a:spLocks/>
              </p:cNvSpPr>
              <p:nvPr/>
            </p:nvSpPr>
            <p:spPr bwMode="auto">
              <a:xfrm>
                <a:off x="2344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81" name="Freeform 381"/>
              <p:cNvSpPr>
                <a:spLocks/>
              </p:cNvSpPr>
              <p:nvPr/>
            </p:nvSpPr>
            <p:spPr bwMode="auto">
              <a:xfrm>
                <a:off x="2237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82" name="Freeform 382"/>
              <p:cNvSpPr>
                <a:spLocks/>
              </p:cNvSpPr>
              <p:nvPr/>
            </p:nvSpPr>
            <p:spPr bwMode="auto">
              <a:xfrm>
                <a:off x="2321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83" name="Freeform 383"/>
              <p:cNvSpPr>
                <a:spLocks/>
              </p:cNvSpPr>
              <p:nvPr/>
            </p:nvSpPr>
            <p:spPr bwMode="auto">
              <a:xfrm>
                <a:off x="2153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84" name="Freeform 384"/>
              <p:cNvSpPr>
                <a:spLocks/>
              </p:cNvSpPr>
              <p:nvPr/>
            </p:nvSpPr>
            <p:spPr bwMode="auto">
              <a:xfrm>
                <a:off x="2386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85" name="Freeform 385"/>
              <p:cNvSpPr>
                <a:spLocks/>
              </p:cNvSpPr>
              <p:nvPr/>
            </p:nvSpPr>
            <p:spPr bwMode="auto">
              <a:xfrm>
                <a:off x="2285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86" name="Freeform 386"/>
              <p:cNvSpPr>
                <a:spLocks/>
              </p:cNvSpPr>
              <p:nvPr/>
            </p:nvSpPr>
            <p:spPr bwMode="auto">
              <a:xfrm>
                <a:off x="2470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87" name="Freeform 387"/>
              <p:cNvSpPr>
                <a:spLocks/>
              </p:cNvSpPr>
              <p:nvPr/>
            </p:nvSpPr>
            <p:spPr bwMode="auto">
              <a:xfrm>
                <a:off x="2225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88" name="Freeform 388"/>
              <p:cNvSpPr>
                <a:spLocks/>
              </p:cNvSpPr>
              <p:nvPr/>
            </p:nvSpPr>
            <p:spPr bwMode="auto">
              <a:xfrm>
                <a:off x="2279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89" name="Freeform 389"/>
              <p:cNvSpPr>
                <a:spLocks/>
              </p:cNvSpPr>
              <p:nvPr/>
            </p:nvSpPr>
            <p:spPr bwMode="auto">
              <a:xfrm>
                <a:off x="2033" y="23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90" name="Freeform 390"/>
              <p:cNvSpPr>
                <a:spLocks/>
              </p:cNvSpPr>
              <p:nvPr/>
            </p:nvSpPr>
            <p:spPr bwMode="auto">
              <a:xfrm>
                <a:off x="1782" y="25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91" name="Freeform 391"/>
              <p:cNvSpPr>
                <a:spLocks/>
              </p:cNvSpPr>
              <p:nvPr/>
            </p:nvSpPr>
            <p:spPr bwMode="auto">
              <a:xfrm>
                <a:off x="2572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92" name="Freeform 392"/>
              <p:cNvSpPr>
                <a:spLocks/>
              </p:cNvSpPr>
              <p:nvPr/>
            </p:nvSpPr>
            <p:spPr bwMode="auto">
              <a:xfrm>
                <a:off x="2350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93" name="Freeform 393"/>
              <p:cNvSpPr>
                <a:spLocks/>
              </p:cNvSpPr>
              <p:nvPr/>
            </p:nvSpPr>
            <p:spPr bwMode="auto">
              <a:xfrm>
                <a:off x="2315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94" name="Freeform 394"/>
              <p:cNvSpPr>
                <a:spLocks/>
              </p:cNvSpPr>
              <p:nvPr/>
            </p:nvSpPr>
            <p:spPr bwMode="auto">
              <a:xfrm>
                <a:off x="2333" y="198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95" name="Freeform 395"/>
              <p:cNvSpPr>
                <a:spLocks/>
              </p:cNvSpPr>
              <p:nvPr/>
            </p:nvSpPr>
            <p:spPr bwMode="auto">
              <a:xfrm>
                <a:off x="2141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96" name="Freeform 396"/>
              <p:cNvSpPr>
                <a:spLocks/>
              </p:cNvSpPr>
              <p:nvPr/>
            </p:nvSpPr>
            <p:spPr bwMode="auto">
              <a:xfrm>
                <a:off x="2321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97" name="Freeform 397"/>
              <p:cNvSpPr>
                <a:spLocks/>
              </p:cNvSpPr>
              <p:nvPr/>
            </p:nvSpPr>
            <p:spPr bwMode="auto">
              <a:xfrm>
                <a:off x="2380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98" name="Freeform 398"/>
              <p:cNvSpPr>
                <a:spLocks/>
              </p:cNvSpPr>
              <p:nvPr/>
            </p:nvSpPr>
            <p:spPr bwMode="auto">
              <a:xfrm>
                <a:off x="2380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199" name="Freeform 399"/>
              <p:cNvSpPr>
                <a:spLocks/>
              </p:cNvSpPr>
              <p:nvPr/>
            </p:nvSpPr>
            <p:spPr bwMode="auto">
              <a:xfrm>
                <a:off x="2231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00" name="Freeform 400"/>
              <p:cNvSpPr>
                <a:spLocks/>
              </p:cNvSpPr>
              <p:nvPr/>
            </p:nvSpPr>
            <p:spPr bwMode="auto">
              <a:xfrm>
                <a:off x="2123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01" name="Freeform 401"/>
              <p:cNvSpPr>
                <a:spLocks/>
              </p:cNvSpPr>
              <p:nvPr/>
            </p:nvSpPr>
            <p:spPr bwMode="auto">
              <a:xfrm>
                <a:off x="2315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02" name="Freeform 402"/>
              <p:cNvSpPr>
                <a:spLocks/>
              </p:cNvSpPr>
              <p:nvPr/>
            </p:nvSpPr>
            <p:spPr bwMode="auto">
              <a:xfrm>
                <a:off x="2632" y="15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03" name="Freeform 403"/>
              <p:cNvSpPr>
                <a:spLocks/>
              </p:cNvSpPr>
              <p:nvPr/>
            </p:nvSpPr>
            <p:spPr bwMode="auto">
              <a:xfrm>
                <a:off x="2321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04" name="Freeform 404"/>
              <p:cNvSpPr>
                <a:spLocks/>
              </p:cNvSpPr>
              <p:nvPr/>
            </p:nvSpPr>
            <p:spPr bwMode="auto">
              <a:xfrm>
                <a:off x="2213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205" name="Freeform 405"/>
              <p:cNvSpPr>
                <a:spLocks/>
              </p:cNvSpPr>
              <p:nvPr/>
            </p:nvSpPr>
            <p:spPr bwMode="auto">
              <a:xfrm>
                <a:off x="2279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6" name="Group 607"/>
            <p:cNvGrpSpPr>
              <a:grpSpLocks/>
            </p:cNvGrpSpPr>
            <p:nvPr/>
          </p:nvGrpSpPr>
          <p:grpSpPr bwMode="auto">
            <a:xfrm>
              <a:off x="1865" y="1599"/>
              <a:ext cx="773" cy="784"/>
              <a:chOff x="1865" y="1599"/>
              <a:chExt cx="773" cy="784"/>
            </a:xfrm>
          </p:grpSpPr>
          <p:sp>
            <p:nvSpPr>
              <p:cNvPr id="62806" name="Freeform 407"/>
              <p:cNvSpPr>
                <a:spLocks/>
              </p:cNvSpPr>
              <p:nvPr/>
            </p:nvSpPr>
            <p:spPr bwMode="auto">
              <a:xfrm>
                <a:off x="2177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07" name="Freeform 408"/>
              <p:cNvSpPr>
                <a:spLocks/>
              </p:cNvSpPr>
              <p:nvPr/>
            </p:nvSpPr>
            <p:spPr bwMode="auto">
              <a:xfrm>
                <a:off x="2279" y="17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08" name="Freeform 409"/>
              <p:cNvSpPr>
                <a:spLocks/>
              </p:cNvSpPr>
              <p:nvPr/>
            </p:nvSpPr>
            <p:spPr bwMode="auto">
              <a:xfrm>
                <a:off x="2159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09" name="Freeform 410"/>
              <p:cNvSpPr>
                <a:spLocks/>
              </p:cNvSpPr>
              <p:nvPr/>
            </p:nvSpPr>
            <p:spPr bwMode="auto">
              <a:xfrm>
                <a:off x="2291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10" name="Freeform 411"/>
              <p:cNvSpPr>
                <a:spLocks/>
              </p:cNvSpPr>
              <p:nvPr/>
            </p:nvSpPr>
            <p:spPr bwMode="auto">
              <a:xfrm>
                <a:off x="2368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11" name="Freeform 412"/>
              <p:cNvSpPr>
                <a:spLocks/>
              </p:cNvSpPr>
              <p:nvPr/>
            </p:nvSpPr>
            <p:spPr bwMode="auto">
              <a:xfrm>
                <a:off x="2243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12" name="Freeform 413"/>
              <p:cNvSpPr>
                <a:spLocks/>
              </p:cNvSpPr>
              <p:nvPr/>
            </p:nvSpPr>
            <p:spPr bwMode="auto">
              <a:xfrm>
                <a:off x="2231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13" name="Freeform 414"/>
              <p:cNvSpPr>
                <a:spLocks/>
              </p:cNvSpPr>
              <p:nvPr/>
            </p:nvSpPr>
            <p:spPr bwMode="auto">
              <a:xfrm>
                <a:off x="2021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14" name="Freeform 415"/>
              <p:cNvSpPr>
                <a:spLocks/>
              </p:cNvSpPr>
              <p:nvPr/>
            </p:nvSpPr>
            <p:spPr bwMode="auto">
              <a:xfrm>
                <a:off x="2339" y="2180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15" name="Freeform 416"/>
              <p:cNvSpPr>
                <a:spLocks/>
              </p:cNvSpPr>
              <p:nvPr/>
            </p:nvSpPr>
            <p:spPr bwMode="auto">
              <a:xfrm>
                <a:off x="2333" y="2060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16" name="Freeform 417"/>
              <p:cNvSpPr>
                <a:spLocks/>
              </p:cNvSpPr>
              <p:nvPr/>
            </p:nvSpPr>
            <p:spPr bwMode="auto">
              <a:xfrm>
                <a:off x="2327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17" name="Freeform 418"/>
              <p:cNvSpPr>
                <a:spLocks/>
              </p:cNvSpPr>
              <p:nvPr/>
            </p:nvSpPr>
            <p:spPr bwMode="auto">
              <a:xfrm>
                <a:off x="2386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18" name="Freeform 419"/>
              <p:cNvSpPr>
                <a:spLocks/>
              </p:cNvSpPr>
              <p:nvPr/>
            </p:nvSpPr>
            <p:spPr bwMode="auto">
              <a:xfrm>
                <a:off x="2362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19" name="Freeform 420"/>
              <p:cNvSpPr>
                <a:spLocks/>
              </p:cNvSpPr>
              <p:nvPr/>
            </p:nvSpPr>
            <p:spPr bwMode="auto">
              <a:xfrm>
                <a:off x="2237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20" name="Freeform 421"/>
              <p:cNvSpPr>
                <a:spLocks/>
              </p:cNvSpPr>
              <p:nvPr/>
            </p:nvSpPr>
            <p:spPr bwMode="auto">
              <a:xfrm>
                <a:off x="2327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21" name="Freeform 422"/>
              <p:cNvSpPr>
                <a:spLocks/>
              </p:cNvSpPr>
              <p:nvPr/>
            </p:nvSpPr>
            <p:spPr bwMode="auto">
              <a:xfrm>
                <a:off x="2267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22" name="Freeform 423"/>
              <p:cNvSpPr>
                <a:spLocks/>
              </p:cNvSpPr>
              <p:nvPr/>
            </p:nvSpPr>
            <p:spPr bwMode="auto">
              <a:xfrm>
                <a:off x="2255" y="17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23" name="Freeform 424"/>
              <p:cNvSpPr>
                <a:spLocks/>
              </p:cNvSpPr>
              <p:nvPr/>
            </p:nvSpPr>
            <p:spPr bwMode="auto">
              <a:xfrm>
                <a:off x="2231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24" name="Freeform 425"/>
              <p:cNvSpPr>
                <a:spLocks/>
              </p:cNvSpPr>
              <p:nvPr/>
            </p:nvSpPr>
            <p:spPr bwMode="auto">
              <a:xfrm>
                <a:off x="2219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25" name="Freeform 426"/>
              <p:cNvSpPr>
                <a:spLocks/>
              </p:cNvSpPr>
              <p:nvPr/>
            </p:nvSpPr>
            <p:spPr bwMode="auto">
              <a:xfrm>
                <a:off x="226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26" name="Freeform 427"/>
              <p:cNvSpPr>
                <a:spLocks/>
              </p:cNvSpPr>
              <p:nvPr/>
            </p:nvSpPr>
            <p:spPr bwMode="auto">
              <a:xfrm>
                <a:off x="2219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27" name="Freeform 428"/>
              <p:cNvSpPr>
                <a:spLocks/>
              </p:cNvSpPr>
              <p:nvPr/>
            </p:nvSpPr>
            <p:spPr bwMode="auto">
              <a:xfrm>
                <a:off x="2333" y="208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28" name="Freeform 429"/>
              <p:cNvSpPr>
                <a:spLocks/>
              </p:cNvSpPr>
              <p:nvPr/>
            </p:nvSpPr>
            <p:spPr bwMode="auto">
              <a:xfrm>
                <a:off x="2315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29" name="Freeform 430"/>
              <p:cNvSpPr>
                <a:spLocks/>
              </p:cNvSpPr>
              <p:nvPr/>
            </p:nvSpPr>
            <p:spPr bwMode="auto">
              <a:xfrm>
                <a:off x="2111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30" name="Freeform 431"/>
              <p:cNvSpPr>
                <a:spLocks/>
              </p:cNvSpPr>
              <p:nvPr/>
            </p:nvSpPr>
            <p:spPr bwMode="auto">
              <a:xfrm>
                <a:off x="2386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31" name="Freeform 432"/>
              <p:cNvSpPr>
                <a:spLocks/>
              </p:cNvSpPr>
              <p:nvPr/>
            </p:nvSpPr>
            <p:spPr bwMode="auto">
              <a:xfrm>
                <a:off x="2446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32" name="Freeform 433"/>
              <p:cNvSpPr>
                <a:spLocks/>
              </p:cNvSpPr>
              <p:nvPr/>
            </p:nvSpPr>
            <p:spPr bwMode="auto">
              <a:xfrm>
                <a:off x="2350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33" name="Freeform 434"/>
              <p:cNvSpPr>
                <a:spLocks/>
              </p:cNvSpPr>
              <p:nvPr/>
            </p:nvSpPr>
            <p:spPr bwMode="auto">
              <a:xfrm>
                <a:off x="2291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34" name="Freeform 435"/>
              <p:cNvSpPr>
                <a:spLocks/>
              </p:cNvSpPr>
              <p:nvPr/>
            </p:nvSpPr>
            <p:spPr bwMode="auto">
              <a:xfrm>
                <a:off x="2333" y="207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35" name="Freeform 436"/>
              <p:cNvSpPr>
                <a:spLocks/>
              </p:cNvSpPr>
              <p:nvPr/>
            </p:nvSpPr>
            <p:spPr bwMode="auto">
              <a:xfrm>
                <a:off x="2309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36" name="Freeform 437"/>
              <p:cNvSpPr>
                <a:spLocks/>
              </p:cNvSpPr>
              <p:nvPr/>
            </p:nvSpPr>
            <p:spPr bwMode="auto">
              <a:xfrm>
                <a:off x="2183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37" name="Freeform 438"/>
              <p:cNvSpPr>
                <a:spLocks/>
              </p:cNvSpPr>
              <p:nvPr/>
            </p:nvSpPr>
            <p:spPr bwMode="auto">
              <a:xfrm>
                <a:off x="2135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38" name="Freeform 439"/>
              <p:cNvSpPr>
                <a:spLocks/>
              </p:cNvSpPr>
              <p:nvPr/>
            </p:nvSpPr>
            <p:spPr bwMode="auto">
              <a:xfrm>
                <a:off x="225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39" name="Freeform 440"/>
              <p:cNvSpPr>
                <a:spLocks/>
              </p:cNvSpPr>
              <p:nvPr/>
            </p:nvSpPr>
            <p:spPr bwMode="auto">
              <a:xfrm>
                <a:off x="2440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40" name="Freeform 441"/>
              <p:cNvSpPr>
                <a:spLocks/>
              </p:cNvSpPr>
              <p:nvPr/>
            </p:nvSpPr>
            <p:spPr bwMode="auto">
              <a:xfrm>
                <a:off x="2309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41" name="Freeform 442"/>
              <p:cNvSpPr>
                <a:spLocks/>
              </p:cNvSpPr>
              <p:nvPr/>
            </p:nvSpPr>
            <p:spPr bwMode="auto">
              <a:xfrm>
                <a:off x="2321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42" name="Freeform 443"/>
              <p:cNvSpPr>
                <a:spLocks/>
              </p:cNvSpPr>
              <p:nvPr/>
            </p:nvSpPr>
            <p:spPr bwMode="auto">
              <a:xfrm>
                <a:off x="2255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43" name="Freeform 444"/>
              <p:cNvSpPr>
                <a:spLocks/>
              </p:cNvSpPr>
              <p:nvPr/>
            </p:nvSpPr>
            <p:spPr bwMode="auto">
              <a:xfrm>
                <a:off x="2488" y="16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44" name="Freeform 445"/>
              <p:cNvSpPr>
                <a:spLocks/>
              </p:cNvSpPr>
              <p:nvPr/>
            </p:nvSpPr>
            <p:spPr bwMode="auto">
              <a:xfrm>
                <a:off x="2207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45" name="Freeform 446"/>
              <p:cNvSpPr>
                <a:spLocks/>
              </p:cNvSpPr>
              <p:nvPr/>
            </p:nvSpPr>
            <p:spPr bwMode="auto">
              <a:xfrm>
                <a:off x="2111" y="2282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46" name="Freeform 447"/>
              <p:cNvSpPr>
                <a:spLocks/>
              </p:cNvSpPr>
              <p:nvPr/>
            </p:nvSpPr>
            <p:spPr bwMode="auto">
              <a:xfrm>
                <a:off x="1865" y="23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47" name="Freeform 448"/>
              <p:cNvSpPr>
                <a:spLocks/>
              </p:cNvSpPr>
              <p:nvPr/>
            </p:nvSpPr>
            <p:spPr bwMode="auto">
              <a:xfrm>
                <a:off x="2201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48" name="Freeform 449"/>
              <p:cNvSpPr>
                <a:spLocks/>
              </p:cNvSpPr>
              <p:nvPr/>
            </p:nvSpPr>
            <p:spPr bwMode="auto">
              <a:xfrm>
                <a:off x="2422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49" name="Freeform 450"/>
              <p:cNvSpPr>
                <a:spLocks/>
              </p:cNvSpPr>
              <p:nvPr/>
            </p:nvSpPr>
            <p:spPr bwMode="auto">
              <a:xfrm>
                <a:off x="2458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50" name="Freeform 451"/>
              <p:cNvSpPr>
                <a:spLocks/>
              </p:cNvSpPr>
              <p:nvPr/>
            </p:nvSpPr>
            <p:spPr bwMode="auto">
              <a:xfrm>
                <a:off x="2315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51" name="Freeform 452"/>
              <p:cNvSpPr>
                <a:spLocks/>
              </p:cNvSpPr>
              <p:nvPr/>
            </p:nvSpPr>
            <p:spPr bwMode="auto">
              <a:xfrm>
                <a:off x="2524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52" name="Freeform 453"/>
              <p:cNvSpPr>
                <a:spLocks/>
              </p:cNvSpPr>
              <p:nvPr/>
            </p:nvSpPr>
            <p:spPr bwMode="auto">
              <a:xfrm>
                <a:off x="2105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53" name="Freeform 454"/>
              <p:cNvSpPr>
                <a:spLocks/>
              </p:cNvSpPr>
              <p:nvPr/>
            </p:nvSpPr>
            <p:spPr bwMode="auto">
              <a:xfrm>
                <a:off x="2410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54" name="Freeform 455"/>
              <p:cNvSpPr>
                <a:spLocks/>
              </p:cNvSpPr>
              <p:nvPr/>
            </p:nvSpPr>
            <p:spPr bwMode="auto">
              <a:xfrm>
                <a:off x="2285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55" name="Freeform 456"/>
              <p:cNvSpPr>
                <a:spLocks/>
              </p:cNvSpPr>
              <p:nvPr/>
            </p:nvSpPr>
            <p:spPr bwMode="auto">
              <a:xfrm>
                <a:off x="2171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56" name="Freeform 457"/>
              <p:cNvSpPr>
                <a:spLocks/>
              </p:cNvSpPr>
              <p:nvPr/>
            </p:nvSpPr>
            <p:spPr bwMode="auto">
              <a:xfrm>
                <a:off x="2111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57" name="Freeform 458"/>
              <p:cNvSpPr>
                <a:spLocks/>
              </p:cNvSpPr>
              <p:nvPr/>
            </p:nvSpPr>
            <p:spPr bwMode="auto">
              <a:xfrm>
                <a:off x="2350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58" name="Freeform 459"/>
              <p:cNvSpPr>
                <a:spLocks/>
              </p:cNvSpPr>
              <p:nvPr/>
            </p:nvSpPr>
            <p:spPr bwMode="auto">
              <a:xfrm>
                <a:off x="2093" y="22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59" name="Freeform 460"/>
              <p:cNvSpPr>
                <a:spLocks/>
              </p:cNvSpPr>
              <p:nvPr/>
            </p:nvSpPr>
            <p:spPr bwMode="auto">
              <a:xfrm>
                <a:off x="2285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60" name="Freeform 461"/>
              <p:cNvSpPr>
                <a:spLocks/>
              </p:cNvSpPr>
              <p:nvPr/>
            </p:nvSpPr>
            <p:spPr bwMode="auto">
              <a:xfrm>
                <a:off x="2297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61" name="Freeform 462"/>
              <p:cNvSpPr>
                <a:spLocks/>
              </p:cNvSpPr>
              <p:nvPr/>
            </p:nvSpPr>
            <p:spPr bwMode="auto">
              <a:xfrm>
                <a:off x="2255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62" name="Freeform 463"/>
              <p:cNvSpPr>
                <a:spLocks/>
              </p:cNvSpPr>
              <p:nvPr/>
            </p:nvSpPr>
            <p:spPr bwMode="auto">
              <a:xfrm>
                <a:off x="2356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63" name="Freeform 464"/>
              <p:cNvSpPr>
                <a:spLocks/>
              </p:cNvSpPr>
              <p:nvPr/>
            </p:nvSpPr>
            <p:spPr bwMode="auto">
              <a:xfrm>
                <a:off x="2309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64" name="Freeform 465"/>
              <p:cNvSpPr>
                <a:spLocks/>
              </p:cNvSpPr>
              <p:nvPr/>
            </p:nvSpPr>
            <p:spPr bwMode="auto">
              <a:xfrm>
                <a:off x="2476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65" name="Freeform 466"/>
              <p:cNvSpPr>
                <a:spLocks/>
              </p:cNvSpPr>
              <p:nvPr/>
            </p:nvSpPr>
            <p:spPr bwMode="auto">
              <a:xfrm>
                <a:off x="2243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66" name="Freeform 467"/>
              <p:cNvSpPr>
                <a:spLocks/>
              </p:cNvSpPr>
              <p:nvPr/>
            </p:nvSpPr>
            <p:spPr bwMode="auto">
              <a:xfrm>
                <a:off x="2410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67" name="Freeform 468"/>
              <p:cNvSpPr>
                <a:spLocks/>
              </p:cNvSpPr>
              <p:nvPr/>
            </p:nvSpPr>
            <p:spPr bwMode="auto">
              <a:xfrm>
                <a:off x="2512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68" name="Freeform 469"/>
              <p:cNvSpPr>
                <a:spLocks/>
              </p:cNvSpPr>
              <p:nvPr/>
            </p:nvSpPr>
            <p:spPr bwMode="auto">
              <a:xfrm>
                <a:off x="2350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69" name="Freeform 470"/>
              <p:cNvSpPr>
                <a:spLocks/>
              </p:cNvSpPr>
              <p:nvPr/>
            </p:nvSpPr>
            <p:spPr bwMode="auto">
              <a:xfrm>
                <a:off x="2333" y="201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70" name="Freeform 471"/>
              <p:cNvSpPr>
                <a:spLocks/>
              </p:cNvSpPr>
              <p:nvPr/>
            </p:nvSpPr>
            <p:spPr bwMode="auto">
              <a:xfrm>
                <a:off x="2153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71" name="Freeform 472"/>
              <p:cNvSpPr>
                <a:spLocks/>
              </p:cNvSpPr>
              <p:nvPr/>
            </p:nvSpPr>
            <p:spPr bwMode="auto">
              <a:xfrm>
                <a:off x="2273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72" name="Freeform 473"/>
              <p:cNvSpPr>
                <a:spLocks/>
              </p:cNvSpPr>
              <p:nvPr/>
            </p:nvSpPr>
            <p:spPr bwMode="auto">
              <a:xfrm>
                <a:off x="2303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73" name="Freeform 474"/>
              <p:cNvSpPr>
                <a:spLocks/>
              </p:cNvSpPr>
              <p:nvPr/>
            </p:nvSpPr>
            <p:spPr bwMode="auto">
              <a:xfrm>
                <a:off x="2392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74" name="Freeform 475"/>
              <p:cNvSpPr>
                <a:spLocks/>
              </p:cNvSpPr>
              <p:nvPr/>
            </p:nvSpPr>
            <p:spPr bwMode="auto">
              <a:xfrm>
                <a:off x="2189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75" name="Freeform 476"/>
              <p:cNvSpPr>
                <a:spLocks/>
              </p:cNvSpPr>
              <p:nvPr/>
            </p:nvSpPr>
            <p:spPr bwMode="auto">
              <a:xfrm>
                <a:off x="2422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76" name="Freeform 477"/>
              <p:cNvSpPr>
                <a:spLocks/>
              </p:cNvSpPr>
              <p:nvPr/>
            </p:nvSpPr>
            <p:spPr bwMode="auto">
              <a:xfrm>
                <a:off x="2374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77" name="Freeform 478"/>
              <p:cNvSpPr>
                <a:spLocks/>
              </p:cNvSpPr>
              <p:nvPr/>
            </p:nvSpPr>
            <p:spPr bwMode="auto">
              <a:xfrm>
                <a:off x="2189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78" name="Freeform 479"/>
              <p:cNvSpPr>
                <a:spLocks/>
              </p:cNvSpPr>
              <p:nvPr/>
            </p:nvSpPr>
            <p:spPr bwMode="auto">
              <a:xfrm>
                <a:off x="2279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79" name="Freeform 480"/>
              <p:cNvSpPr>
                <a:spLocks/>
              </p:cNvSpPr>
              <p:nvPr/>
            </p:nvSpPr>
            <p:spPr bwMode="auto">
              <a:xfrm>
                <a:off x="2177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80" name="Freeform 481"/>
              <p:cNvSpPr>
                <a:spLocks/>
              </p:cNvSpPr>
              <p:nvPr/>
            </p:nvSpPr>
            <p:spPr bwMode="auto">
              <a:xfrm>
                <a:off x="2339" y="1922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81" name="Freeform 482"/>
              <p:cNvSpPr>
                <a:spLocks/>
              </p:cNvSpPr>
              <p:nvPr/>
            </p:nvSpPr>
            <p:spPr bwMode="auto">
              <a:xfrm>
                <a:off x="2380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82" name="Freeform 483"/>
              <p:cNvSpPr>
                <a:spLocks/>
              </p:cNvSpPr>
              <p:nvPr/>
            </p:nvSpPr>
            <p:spPr bwMode="auto">
              <a:xfrm>
                <a:off x="2321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83" name="Freeform 484"/>
              <p:cNvSpPr>
                <a:spLocks/>
              </p:cNvSpPr>
              <p:nvPr/>
            </p:nvSpPr>
            <p:spPr bwMode="auto">
              <a:xfrm>
                <a:off x="2195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84" name="Freeform 485"/>
              <p:cNvSpPr>
                <a:spLocks/>
              </p:cNvSpPr>
              <p:nvPr/>
            </p:nvSpPr>
            <p:spPr bwMode="auto">
              <a:xfrm>
                <a:off x="2398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85" name="Freeform 486"/>
              <p:cNvSpPr>
                <a:spLocks/>
              </p:cNvSpPr>
              <p:nvPr/>
            </p:nvSpPr>
            <p:spPr bwMode="auto">
              <a:xfrm>
                <a:off x="2327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86" name="Freeform 487"/>
              <p:cNvSpPr>
                <a:spLocks/>
              </p:cNvSpPr>
              <p:nvPr/>
            </p:nvSpPr>
            <p:spPr bwMode="auto">
              <a:xfrm>
                <a:off x="2374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87" name="Freeform 488"/>
              <p:cNvSpPr>
                <a:spLocks/>
              </p:cNvSpPr>
              <p:nvPr/>
            </p:nvSpPr>
            <p:spPr bwMode="auto">
              <a:xfrm>
                <a:off x="2422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88" name="Freeform 489"/>
              <p:cNvSpPr>
                <a:spLocks/>
              </p:cNvSpPr>
              <p:nvPr/>
            </p:nvSpPr>
            <p:spPr bwMode="auto">
              <a:xfrm>
                <a:off x="2368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89" name="Freeform 490"/>
              <p:cNvSpPr>
                <a:spLocks/>
              </p:cNvSpPr>
              <p:nvPr/>
            </p:nvSpPr>
            <p:spPr bwMode="auto">
              <a:xfrm>
                <a:off x="2285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90" name="Freeform 491"/>
              <p:cNvSpPr>
                <a:spLocks/>
              </p:cNvSpPr>
              <p:nvPr/>
            </p:nvSpPr>
            <p:spPr bwMode="auto">
              <a:xfrm>
                <a:off x="2153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91" name="Freeform 492"/>
              <p:cNvSpPr>
                <a:spLocks/>
              </p:cNvSpPr>
              <p:nvPr/>
            </p:nvSpPr>
            <p:spPr bwMode="auto">
              <a:xfrm>
                <a:off x="2458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92" name="Freeform 493"/>
              <p:cNvSpPr>
                <a:spLocks/>
              </p:cNvSpPr>
              <p:nvPr/>
            </p:nvSpPr>
            <p:spPr bwMode="auto">
              <a:xfrm>
                <a:off x="2333" y="2096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93" name="Freeform 494"/>
              <p:cNvSpPr>
                <a:spLocks/>
              </p:cNvSpPr>
              <p:nvPr/>
            </p:nvSpPr>
            <p:spPr bwMode="auto">
              <a:xfrm>
                <a:off x="2207" y="2282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94" name="Freeform 495"/>
              <p:cNvSpPr>
                <a:spLocks/>
              </p:cNvSpPr>
              <p:nvPr/>
            </p:nvSpPr>
            <p:spPr bwMode="auto">
              <a:xfrm>
                <a:off x="2608" y="15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95" name="Freeform 496"/>
              <p:cNvSpPr>
                <a:spLocks/>
              </p:cNvSpPr>
              <p:nvPr/>
            </p:nvSpPr>
            <p:spPr bwMode="auto">
              <a:xfrm>
                <a:off x="2327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96" name="Freeform 497"/>
              <p:cNvSpPr>
                <a:spLocks/>
              </p:cNvSpPr>
              <p:nvPr/>
            </p:nvSpPr>
            <p:spPr bwMode="auto">
              <a:xfrm>
                <a:off x="2566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97" name="Freeform 498"/>
              <p:cNvSpPr>
                <a:spLocks/>
              </p:cNvSpPr>
              <p:nvPr/>
            </p:nvSpPr>
            <p:spPr bwMode="auto">
              <a:xfrm>
                <a:off x="2416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98" name="Freeform 499"/>
              <p:cNvSpPr>
                <a:spLocks/>
              </p:cNvSpPr>
              <p:nvPr/>
            </p:nvSpPr>
            <p:spPr bwMode="auto">
              <a:xfrm>
                <a:off x="2590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99" name="Freeform 500"/>
              <p:cNvSpPr>
                <a:spLocks/>
              </p:cNvSpPr>
              <p:nvPr/>
            </p:nvSpPr>
            <p:spPr bwMode="auto">
              <a:xfrm>
                <a:off x="2464" y="2288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00" name="Freeform 501"/>
              <p:cNvSpPr>
                <a:spLocks/>
              </p:cNvSpPr>
              <p:nvPr/>
            </p:nvSpPr>
            <p:spPr bwMode="auto">
              <a:xfrm>
                <a:off x="2207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01" name="Freeform 502"/>
              <p:cNvSpPr>
                <a:spLocks/>
              </p:cNvSpPr>
              <p:nvPr/>
            </p:nvSpPr>
            <p:spPr bwMode="auto">
              <a:xfrm>
                <a:off x="2506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02" name="Freeform 503"/>
              <p:cNvSpPr>
                <a:spLocks/>
              </p:cNvSpPr>
              <p:nvPr/>
            </p:nvSpPr>
            <p:spPr bwMode="auto">
              <a:xfrm>
                <a:off x="2380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03" name="Freeform 504"/>
              <p:cNvSpPr>
                <a:spLocks/>
              </p:cNvSpPr>
              <p:nvPr/>
            </p:nvSpPr>
            <p:spPr bwMode="auto">
              <a:xfrm>
                <a:off x="2075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04" name="Freeform 505"/>
              <p:cNvSpPr>
                <a:spLocks/>
              </p:cNvSpPr>
              <p:nvPr/>
            </p:nvSpPr>
            <p:spPr bwMode="auto">
              <a:xfrm>
                <a:off x="2333" y="211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05" name="Freeform 506"/>
              <p:cNvSpPr>
                <a:spLocks/>
              </p:cNvSpPr>
              <p:nvPr/>
            </p:nvSpPr>
            <p:spPr bwMode="auto">
              <a:xfrm>
                <a:off x="2321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06" name="Freeform 507"/>
              <p:cNvSpPr>
                <a:spLocks/>
              </p:cNvSpPr>
              <p:nvPr/>
            </p:nvSpPr>
            <p:spPr bwMode="auto">
              <a:xfrm>
                <a:off x="2321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07" name="Freeform 508"/>
              <p:cNvSpPr>
                <a:spLocks/>
              </p:cNvSpPr>
              <p:nvPr/>
            </p:nvSpPr>
            <p:spPr bwMode="auto">
              <a:xfrm>
                <a:off x="2129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08" name="Freeform 509"/>
              <p:cNvSpPr>
                <a:spLocks/>
              </p:cNvSpPr>
              <p:nvPr/>
            </p:nvSpPr>
            <p:spPr bwMode="auto">
              <a:xfrm>
                <a:off x="2374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09" name="Freeform 510"/>
              <p:cNvSpPr>
                <a:spLocks/>
              </p:cNvSpPr>
              <p:nvPr/>
            </p:nvSpPr>
            <p:spPr bwMode="auto">
              <a:xfrm>
                <a:off x="2422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10" name="Freeform 511"/>
              <p:cNvSpPr>
                <a:spLocks/>
              </p:cNvSpPr>
              <p:nvPr/>
            </p:nvSpPr>
            <p:spPr bwMode="auto">
              <a:xfrm>
                <a:off x="2339" y="204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11" name="Freeform 512"/>
              <p:cNvSpPr>
                <a:spLocks/>
              </p:cNvSpPr>
              <p:nvPr/>
            </p:nvSpPr>
            <p:spPr bwMode="auto">
              <a:xfrm>
                <a:off x="244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12" name="Freeform 513"/>
              <p:cNvSpPr>
                <a:spLocks/>
              </p:cNvSpPr>
              <p:nvPr/>
            </p:nvSpPr>
            <p:spPr bwMode="auto">
              <a:xfrm>
                <a:off x="2380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13" name="Freeform 514"/>
              <p:cNvSpPr>
                <a:spLocks/>
              </p:cNvSpPr>
              <p:nvPr/>
            </p:nvSpPr>
            <p:spPr bwMode="auto">
              <a:xfrm>
                <a:off x="2440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14" name="Freeform 515"/>
              <p:cNvSpPr>
                <a:spLocks/>
              </p:cNvSpPr>
              <p:nvPr/>
            </p:nvSpPr>
            <p:spPr bwMode="auto">
              <a:xfrm>
                <a:off x="2386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15" name="Freeform 516"/>
              <p:cNvSpPr>
                <a:spLocks/>
              </p:cNvSpPr>
              <p:nvPr/>
            </p:nvSpPr>
            <p:spPr bwMode="auto">
              <a:xfrm>
                <a:off x="2506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16" name="Freeform 517"/>
              <p:cNvSpPr>
                <a:spLocks/>
              </p:cNvSpPr>
              <p:nvPr/>
            </p:nvSpPr>
            <p:spPr bwMode="auto">
              <a:xfrm>
                <a:off x="2159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17" name="Freeform 518"/>
              <p:cNvSpPr>
                <a:spLocks/>
              </p:cNvSpPr>
              <p:nvPr/>
            </p:nvSpPr>
            <p:spPr bwMode="auto">
              <a:xfrm>
                <a:off x="2219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18" name="Freeform 519"/>
              <p:cNvSpPr>
                <a:spLocks/>
              </p:cNvSpPr>
              <p:nvPr/>
            </p:nvSpPr>
            <p:spPr bwMode="auto">
              <a:xfrm>
                <a:off x="2339" y="2054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19" name="Freeform 520"/>
              <p:cNvSpPr>
                <a:spLocks/>
              </p:cNvSpPr>
              <p:nvPr/>
            </p:nvSpPr>
            <p:spPr bwMode="auto">
              <a:xfrm>
                <a:off x="2416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20" name="Freeform 521"/>
              <p:cNvSpPr>
                <a:spLocks/>
              </p:cNvSpPr>
              <p:nvPr/>
            </p:nvSpPr>
            <p:spPr bwMode="auto">
              <a:xfrm>
                <a:off x="2303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21" name="Freeform 522"/>
              <p:cNvSpPr>
                <a:spLocks/>
              </p:cNvSpPr>
              <p:nvPr/>
            </p:nvSpPr>
            <p:spPr bwMode="auto">
              <a:xfrm>
                <a:off x="2344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22" name="Freeform 523"/>
              <p:cNvSpPr>
                <a:spLocks/>
              </p:cNvSpPr>
              <p:nvPr/>
            </p:nvSpPr>
            <p:spPr bwMode="auto">
              <a:xfrm>
                <a:off x="2380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23" name="Freeform 524"/>
              <p:cNvSpPr>
                <a:spLocks/>
              </p:cNvSpPr>
              <p:nvPr/>
            </p:nvSpPr>
            <p:spPr bwMode="auto">
              <a:xfrm>
                <a:off x="2428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24" name="Freeform 525"/>
              <p:cNvSpPr>
                <a:spLocks/>
              </p:cNvSpPr>
              <p:nvPr/>
            </p:nvSpPr>
            <p:spPr bwMode="auto">
              <a:xfrm>
                <a:off x="2321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25" name="Freeform 526"/>
              <p:cNvSpPr>
                <a:spLocks/>
              </p:cNvSpPr>
              <p:nvPr/>
            </p:nvSpPr>
            <p:spPr bwMode="auto">
              <a:xfrm>
                <a:off x="2075" y="22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26" name="Freeform 527"/>
              <p:cNvSpPr>
                <a:spLocks/>
              </p:cNvSpPr>
              <p:nvPr/>
            </p:nvSpPr>
            <p:spPr bwMode="auto">
              <a:xfrm>
                <a:off x="2189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27" name="Freeform 528"/>
              <p:cNvSpPr>
                <a:spLocks/>
              </p:cNvSpPr>
              <p:nvPr/>
            </p:nvSpPr>
            <p:spPr bwMode="auto">
              <a:xfrm>
                <a:off x="2446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28" name="Freeform 529"/>
              <p:cNvSpPr>
                <a:spLocks/>
              </p:cNvSpPr>
              <p:nvPr/>
            </p:nvSpPr>
            <p:spPr bwMode="auto">
              <a:xfrm>
                <a:off x="2171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29" name="Freeform 530"/>
              <p:cNvSpPr>
                <a:spLocks/>
              </p:cNvSpPr>
              <p:nvPr/>
            </p:nvSpPr>
            <p:spPr bwMode="auto">
              <a:xfrm>
                <a:off x="2362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30" name="Freeform 531"/>
              <p:cNvSpPr>
                <a:spLocks/>
              </p:cNvSpPr>
              <p:nvPr/>
            </p:nvSpPr>
            <p:spPr bwMode="auto">
              <a:xfrm>
                <a:off x="2237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31" name="Freeform 532"/>
              <p:cNvSpPr>
                <a:spLocks/>
              </p:cNvSpPr>
              <p:nvPr/>
            </p:nvSpPr>
            <p:spPr bwMode="auto">
              <a:xfrm>
                <a:off x="2626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32" name="Freeform 533"/>
              <p:cNvSpPr>
                <a:spLocks/>
              </p:cNvSpPr>
              <p:nvPr/>
            </p:nvSpPr>
            <p:spPr bwMode="auto">
              <a:xfrm>
                <a:off x="2303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33" name="Freeform 534"/>
              <p:cNvSpPr>
                <a:spLocks/>
              </p:cNvSpPr>
              <p:nvPr/>
            </p:nvSpPr>
            <p:spPr bwMode="auto">
              <a:xfrm>
                <a:off x="1955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34" name="Freeform 535"/>
              <p:cNvSpPr>
                <a:spLocks/>
              </p:cNvSpPr>
              <p:nvPr/>
            </p:nvSpPr>
            <p:spPr bwMode="auto">
              <a:xfrm>
                <a:off x="2380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35" name="Freeform 536"/>
              <p:cNvSpPr>
                <a:spLocks/>
              </p:cNvSpPr>
              <p:nvPr/>
            </p:nvSpPr>
            <p:spPr bwMode="auto">
              <a:xfrm>
                <a:off x="232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36" name="Freeform 537"/>
              <p:cNvSpPr>
                <a:spLocks/>
              </p:cNvSpPr>
              <p:nvPr/>
            </p:nvSpPr>
            <p:spPr bwMode="auto">
              <a:xfrm>
                <a:off x="2344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37" name="Freeform 538"/>
              <p:cNvSpPr>
                <a:spLocks/>
              </p:cNvSpPr>
              <p:nvPr/>
            </p:nvSpPr>
            <p:spPr bwMode="auto">
              <a:xfrm>
                <a:off x="2273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38" name="Freeform 539"/>
              <p:cNvSpPr>
                <a:spLocks/>
              </p:cNvSpPr>
              <p:nvPr/>
            </p:nvSpPr>
            <p:spPr bwMode="auto">
              <a:xfrm>
                <a:off x="2141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39" name="Freeform 540"/>
              <p:cNvSpPr>
                <a:spLocks/>
              </p:cNvSpPr>
              <p:nvPr/>
            </p:nvSpPr>
            <p:spPr bwMode="auto">
              <a:xfrm>
                <a:off x="220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40" name="Freeform 541"/>
              <p:cNvSpPr>
                <a:spLocks/>
              </p:cNvSpPr>
              <p:nvPr/>
            </p:nvSpPr>
            <p:spPr bwMode="auto">
              <a:xfrm>
                <a:off x="2315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41" name="Freeform 542"/>
              <p:cNvSpPr>
                <a:spLocks/>
              </p:cNvSpPr>
              <p:nvPr/>
            </p:nvSpPr>
            <p:spPr bwMode="auto">
              <a:xfrm>
                <a:off x="2225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42" name="Freeform 543"/>
              <p:cNvSpPr>
                <a:spLocks/>
              </p:cNvSpPr>
              <p:nvPr/>
            </p:nvSpPr>
            <p:spPr bwMode="auto">
              <a:xfrm>
                <a:off x="2374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43" name="Freeform 544"/>
              <p:cNvSpPr>
                <a:spLocks/>
              </p:cNvSpPr>
              <p:nvPr/>
            </p:nvSpPr>
            <p:spPr bwMode="auto">
              <a:xfrm>
                <a:off x="2303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44" name="Freeform 545"/>
              <p:cNvSpPr>
                <a:spLocks/>
              </p:cNvSpPr>
              <p:nvPr/>
            </p:nvSpPr>
            <p:spPr bwMode="auto">
              <a:xfrm>
                <a:off x="2213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45" name="Freeform 546"/>
              <p:cNvSpPr>
                <a:spLocks/>
              </p:cNvSpPr>
              <p:nvPr/>
            </p:nvSpPr>
            <p:spPr bwMode="auto">
              <a:xfrm>
                <a:off x="2380" y="18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46" name="Freeform 547"/>
              <p:cNvSpPr>
                <a:spLocks/>
              </p:cNvSpPr>
              <p:nvPr/>
            </p:nvSpPr>
            <p:spPr bwMode="auto">
              <a:xfrm>
                <a:off x="2548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47" name="Freeform 548"/>
              <p:cNvSpPr>
                <a:spLocks/>
              </p:cNvSpPr>
              <p:nvPr/>
            </p:nvSpPr>
            <p:spPr bwMode="auto">
              <a:xfrm>
                <a:off x="2422" y="18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48" name="Freeform 549"/>
              <p:cNvSpPr>
                <a:spLocks/>
              </p:cNvSpPr>
              <p:nvPr/>
            </p:nvSpPr>
            <p:spPr bwMode="auto">
              <a:xfrm>
                <a:off x="1937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49" name="Freeform 550"/>
              <p:cNvSpPr>
                <a:spLocks/>
              </p:cNvSpPr>
              <p:nvPr/>
            </p:nvSpPr>
            <p:spPr bwMode="auto">
              <a:xfrm>
                <a:off x="2261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50" name="Freeform 551"/>
              <p:cNvSpPr>
                <a:spLocks/>
              </p:cNvSpPr>
              <p:nvPr/>
            </p:nvSpPr>
            <p:spPr bwMode="auto">
              <a:xfrm>
                <a:off x="2303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51" name="Freeform 552"/>
              <p:cNvSpPr>
                <a:spLocks/>
              </p:cNvSpPr>
              <p:nvPr/>
            </p:nvSpPr>
            <p:spPr bwMode="auto">
              <a:xfrm>
                <a:off x="2219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52" name="Freeform 553"/>
              <p:cNvSpPr>
                <a:spLocks/>
              </p:cNvSpPr>
              <p:nvPr/>
            </p:nvSpPr>
            <p:spPr bwMode="auto">
              <a:xfrm>
                <a:off x="2225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53" name="Freeform 554"/>
              <p:cNvSpPr>
                <a:spLocks/>
              </p:cNvSpPr>
              <p:nvPr/>
            </p:nvSpPr>
            <p:spPr bwMode="auto">
              <a:xfrm>
                <a:off x="2267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54" name="Freeform 555"/>
              <p:cNvSpPr>
                <a:spLocks/>
              </p:cNvSpPr>
              <p:nvPr/>
            </p:nvSpPr>
            <p:spPr bwMode="auto">
              <a:xfrm>
                <a:off x="2458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55" name="Freeform 556"/>
              <p:cNvSpPr>
                <a:spLocks/>
              </p:cNvSpPr>
              <p:nvPr/>
            </p:nvSpPr>
            <p:spPr bwMode="auto">
              <a:xfrm>
                <a:off x="2003" y="23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56" name="Freeform 557"/>
              <p:cNvSpPr>
                <a:spLocks/>
              </p:cNvSpPr>
              <p:nvPr/>
            </p:nvSpPr>
            <p:spPr bwMode="auto">
              <a:xfrm>
                <a:off x="2063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57" name="Freeform 558"/>
              <p:cNvSpPr>
                <a:spLocks/>
              </p:cNvSpPr>
              <p:nvPr/>
            </p:nvSpPr>
            <p:spPr bwMode="auto">
              <a:xfrm>
                <a:off x="2321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58" name="Freeform 559"/>
              <p:cNvSpPr>
                <a:spLocks/>
              </p:cNvSpPr>
              <p:nvPr/>
            </p:nvSpPr>
            <p:spPr bwMode="auto">
              <a:xfrm>
                <a:off x="2093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59" name="Freeform 560"/>
              <p:cNvSpPr>
                <a:spLocks/>
              </p:cNvSpPr>
              <p:nvPr/>
            </p:nvSpPr>
            <p:spPr bwMode="auto">
              <a:xfrm>
                <a:off x="2129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60" name="Freeform 561"/>
              <p:cNvSpPr>
                <a:spLocks/>
              </p:cNvSpPr>
              <p:nvPr/>
            </p:nvSpPr>
            <p:spPr bwMode="auto">
              <a:xfrm>
                <a:off x="223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61" name="Freeform 562"/>
              <p:cNvSpPr>
                <a:spLocks/>
              </p:cNvSpPr>
              <p:nvPr/>
            </p:nvSpPr>
            <p:spPr bwMode="auto">
              <a:xfrm>
                <a:off x="2392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62" name="Freeform 563"/>
              <p:cNvSpPr>
                <a:spLocks/>
              </p:cNvSpPr>
              <p:nvPr/>
            </p:nvSpPr>
            <p:spPr bwMode="auto">
              <a:xfrm>
                <a:off x="2339" y="204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63" name="Freeform 564"/>
              <p:cNvSpPr>
                <a:spLocks/>
              </p:cNvSpPr>
              <p:nvPr/>
            </p:nvSpPr>
            <p:spPr bwMode="auto">
              <a:xfrm>
                <a:off x="2404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64" name="Freeform 565"/>
              <p:cNvSpPr>
                <a:spLocks/>
              </p:cNvSpPr>
              <p:nvPr/>
            </p:nvSpPr>
            <p:spPr bwMode="auto">
              <a:xfrm>
                <a:off x="2225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65" name="Freeform 566"/>
              <p:cNvSpPr>
                <a:spLocks/>
              </p:cNvSpPr>
              <p:nvPr/>
            </p:nvSpPr>
            <p:spPr bwMode="auto">
              <a:xfrm>
                <a:off x="2291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66" name="Freeform 567"/>
              <p:cNvSpPr>
                <a:spLocks/>
              </p:cNvSpPr>
              <p:nvPr/>
            </p:nvSpPr>
            <p:spPr bwMode="auto">
              <a:xfrm>
                <a:off x="2321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67" name="Freeform 568"/>
              <p:cNvSpPr>
                <a:spLocks/>
              </p:cNvSpPr>
              <p:nvPr/>
            </p:nvSpPr>
            <p:spPr bwMode="auto">
              <a:xfrm>
                <a:off x="2422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68" name="Freeform 569"/>
              <p:cNvSpPr>
                <a:spLocks/>
              </p:cNvSpPr>
              <p:nvPr/>
            </p:nvSpPr>
            <p:spPr bwMode="auto">
              <a:xfrm>
                <a:off x="2273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69" name="Freeform 570"/>
              <p:cNvSpPr>
                <a:spLocks/>
              </p:cNvSpPr>
              <p:nvPr/>
            </p:nvSpPr>
            <p:spPr bwMode="auto">
              <a:xfrm>
                <a:off x="2428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70" name="Freeform 571"/>
              <p:cNvSpPr>
                <a:spLocks/>
              </p:cNvSpPr>
              <p:nvPr/>
            </p:nvSpPr>
            <p:spPr bwMode="auto">
              <a:xfrm>
                <a:off x="223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71" name="Freeform 572"/>
              <p:cNvSpPr>
                <a:spLocks/>
              </p:cNvSpPr>
              <p:nvPr/>
            </p:nvSpPr>
            <p:spPr bwMode="auto">
              <a:xfrm>
                <a:off x="2279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72" name="Freeform 573"/>
              <p:cNvSpPr>
                <a:spLocks/>
              </p:cNvSpPr>
              <p:nvPr/>
            </p:nvSpPr>
            <p:spPr bwMode="auto">
              <a:xfrm>
                <a:off x="2374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73" name="Freeform 574"/>
              <p:cNvSpPr>
                <a:spLocks/>
              </p:cNvSpPr>
              <p:nvPr/>
            </p:nvSpPr>
            <p:spPr bwMode="auto">
              <a:xfrm>
                <a:off x="2374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74" name="Freeform 575"/>
              <p:cNvSpPr>
                <a:spLocks/>
              </p:cNvSpPr>
              <p:nvPr/>
            </p:nvSpPr>
            <p:spPr bwMode="auto">
              <a:xfrm>
                <a:off x="2560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75" name="Freeform 576"/>
              <p:cNvSpPr>
                <a:spLocks/>
              </p:cNvSpPr>
              <p:nvPr/>
            </p:nvSpPr>
            <p:spPr bwMode="auto">
              <a:xfrm>
                <a:off x="2261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76" name="Freeform 577"/>
              <p:cNvSpPr>
                <a:spLocks/>
              </p:cNvSpPr>
              <p:nvPr/>
            </p:nvSpPr>
            <p:spPr bwMode="auto">
              <a:xfrm>
                <a:off x="2279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77" name="Freeform 578"/>
              <p:cNvSpPr>
                <a:spLocks/>
              </p:cNvSpPr>
              <p:nvPr/>
            </p:nvSpPr>
            <p:spPr bwMode="auto">
              <a:xfrm>
                <a:off x="2237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78" name="Freeform 579"/>
              <p:cNvSpPr>
                <a:spLocks/>
              </p:cNvSpPr>
              <p:nvPr/>
            </p:nvSpPr>
            <p:spPr bwMode="auto">
              <a:xfrm>
                <a:off x="2249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79" name="Freeform 580"/>
              <p:cNvSpPr>
                <a:spLocks/>
              </p:cNvSpPr>
              <p:nvPr/>
            </p:nvSpPr>
            <p:spPr bwMode="auto">
              <a:xfrm>
                <a:off x="2291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80" name="Freeform 581"/>
              <p:cNvSpPr>
                <a:spLocks/>
              </p:cNvSpPr>
              <p:nvPr/>
            </p:nvSpPr>
            <p:spPr bwMode="auto">
              <a:xfrm>
                <a:off x="229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81" name="Freeform 582"/>
              <p:cNvSpPr>
                <a:spLocks/>
              </p:cNvSpPr>
              <p:nvPr/>
            </p:nvSpPr>
            <p:spPr bwMode="auto">
              <a:xfrm>
                <a:off x="2404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82" name="Freeform 583"/>
              <p:cNvSpPr>
                <a:spLocks/>
              </p:cNvSpPr>
              <p:nvPr/>
            </p:nvSpPr>
            <p:spPr bwMode="auto">
              <a:xfrm>
                <a:off x="2321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83" name="Freeform 584"/>
              <p:cNvSpPr>
                <a:spLocks/>
              </p:cNvSpPr>
              <p:nvPr/>
            </p:nvSpPr>
            <p:spPr bwMode="auto">
              <a:xfrm>
                <a:off x="2273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84" name="Freeform 585"/>
              <p:cNvSpPr>
                <a:spLocks/>
              </p:cNvSpPr>
              <p:nvPr/>
            </p:nvSpPr>
            <p:spPr bwMode="auto">
              <a:xfrm>
                <a:off x="2506" y="17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85" name="Freeform 586"/>
              <p:cNvSpPr>
                <a:spLocks/>
              </p:cNvSpPr>
              <p:nvPr/>
            </p:nvSpPr>
            <p:spPr bwMode="auto">
              <a:xfrm>
                <a:off x="2093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86" name="Freeform 587"/>
              <p:cNvSpPr>
                <a:spLocks/>
              </p:cNvSpPr>
              <p:nvPr/>
            </p:nvSpPr>
            <p:spPr bwMode="auto">
              <a:xfrm>
                <a:off x="226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87" name="Freeform 588"/>
              <p:cNvSpPr>
                <a:spLocks/>
              </p:cNvSpPr>
              <p:nvPr/>
            </p:nvSpPr>
            <p:spPr bwMode="auto">
              <a:xfrm>
                <a:off x="2225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88" name="Freeform 589"/>
              <p:cNvSpPr>
                <a:spLocks/>
              </p:cNvSpPr>
              <p:nvPr/>
            </p:nvSpPr>
            <p:spPr bwMode="auto">
              <a:xfrm>
                <a:off x="2344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89" name="Freeform 590"/>
              <p:cNvSpPr>
                <a:spLocks/>
              </p:cNvSpPr>
              <p:nvPr/>
            </p:nvSpPr>
            <p:spPr bwMode="auto">
              <a:xfrm>
                <a:off x="2207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90" name="Freeform 591"/>
              <p:cNvSpPr>
                <a:spLocks/>
              </p:cNvSpPr>
              <p:nvPr/>
            </p:nvSpPr>
            <p:spPr bwMode="auto">
              <a:xfrm>
                <a:off x="2321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91" name="Freeform 592"/>
              <p:cNvSpPr>
                <a:spLocks/>
              </p:cNvSpPr>
              <p:nvPr/>
            </p:nvSpPr>
            <p:spPr bwMode="auto">
              <a:xfrm>
                <a:off x="2177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92" name="Freeform 593"/>
              <p:cNvSpPr>
                <a:spLocks/>
              </p:cNvSpPr>
              <p:nvPr/>
            </p:nvSpPr>
            <p:spPr bwMode="auto">
              <a:xfrm>
                <a:off x="2428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93" name="Freeform 594"/>
              <p:cNvSpPr>
                <a:spLocks/>
              </p:cNvSpPr>
              <p:nvPr/>
            </p:nvSpPr>
            <p:spPr bwMode="auto">
              <a:xfrm>
                <a:off x="2380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94" name="Freeform 595"/>
              <p:cNvSpPr>
                <a:spLocks/>
              </p:cNvSpPr>
              <p:nvPr/>
            </p:nvSpPr>
            <p:spPr bwMode="auto">
              <a:xfrm>
                <a:off x="2219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95" name="Freeform 596"/>
              <p:cNvSpPr>
                <a:spLocks/>
              </p:cNvSpPr>
              <p:nvPr/>
            </p:nvSpPr>
            <p:spPr bwMode="auto">
              <a:xfrm>
                <a:off x="2237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96" name="Freeform 597"/>
              <p:cNvSpPr>
                <a:spLocks/>
              </p:cNvSpPr>
              <p:nvPr/>
            </p:nvSpPr>
            <p:spPr bwMode="auto">
              <a:xfrm>
                <a:off x="2380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97" name="Freeform 598"/>
              <p:cNvSpPr>
                <a:spLocks/>
              </p:cNvSpPr>
              <p:nvPr/>
            </p:nvSpPr>
            <p:spPr bwMode="auto">
              <a:xfrm>
                <a:off x="2386" y="16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98" name="Freeform 599"/>
              <p:cNvSpPr>
                <a:spLocks/>
              </p:cNvSpPr>
              <p:nvPr/>
            </p:nvSpPr>
            <p:spPr bwMode="auto">
              <a:xfrm>
                <a:off x="2243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999" name="Freeform 600"/>
              <p:cNvSpPr>
                <a:spLocks/>
              </p:cNvSpPr>
              <p:nvPr/>
            </p:nvSpPr>
            <p:spPr bwMode="auto">
              <a:xfrm>
                <a:off x="2356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00" name="Freeform 601"/>
              <p:cNvSpPr>
                <a:spLocks/>
              </p:cNvSpPr>
              <p:nvPr/>
            </p:nvSpPr>
            <p:spPr bwMode="auto">
              <a:xfrm>
                <a:off x="2309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01" name="Freeform 602"/>
              <p:cNvSpPr>
                <a:spLocks/>
              </p:cNvSpPr>
              <p:nvPr/>
            </p:nvSpPr>
            <p:spPr bwMode="auto">
              <a:xfrm>
                <a:off x="2327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02" name="Freeform 603"/>
              <p:cNvSpPr>
                <a:spLocks/>
              </p:cNvSpPr>
              <p:nvPr/>
            </p:nvSpPr>
            <p:spPr bwMode="auto">
              <a:xfrm>
                <a:off x="2183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03" name="Freeform 604"/>
              <p:cNvSpPr>
                <a:spLocks/>
              </p:cNvSpPr>
              <p:nvPr/>
            </p:nvSpPr>
            <p:spPr bwMode="auto">
              <a:xfrm>
                <a:off x="2225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04" name="Freeform 605"/>
              <p:cNvSpPr>
                <a:spLocks/>
              </p:cNvSpPr>
              <p:nvPr/>
            </p:nvSpPr>
            <p:spPr bwMode="auto">
              <a:xfrm>
                <a:off x="2333" y="207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3005" name="Freeform 606"/>
              <p:cNvSpPr>
                <a:spLocks/>
              </p:cNvSpPr>
              <p:nvPr/>
            </p:nvSpPr>
            <p:spPr bwMode="auto">
              <a:xfrm>
                <a:off x="2356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7" name="Group 808"/>
            <p:cNvGrpSpPr>
              <a:grpSpLocks/>
            </p:cNvGrpSpPr>
            <p:nvPr/>
          </p:nvGrpSpPr>
          <p:grpSpPr bwMode="auto">
            <a:xfrm>
              <a:off x="1698" y="1587"/>
              <a:ext cx="1161" cy="1407"/>
              <a:chOff x="1698" y="1587"/>
              <a:chExt cx="1161" cy="1407"/>
            </a:xfrm>
          </p:grpSpPr>
          <p:sp>
            <p:nvSpPr>
              <p:cNvPr id="62606" name="Freeform 608"/>
              <p:cNvSpPr>
                <a:spLocks/>
              </p:cNvSpPr>
              <p:nvPr/>
            </p:nvSpPr>
            <p:spPr bwMode="auto">
              <a:xfrm>
                <a:off x="2279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07" name="Freeform 609"/>
              <p:cNvSpPr>
                <a:spLocks/>
              </p:cNvSpPr>
              <p:nvPr/>
            </p:nvSpPr>
            <p:spPr bwMode="auto">
              <a:xfrm>
                <a:off x="2398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08" name="Freeform 610"/>
              <p:cNvSpPr>
                <a:spLocks/>
              </p:cNvSpPr>
              <p:nvPr/>
            </p:nvSpPr>
            <p:spPr bwMode="auto">
              <a:xfrm>
                <a:off x="2255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09" name="Freeform 611"/>
              <p:cNvSpPr>
                <a:spLocks/>
              </p:cNvSpPr>
              <p:nvPr/>
            </p:nvSpPr>
            <p:spPr bwMode="auto">
              <a:xfrm>
                <a:off x="2470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10" name="Freeform 612"/>
              <p:cNvSpPr>
                <a:spLocks/>
              </p:cNvSpPr>
              <p:nvPr/>
            </p:nvSpPr>
            <p:spPr bwMode="auto">
              <a:xfrm>
                <a:off x="2063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11" name="Freeform 613"/>
              <p:cNvSpPr>
                <a:spLocks/>
              </p:cNvSpPr>
              <p:nvPr/>
            </p:nvSpPr>
            <p:spPr bwMode="auto">
              <a:xfrm>
                <a:off x="2171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12" name="Freeform 614"/>
              <p:cNvSpPr>
                <a:spLocks/>
              </p:cNvSpPr>
              <p:nvPr/>
            </p:nvSpPr>
            <p:spPr bwMode="auto">
              <a:xfrm>
                <a:off x="2279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13" name="Freeform 615"/>
              <p:cNvSpPr>
                <a:spLocks/>
              </p:cNvSpPr>
              <p:nvPr/>
            </p:nvSpPr>
            <p:spPr bwMode="auto">
              <a:xfrm>
                <a:off x="2434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14" name="Freeform 616"/>
              <p:cNvSpPr>
                <a:spLocks/>
              </p:cNvSpPr>
              <p:nvPr/>
            </p:nvSpPr>
            <p:spPr bwMode="auto">
              <a:xfrm>
                <a:off x="2542" y="16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15" name="Freeform 617"/>
              <p:cNvSpPr>
                <a:spLocks/>
              </p:cNvSpPr>
              <p:nvPr/>
            </p:nvSpPr>
            <p:spPr bwMode="auto">
              <a:xfrm>
                <a:off x="2452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16" name="Freeform 618"/>
              <p:cNvSpPr>
                <a:spLocks/>
              </p:cNvSpPr>
              <p:nvPr/>
            </p:nvSpPr>
            <p:spPr bwMode="auto">
              <a:xfrm>
                <a:off x="2285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17" name="Freeform 619"/>
              <p:cNvSpPr>
                <a:spLocks/>
              </p:cNvSpPr>
              <p:nvPr/>
            </p:nvSpPr>
            <p:spPr bwMode="auto">
              <a:xfrm>
                <a:off x="2249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18" name="Freeform 620"/>
              <p:cNvSpPr>
                <a:spLocks/>
              </p:cNvSpPr>
              <p:nvPr/>
            </p:nvSpPr>
            <p:spPr bwMode="auto">
              <a:xfrm>
                <a:off x="2189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19" name="Freeform 621"/>
              <p:cNvSpPr>
                <a:spLocks/>
              </p:cNvSpPr>
              <p:nvPr/>
            </p:nvSpPr>
            <p:spPr bwMode="auto">
              <a:xfrm>
                <a:off x="2350" y="18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20" name="Freeform 622"/>
              <p:cNvSpPr>
                <a:spLocks/>
              </p:cNvSpPr>
              <p:nvPr/>
            </p:nvSpPr>
            <p:spPr bwMode="auto">
              <a:xfrm>
                <a:off x="2267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21" name="Freeform 623"/>
              <p:cNvSpPr>
                <a:spLocks/>
              </p:cNvSpPr>
              <p:nvPr/>
            </p:nvSpPr>
            <p:spPr bwMode="auto">
              <a:xfrm>
                <a:off x="2255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22" name="Freeform 624"/>
              <p:cNvSpPr>
                <a:spLocks/>
              </p:cNvSpPr>
              <p:nvPr/>
            </p:nvSpPr>
            <p:spPr bwMode="auto">
              <a:xfrm>
                <a:off x="2470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23" name="Freeform 625"/>
              <p:cNvSpPr>
                <a:spLocks/>
              </p:cNvSpPr>
              <p:nvPr/>
            </p:nvSpPr>
            <p:spPr bwMode="auto">
              <a:xfrm>
                <a:off x="2147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24" name="Freeform 626"/>
              <p:cNvSpPr>
                <a:spLocks/>
              </p:cNvSpPr>
              <p:nvPr/>
            </p:nvSpPr>
            <p:spPr bwMode="auto">
              <a:xfrm>
                <a:off x="2356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25" name="Freeform 627"/>
              <p:cNvSpPr>
                <a:spLocks/>
              </p:cNvSpPr>
              <p:nvPr/>
            </p:nvSpPr>
            <p:spPr bwMode="auto">
              <a:xfrm>
                <a:off x="2339" y="203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26" name="Freeform 628"/>
              <p:cNvSpPr>
                <a:spLocks/>
              </p:cNvSpPr>
              <p:nvPr/>
            </p:nvSpPr>
            <p:spPr bwMode="auto">
              <a:xfrm>
                <a:off x="2309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27" name="Freeform 629"/>
              <p:cNvSpPr>
                <a:spLocks/>
              </p:cNvSpPr>
              <p:nvPr/>
            </p:nvSpPr>
            <p:spPr bwMode="auto">
              <a:xfrm>
                <a:off x="2273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28" name="Freeform 630"/>
              <p:cNvSpPr>
                <a:spLocks/>
              </p:cNvSpPr>
              <p:nvPr/>
            </p:nvSpPr>
            <p:spPr bwMode="auto">
              <a:xfrm>
                <a:off x="225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29" name="Freeform 631"/>
              <p:cNvSpPr>
                <a:spLocks/>
              </p:cNvSpPr>
              <p:nvPr/>
            </p:nvSpPr>
            <p:spPr bwMode="auto">
              <a:xfrm>
                <a:off x="2309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30" name="Freeform 632"/>
              <p:cNvSpPr>
                <a:spLocks/>
              </p:cNvSpPr>
              <p:nvPr/>
            </p:nvSpPr>
            <p:spPr bwMode="auto">
              <a:xfrm>
                <a:off x="2105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31" name="Freeform 633"/>
              <p:cNvSpPr>
                <a:spLocks/>
              </p:cNvSpPr>
              <p:nvPr/>
            </p:nvSpPr>
            <p:spPr bwMode="auto">
              <a:xfrm>
                <a:off x="2374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32" name="Freeform 634"/>
              <p:cNvSpPr>
                <a:spLocks/>
              </p:cNvSpPr>
              <p:nvPr/>
            </p:nvSpPr>
            <p:spPr bwMode="auto">
              <a:xfrm>
                <a:off x="2350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33" name="Freeform 635"/>
              <p:cNvSpPr>
                <a:spLocks/>
              </p:cNvSpPr>
              <p:nvPr/>
            </p:nvSpPr>
            <p:spPr bwMode="auto">
              <a:xfrm>
                <a:off x="2434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34" name="Freeform 636"/>
              <p:cNvSpPr>
                <a:spLocks/>
              </p:cNvSpPr>
              <p:nvPr/>
            </p:nvSpPr>
            <p:spPr bwMode="auto">
              <a:xfrm>
                <a:off x="2362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35" name="Freeform 637"/>
              <p:cNvSpPr>
                <a:spLocks/>
              </p:cNvSpPr>
              <p:nvPr/>
            </p:nvSpPr>
            <p:spPr bwMode="auto">
              <a:xfrm>
                <a:off x="1991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36" name="Freeform 638"/>
              <p:cNvSpPr>
                <a:spLocks/>
              </p:cNvSpPr>
              <p:nvPr/>
            </p:nvSpPr>
            <p:spPr bwMode="auto">
              <a:xfrm>
                <a:off x="2482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37" name="Freeform 639"/>
              <p:cNvSpPr>
                <a:spLocks/>
              </p:cNvSpPr>
              <p:nvPr/>
            </p:nvSpPr>
            <p:spPr bwMode="auto">
              <a:xfrm>
                <a:off x="2440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38" name="Freeform 640"/>
              <p:cNvSpPr>
                <a:spLocks/>
              </p:cNvSpPr>
              <p:nvPr/>
            </p:nvSpPr>
            <p:spPr bwMode="auto">
              <a:xfrm>
                <a:off x="2321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39" name="Freeform 641"/>
              <p:cNvSpPr>
                <a:spLocks/>
              </p:cNvSpPr>
              <p:nvPr/>
            </p:nvSpPr>
            <p:spPr bwMode="auto">
              <a:xfrm>
                <a:off x="2303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40" name="Freeform 642"/>
              <p:cNvSpPr>
                <a:spLocks/>
              </p:cNvSpPr>
              <p:nvPr/>
            </p:nvSpPr>
            <p:spPr bwMode="auto">
              <a:xfrm>
                <a:off x="235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41" name="Freeform 643"/>
              <p:cNvSpPr>
                <a:spLocks/>
              </p:cNvSpPr>
              <p:nvPr/>
            </p:nvSpPr>
            <p:spPr bwMode="auto">
              <a:xfrm>
                <a:off x="2344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42" name="Freeform 644"/>
              <p:cNvSpPr>
                <a:spLocks/>
              </p:cNvSpPr>
              <p:nvPr/>
            </p:nvSpPr>
            <p:spPr bwMode="auto">
              <a:xfrm>
                <a:off x="2422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43" name="Freeform 645"/>
              <p:cNvSpPr>
                <a:spLocks/>
              </p:cNvSpPr>
              <p:nvPr/>
            </p:nvSpPr>
            <p:spPr bwMode="auto">
              <a:xfrm>
                <a:off x="2362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44" name="Freeform 646"/>
              <p:cNvSpPr>
                <a:spLocks/>
              </p:cNvSpPr>
              <p:nvPr/>
            </p:nvSpPr>
            <p:spPr bwMode="auto">
              <a:xfrm>
                <a:off x="2333" y="210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45" name="Freeform 647"/>
              <p:cNvSpPr>
                <a:spLocks/>
              </p:cNvSpPr>
              <p:nvPr/>
            </p:nvSpPr>
            <p:spPr bwMode="auto">
              <a:xfrm>
                <a:off x="2847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46" name="Freeform 648"/>
              <p:cNvSpPr>
                <a:spLocks/>
              </p:cNvSpPr>
              <p:nvPr/>
            </p:nvSpPr>
            <p:spPr bwMode="auto">
              <a:xfrm>
                <a:off x="2195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47" name="Freeform 649"/>
              <p:cNvSpPr>
                <a:spLocks/>
              </p:cNvSpPr>
              <p:nvPr/>
            </p:nvSpPr>
            <p:spPr bwMode="auto">
              <a:xfrm>
                <a:off x="2416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48" name="Freeform 650"/>
              <p:cNvSpPr>
                <a:spLocks/>
              </p:cNvSpPr>
              <p:nvPr/>
            </p:nvSpPr>
            <p:spPr bwMode="auto">
              <a:xfrm>
                <a:off x="2147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49" name="Freeform 651"/>
              <p:cNvSpPr>
                <a:spLocks/>
              </p:cNvSpPr>
              <p:nvPr/>
            </p:nvSpPr>
            <p:spPr bwMode="auto">
              <a:xfrm>
                <a:off x="2309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50" name="Freeform 652"/>
              <p:cNvSpPr>
                <a:spLocks/>
              </p:cNvSpPr>
              <p:nvPr/>
            </p:nvSpPr>
            <p:spPr bwMode="auto">
              <a:xfrm>
                <a:off x="2057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51" name="Freeform 653"/>
              <p:cNvSpPr>
                <a:spLocks/>
              </p:cNvSpPr>
              <p:nvPr/>
            </p:nvSpPr>
            <p:spPr bwMode="auto">
              <a:xfrm>
                <a:off x="2177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52" name="Freeform 654"/>
              <p:cNvSpPr>
                <a:spLocks/>
              </p:cNvSpPr>
              <p:nvPr/>
            </p:nvSpPr>
            <p:spPr bwMode="auto">
              <a:xfrm>
                <a:off x="2309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53" name="Freeform 655"/>
              <p:cNvSpPr>
                <a:spLocks/>
              </p:cNvSpPr>
              <p:nvPr/>
            </p:nvSpPr>
            <p:spPr bwMode="auto">
              <a:xfrm>
                <a:off x="2249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54" name="Freeform 656"/>
              <p:cNvSpPr>
                <a:spLocks/>
              </p:cNvSpPr>
              <p:nvPr/>
            </p:nvSpPr>
            <p:spPr bwMode="auto">
              <a:xfrm>
                <a:off x="2428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55" name="Freeform 657"/>
              <p:cNvSpPr>
                <a:spLocks/>
              </p:cNvSpPr>
              <p:nvPr/>
            </p:nvSpPr>
            <p:spPr bwMode="auto">
              <a:xfrm>
                <a:off x="2626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56" name="Freeform 658"/>
              <p:cNvSpPr>
                <a:spLocks/>
              </p:cNvSpPr>
              <p:nvPr/>
            </p:nvSpPr>
            <p:spPr bwMode="auto">
              <a:xfrm>
                <a:off x="2309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57" name="Freeform 659"/>
              <p:cNvSpPr>
                <a:spLocks/>
              </p:cNvSpPr>
              <p:nvPr/>
            </p:nvSpPr>
            <p:spPr bwMode="auto">
              <a:xfrm>
                <a:off x="2057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58" name="Freeform 660"/>
              <p:cNvSpPr>
                <a:spLocks/>
              </p:cNvSpPr>
              <p:nvPr/>
            </p:nvSpPr>
            <p:spPr bwMode="auto">
              <a:xfrm>
                <a:off x="2291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59" name="Freeform 661"/>
              <p:cNvSpPr>
                <a:spLocks/>
              </p:cNvSpPr>
              <p:nvPr/>
            </p:nvSpPr>
            <p:spPr bwMode="auto">
              <a:xfrm>
                <a:off x="2440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60" name="Freeform 662"/>
              <p:cNvSpPr>
                <a:spLocks/>
              </p:cNvSpPr>
              <p:nvPr/>
            </p:nvSpPr>
            <p:spPr bwMode="auto">
              <a:xfrm>
                <a:off x="2309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61" name="Freeform 663"/>
              <p:cNvSpPr>
                <a:spLocks/>
              </p:cNvSpPr>
              <p:nvPr/>
            </p:nvSpPr>
            <p:spPr bwMode="auto">
              <a:xfrm>
                <a:off x="1985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62" name="Freeform 664"/>
              <p:cNvSpPr>
                <a:spLocks/>
              </p:cNvSpPr>
              <p:nvPr/>
            </p:nvSpPr>
            <p:spPr bwMode="auto">
              <a:xfrm>
                <a:off x="2386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63" name="Freeform 665"/>
              <p:cNvSpPr>
                <a:spLocks/>
              </p:cNvSpPr>
              <p:nvPr/>
            </p:nvSpPr>
            <p:spPr bwMode="auto">
              <a:xfrm>
                <a:off x="2446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64" name="Freeform 666"/>
              <p:cNvSpPr>
                <a:spLocks/>
              </p:cNvSpPr>
              <p:nvPr/>
            </p:nvSpPr>
            <p:spPr bwMode="auto">
              <a:xfrm>
                <a:off x="2350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65" name="Freeform 667"/>
              <p:cNvSpPr>
                <a:spLocks/>
              </p:cNvSpPr>
              <p:nvPr/>
            </p:nvSpPr>
            <p:spPr bwMode="auto">
              <a:xfrm>
                <a:off x="2249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66" name="Freeform 668"/>
              <p:cNvSpPr>
                <a:spLocks/>
              </p:cNvSpPr>
              <p:nvPr/>
            </p:nvSpPr>
            <p:spPr bwMode="auto">
              <a:xfrm>
                <a:off x="2392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67" name="Freeform 669"/>
              <p:cNvSpPr>
                <a:spLocks/>
              </p:cNvSpPr>
              <p:nvPr/>
            </p:nvSpPr>
            <p:spPr bwMode="auto">
              <a:xfrm>
                <a:off x="2452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68" name="Freeform 670"/>
              <p:cNvSpPr>
                <a:spLocks/>
              </p:cNvSpPr>
              <p:nvPr/>
            </p:nvSpPr>
            <p:spPr bwMode="auto">
              <a:xfrm>
                <a:off x="2231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69" name="Freeform 671"/>
              <p:cNvSpPr>
                <a:spLocks/>
              </p:cNvSpPr>
              <p:nvPr/>
            </p:nvSpPr>
            <p:spPr bwMode="auto">
              <a:xfrm>
                <a:off x="2267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70" name="Freeform 672"/>
              <p:cNvSpPr>
                <a:spLocks/>
              </p:cNvSpPr>
              <p:nvPr/>
            </p:nvSpPr>
            <p:spPr bwMode="auto">
              <a:xfrm>
                <a:off x="2231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71" name="Freeform 673"/>
              <p:cNvSpPr>
                <a:spLocks/>
              </p:cNvSpPr>
              <p:nvPr/>
            </p:nvSpPr>
            <p:spPr bwMode="auto">
              <a:xfrm>
                <a:off x="2321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72" name="Freeform 674"/>
              <p:cNvSpPr>
                <a:spLocks/>
              </p:cNvSpPr>
              <p:nvPr/>
            </p:nvSpPr>
            <p:spPr bwMode="auto">
              <a:xfrm>
                <a:off x="2422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73" name="Freeform 675"/>
              <p:cNvSpPr>
                <a:spLocks/>
              </p:cNvSpPr>
              <p:nvPr/>
            </p:nvSpPr>
            <p:spPr bwMode="auto">
              <a:xfrm>
                <a:off x="2368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74" name="Freeform 676"/>
              <p:cNvSpPr>
                <a:spLocks/>
              </p:cNvSpPr>
              <p:nvPr/>
            </p:nvSpPr>
            <p:spPr bwMode="auto">
              <a:xfrm>
                <a:off x="2219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75" name="Freeform 677"/>
              <p:cNvSpPr>
                <a:spLocks/>
              </p:cNvSpPr>
              <p:nvPr/>
            </p:nvSpPr>
            <p:spPr bwMode="auto">
              <a:xfrm>
                <a:off x="2458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76" name="Freeform 678"/>
              <p:cNvSpPr>
                <a:spLocks/>
              </p:cNvSpPr>
              <p:nvPr/>
            </p:nvSpPr>
            <p:spPr bwMode="auto">
              <a:xfrm>
                <a:off x="2207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77" name="Freeform 679"/>
              <p:cNvSpPr>
                <a:spLocks/>
              </p:cNvSpPr>
              <p:nvPr/>
            </p:nvSpPr>
            <p:spPr bwMode="auto">
              <a:xfrm>
                <a:off x="2344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78" name="Freeform 680"/>
              <p:cNvSpPr>
                <a:spLocks/>
              </p:cNvSpPr>
              <p:nvPr/>
            </p:nvSpPr>
            <p:spPr bwMode="auto">
              <a:xfrm>
                <a:off x="2249" y="17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79" name="Freeform 681"/>
              <p:cNvSpPr>
                <a:spLocks/>
              </p:cNvSpPr>
              <p:nvPr/>
            </p:nvSpPr>
            <p:spPr bwMode="auto">
              <a:xfrm>
                <a:off x="2362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80" name="Freeform 682"/>
              <p:cNvSpPr>
                <a:spLocks/>
              </p:cNvSpPr>
              <p:nvPr/>
            </p:nvSpPr>
            <p:spPr bwMode="auto">
              <a:xfrm>
                <a:off x="2147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81" name="Freeform 683"/>
              <p:cNvSpPr>
                <a:spLocks/>
              </p:cNvSpPr>
              <p:nvPr/>
            </p:nvSpPr>
            <p:spPr bwMode="auto">
              <a:xfrm>
                <a:off x="2141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82" name="Freeform 684"/>
              <p:cNvSpPr>
                <a:spLocks/>
              </p:cNvSpPr>
              <p:nvPr/>
            </p:nvSpPr>
            <p:spPr bwMode="auto">
              <a:xfrm>
                <a:off x="2267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83" name="Freeform 685"/>
              <p:cNvSpPr>
                <a:spLocks/>
              </p:cNvSpPr>
              <p:nvPr/>
            </p:nvSpPr>
            <p:spPr bwMode="auto">
              <a:xfrm>
                <a:off x="2219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84" name="Freeform 686"/>
              <p:cNvSpPr>
                <a:spLocks/>
              </p:cNvSpPr>
              <p:nvPr/>
            </p:nvSpPr>
            <p:spPr bwMode="auto">
              <a:xfrm>
                <a:off x="2315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85" name="Freeform 687"/>
              <p:cNvSpPr>
                <a:spLocks/>
              </p:cNvSpPr>
              <p:nvPr/>
            </p:nvSpPr>
            <p:spPr bwMode="auto">
              <a:xfrm>
                <a:off x="2303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86" name="Freeform 688"/>
              <p:cNvSpPr>
                <a:spLocks/>
              </p:cNvSpPr>
              <p:nvPr/>
            </p:nvSpPr>
            <p:spPr bwMode="auto">
              <a:xfrm>
                <a:off x="2356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87" name="Freeform 689"/>
              <p:cNvSpPr>
                <a:spLocks/>
              </p:cNvSpPr>
              <p:nvPr/>
            </p:nvSpPr>
            <p:spPr bwMode="auto">
              <a:xfrm>
                <a:off x="2380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88" name="Freeform 690"/>
              <p:cNvSpPr>
                <a:spLocks/>
              </p:cNvSpPr>
              <p:nvPr/>
            </p:nvSpPr>
            <p:spPr bwMode="auto">
              <a:xfrm>
                <a:off x="2434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89" name="Freeform 691"/>
              <p:cNvSpPr>
                <a:spLocks/>
              </p:cNvSpPr>
              <p:nvPr/>
            </p:nvSpPr>
            <p:spPr bwMode="auto">
              <a:xfrm>
                <a:off x="2392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90" name="Freeform 692"/>
              <p:cNvSpPr>
                <a:spLocks/>
              </p:cNvSpPr>
              <p:nvPr/>
            </p:nvSpPr>
            <p:spPr bwMode="auto">
              <a:xfrm>
                <a:off x="2339" y="209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91" name="Freeform 693"/>
              <p:cNvSpPr>
                <a:spLocks/>
              </p:cNvSpPr>
              <p:nvPr/>
            </p:nvSpPr>
            <p:spPr bwMode="auto">
              <a:xfrm>
                <a:off x="2614" y="18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92" name="Freeform 694"/>
              <p:cNvSpPr>
                <a:spLocks/>
              </p:cNvSpPr>
              <p:nvPr/>
            </p:nvSpPr>
            <p:spPr bwMode="auto">
              <a:xfrm>
                <a:off x="2135" y="18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93" name="Freeform 695"/>
              <p:cNvSpPr>
                <a:spLocks/>
              </p:cNvSpPr>
              <p:nvPr/>
            </p:nvSpPr>
            <p:spPr bwMode="auto">
              <a:xfrm>
                <a:off x="2614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94" name="Freeform 696"/>
              <p:cNvSpPr>
                <a:spLocks/>
              </p:cNvSpPr>
              <p:nvPr/>
            </p:nvSpPr>
            <p:spPr bwMode="auto">
              <a:xfrm>
                <a:off x="2380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95" name="Freeform 697"/>
              <p:cNvSpPr>
                <a:spLocks/>
              </p:cNvSpPr>
              <p:nvPr/>
            </p:nvSpPr>
            <p:spPr bwMode="auto">
              <a:xfrm>
                <a:off x="2434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96" name="Freeform 698"/>
              <p:cNvSpPr>
                <a:spLocks/>
              </p:cNvSpPr>
              <p:nvPr/>
            </p:nvSpPr>
            <p:spPr bwMode="auto">
              <a:xfrm>
                <a:off x="2291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97" name="Freeform 699"/>
              <p:cNvSpPr>
                <a:spLocks/>
              </p:cNvSpPr>
              <p:nvPr/>
            </p:nvSpPr>
            <p:spPr bwMode="auto">
              <a:xfrm>
                <a:off x="2339" y="2114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98" name="Freeform 700"/>
              <p:cNvSpPr>
                <a:spLocks/>
              </p:cNvSpPr>
              <p:nvPr/>
            </p:nvSpPr>
            <p:spPr bwMode="auto">
              <a:xfrm>
                <a:off x="2303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99" name="Freeform 701"/>
              <p:cNvSpPr>
                <a:spLocks/>
              </p:cNvSpPr>
              <p:nvPr/>
            </p:nvSpPr>
            <p:spPr bwMode="auto">
              <a:xfrm>
                <a:off x="2255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00" name="Freeform 702"/>
              <p:cNvSpPr>
                <a:spLocks/>
              </p:cNvSpPr>
              <p:nvPr/>
            </p:nvSpPr>
            <p:spPr bwMode="auto">
              <a:xfrm>
                <a:off x="2374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01" name="Freeform 703"/>
              <p:cNvSpPr>
                <a:spLocks/>
              </p:cNvSpPr>
              <p:nvPr/>
            </p:nvSpPr>
            <p:spPr bwMode="auto">
              <a:xfrm>
                <a:off x="2231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02" name="Freeform 704"/>
              <p:cNvSpPr>
                <a:spLocks/>
              </p:cNvSpPr>
              <p:nvPr/>
            </p:nvSpPr>
            <p:spPr bwMode="auto">
              <a:xfrm>
                <a:off x="2321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03" name="Freeform 705"/>
              <p:cNvSpPr>
                <a:spLocks/>
              </p:cNvSpPr>
              <p:nvPr/>
            </p:nvSpPr>
            <p:spPr bwMode="auto">
              <a:xfrm>
                <a:off x="2135" y="24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04" name="Freeform 706"/>
              <p:cNvSpPr>
                <a:spLocks/>
              </p:cNvSpPr>
              <p:nvPr/>
            </p:nvSpPr>
            <p:spPr bwMode="auto">
              <a:xfrm>
                <a:off x="2416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05" name="Freeform 707"/>
              <p:cNvSpPr>
                <a:spLocks/>
              </p:cNvSpPr>
              <p:nvPr/>
            </p:nvSpPr>
            <p:spPr bwMode="auto">
              <a:xfrm>
                <a:off x="2428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06" name="Freeform 708"/>
              <p:cNvSpPr>
                <a:spLocks/>
              </p:cNvSpPr>
              <p:nvPr/>
            </p:nvSpPr>
            <p:spPr bwMode="auto">
              <a:xfrm>
                <a:off x="2297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07" name="Freeform 709"/>
              <p:cNvSpPr>
                <a:spLocks/>
              </p:cNvSpPr>
              <p:nvPr/>
            </p:nvSpPr>
            <p:spPr bwMode="auto">
              <a:xfrm>
                <a:off x="2195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08" name="Freeform 710"/>
              <p:cNvSpPr>
                <a:spLocks/>
              </p:cNvSpPr>
              <p:nvPr/>
            </p:nvSpPr>
            <p:spPr bwMode="auto">
              <a:xfrm>
                <a:off x="2129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09" name="Freeform 711"/>
              <p:cNvSpPr>
                <a:spLocks/>
              </p:cNvSpPr>
              <p:nvPr/>
            </p:nvSpPr>
            <p:spPr bwMode="auto">
              <a:xfrm>
                <a:off x="2578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10" name="Freeform 712"/>
              <p:cNvSpPr>
                <a:spLocks/>
              </p:cNvSpPr>
              <p:nvPr/>
            </p:nvSpPr>
            <p:spPr bwMode="auto">
              <a:xfrm>
                <a:off x="2488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11" name="Freeform 713"/>
              <p:cNvSpPr>
                <a:spLocks/>
              </p:cNvSpPr>
              <p:nvPr/>
            </p:nvSpPr>
            <p:spPr bwMode="auto">
              <a:xfrm>
                <a:off x="2656" y="17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12" name="Freeform 714"/>
              <p:cNvSpPr>
                <a:spLocks/>
              </p:cNvSpPr>
              <p:nvPr/>
            </p:nvSpPr>
            <p:spPr bwMode="auto">
              <a:xfrm>
                <a:off x="2141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13" name="Freeform 715"/>
              <p:cNvSpPr>
                <a:spLocks/>
              </p:cNvSpPr>
              <p:nvPr/>
            </p:nvSpPr>
            <p:spPr bwMode="auto">
              <a:xfrm>
                <a:off x="2422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14" name="Freeform 716"/>
              <p:cNvSpPr>
                <a:spLocks/>
              </p:cNvSpPr>
              <p:nvPr/>
            </p:nvSpPr>
            <p:spPr bwMode="auto">
              <a:xfrm>
                <a:off x="2063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15" name="Freeform 717"/>
              <p:cNvSpPr>
                <a:spLocks/>
              </p:cNvSpPr>
              <p:nvPr/>
            </p:nvSpPr>
            <p:spPr bwMode="auto">
              <a:xfrm>
                <a:off x="2291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16" name="Freeform 718"/>
              <p:cNvSpPr>
                <a:spLocks/>
              </p:cNvSpPr>
              <p:nvPr/>
            </p:nvSpPr>
            <p:spPr bwMode="auto">
              <a:xfrm>
                <a:off x="2237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17" name="Freeform 719"/>
              <p:cNvSpPr>
                <a:spLocks/>
              </p:cNvSpPr>
              <p:nvPr/>
            </p:nvSpPr>
            <p:spPr bwMode="auto">
              <a:xfrm>
                <a:off x="2428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18" name="Freeform 720"/>
              <p:cNvSpPr>
                <a:spLocks/>
              </p:cNvSpPr>
              <p:nvPr/>
            </p:nvSpPr>
            <p:spPr bwMode="auto">
              <a:xfrm>
                <a:off x="2255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19" name="Freeform 721"/>
              <p:cNvSpPr>
                <a:spLocks/>
              </p:cNvSpPr>
              <p:nvPr/>
            </p:nvSpPr>
            <p:spPr bwMode="auto">
              <a:xfrm>
                <a:off x="2440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20" name="Freeform 722"/>
              <p:cNvSpPr>
                <a:spLocks/>
              </p:cNvSpPr>
              <p:nvPr/>
            </p:nvSpPr>
            <p:spPr bwMode="auto">
              <a:xfrm>
                <a:off x="2081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21" name="Freeform 723"/>
              <p:cNvSpPr>
                <a:spLocks/>
              </p:cNvSpPr>
              <p:nvPr/>
            </p:nvSpPr>
            <p:spPr bwMode="auto">
              <a:xfrm>
                <a:off x="2291" y="18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22" name="Freeform 724"/>
              <p:cNvSpPr>
                <a:spLocks/>
              </p:cNvSpPr>
              <p:nvPr/>
            </p:nvSpPr>
            <p:spPr bwMode="auto">
              <a:xfrm>
                <a:off x="2428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23" name="Freeform 725"/>
              <p:cNvSpPr>
                <a:spLocks/>
              </p:cNvSpPr>
              <p:nvPr/>
            </p:nvSpPr>
            <p:spPr bwMode="auto">
              <a:xfrm>
                <a:off x="2333" y="198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24" name="Freeform 726"/>
              <p:cNvSpPr>
                <a:spLocks/>
              </p:cNvSpPr>
              <p:nvPr/>
            </p:nvSpPr>
            <p:spPr bwMode="auto">
              <a:xfrm>
                <a:off x="2297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25" name="Freeform 727"/>
              <p:cNvSpPr>
                <a:spLocks/>
              </p:cNvSpPr>
              <p:nvPr/>
            </p:nvSpPr>
            <p:spPr bwMode="auto">
              <a:xfrm>
                <a:off x="2446" y="18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26" name="Freeform 728"/>
              <p:cNvSpPr>
                <a:spLocks/>
              </p:cNvSpPr>
              <p:nvPr/>
            </p:nvSpPr>
            <p:spPr bwMode="auto">
              <a:xfrm>
                <a:off x="2404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27" name="Freeform 729"/>
              <p:cNvSpPr>
                <a:spLocks/>
              </p:cNvSpPr>
              <p:nvPr/>
            </p:nvSpPr>
            <p:spPr bwMode="auto">
              <a:xfrm>
                <a:off x="2207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28" name="Freeform 730"/>
              <p:cNvSpPr>
                <a:spLocks/>
              </p:cNvSpPr>
              <p:nvPr/>
            </p:nvSpPr>
            <p:spPr bwMode="auto">
              <a:xfrm>
                <a:off x="2117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29" name="Freeform 731"/>
              <p:cNvSpPr>
                <a:spLocks/>
              </p:cNvSpPr>
              <p:nvPr/>
            </p:nvSpPr>
            <p:spPr bwMode="auto">
              <a:xfrm>
                <a:off x="2416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30" name="Freeform 732"/>
              <p:cNvSpPr>
                <a:spLocks/>
              </p:cNvSpPr>
              <p:nvPr/>
            </p:nvSpPr>
            <p:spPr bwMode="auto">
              <a:xfrm>
                <a:off x="2213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31" name="Freeform 733"/>
              <p:cNvSpPr>
                <a:spLocks/>
              </p:cNvSpPr>
              <p:nvPr/>
            </p:nvSpPr>
            <p:spPr bwMode="auto">
              <a:xfrm>
                <a:off x="2045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32" name="Freeform 734"/>
              <p:cNvSpPr>
                <a:spLocks/>
              </p:cNvSpPr>
              <p:nvPr/>
            </p:nvSpPr>
            <p:spPr bwMode="auto">
              <a:xfrm>
                <a:off x="2093" y="22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33" name="Freeform 735"/>
              <p:cNvSpPr>
                <a:spLocks/>
              </p:cNvSpPr>
              <p:nvPr/>
            </p:nvSpPr>
            <p:spPr bwMode="auto">
              <a:xfrm>
                <a:off x="2303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34" name="Freeform 736"/>
              <p:cNvSpPr>
                <a:spLocks/>
              </p:cNvSpPr>
              <p:nvPr/>
            </p:nvSpPr>
            <p:spPr bwMode="auto">
              <a:xfrm>
                <a:off x="2195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35" name="Freeform 737"/>
              <p:cNvSpPr>
                <a:spLocks/>
              </p:cNvSpPr>
              <p:nvPr/>
            </p:nvSpPr>
            <p:spPr bwMode="auto">
              <a:xfrm>
                <a:off x="2380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36" name="Freeform 738"/>
              <p:cNvSpPr>
                <a:spLocks/>
              </p:cNvSpPr>
              <p:nvPr/>
            </p:nvSpPr>
            <p:spPr bwMode="auto">
              <a:xfrm>
                <a:off x="2111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37" name="Freeform 739"/>
              <p:cNvSpPr>
                <a:spLocks/>
              </p:cNvSpPr>
              <p:nvPr/>
            </p:nvSpPr>
            <p:spPr bwMode="auto">
              <a:xfrm>
                <a:off x="2159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38" name="Freeform 740"/>
              <p:cNvSpPr>
                <a:spLocks/>
              </p:cNvSpPr>
              <p:nvPr/>
            </p:nvSpPr>
            <p:spPr bwMode="auto">
              <a:xfrm>
                <a:off x="2327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39" name="Freeform 741"/>
              <p:cNvSpPr>
                <a:spLocks/>
              </p:cNvSpPr>
              <p:nvPr/>
            </p:nvSpPr>
            <p:spPr bwMode="auto">
              <a:xfrm>
                <a:off x="2512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40" name="Freeform 742"/>
              <p:cNvSpPr>
                <a:spLocks/>
              </p:cNvSpPr>
              <p:nvPr/>
            </p:nvSpPr>
            <p:spPr bwMode="auto">
              <a:xfrm>
                <a:off x="2279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41" name="Freeform 743"/>
              <p:cNvSpPr>
                <a:spLocks/>
              </p:cNvSpPr>
              <p:nvPr/>
            </p:nvSpPr>
            <p:spPr bwMode="auto">
              <a:xfrm>
                <a:off x="2297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42" name="Freeform 744"/>
              <p:cNvSpPr>
                <a:spLocks/>
              </p:cNvSpPr>
              <p:nvPr/>
            </p:nvSpPr>
            <p:spPr bwMode="auto">
              <a:xfrm>
                <a:off x="2231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43" name="Freeform 745"/>
              <p:cNvSpPr>
                <a:spLocks/>
              </p:cNvSpPr>
              <p:nvPr/>
            </p:nvSpPr>
            <p:spPr bwMode="auto">
              <a:xfrm>
                <a:off x="2231" y="23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44" name="Freeform 746"/>
              <p:cNvSpPr>
                <a:spLocks/>
              </p:cNvSpPr>
              <p:nvPr/>
            </p:nvSpPr>
            <p:spPr bwMode="auto">
              <a:xfrm>
                <a:off x="2374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45" name="Freeform 747"/>
              <p:cNvSpPr>
                <a:spLocks/>
              </p:cNvSpPr>
              <p:nvPr/>
            </p:nvSpPr>
            <p:spPr bwMode="auto">
              <a:xfrm>
                <a:off x="2494" y="18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46" name="Freeform 748"/>
              <p:cNvSpPr>
                <a:spLocks/>
              </p:cNvSpPr>
              <p:nvPr/>
            </p:nvSpPr>
            <p:spPr bwMode="auto">
              <a:xfrm>
                <a:off x="2806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47" name="Freeform 749"/>
              <p:cNvSpPr>
                <a:spLocks/>
              </p:cNvSpPr>
              <p:nvPr/>
            </p:nvSpPr>
            <p:spPr bwMode="auto">
              <a:xfrm>
                <a:off x="2368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48" name="Freeform 750"/>
              <p:cNvSpPr>
                <a:spLocks/>
              </p:cNvSpPr>
              <p:nvPr/>
            </p:nvSpPr>
            <p:spPr bwMode="auto">
              <a:xfrm>
                <a:off x="2063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49" name="Freeform 751"/>
              <p:cNvSpPr>
                <a:spLocks/>
              </p:cNvSpPr>
              <p:nvPr/>
            </p:nvSpPr>
            <p:spPr bwMode="auto">
              <a:xfrm>
                <a:off x="2237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50" name="Freeform 752"/>
              <p:cNvSpPr>
                <a:spLocks/>
              </p:cNvSpPr>
              <p:nvPr/>
            </p:nvSpPr>
            <p:spPr bwMode="auto">
              <a:xfrm>
                <a:off x="2171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51" name="Freeform 753"/>
              <p:cNvSpPr>
                <a:spLocks/>
              </p:cNvSpPr>
              <p:nvPr/>
            </p:nvSpPr>
            <p:spPr bwMode="auto">
              <a:xfrm>
                <a:off x="2344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52" name="Freeform 754"/>
              <p:cNvSpPr>
                <a:spLocks/>
              </p:cNvSpPr>
              <p:nvPr/>
            </p:nvSpPr>
            <p:spPr bwMode="auto">
              <a:xfrm>
                <a:off x="2249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53" name="Freeform 755"/>
              <p:cNvSpPr>
                <a:spLocks/>
              </p:cNvSpPr>
              <p:nvPr/>
            </p:nvSpPr>
            <p:spPr bwMode="auto">
              <a:xfrm>
                <a:off x="2129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54" name="Freeform 756"/>
              <p:cNvSpPr>
                <a:spLocks/>
              </p:cNvSpPr>
              <p:nvPr/>
            </p:nvSpPr>
            <p:spPr bwMode="auto">
              <a:xfrm>
                <a:off x="2452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55" name="Freeform 757"/>
              <p:cNvSpPr>
                <a:spLocks/>
              </p:cNvSpPr>
              <p:nvPr/>
            </p:nvSpPr>
            <p:spPr bwMode="auto">
              <a:xfrm>
                <a:off x="2285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56" name="Freeform 758"/>
              <p:cNvSpPr>
                <a:spLocks/>
              </p:cNvSpPr>
              <p:nvPr/>
            </p:nvSpPr>
            <p:spPr bwMode="auto">
              <a:xfrm>
                <a:off x="2183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57" name="Freeform 759"/>
              <p:cNvSpPr>
                <a:spLocks/>
              </p:cNvSpPr>
              <p:nvPr/>
            </p:nvSpPr>
            <p:spPr bwMode="auto">
              <a:xfrm>
                <a:off x="2333" y="192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58" name="Freeform 760"/>
              <p:cNvSpPr>
                <a:spLocks/>
              </p:cNvSpPr>
              <p:nvPr/>
            </p:nvSpPr>
            <p:spPr bwMode="auto">
              <a:xfrm>
                <a:off x="2225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59" name="Freeform 761"/>
              <p:cNvSpPr>
                <a:spLocks/>
              </p:cNvSpPr>
              <p:nvPr/>
            </p:nvSpPr>
            <p:spPr bwMode="auto">
              <a:xfrm>
                <a:off x="2488" y="17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60" name="Freeform 762"/>
              <p:cNvSpPr>
                <a:spLocks/>
              </p:cNvSpPr>
              <p:nvPr/>
            </p:nvSpPr>
            <p:spPr bwMode="auto">
              <a:xfrm>
                <a:off x="2303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61" name="Freeform 763"/>
              <p:cNvSpPr>
                <a:spLocks/>
              </p:cNvSpPr>
              <p:nvPr/>
            </p:nvSpPr>
            <p:spPr bwMode="auto">
              <a:xfrm>
                <a:off x="2698" y="15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62" name="Freeform 764"/>
              <p:cNvSpPr>
                <a:spLocks/>
              </p:cNvSpPr>
              <p:nvPr/>
            </p:nvSpPr>
            <p:spPr bwMode="auto">
              <a:xfrm>
                <a:off x="2339" y="2012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63" name="Freeform 765"/>
              <p:cNvSpPr>
                <a:spLocks/>
              </p:cNvSpPr>
              <p:nvPr/>
            </p:nvSpPr>
            <p:spPr bwMode="auto">
              <a:xfrm>
                <a:off x="2297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64" name="Freeform 766"/>
              <p:cNvSpPr>
                <a:spLocks/>
              </p:cNvSpPr>
              <p:nvPr/>
            </p:nvSpPr>
            <p:spPr bwMode="auto">
              <a:xfrm>
                <a:off x="2512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65" name="Freeform 767"/>
              <p:cNvSpPr>
                <a:spLocks/>
              </p:cNvSpPr>
              <p:nvPr/>
            </p:nvSpPr>
            <p:spPr bwMode="auto">
              <a:xfrm>
                <a:off x="2183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66" name="Freeform 768"/>
              <p:cNvSpPr>
                <a:spLocks/>
              </p:cNvSpPr>
              <p:nvPr/>
            </p:nvSpPr>
            <p:spPr bwMode="auto">
              <a:xfrm>
                <a:off x="2344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67" name="Freeform 769"/>
              <p:cNvSpPr>
                <a:spLocks/>
              </p:cNvSpPr>
              <p:nvPr/>
            </p:nvSpPr>
            <p:spPr bwMode="auto">
              <a:xfrm>
                <a:off x="2303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68" name="Freeform 770"/>
              <p:cNvSpPr>
                <a:spLocks/>
              </p:cNvSpPr>
              <p:nvPr/>
            </p:nvSpPr>
            <p:spPr bwMode="auto">
              <a:xfrm>
                <a:off x="2291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69" name="Freeform 771"/>
              <p:cNvSpPr>
                <a:spLocks/>
              </p:cNvSpPr>
              <p:nvPr/>
            </p:nvSpPr>
            <p:spPr bwMode="auto">
              <a:xfrm>
                <a:off x="2231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70" name="Freeform 772"/>
              <p:cNvSpPr>
                <a:spLocks/>
              </p:cNvSpPr>
              <p:nvPr/>
            </p:nvSpPr>
            <p:spPr bwMode="auto">
              <a:xfrm>
                <a:off x="2075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71" name="Freeform 773"/>
              <p:cNvSpPr>
                <a:spLocks/>
              </p:cNvSpPr>
              <p:nvPr/>
            </p:nvSpPr>
            <p:spPr bwMode="auto">
              <a:xfrm>
                <a:off x="2374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72" name="Freeform 774"/>
              <p:cNvSpPr>
                <a:spLocks/>
              </p:cNvSpPr>
              <p:nvPr/>
            </p:nvSpPr>
            <p:spPr bwMode="auto">
              <a:xfrm>
                <a:off x="2267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73" name="Freeform 775"/>
              <p:cNvSpPr>
                <a:spLocks/>
              </p:cNvSpPr>
              <p:nvPr/>
            </p:nvSpPr>
            <p:spPr bwMode="auto">
              <a:xfrm>
                <a:off x="2339" y="2102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74" name="Freeform 776"/>
              <p:cNvSpPr>
                <a:spLocks/>
              </p:cNvSpPr>
              <p:nvPr/>
            </p:nvSpPr>
            <p:spPr bwMode="auto">
              <a:xfrm>
                <a:off x="2440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75" name="Freeform 777"/>
              <p:cNvSpPr>
                <a:spLocks/>
              </p:cNvSpPr>
              <p:nvPr/>
            </p:nvSpPr>
            <p:spPr bwMode="auto">
              <a:xfrm>
                <a:off x="2362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76" name="Freeform 778"/>
              <p:cNvSpPr>
                <a:spLocks/>
              </p:cNvSpPr>
              <p:nvPr/>
            </p:nvSpPr>
            <p:spPr bwMode="auto">
              <a:xfrm>
                <a:off x="2339" y="209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77" name="Freeform 779"/>
              <p:cNvSpPr>
                <a:spLocks/>
              </p:cNvSpPr>
              <p:nvPr/>
            </p:nvSpPr>
            <p:spPr bwMode="auto">
              <a:xfrm>
                <a:off x="229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78" name="Freeform 780"/>
              <p:cNvSpPr>
                <a:spLocks/>
              </p:cNvSpPr>
              <p:nvPr/>
            </p:nvSpPr>
            <p:spPr bwMode="auto">
              <a:xfrm>
                <a:off x="2099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79" name="Freeform 781"/>
              <p:cNvSpPr>
                <a:spLocks/>
              </p:cNvSpPr>
              <p:nvPr/>
            </p:nvSpPr>
            <p:spPr bwMode="auto">
              <a:xfrm>
                <a:off x="2261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80" name="Freeform 782"/>
              <p:cNvSpPr>
                <a:spLocks/>
              </p:cNvSpPr>
              <p:nvPr/>
            </p:nvSpPr>
            <p:spPr bwMode="auto">
              <a:xfrm>
                <a:off x="229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81" name="Freeform 783"/>
              <p:cNvSpPr>
                <a:spLocks/>
              </p:cNvSpPr>
              <p:nvPr/>
            </p:nvSpPr>
            <p:spPr bwMode="auto">
              <a:xfrm>
                <a:off x="2237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82" name="Freeform 784"/>
              <p:cNvSpPr>
                <a:spLocks/>
              </p:cNvSpPr>
              <p:nvPr/>
            </p:nvSpPr>
            <p:spPr bwMode="auto">
              <a:xfrm>
                <a:off x="2219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83" name="Freeform 785"/>
              <p:cNvSpPr>
                <a:spLocks/>
              </p:cNvSpPr>
              <p:nvPr/>
            </p:nvSpPr>
            <p:spPr bwMode="auto">
              <a:xfrm>
                <a:off x="2237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84" name="Freeform 786"/>
              <p:cNvSpPr>
                <a:spLocks/>
              </p:cNvSpPr>
              <p:nvPr/>
            </p:nvSpPr>
            <p:spPr bwMode="auto">
              <a:xfrm>
                <a:off x="2476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85" name="Freeform 787"/>
              <p:cNvSpPr>
                <a:spLocks/>
              </p:cNvSpPr>
              <p:nvPr/>
            </p:nvSpPr>
            <p:spPr bwMode="auto">
              <a:xfrm>
                <a:off x="2344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86" name="Freeform 788"/>
              <p:cNvSpPr>
                <a:spLocks/>
              </p:cNvSpPr>
              <p:nvPr/>
            </p:nvSpPr>
            <p:spPr bwMode="auto">
              <a:xfrm>
                <a:off x="2327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87" name="Freeform 789"/>
              <p:cNvSpPr>
                <a:spLocks/>
              </p:cNvSpPr>
              <p:nvPr/>
            </p:nvSpPr>
            <p:spPr bwMode="auto">
              <a:xfrm>
                <a:off x="2303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88" name="Freeform 790"/>
              <p:cNvSpPr>
                <a:spLocks/>
              </p:cNvSpPr>
              <p:nvPr/>
            </p:nvSpPr>
            <p:spPr bwMode="auto">
              <a:xfrm>
                <a:off x="2219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89" name="Freeform 791"/>
              <p:cNvSpPr>
                <a:spLocks/>
              </p:cNvSpPr>
              <p:nvPr/>
            </p:nvSpPr>
            <p:spPr bwMode="auto">
              <a:xfrm>
                <a:off x="2261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90" name="Freeform 792"/>
              <p:cNvSpPr>
                <a:spLocks/>
              </p:cNvSpPr>
              <p:nvPr/>
            </p:nvSpPr>
            <p:spPr bwMode="auto">
              <a:xfrm>
                <a:off x="2410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91" name="Freeform 793"/>
              <p:cNvSpPr>
                <a:spLocks/>
              </p:cNvSpPr>
              <p:nvPr/>
            </p:nvSpPr>
            <p:spPr bwMode="auto">
              <a:xfrm>
                <a:off x="2476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92" name="Freeform 794"/>
              <p:cNvSpPr>
                <a:spLocks/>
              </p:cNvSpPr>
              <p:nvPr/>
            </p:nvSpPr>
            <p:spPr bwMode="auto">
              <a:xfrm>
                <a:off x="2057" y="18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93" name="Freeform 795"/>
              <p:cNvSpPr>
                <a:spLocks/>
              </p:cNvSpPr>
              <p:nvPr/>
            </p:nvSpPr>
            <p:spPr bwMode="auto">
              <a:xfrm>
                <a:off x="2434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94" name="Freeform 796"/>
              <p:cNvSpPr>
                <a:spLocks/>
              </p:cNvSpPr>
              <p:nvPr/>
            </p:nvSpPr>
            <p:spPr bwMode="auto">
              <a:xfrm>
                <a:off x="2303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95" name="Freeform 797"/>
              <p:cNvSpPr>
                <a:spLocks/>
              </p:cNvSpPr>
              <p:nvPr/>
            </p:nvSpPr>
            <p:spPr bwMode="auto">
              <a:xfrm>
                <a:off x="2350" y="17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96" name="Freeform 798"/>
              <p:cNvSpPr>
                <a:spLocks/>
              </p:cNvSpPr>
              <p:nvPr/>
            </p:nvSpPr>
            <p:spPr bwMode="auto">
              <a:xfrm>
                <a:off x="2207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97" name="Freeform 799"/>
              <p:cNvSpPr>
                <a:spLocks/>
              </p:cNvSpPr>
              <p:nvPr/>
            </p:nvSpPr>
            <p:spPr bwMode="auto">
              <a:xfrm>
                <a:off x="2422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98" name="Freeform 800"/>
              <p:cNvSpPr>
                <a:spLocks/>
              </p:cNvSpPr>
              <p:nvPr/>
            </p:nvSpPr>
            <p:spPr bwMode="auto">
              <a:xfrm>
                <a:off x="2111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799" name="Freeform 801"/>
              <p:cNvSpPr>
                <a:spLocks/>
              </p:cNvSpPr>
              <p:nvPr/>
            </p:nvSpPr>
            <p:spPr bwMode="auto">
              <a:xfrm>
                <a:off x="2231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00" name="Freeform 802"/>
              <p:cNvSpPr>
                <a:spLocks/>
              </p:cNvSpPr>
              <p:nvPr/>
            </p:nvSpPr>
            <p:spPr bwMode="auto">
              <a:xfrm>
                <a:off x="2087" y="23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01" name="Freeform 803"/>
              <p:cNvSpPr>
                <a:spLocks/>
              </p:cNvSpPr>
              <p:nvPr/>
            </p:nvSpPr>
            <p:spPr bwMode="auto">
              <a:xfrm>
                <a:off x="2554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02" name="Freeform 804"/>
              <p:cNvSpPr>
                <a:spLocks/>
              </p:cNvSpPr>
              <p:nvPr/>
            </p:nvSpPr>
            <p:spPr bwMode="auto">
              <a:xfrm>
                <a:off x="2267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03" name="Freeform 805"/>
              <p:cNvSpPr>
                <a:spLocks/>
              </p:cNvSpPr>
              <p:nvPr/>
            </p:nvSpPr>
            <p:spPr bwMode="auto">
              <a:xfrm>
                <a:off x="1698" y="2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04" name="Freeform 806"/>
              <p:cNvSpPr>
                <a:spLocks/>
              </p:cNvSpPr>
              <p:nvPr/>
            </p:nvSpPr>
            <p:spPr bwMode="auto">
              <a:xfrm>
                <a:off x="2386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805" name="Freeform 807"/>
              <p:cNvSpPr>
                <a:spLocks/>
              </p:cNvSpPr>
              <p:nvPr/>
            </p:nvSpPr>
            <p:spPr bwMode="auto">
              <a:xfrm>
                <a:off x="2333" y="201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8" name="Group 1009"/>
            <p:cNvGrpSpPr>
              <a:grpSpLocks/>
            </p:cNvGrpSpPr>
            <p:nvPr/>
          </p:nvGrpSpPr>
          <p:grpSpPr bwMode="auto">
            <a:xfrm>
              <a:off x="1889" y="1402"/>
              <a:ext cx="1437" cy="1071"/>
              <a:chOff x="1889" y="1402"/>
              <a:chExt cx="1437" cy="1071"/>
            </a:xfrm>
          </p:grpSpPr>
          <p:sp>
            <p:nvSpPr>
              <p:cNvPr id="62406" name="Freeform 809"/>
              <p:cNvSpPr>
                <a:spLocks/>
              </p:cNvSpPr>
              <p:nvPr/>
            </p:nvSpPr>
            <p:spPr bwMode="auto">
              <a:xfrm>
                <a:off x="2422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07" name="Freeform 810"/>
              <p:cNvSpPr>
                <a:spLocks/>
              </p:cNvSpPr>
              <p:nvPr/>
            </p:nvSpPr>
            <p:spPr bwMode="auto">
              <a:xfrm>
                <a:off x="2315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08" name="Freeform 811"/>
              <p:cNvSpPr>
                <a:spLocks/>
              </p:cNvSpPr>
              <p:nvPr/>
            </p:nvSpPr>
            <p:spPr bwMode="auto">
              <a:xfrm>
                <a:off x="2416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09" name="Freeform 812"/>
              <p:cNvSpPr>
                <a:spLocks/>
              </p:cNvSpPr>
              <p:nvPr/>
            </p:nvSpPr>
            <p:spPr bwMode="auto">
              <a:xfrm>
                <a:off x="2434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10" name="Freeform 813"/>
              <p:cNvSpPr>
                <a:spLocks/>
              </p:cNvSpPr>
              <p:nvPr/>
            </p:nvSpPr>
            <p:spPr bwMode="auto">
              <a:xfrm>
                <a:off x="2225" y="23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11" name="Freeform 814"/>
              <p:cNvSpPr>
                <a:spLocks/>
              </p:cNvSpPr>
              <p:nvPr/>
            </p:nvSpPr>
            <p:spPr bwMode="auto">
              <a:xfrm>
                <a:off x="2512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12" name="Freeform 815"/>
              <p:cNvSpPr>
                <a:spLocks/>
              </p:cNvSpPr>
              <p:nvPr/>
            </p:nvSpPr>
            <p:spPr bwMode="auto">
              <a:xfrm>
                <a:off x="2177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13" name="Freeform 816"/>
              <p:cNvSpPr>
                <a:spLocks/>
              </p:cNvSpPr>
              <p:nvPr/>
            </p:nvSpPr>
            <p:spPr bwMode="auto">
              <a:xfrm>
                <a:off x="2327" y="17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14" name="Freeform 817"/>
              <p:cNvSpPr>
                <a:spLocks/>
              </p:cNvSpPr>
              <p:nvPr/>
            </p:nvSpPr>
            <p:spPr bwMode="auto">
              <a:xfrm>
                <a:off x="2213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15" name="Freeform 818"/>
              <p:cNvSpPr>
                <a:spLocks/>
              </p:cNvSpPr>
              <p:nvPr/>
            </p:nvSpPr>
            <p:spPr bwMode="auto">
              <a:xfrm>
                <a:off x="2309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16" name="Freeform 819"/>
              <p:cNvSpPr>
                <a:spLocks/>
              </p:cNvSpPr>
              <p:nvPr/>
            </p:nvSpPr>
            <p:spPr bwMode="auto">
              <a:xfrm>
                <a:off x="2470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17" name="Freeform 820"/>
              <p:cNvSpPr>
                <a:spLocks/>
              </p:cNvSpPr>
              <p:nvPr/>
            </p:nvSpPr>
            <p:spPr bwMode="auto">
              <a:xfrm>
                <a:off x="2291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18" name="Freeform 821"/>
              <p:cNvSpPr>
                <a:spLocks/>
              </p:cNvSpPr>
              <p:nvPr/>
            </p:nvSpPr>
            <p:spPr bwMode="auto">
              <a:xfrm>
                <a:off x="2422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19" name="Freeform 822"/>
              <p:cNvSpPr>
                <a:spLocks/>
              </p:cNvSpPr>
              <p:nvPr/>
            </p:nvSpPr>
            <p:spPr bwMode="auto">
              <a:xfrm>
                <a:off x="2297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20" name="Freeform 823"/>
              <p:cNvSpPr>
                <a:spLocks/>
              </p:cNvSpPr>
              <p:nvPr/>
            </p:nvSpPr>
            <p:spPr bwMode="auto">
              <a:xfrm>
                <a:off x="2291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21" name="Freeform 824"/>
              <p:cNvSpPr>
                <a:spLocks/>
              </p:cNvSpPr>
              <p:nvPr/>
            </p:nvSpPr>
            <p:spPr bwMode="auto">
              <a:xfrm>
                <a:off x="2219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22" name="Freeform 825"/>
              <p:cNvSpPr>
                <a:spLocks/>
              </p:cNvSpPr>
              <p:nvPr/>
            </p:nvSpPr>
            <p:spPr bwMode="auto">
              <a:xfrm>
                <a:off x="2267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23" name="Freeform 826"/>
              <p:cNvSpPr>
                <a:spLocks/>
              </p:cNvSpPr>
              <p:nvPr/>
            </p:nvSpPr>
            <p:spPr bwMode="auto">
              <a:xfrm>
                <a:off x="2195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24" name="Freeform 827"/>
              <p:cNvSpPr>
                <a:spLocks/>
              </p:cNvSpPr>
              <p:nvPr/>
            </p:nvSpPr>
            <p:spPr bwMode="auto">
              <a:xfrm>
                <a:off x="2362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25" name="Freeform 828"/>
              <p:cNvSpPr>
                <a:spLocks/>
              </p:cNvSpPr>
              <p:nvPr/>
            </p:nvSpPr>
            <p:spPr bwMode="auto">
              <a:xfrm>
                <a:off x="2339" y="1809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26" name="Freeform 829"/>
              <p:cNvSpPr>
                <a:spLocks/>
              </p:cNvSpPr>
              <p:nvPr/>
            </p:nvSpPr>
            <p:spPr bwMode="auto">
              <a:xfrm>
                <a:off x="2009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27" name="Freeform 830"/>
              <p:cNvSpPr>
                <a:spLocks/>
              </p:cNvSpPr>
              <p:nvPr/>
            </p:nvSpPr>
            <p:spPr bwMode="auto">
              <a:xfrm>
                <a:off x="2404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28" name="Freeform 831"/>
              <p:cNvSpPr>
                <a:spLocks/>
              </p:cNvSpPr>
              <p:nvPr/>
            </p:nvSpPr>
            <p:spPr bwMode="auto">
              <a:xfrm>
                <a:off x="1961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29" name="Freeform 832"/>
              <p:cNvSpPr>
                <a:spLocks/>
              </p:cNvSpPr>
              <p:nvPr/>
            </p:nvSpPr>
            <p:spPr bwMode="auto">
              <a:xfrm>
                <a:off x="2231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30" name="Freeform 833"/>
              <p:cNvSpPr>
                <a:spLocks/>
              </p:cNvSpPr>
              <p:nvPr/>
            </p:nvSpPr>
            <p:spPr bwMode="auto">
              <a:xfrm>
                <a:off x="2279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31" name="Freeform 834"/>
              <p:cNvSpPr>
                <a:spLocks/>
              </p:cNvSpPr>
              <p:nvPr/>
            </p:nvSpPr>
            <p:spPr bwMode="auto">
              <a:xfrm>
                <a:off x="2380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32" name="Freeform 835"/>
              <p:cNvSpPr>
                <a:spLocks/>
              </p:cNvSpPr>
              <p:nvPr/>
            </p:nvSpPr>
            <p:spPr bwMode="auto">
              <a:xfrm>
                <a:off x="2231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33" name="Freeform 836"/>
              <p:cNvSpPr>
                <a:spLocks/>
              </p:cNvSpPr>
              <p:nvPr/>
            </p:nvSpPr>
            <p:spPr bwMode="auto">
              <a:xfrm>
                <a:off x="2560" y="16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34" name="Freeform 837"/>
              <p:cNvSpPr>
                <a:spLocks/>
              </p:cNvSpPr>
              <p:nvPr/>
            </p:nvSpPr>
            <p:spPr bwMode="auto">
              <a:xfrm>
                <a:off x="2099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35" name="Freeform 838"/>
              <p:cNvSpPr>
                <a:spLocks/>
              </p:cNvSpPr>
              <p:nvPr/>
            </p:nvSpPr>
            <p:spPr bwMode="auto">
              <a:xfrm>
                <a:off x="2297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36" name="Freeform 839"/>
              <p:cNvSpPr>
                <a:spLocks/>
              </p:cNvSpPr>
              <p:nvPr/>
            </p:nvSpPr>
            <p:spPr bwMode="auto">
              <a:xfrm>
                <a:off x="2380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37" name="Freeform 840"/>
              <p:cNvSpPr>
                <a:spLocks/>
              </p:cNvSpPr>
              <p:nvPr/>
            </p:nvSpPr>
            <p:spPr bwMode="auto">
              <a:xfrm>
                <a:off x="2153" y="23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38" name="Freeform 841"/>
              <p:cNvSpPr>
                <a:spLocks/>
              </p:cNvSpPr>
              <p:nvPr/>
            </p:nvSpPr>
            <p:spPr bwMode="auto">
              <a:xfrm>
                <a:off x="2099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39" name="Freeform 842"/>
              <p:cNvSpPr>
                <a:spLocks/>
              </p:cNvSpPr>
              <p:nvPr/>
            </p:nvSpPr>
            <p:spPr bwMode="auto">
              <a:xfrm>
                <a:off x="2380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40" name="Freeform 843"/>
              <p:cNvSpPr>
                <a:spLocks/>
              </p:cNvSpPr>
              <p:nvPr/>
            </p:nvSpPr>
            <p:spPr bwMode="auto">
              <a:xfrm>
                <a:off x="2404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41" name="Freeform 844"/>
              <p:cNvSpPr>
                <a:spLocks/>
              </p:cNvSpPr>
              <p:nvPr/>
            </p:nvSpPr>
            <p:spPr bwMode="auto">
              <a:xfrm>
                <a:off x="2213" y="24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42" name="Freeform 845"/>
              <p:cNvSpPr>
                <a:spLocks/>
              </p:cNvSpPr>
              <p:nvPr/>
            </p:nvSpPr>
            <p:spPr bwMode="auto">
              <a:xfrm>
                <a:off x="2350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43" name="Freeform 846"/>
              <p:cNvSpPr>
                <a:spLocks/>
              </p:cNvSpPr>
              <p:nvPr/>
            </p:nvSpPr>
            <p:spPr bwMode="auto">
              <a:xfrm>
                <a:off x="2512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44" name="Freeform 847"/>
              <p:cNvSpPr>
                <a:spLocks/>
              </p:cNvSpPr>
              <p:nvPr/>
            </p:nvSpPr>
            <p:spPr bwMode="auto">
              <a:xfrm>
                <a:off x="2309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45" name="Freeform 848"/>
              <p:cNvSpPr>
                <a:spLocks/>
              </p:cNvSpPr>
              <p:nvPr/>
            </p:nvSpPr>
            <p:spPr bwMode="auto">
              <a:xfrm>
                <a:off x="2273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46" name="Freeform 849"/>
              <p:cNvSpPr>
                <a:spLocks/>
              </p:cNvSpPr>
              <p:nvPr/>
            </p:nvSpPr>
            <p:spPr bwMode="auto">
              <a:xfrm>
                <a:off x="2201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47" name="Freeform 850"/>
              <p:cNvSpPr>
                <a:spLocks/>
              </p:cNvSpPr>
              <p:nvPr/>
            </p:nvSpPr>
            <p:spPr bwMode="auto">
              <a:xfrm>
                <a:off x="2291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48" name="Freeform 851"/>
              <p:cNvSpPr>
                <a:spLocks/>
              </p:cNvSpPr>
              <p:nvPr/>
            </p:nvSpPr>
            <p:spPr bwMode="auto">
              <a:xfrm>
                <a:off x="2189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49" name="Freeform 852"/>
              <p:cNvSpPr>
                <a:spLocks/>
              </p:cNvSpPr>
              <p:nvPr/>
            </p:nvSpPr>
            <p:spPr bwMode="auto">
              <a:xfrm>
                <a:off x="2368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50" name="Freeform 853"/>
              <p:cNvSpPr>
                <a:spLocks/>
              </p:cNvSpPr>
              <p:nvPr/>
            </p:nvSpPr>
            <p:spPr bwMode="auto">
              <a:xfrm>
                <a:off x="1889" y="23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51" name="Freeform 854"/>
              <p:cNvSpPr>
                <a:spLocks/>
              </p:cNvSpPr>
              <p:nvPr/>
            </p:nvSpPr>
            <p:spPr bwMode="auto">
              <a:xfrm>
                <a:off x="2440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52" name="Freeform 855"/>
              <p:cNvSpPr>
                <a:spLocks/>
              </p:cNvSpPr>
              <p:nvPr/>
            </p:nvSpPr>
            <p:spPr bwMode="auto">
              <a:xfrm>
                <a:off x="2536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53" name="Freeform 856"/>
              <p:cNvSpPr>
                <a:spLocks/>
              </p:cNvSpPr>
              <p:nvPr/>
            </p:nvSpPr>
            <p:spPr bwMode="auto">
              <a:xfrm>
                <a:off x="2303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54" name="Freeform 857"/>
              <p:cNvSpPr>
                <a:spLocks/>
              </p:cNvSpPr>
              <p:nvPr/>
            </p:nvSpPr>
            <p:spPr bwMode="auto">
              <a:xfrm>
                <a:off x="2231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55" name="Freeform 858"/>
              <p:cNvSpPr>
                <a:spLocks/>
              </p:cNvSpPr>
              <p:nvPr/>
            </p:nvSpPr>
            <p:spPr bwMode="auto">
              <a:xfrm>
                <a:off x="2614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56" name="Freeform 859"/>
              <p:cNvSpPr>
                <a:spLocks/>
              </p:cNvSpPr>
              <p:nvPr/>
            </p:nvSpPr>
            <p:spPr bwMode="auto">
              <a:xfrm>
                <a:off x="2356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57" name="Freeform 860"/>
              <p:cNvSpPr>
                <a:spLocks/>
              </p:cNvSpPr>
              <p:nvPr/>
            </p:nvSpPr>
            <p:spPr bwMode="auto">
              <a:xfrm>
                <a:off x="2356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58" name="Freeform 861"/>
              <p:cNvSpPr>
                <a:spLocks/>
              </p:cNvSpPr>
              <p:nvPr/>
            </p:nvSpPr>
            <p:spPr bwMode="auto">
              <a:xfrm>
                <a:off x="2446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59" name="Freeform 862"/>
              <p:cNvSpPr>
                <a:spLocks/>
              </p:cNvSpPr>
              <p:nvPr/>
            </p:nvSpPr>
            <p:spPr bwMode="auto">
              <a:xfrm>
                <a:off x="2189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60" name="Freeform 863"/>
              <p:cNvSpPr>
                <a:spLocks/>
              </p:cNvSpPr>
              <p:nvPr/>
            </p:nvSpPr>
            <p:spPr bwMode="auto">
              <a:xfrm>
                <a:off x="2255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61" name="Freeform 864"/>
              <p:cNvSpPr>
                <a:spLocks/>
              </p:cNvSpPr>
              <p:nvPr/>
            </p:nvSpPr>
            <p:spPr bwMode="auto">
              <a:xfrm>
                <a:off x="2207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62" name="Freeform 865"/>
              <p:cNvSpPr>
                <a:spLocks/>
              </p:cNvSpPr>
              <p:nvPr/>
            </p:nvSpPr>
            <p:spPr bwMode="auto">
              <a:xfrm>
                <a:off x="2410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63" name="Freeform 866"/>
              <p:cNvSpPr>
                <a:spLocks/>
              </p:cNvSpPr>
              <p:nvPr/>
            </p:nvSpPr>
            <p:spPr bwMode="auto">
              <a:xfrm>
                <a:off x="2356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64" name="Freeform 867"/>
              <p:cNvSpPr>
                <a:spLocks/>
              </p:cNvSpPr>
              <p:nvPr/>
            </p:nvSpPr>
            <p:spPr bwMode="auto">
              <a:xfrm>
                <a:off x="2309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65" name="Freeform 868"/>
              <p:cNvSpPr>
                <a:spLocks/>
              </p:cNvSpPr>
              <p:nvPr/>
            </p:nvSpPr>
            <p:spPr bwMode="auto">
              <a:xfrm>
                <a:off x="2267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66" name="Freeform 869"/>
              <p:cNvSpPr>
                <a:spLocks/>
              </p:cNvSpPr>
              <p:nvPr/>
            </p:nvSpPr>
            <p:spPr bwMode="auto">
              <a:xfrm>
                <a:off x="2117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67" name="Freeform 870"/>
              <p:cNvSpPr>
                <a:spLocks/>
              </p:cNvSpPr>
              <p:nvPr/>
            </p:nvSpPr>
            <p:spPr bwMode="auto">
              <a:xfrm>
                <a:off x="2249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68" name="Freeform 871"/>
              <p:cNvSpPr>
                <a:spLocks/>
              </p:cNvSpPr>
              <p:nvPr/>
            </p:nvSpPr>
            <p:spPr bwMode="auto">
              <a:xfrm>
                <a:off x="2356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69" name="Freeform 872"/>
              <p:cNvSpPr>
                <a:spLocks/>
              </p:cNvSpPr>
              <p:nvPr/>
            </p:nvSpPr>
            <p:spPr bwMode="auto">
              <a:xfrm>
                <a:off x="2273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70" name="Freeform 873"/>
              <p:cNvSpPr>
                <a:spLocks/>
              </p:cNvSpPr>
              <p:nvPr/>
            </p:nvSpPr>
            <p:spPr bwMode="auto">
              <a:xfrm>
                <a:off x="2476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71" name="Freeform 874"/>
              <p:cNvSpPr>
                <a:spLocks/>
              </p:cNvSpPr>
              <p:nvPr/>
            </p:nvSpPr>
            <p:spPr bwMode="auto">
              <a:xfrm>
                <a:off x="2362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72" name="Freeform 875"/>
              <p:cNvSpPr>
                <a:spLocks/>
              </p:cNvSpPr>
              <p:nvPr/>
            </p:nvSpPr>
            <p:spPr bwMode="auto">
              <a:xfrm>
                <a:off x="2309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73" name="Freeform 876"/>
              <p:cNvSpPr>
                <a:spLocks/>
              </p:cNvSpPr>
              <p:nvPr/>
            </p:nvSpPr>
            <p:spPr bwMode="auto">
              <a:xfrm>
                <a:off x="2207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74" name="Freeform 877"/>
              <p:cNvSpPr>
                <a:spLocks/>
              </p:cNvSpPr>
              <p:nvPr/>
            </p:nvSpPr>
            <p:spPr bwMode="auto">
              <a:xfrm>
                <a:off x="2398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75" name="Freeform 878"/>
              <p:cNvSpPr>
                <a:spLocks/>
              </p:cNvSpPr>
              <p:nvPr/>
            </p:nvSpPr>
            <p:spPr bwMode="auto">
              <a:xfrm>
                <a:off x="2171" y="23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76" name="Freeform 879"/>
              <p:cNvSpPr>
                <a:spLocks/>
              </p:cNvSpPr>
              <p:nvPr/>
            </p:nvSpPr>
            <p:spPr bwMode="auto">
              <a:xfrm>
                <a:off x="2303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77" name="Freeform 880"/>
              <p:cNvSpPr>
                <a:spLocks/>
              </p:cNvSpPr>
              <p:nvPr/>
            </p:nvSpPr>
            <p:spPr bwMode="auto">
              <a:xfrm>
                <a:off x="2488" y="17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78" name="Freeform 881"/>
              <p:cNvSpPr>
                <a:spLocks/>
              </p:cNvSpPr>
              <p:nvPr/>
            </p:nvSpPr>
            <p:spPr bwMode="auto">
              <a:xfrm>
                <a:off x="2267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79" name="Freeform 882"/>
              <p:cNvSpPr>
                <a:spLocks/>
              </p:cNvSpPr>
              <p:nvPr/>
            </p:nvSpPr>
            <p:spPr bwMode="auto">
              <a:xfrm>
                <a:off x="2416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80" name="Freeform 883"/>
              <p:cNvSpPr>
                <a:spLocks/>
              </p:cNvSpPr>
              <p:nvPr/>
            </p:nvSpPr>
            <p:spPr bwMode="auto">
              <a:xfrm>
                <a:off x="2099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81" name="Freeform 884"/>
              <p:cNvSpPr>
                <a:spLocks/>
              </p:cNvSpPr>
              <p:nvPr/>
            </p:nvSpPr>
            <p:spPr bwMode="auto">
              <a:xfrm>
                <a:off x="2356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82" name="Freeform 885"/>
              <p:cNvSpPr>
                <a:spLocks/>
              </p:cNvSpPr>
              <p:nvPr/>
            </p:nvSpPr>
            <p:spPr bwMode="auto">
              <a:xfrm>
                <a:off x="2344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83" name="Freeform 886"/>
              <p:cNvSpPr>
                <a:spLocks/>
              </p:cNvSpPr>
              <p:nvPr/>
            </p:nvSpPr>
            <p:spPr bwMode="auto">
              <a:xfrm>
                <a:off x="2458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84" name="Freeform 887"/>
              <p:cNvSpPr>
                <a:spLocks/>
              </p:cNvSpPr>
              <p:nvPr/>
            </p:nvSpPr>
            <p:spPr bwMode="auto">
              <a:xfrm>
                <a:off x="2350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85" name="Freeform 888"/>
              <p:cNvSpPr>
                <a:spLocks/>
              </p:cNvSpPr>
              <p:nvPr/>
            </p:nvSpPr>
            <p:spPr bwMode="auto">
              <a:xfrm>
                <a:off x="2344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86" name="Freeform 889"/>
              <p:cNvSpPr>
                <a:spLocks/>
              </p:cNvSpPr>
              <p:nvPr/>
            </p:nvSpPr>
            <p:spPr bwMode="auto">
              <a:xfrm>
                <a:off x="2309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87" name="Freeform 890"/>
              <p:cNvSpPr>
                <a:spLocks/>
              </p:cNvSpPr>
              <p:nvPr/>
            </p:nvSpPr>
            <p:spPr bwMode="auto">
              <a:xfrm>
                <a:off x="2147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88" name="Freeform 891"/>
              <p:cNvSpPr>
                <a:spLocks/>
              </p:cNvSpPr>
              <p:nvPr/>
            </p:nvSpPr>
            <p:spPr bwMode="auto">
              <a:xfrm>
                <a:off x="2794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89" name="Freeform 892"/>
              <p:cNvSpPr>
                <a:spLocks/>
              </p:cNvSpPr>
              <p:nvPr/>
            </p:nvSpPr>
            <p:spPr bwMode="auto">
              <a:xfrm>
                <a:off x="2428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90" name="Freeform 893"/>
              <p:cNvSpPr>
                <a:spLocks/>
              </p:cNvSpPr>
              <p:nvPr/>
            </p:nvSpPr>
            <p:spPr bwMode="auto">
              <a:xfrm>
                <a:off x="2416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91" name="Freeform 894"/>
              <p:cNvSpPr>
                <a:spLocks/>
              </p:cNvSpPr>
              <p:nvPr/>
            </p:nvSpPr>
            <p:spPr bwMode="auto">
              <a:xfrm>
                <a:off x="2237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92" name="Freeform 895"/>
              <p:cNvSpPr>
                <a:spLocks/>
              </p:cNvSpPr>
              <p:nvPr/>
            </p:nvSpPr>
            <p:spPr bwMode="auto">
              <a:xfrm>
                <a:off x="2434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93" name="Freeform 896"/>
              <p:cNvSpPr>
                <a:spLocks/>
              </p:cNvSpPr>
              <p:nvPr/>
            </p:nvSpPr>
            <p:spPr bwMode="auto">
              <a:xfrm>
                <a:off x="2333" y="2066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94" name="Freeform 897"/>
              <p:cNvSpPr>
                <a:spLocks/>
              </p:cNvSpPr>
              <p:nvPr/>
            </p:nvSpPr>
            <p:spPr bwMode="auto">
              <a:xfrm>
                <a:off x="2333" y="216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95" name="Freeform 898"/>
              <p:cNvSpPr>
                <a:spLocks/>
              </p:cNvSpPr>
              <p:nvPr/>
            </p:nvSpPr>
            <p:spPr bwMode="auto">
              <a:xfrm>
                <a:off x="2243" y="22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96" name="Freeform 899"/>
              <p:cNvSpPr>
                <a:spLocks/>
              </p:cNvSpPr>
              <p:nvPr/>
            </p:nvSpPr>
            <p:spPr bwMode="auto">
              <a:xfrm>
                <a:off x="2344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97" name="Freeform 900"/>
              <p:cNvSpPr>
                <a:spLocks/>
              </p:cNvSpPr>
              <p:nvPr/>
            </p:nvSpPr>
            <p:spPr bwMode="auto">
              <a:xfrm>
                <a:off x="1979" y="23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98" name="Freeform 901"/>
              <p:cNvSpPr>
                <a:spLocks/>
              </p:cNvSpPr>
              <p:nvPr/>
            </p:nvSpPr>
            <p:spPr bwMode="auto">
              <a:xfrm>
                <a:off x="2398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99" name="Freeform 902"/>
              <p:cNvSpPr>
                <a:spLocks/>
              </p:cNvSpPr>
              <p:nvPr/>
            </p:nvSpPr>
            <p:spPr bwMode="auto">
              <a:xfrm>
                <a:off x="2315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00" name="Freeform 903"/>
              <p:cNvSpPr>
                <a:spLocks/>
              </p:cNvSpPr>
              <p:nvPr/>
            </p:nvSpPr>
            <p:spPr bwMode="auto">
              <a:xfrm>
                <a:off x="2207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01" name="Freeform 904"/>
              <p:cNvSpPr>
                <a:spLocks/>
              </p:cNvSpPr>
              <p:nvPr/>
            </p:nvSpPr>
            <p:spPr bwMode="auto">
              <a:xfrm>
                <a:off x="223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02" name="Freeform 905"/>
              <p:cNvSpPr>
                <a:spLocks/>
              </p:cNvSpPr>
              <p:nvPr/>
            </p:nvSpPr>
            <p:spPr bwMode="auto">
              <a:xfrm>
                <a:off x="2123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03" name="Freeform 906"/>
              <p:cNvSpPr>
                <a:spLocks/>
              </p:cNvSpPr>
              <p:nvPr/>
            </p:nvSpPr>
            <p:spPr bwMode="auto">
              <a:xfrm>
                <a:off x="2398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04" name="Freeform 907"/>
              <p:cNvSpPr>
                <a:spLocks/>
              </p:cNvSpPr>
              <p:nvPr/>
            </p:nvSpPr>
            <p:spPr bwMode="auto">
              <a:xfrm>
                <a:off x="2267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05" name="Freeform 908"/>
              <p:cNvSpPr>
                <a:spLocks/>
              </p:cNvSpPr>
              <p:nvPr/>
            </p:nvSpPr>
            <p:spPr bwMode="auto">
              <a:xfrm>
                <a:off x="2261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06" name="Freeform 909"/>
              <p:cNvSpPr>
                <a:spLocks/>
              </p:cNvSpPr>
              <p:nvPr/>
            </p:nvSpPr>
            <p:spPr bwMode="auto">
              <a:xfrm>
                <a:off x="2309" y="17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07" name="Freeform 910"/>
              <p:cNvSpPr>
                <a:spLocks/>
              </p:cNvSpPr>
              <p:nvPr/>
            </p:nvSpPr>
            <p:spPr bwMode="auto">
              <a:xfrm>
                <a:off x="2303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08" name="Freeform 911"/>
              <p:cNvSpPr>
                <a:spLocks/>
              </p:cNvSpPr>
              <p:nvPr/>
            </p:nvSpPr>
            <p:spPr bwMode="auto">
              <a:xfrm>
                <a:off x="2207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09" name="Freeform 912"/>
              <p:cNvSpPr>
                <a:spLocks/>
              </p:cNvSpPr>
              <p:nvPr/>
            </p:nvSpPr>
            <p:spPr bwMode="auto">
              <a:xfrm>
                <a:off x="2500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10" name="Freeform 913"/>
              <p:cNvSpPr>
                <a:spLocks/>
              </p:cNvSpPr>
              <p:nvPr/>
            </p:nvSpPr>
            <p:spPr bwMode="auto">
              <a:xfrm>
                <a:off x="2285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11" name="Freeform 914"/>
              <p:cNvSpPr>
                <a:spLocks/>
              </p:cNvSpPr>
              <p:nvPr/>
            </p:nvSpPr>
            <p:spPr bwMode="auto">
              <a:xfrm>
                <a:off x="2159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12" name="Freeform 915"/>
              <p:cNvSpPr>
                <a:spLocks/>
              </p:cNvSpPr>
              <p:nvPr/>
            </p:nvSpPr>
            <p:spPr bwMode="auto">
              <a:xfrm>
                <a:off x="2093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13" name="Freeform 916"/>
              <p:cNvSpPr>
                <a:spLocks/>
              </p:cNvSpPr>
              <p:nvPr/>
            </p:nvSpPr>
            <p:spPr bwMode="auto">
              <a:xfrm>
                <a:off x="2392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14" name="Freeform 917"/>
              <p:cNvSpPr>
                <a:spLocks/>
              </p:cNvSpPr>
              <p:nvPr/>
            </p:nvSpPr>
            <p:spPr bwMode="auto">
              <a:xfrm>
                <a:off x="2279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15" name="Freeform 918"/>
              <p:cNvSpPr>
                <a:spLocks/>
              </p:cNvSpPr>
              <p:nvPr/>
            </p:nvSpPr>
            <p:spPr bwMode="auto">
              <a:xfrm>
                <a:off x="2362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16" name="Freeform 919"/>
              <p:cNvSpPr>
                <a:spLocks/>
              </p:cNvSpPr>
              <p:nvPr/>
            </p:nvSpPr>
            <p:spPr bwMode="auto">
              <a:xfrm>
                <a:off x="2219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17" name="Freeform 920"/>
              <p:cNvSpPr>
                <a:spLocks/>
              </p:cNvSpPr>
              <p:nvPr/>
            </p:nvSpPr>
            <p:spPr bwMode="auto">
              <a:xfrm>
                <a:off x="2470" y="23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18" name="Freeform 921"/>
              <p:cNvSpPr>
                <a:spLocks/>
              </p:cNvSpPr>
              <p:nvPr/>
            </p:nvSpPr>
            <p:spPr bwMode="auto">
              <a:xfrm>
                <a:off x="2554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19" name="Freeform 922"/>
              <p:cNvSpPr>
                <a:spLocks/>
              </p:cNvSpPr>
              <p:nvPr/>
            </p:nvSpPr>
            <p:spPr bwMode="auto">
              <a:xfrm>
                <a:off x="2452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20" name="Freeform 923"/>
              <p:cNvSpPr>
                <a:spLocks/>
              </p:cNvSpPr>
              <p:nvPr/>
            </p:nvSpPr>
            <p:spPr bwMode="auto">
              <a:xfrm>
                <a:off x="2177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21" name="Freeform 924"/>
              <p:cNvSpPr>
                <a:spLocks/>
              </p:cNvSpPr>
              <p:nvPr/>
            </p:nvSpPr>
            <p:spPr bwMode="auto">
              <a:xfrm>
                <a:off x="2476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22" name="Freeform 925"/>
              <p:cNvSpPr>
                <a:spLocks/>
              </p:cNvSpPr>
              <p:nvPr/>
            </p:nvSpPr>
            <p:spPr bwMode="auto">
              <a:xfrm>
                <a:off x="2231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23" name="Freeform 926"/>
              <p:cNvSpPr>
                <a:spLocks/>
              </p:cNvSpPr>
              <p:nvPr/>
            </p:nvSpPr>
            <p:spPr bwMode="auto">
              <a:xfrm>
                <a:off x="2297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24" name="Freeform 927"/>
              <p:cNvSpPr>
                <a:spLocks/>
              </p:cNvSpPr>
              <p:nvPr/>
            </p:nvSpPr>
            <p:spPr bwMode="auto">
              <a:xfrm>
                <a:off x="2374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25" name="Freeform 928"/>
              <p:cNvSpPr>
                <a:spLocks/>
              </p:cNvSpPr>
              <p:nvPr/>
            </p:nvSpPr>
            <p:spPr bwMode="auto">
              <a:xfrm>
                <a:off x="2368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26" name="Freeform 929"/>
              <p:cNvSpPr>
                <a:spLocks/>
              </p:cNvSpPr>
              <p:nvPr/>
            </p:nvSpPr>
            <p:spPr bwMode="auto">
              <a:xfrm>
                <a:off x="2344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27" name="Freeform 930"/>
              <p:cNvSpPr>
                <a:spLocks/>
              </p:cNvSpPr>
              <p:nvPr/>
            </p:nvSpPr>
            <p:spPr bwMode="auto">
              <a:xfrm>
                <a:off x="2530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28" name="Freeform 931"/>
              <p:cNvSpPr>
                <a:spLocks/>
              </p:cNvSpPr>
              <p:nvPr/>
            </p:nvSpPr>
            <p:spPr bwMode="auto">
              <a:xfrm>
                <a:off x="2315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29" name="Freeform 932"/>
              <p:cNvSpPr>
                <a:spLocks/>
              </p:cNvSpPr>
              <p:nvPr/>
            </p:nvSpPr>
            <p:spPr bwMode="auto">
              <a:xfrm>
                <a:off x="2237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30" name="Freeform 933"/>
              <p:cNvSpPr>
                <a:spLocks/>
              </p:cNvSpPr>
              <p:nvPr/>
            </p:nvSpPr>
            <p:spPr bwMode="auto">
              <a:xfrm>
                <a:off x="2267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31" name="Freeform 934"/>
              <p:cNvSpPr>
                <a:spLocks/>
              </p:cNvSpPr>
              <p:nvPr/>
            </p:nvSpPr>
            <p:spPr bwMode="auto">
              <a:xfrm>
                <a:off x="2201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32" name="Freeform 935"/>
              <p:cNvSpPr>
                <a:spLocks/>
              </p:cNvSpPr>
              <p:nvPr/>
            </p:nvSpPr>
            <p:spPr bwMode="auto">
              <a:xfrm>
                <a:off x="2344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33" name="Freeform 936"/>
              <p:cNvSpPr>
                <a:spLocks/>
              </p:cNvSpPr>
              <p:nvPr/>
            </p:nvSpPr>
            <p:spPr bwMode="auto">
              <a:xfrm>
                <a:off x="2297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34" name="Freeform 937"/>
              <p:cNvSpPr>
                <a:spLocks/>
              </p:cNvSpPr>
              <p:nvPr/>
            </p:nvSpPr>
            <p:spPr bwMode="auto">
              <a:xfrm>
                <a:off x="2273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35" name="Freeform 938"/>
              <p:cNvSpPr>
                <a:spLocks/>
              </p:cNvSpPr>
              <p:nvPr/>
            </p:nvSpPr>
            <p:spPr bwMode="auto">
              <a:xfrm>
                <a:off x="2267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36" name="Freeform 939"/>
              <p:cNvSpPr>
                <a:spLocks/>
              </p:cNvSpPr>
              <p:nvPr/>
            </p:nvSpPr>
            <p:spPr bwMode="auto">
              <a:xfrm>
                <a:off x="2339" y="210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37" name="Freeform 940"/>
              <p:cNvSpPr>
                <a:spLocks/>
              </p:cNvSpPr>
              <p:nvPr/>
            </p:nvSpPr>
            <p:spPr bwMode="auto">
              <a:xfrm>
                <a:off x="2362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38" name="Freeform 941"/>
              <p:cNvSpPr>
                <a:spLocks/>
              </p:cNvSpPr>
              <p:nvPr/>
            </p:nvSpPr>
            <p:spPr bwMode="auto">
              <a:xfrm>
                <a:off x="2291" y="18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39" name="Freeform 942"/>
              <p:cNvSpPr>
                <a:spLocks/>
              </p:cNvSpPr>
              <p:nvPr/>
            </p:nvSpPr>
            <p:spPr bwMode="auto">
              <a:xfrm>
                <a:off x="2368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40" name="Freeform 943"/>
              <p:cNvSpPr>
                <a:spLocks/>
              </p:cNvSpPr>
              <p:nvPr/>
            </p:nvSpPr>
            <p:spPr bwMode="auto">
              <a:xfrm>
                <a:off x="2243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41" name="Freeform 944"/>
              <p:cNvSpPr>
                <a:spLocks/>
              </p:cNvSpPr>
              <p:nvPr/>
            </p:nvSpPr>
            <p:spPr bwMode="auto">
              <a:xfrm>
                <a:off x="2255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42" name="Freeform 945"/>
              <p:cNvSpPr>
                <a:spLocks/>
              </p:cNvSpPr>
              <p:nvPr/>
            </p:nvSpPr>
            <p:spPr bwMode="auto">
              <a:xfrm>
                <a:off x="2488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43" name="Freeform 946"/>
              <p:cNvSpPr>
                <a:spLocks/>
              </p:cNvSpPr>
              <p:nvPr/>
            </p:nvSpPr>
            <p:spPr bwMode="auto">
              <a:xfrm>
                <a:off x="2333" y="2455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44" name="Freeform 947"/>
              <p:cNvSpPr>
                <a:spLocks/>
              </p:cNvSpPr>
              <p:nvPr/>
            </p:nvSpPr>
            <p:spPr bwMode="auto">
              <a:xfrm>
                <a:off x="2638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45" name="Freeform 948"/>
              <p:cNvSpPr>
                <a:spLocks/>
              </p:cNvSpPr>
              <p:nvPr/>
            </p:nvSpPr>
            <p:spPr bwMode="auto">
              <a:xfrm>
                <a:off x="2189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46" name="Freeform 949"/>
              <p:cNvSpPr>
                <a:spLocks/>
              </p:cNvSpPr>
              <p:nvPr/>
            </p:nvSpPr>
            <p:spPr bwMode="auto">
              <a:xfrm>
                <a:off x="2404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47" name="Freeform 950"/>
              <p:cNvSpPr>
                <a:spLocks/>
              </p:cNvSpPr>
              <p:nvPr/>
            </p:nvSpPr>
            <p:spPr bwMode="auto">
              <a:xfrm>
                <a:off x="2315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48" name="Freeform 951"/>
              <p:cNvSpPr>
                <a:spLocks/>
              </p:cNvSpPr>
              <p:nvPr/>
            </p:nvSpPr>
            <p:spPr bwMode="auto">
              <a:xfrm>
                <a:off x="2333" y="199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49" name="Freeform 952"/>
              <p:cNvSpPr>
                <a:spLocks/>
              </p:cNvSpPr>
              <p:nvPr/>
            </p:nvSpPr>
            <p:spPr bwMode="auto">
              <a:xfrm>
                <a:off x="2225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50" name="Freeform 953"/>
              <p:cNvSpPr>
                <a:spLocks/>
              </p:cNvSpPr>
              <p:nvPr/>
            </p:nvSpPr>
            <p:spPr bwMode="auto">
              <a:xfrm>
                <a:off x="2470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51" name="Freeform 954"/>
              <p:cNvSpPr>
                <a:spLocks/>
              </p:cNvSpPr>
              <p:nvPr/>
            </p:nvSpPr>
            <p:spPr bwMode="auto">
              <a:xfrm>
                <a:off x="2339" y="2132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52" name="Freeform 955"/>
              <p:cNvSpPr>
                <a:spLocks/>
              </p:cNvSpPr>
              <p:nvPr/>
            </p:nvSpPr>
            <p:spPr bwMode="auto">
              <a:xfrm>
                <a:off x="2171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53" name="Freeform 956"/>
              <p:cNvSpPr>
                <a:spLocks/>
              </p:cNvSpPr>
              <p:nvPr/>
            </p:nvSpPr>
            <p:spPr bwMode="auto">
              <a:xfrm>
                <a:off x="2548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54" name="Freeform 957"/>
              <p:cNvSpPr>
                <a:spLocks/>
              </p:cNvSpPr>
              <p:nvPr/>
            </p:nvSpPr>
            <p:spPr bwMode="auto">
              <a:xfrm>
                <a:off x="2321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55" name="Freeform 958"/>
              <p:cNvSpPr>
                <a:spLocks/>
              </p:cNvSpPr>
              <p:nvPr/>
            </p:nvSpPr>
            <p:spPr bwMode="auto">
              <a:xfrm>
                <a:off x="2380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56" name="Freeform 959"/>
              <p:cNvSpPr>
                <a:spLocks/>
              </p:cNvSpPr>
              <p:nvPr/>
            </p:nvSpPr>
            <p:spPr bwMode="auto">
              <a:xfrm>
                <a:off x="2297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57" name="Freeform 960"/>
              <p:cNvSpPr>
                <a:spLocks/>
              </p:cNvSpPr>
              <p:nvPr/>
            </p:nvSpPr>
            <p:spPr bwMode="auto">
              <a:xfrm>
                <a:off x="2560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58" name="Freeform 961"/>
              <p:cNvSpPr>
                <a:spLocks/>
              </p:cNvSpPr>
              <p:nvPr/>
            </p:nvSpPr>
            <p:spPr bwMode="auto">
              <a:xfrm>
                <a:off x="2482" y="17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59" name="Freeform 962"/>
              <p:cNvSpPr>
                <a:spLocks/>
              </p:cNvSpPr>
              <p:nvPr/>
            </p:nvSpPr>
            <p:spPr bwMode="auto">
              <a:xfrm>
                <a:off x="220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60" name="Freeform 963"/>
              <p:cNvSpPr>
                <a:spLocks/>
              </p:cNvSpPr>
              <p:nvPr/>
            </p:nvSpPr>
            <p:spPr bwMode="auto">
              <a:xfrm>
                <a:off x="2350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61" name="Freeform 964"/>
              <p:cNvSpPr>
                <a:spLocks/>
              </p:cNvSpPr>
              <p:nvPr/>
            </p:nvSpPr>
            <p:spPr bwMode="auto">
              <a:xfrm>
                <a:off x="2099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62" name="Freeform 965"/>
              <p:cNvSpPr>
                <a:spLocks/>
              </p:cNvSpPr>
              <p:nvPr/>
            </p:nvSpPr>
            <p:spPr bwMode="auto">
              <a:xfrm>
                <a:off x="2398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63" name="Freeform 966"/>
              <p:cNvSpPr>
                <a:spLocks/>
              </p:cNvSpPr>
              <p:nvPr/>
            </p:nvSpPr>
            <p:spPr bwMode="auto">
              <a:xfrm>
                <a:off x="2578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64" name="Freeform 967"/>
              <p:cNvSpPr>
                <a:spLocks/>
              </p:cNvSpPr>
              <p:nvPr/>
            </p:nvSpPr>
            <p:spPr bwMode="auto">
              <a:xfrm>
                <a:off x="2135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65" name="Freeform 968"/>
              <p:cNvSpPr>
                <a:spLocks/>
              </p:cNvSpPr>
              <p:nvPr/>
            </p:nvSpPr>
            <p:spPr bwMode="auto">
              <a:xfrm>
                <a:off x="2386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66" name="Freeform 969"/>
              <p:cNvSpPr>
                <a:spLocks/>
              </p:cNvSpPr>
              <p:nvPr/>
            </p:nvSpPr>
            <p:spPr bwMode="auto">
              <a:xfrm>
                <a:off x="2512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67" name="Freeform 970"/>
              <p:cNvSpPr>
                <a:spLocks/>
              </p:cNvSpPr>
              <p:nvPr/>
            </p:nvSpPr>
            <p:spPr bwMode="auto">
              <a:xfrm>
                <a:off x="2344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68" name="Freeform 971"/>
              <p:cNvSpPr>
                <a:spLocks/>
              </p:cNvSpPr>
              <p:nvPr/>
            </p:nvSpPr>
            <p:spPr bwMode="auto">
              <a:xfrm>
                <a:off x="2201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69" name="Freeform 972"/>
              <p:cNvSpPr>
                <a:spLocks/>
              </p:cNvSpPr>
              <p:nvPr/>
            </p:nvSpPr>
            <p:spPr bwMode="auto">
              <a:xfrm>
                <a:off x="2422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70" name="Freeform 973"/>
              <p:cNvSpPr>
                <a:spLocks/>
              </p:cNvSpPr>
              <p:nvPr/>
            </p:nvSpPr>
            <p:spPr bwMode="auto">
              <a:xfrm>
                <a:off x="2374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71" name="Freeform 974"/>
              <p:cNvSpPr>
                <a:spLocks/>
              </p:cNvSpPr>
              <p:nvPr/>
            </p:nvSpPr>
            <p:spPr bwMode="auto">
              <a:xfrm>
                <a:off x="2201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72" name="Freeform 975"/>
              <p:cNvSpPr>
                <a:spLocks/>
              </p:cNvSpPr>
              <p:nvPr/>
            </p:nvSpPr>
            <p:spPr bwMode="auto">
              <a:xfrm>
                <a:off x="2099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73" name="Freeform 976"/>
              <p:cNvSpPr>
                <a:spLocks/>
              </p:cNvSpPr>
              <p:nvPr/>
            </p:nvSpPr>
            <p:spPr bwMode="auto">
              <a:xfrm>
                <a:off x="2536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74" name="Freeform 977"/>
              <p:cNvSpPr>
                <a:spLocks/>
              </p:cNvSpPr>
              <p:nvPr/>
            </p:nvSpPr>
            <p:spPr bwMode="auto">
              <a:xfrm>
                <a:off x="2267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75" name="Freeform 978"/>
              <p:cNvSpPr>
                <a:spLocks/>
              </p:cNvSpPr>
              <p:nvPr/>
            </p:nvSpPr>
            <p:spPr bwMode="auto">
              <a:xfrm>
                <a:off x="2620" y="17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76" name="Freeform 979"/>
              <p:cNvSpPr>
                <a:spLocks/>
              </p:cNvSpPr>
              <p:nvPr/>
            </p:nvSpPr>
            <p:spPr bwMode="auto">
              <a:xfrm>
                <a:off x="2267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77" name="Freeform 980"/>
              <p:cNvSpPr>
                <a:spLocks/>
              </p:cNvSpPr>
              <p:nvPr/>
            </p:nvSpPr>
            <p:spPr bwMode="auto">
              <a:xfrm>
                <a:off x="2291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78" name="Freeform 981"/>
              <p:cNvSpPr>
                <a:spLocks/>
              </p:cNvSpPr>
              <p:nvPr/>
            </p:nvSpPr>
            <p:spPr bwMode="auto">
              <a:xfrm>
                <a:off x="2291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79" name="Freeform 982"/>
              <p:cNvSpPr>
                <a:spLocks/>
              </p:cNvSpPr>
              <p:nvPr/>
            </p:nvSpPr>
            <p:spPr bwMode="auto">
              <a:xfrm>
                <a:off x="2021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80" name="Freeform 983"/>
              <p:cNvSpPr>
                <a:spLocks/>
              </p:cNvSpPr>
              <p:nvPr/>
            </p:nvSpPr>
            <p:spPr bwMode="auto">
              <a:xfrm>
                <a:off x="2213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81" name="Freeform 984"/>
              <p:cNvSpPr>
                <a:spLocks/>
              </p:cNvSpPr>
              <p:nvPr/>
            </p:nvSpPr>
            <p:spPr bwMode="auto">
              <a:xfrm>
                <a:off x="2327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82" name="Freeform 985"/>
              <p:cNvSpPr>
                <a:spLocks/>
              </p:cNvSpPr>
              <p:nvPr/>
            </p:nvSpPr>
            <p:spPr bwMode="auto">
              <a:xfrm>
                <a:off x="2327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83" name="Freeform 986"/>
              <p:cNvSpPr>
                <a:spLocks/>
              </p:cNvSpPr>
              <p:nvPr/>
            </p:nvSpPr>
            <p:spPr bwMode="auto">
              <a:xfrm>
                <a:off x="2123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84" name="Freeform 987"/>
              <p:cNvSpPr>
                <a:spLocks/>
              </p:cNvSpPr>
              <p:nvPr/>
            </p:nvSpPr>
            <p:spPr bwMode="auto">
              <a:xfrm>
                <a:off x="2117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85" name="Freeform 988"/>
              <p:cNvSpPr>
                <a:spLocks/>
              </p:cNvSpPr>
              <p:nvPr/>
            </p:nvSpPr>
            <p:spPr bwMode="auto">
              <a:xfrm>
                <a:off x="2410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86" name="Freeform 989"/>
              <p:cNvSpPr>
                <a:spLocks/>
              </p:cNvSpPr>
              <p:nvPr/>
            </p:nvSpPr>
            <p:spPr bwMode="auto">
              <a:xfrm>
                <a:off x="2350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87" name="Freeform 990"/>
              <p:cNvSpPr>
                <a:spLocks/>
              </p:cNvSpPr>
              <p:nvPr/>
            </p:nvSpPr>
            <p:spPr bwMode="auto">
              <a:xfrm>
                <a:off x="2398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88" name="Freeform 991"/>
              <p:cNvSpPr>
                <a:spLocks/>
              </p:cNvSpPr>
              <p:nvPr/>
            </p:nvSpPr>
            <p:spPr bwMode="auto">
              <a:xfrm>
                <a:off x="2171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89" name="Freeform 992"/>
              <p:cNvSpPr>
                <a:spLocks/>
              </p:cNvSpPr>
              <p:nvPr/>
            </p:nvSpPr>
            <p:spPr bwMode="auto">
              <a:xfrm>
                <a:off x="2231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90" name="Freeform 993"/>
              <p:cNvSpPr>
                <a:spLocks/>
              </p:cNvSpPr>
              <p:nvPr/>
            </p:nvSpPr>
            <p:spPr bwMode="auto">
              <a:xfrm>
                <a:off x="2285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91" name="Freeform 994"/>
              <p:cNvSpPr>
                <a:spLocks/>
              </p:cNvSpPr>
              <p:nvPr/>
            </p:nvSpPr>
            <p:spPr bwMode="auto">
              <a:xfrm>
                <a:off x="2339" y="203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92" name="Freeform 995"/>
              <p:cNvSpPr>
                <a:spLocks/>
              </p:cNvSpPr>
              <p:nvPr/>
            </p:nvSpPr>
            <p:spPr bwMode="auto">
              <a:xfrm>
                <a:off x="2321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93" name="Freeform 996"/>
              <p:cNvSpPr>
                <a:spLocks/>
              </p:cNvSpPr>
              <p:nvPr/>
            </p:nvSpPr>
            <p:spPr bwMode="auto">
              <a:xfrm>
                <a:off x="2219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94" name="Freeform 997"/>
              <p:cNvSpPr>
                <a:spLocks/>
              </p:cNvSpPr>
              <p:nvPr/>
            </p:nvSpPr>
            <p:spPr bwMode="auto">
              <a:xfrm>
                <a:off x="2309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95" name="Freeform 998"/>
              <p:cNvSpPr>
                <a:spLocks/>
              </p:cNvSpPr>
              <p:nvPr/>
            </p:nvSpPr>
            <p:spPr bwMode="auto">
              <a:xfrm>
                <a:off x="2291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96" name="Freeform 999"/>
              <p:cNvSpPr>
                <a:spLocks/>
              </p:cNvSpPr>
              <p:nvPr/>
            </p:nvSpPr>
            <p:spPr bwMode="auto">
              <a:xfrm>
                <a:off x="2279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97" name="Freeform 1000"/>
              <p:cNvSpPr>
                <a:spLocks/>
              </p:cNvSpPr>
              <p:nvPr/>
            </p:nvSpPr>
            <p:spPr bwMode="auto">
              <a:xfrm>
                <a:off x="220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98" name="Freeform 1001"/>
              <p:cNvSpPr>
                <a:spLocks/>
              </p:cNvSpPr>
              <p:nvPr/>
            </p:nvSpPr>
            <p:spPr bwMode="auto">
              <a:xfrm>
                <a:off x="2356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599" name="Freeform 1002"/>
              <p:cNvSpPr>
                <a:spLocks/>
              </p:cNvSpPr>
              <p:nvPr/>
            </p:nvSpPr>
            <p:spPr bwMode="auto">
              <a:xfrm>
                <a:off x="3315" y="140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00" name="Freeform 1003"/>
              <p:cNvSpPr>
                <a:spLocks/>
              </p:cNvSpPr>
              <p:nvPr/>
            </p:nvSpPr>
            <p:spPr bwMode="auto">
              <a:xfrm>
                <a:off x="2315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01" name="Freeform 1004"/>
              <p:cNvSpPr>
                <a:spLocks/>
              </p:cNvSpPr>
              <p:nvPr/>
            </p:nvSpPr>
            <p:spPr bwMode="auto">
              <a:xfrm>
                <a:off x="2392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02" name="Freeform 1005"/>
              <p:cNvSpPr>
                <a:spLocks/>
              </p:cNvSpPr>
              <p:nvPr/>
            </p:nvSpPr>
            <p:spPr bwMode="auto">
              <a:xfrm>
                <a:off x="2249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03" name="Freeform 1006"/>
              <p:cNvSpPr>
                <a:spLocks/>
              </p:cNvSpPr>
              <p:nvPr/>
            </p:nvSpPr>
            <p:spPr bwMode="auto">
              <a:xfrm>
                <a:off x="2267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04" name="Freeform 1007"/>
              <p:cNvSpPr>
                <a:spLocks/>
              </p:cNvSpPr>
              <p:nvPr/>
            </p:nvSpPr>
            <p:spPr bwMode="auto">
              <a:xfrm>
                <a:off x="2350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605" name="Freeform 1008"/>
              <p:cNvSpPr>
                <a:spLocks/>
              </p:cNvSpPr>
              <p:nvPr/>
            </p:nvSpPr>
            <p:spPr bwMode="auto">
              <a:xfrm>
                <a:off x="2339" y="204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9" name="Group 1210"/>
            <p:cNvGrpSpPr>
              <a:grpSpLocks/>
            </p:cNvGrpSpPr>
            <p:nvPr/>
          </p:nvGrpSpPr>
          <p:grpSpPr bwMode="auto">
            <a:xfrm>
              <a:off x="1476" y="1629"/>
              <a:ext cx="1497" cy="886"/>
              <a:chOff x="1476" y="1629"/>
              <a:chExt cx="1497" cy="886"/>
            </a:xfrm>
          </p:grpSpPr>
          <p:sp>
            <p:nvSpPr>
              <p:cNvPr id="62206" name="Freeform 1010"/>
              <p:cNvSpPr>
                <a:spLocks/>
              </p:cNvSpPr>
              <p:nvPr/>
            </p:nvSpPr>
            <p:spPr bwMode="auto">
              <a:xfrm>
                <a:off x="2458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07" name="Freeform 1011"/>
              <p:cNvSpPr>
                <a:spLocks/>
              </p:cNvSpPr>
              <p:nvPr/>
            </p:nvSpPr>
            <p:spPr bwMode="auto">
              <a:xfrm>
                <a:off x="2530" y="18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08" name="Freeform 1012"/>
              <p:cNvSpPr>
                <a:spLocks/>
              </p:cNvSpPr>
              <p:nvPr/>
            </p:nvSpPr>
            <p:spPr bwMode="auto">
              <a:xfrm>
                <a:off x="2117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09" name="Freeform 1013"/>
              <p:cNvSpPr>
                <a:spLocks/>
              </p:cNvSpPr>
              <p:nvPr/>
            </p:nvSpPr>
            <p:spPr bwMode="auto">
              <a:xfrm>
                <a:off x="2500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10" name="Freeform 1014"/>
              <p:cNvSpPr>
                <a:spLocks/>
              </p:cNvSpPr>
              <p:nvPr/>
            </p:nvSpPr>
            <p:spPr bwMode="auto">
              <a:xfrm>
                <a:off x="2548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11" name="Freeform 1015"/>
              <p:cNvSpPr>
                <a:spLocks/>
              </p:cNvSpPr>
              <p:nvPr/>
            </p:nvSpPr>
            <p:spPr bwMode="auto">
              <a:xfrm>
                <a:off x="2273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12" name="Freeform 1016"/>
              <p:cNvSpPr>
                <a:spLocks/>
              </p:cNvSpPr>
              <p:nvPr/>
            </p:nvSpPr>
            <p:spPr bwMode="auto">
              <a:xfrm>
                <a:off x="2344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13" name="Freeform 1017"/>
              <p:cNvSpPr>
                <a:spLocks/>
              </p:cNvSpPr>
              <p:nvPr/>
            </p:nvSpPr>
            <p:spPr bwMode="auto">
              <a:xfrm>
                <a:off x="2231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14" name="Freeform 1018"/>
              <p:cNvSpPr>
                <a:spLocks/>
              </p:cNvSpPr>
              <p:nvPr/>
            </p:nvSpPr>
            <p:spPr bwMode="auto">
              <a:xfrm>
                <a:off x="2273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15" name="Freeform 1019"/>
              <p:cNvSpPr>
                <a:spLocks/>
              </p:cNvSpPr>
              <p:nvPr/>
            </p:nvSpPr>
            <p:spPr bwMode="auto">
              <a:xfrm>
                <a:off x="2440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16" name="Freeform 1020"/>
              <p:cNvSpPr>
                <a:spLocks/>
              </p:cNvSpPr>
              <p:nvPr/>
            </p:nvSpPr>
            <p:spPr bwMode="auto">
              <a:xfrm>
                <a:off x="2171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17" name="Freeform 1021"/>
              <p:cNvSpPr>
                <a:spLocks/>
              </p:cNvSpPr>
              <p:nvPr/>
            </p:nvSpPr>
            <p:spPr bwMode="auto">
              <a:xfrm>
                <a:off x="2315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18" name="Freeform 1022"/>
              <p:cNvSpPr>
                <a:spLocks/>
              </p:cNvSpPr>
              <p:nvPr/>
            </p:nvSpPr>
            <p:spPr bwMode="auto">
              <a:xfrm>
                <a:off x="2452" y="22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19" name="Freeform 1023"/>
              <p:cNvSpPr>
                <a:spLocks/>
              </p:cNvSpPr>
              <p:nvPr/>
            </p:nvSpPr>
            <p:spPr bwMode="auto">
              <a:xfrm>
                <a:off x="2398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20" name="Freeform 1024"/>
              <p:cNvSpPr>
                <a:spLocks/>
              </p:cNvSpPr>
              <p:nvPr/>
            </p:nvSpPr>
            <p:spPr bwMode="auto">
              <a:xfrm>
                <a:off x="2147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21" name="Freeform 1025"/>
              <p:cNvSpPr>
                <a:spLocks/>
              </p:cNvSpPr>
              <p:nvPr/>
            </p:nvSpPr>
            <p:spPr bwMode="auto">
              <a:xfrm>
                <a:off x="2057" y="25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22" name="Freeform 1026"/>
              <p:cNvSpPr>
                <a:spLocks/>
              </p:cNvSpPr>
              <p:nvPr/>
            </p:nvSpPr>
            <p:spPr bwMode="auto">
              <a:xfrm>
                <a:off x="2416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23" name="Freeform 1027"/>
              <p:cNvSpPr>
                <a:spLocks/>
              </p:cNvSpPr>
              <p:nvPr/>
            </p:nvSpPr>
            <p:spPr bwMode="auto">
              <a:xfrm>
                <a:off x="2428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24" name="Freeform 1028"/>
              <p:cNvSpPr>
                <a:spLocks/>
              </p:cNvSpPr>
              <p:nvPr/>
            </p:nvSpPr>
            <p:spPr bwMode="auto">
              <a:xfrm>
                <a:off x="2794" y="18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25" name="Freeform 1029"/>
              <p:cNvSpPr>
                <a:spLocks/>
              </p:cNvSpPr>
              <p:nvPr/>
            </p:nvSpPr>
            <p:spPr bwMode="auto">
              <a:xfrm>
                <a:off x="2686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26" name="Freeform 1030"/>
              <p:cNvSpPr>
                <a:spLocks/>
              </p:cNvSpPr>
              <p:nvPr/>
            </p:nvSpPr>
            <p:spPr bwMode="auto">
              <a:xfrm>
                <a:off x="2380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27" name="Freeform 1031"/>
              <p:cNvSpPr>
                <a:spLocks/>
              </p:cNvSpPr>
              <p:nvPr/>
            </p:nvSpPr>
            <p:spPr bwMode="auto">
              <a:xfrm>
                <a:off x="2213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28" name="Freeform 1032"/>
              <p:cNvSpPr>
                <a:spLocks/>
              </p:cNvSpPr>
              <p:nvPr/>
            </p:nvSpPr>
            <p:spPr bwMode="auto">
              <a:xfrm>
                <a:off x="2111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29" name="Freeform 1033"/>
              <p:cNvSpPr>
                <a:spLocks/>
              </p:cNvSpPr>
              <p:nvPr/>
            </p:nvSpPr>
            <p:spPr bwMode="auto">
              <a:xfrm>
                <a:off x="2590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30" name="Freeform 1034"/>
              <p:cNvSpPr>
                <a:spLocks/>
              </p:cNvSpPr>
              <p:nvPr/>
            </p:nvSpPr>
            <p:spPr bwMode="auto">
              <a:xfrm>
                <a:off x="2231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31" name="Freeform 1035"/>
              <p:cNvSpPr>
                <a:spLocks/>
              </p:cNvSpPr>
              <p:nvPr/>
            </p:nvSpPr>
            <p:spPr bwMode="auto">
              <a:xfrm>
                <a:off x="2356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32" name="Freeform 1036"/>
              <p:cNvSpPr>
                <a:spLocks/>
              </p:cNvSpPr>
              <p:nvPr/>
            </p:nvSpPr>
            <p:spPr bwMode="auto">
              <a:xfrm>
                <a:off x="2249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33" name="Freeform 1037"/>
              <p:cNvSpPr>
                <a:spLocks/>
              </p:cNvSpPr>
              <p:nvPr/>
            </p:nvSpPr>
            <p:spPr bwMode="auto">
              <a:xfrm>
                <a:off x="2231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34" name="Freeform 1038"/>
              <p:cNvSpPr>
                <a:spLocks/>
              </p:cNvSpPr>
              <p:nvPr/>
            </p:nvSpPr>
            <p:spPr bwMode="auto">
              <a:xfrm>
                <a:off x="2171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35" name="Freeform 1039"/>
              <p:cNvSpPr>
                <a:spLocks/>
              </p:cNvSpPr>
              <p:nvPr/>
            </p:nvSpPr>
            <p:spPr bwMode="auto">
              <a:xfrm>
                <a:off x="2339" y="2072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36" name="Freeform 1040"/>
              <p:cNvSpPr>
                <a:spLocks/>
              </p:cNvSpPr>
              <p:nvPr/>
            </p:nvSpPr>
            <p:spPr bwMode="auto">
              <a:xfrm>
                <a:off x="2273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37" name="Freeform 1041"/>
              <p:cNvSpPr>
                <a:spLocks/>
              </p:cNvSpPr>
              <p:nvPr/>
            </p:nvSpPr>
            <p:spPr bwMode="auto">
              <a:xfrm>
                <a:off x="2123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38" name="Freeform 1042"/>
              <p:cNvSpPr>
                <a:spLocks/>
              </p:cNvSpPr>
              <p:nvPr/>
            </p:nvSpPr>
            <p:spPr bwMode="auto">
              <a:xfrm>
                <a:off x="2261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39" name="Freeform 1043"/>
              <p:cNvSpPr>
                <a:spLocks/>
              </p:cNvSpPr>
              <p:nvPr/>
            </p:nvSpPr>
            <p:spPr bwMode="auto">
              <a:xfrm>
                <a:off x="2368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40" name="Freeform 1044"/>
              <p:cNvSpPr>
                <a:spLocks/>
              </p:cNvSpPr>
              <p:nvPr/>
            </p:nvSpPr>
            <p:spPr bwMode="auto">
              <a:xfrm>
                <a:off x="2333" y="214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41" name="Freeform 1045"/>
              <p:cNvSpPr>
                <a:spLocks/>
              </p:cNvSpPr>
              <p:nvPr/>
            </p:nvSpPr>
            <p:spPr bwMode="auto">
              <a:xfrm>
                <a:off x="2267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42" name="Freeform 1046"/>
              <p:cNvSpPr>
                <a:spLocks/>
              </p:cNvSpPr>
              <p:nvPr/>
            </p:nvSpPr>
            <p:spPr bwMode="auto">
              <a:xfrm>
                <a:off x="2297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43" name="Freeform 1047"/>
              <p:cNvSpPr>
                <a:spLocks/>
              </p:cNvSpPr>
              <p:nvPr/>
            </p:nvSpPr>
            <p:spPr bwMode="auto">
              <a:xfrm>
                <a:off x="2339" y="1952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44" name="Freeform 1048"/>
              <p:cNvSpPr>
                <a:spLocks/>
              </p:cNvSpPr>
              <p:nvPr/>
            </p:nvSpPr>
            <p:spPr bwMode="auto">
              <a:xfrm>
                <a:off x="2321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45" name="Freeform 1049"/>
              <p:cNvSpPr>
                <a:spLocks/>
              </p:cNvSpPr>
              <p:nvPr/>
            </p:nvSpPr>
            <p:spPr bwMode="auto">
              <a:xfrm>
                <a:off x="2458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46" name="Freeform 1050"/>
              <p:cNvSpPr>
                <a:spLocks/>
              </p:cNvSpPr>
              <p:nvPr/>
            </p:nvSpPr>
            <p:spPr bwMode="auto">
              <a:xfrm>
                <a:off x="2285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47" name="Freeform 1051"/>
              <p:cNvSpPr>
                <a:spLocks/>
              </p:cNvSpPr>
              <p:nvPr/>
            </p:nvSpPr>
            <p:spPr bwMode="auto">
              <a:xfrm>
                <a:off x="223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48" name="Freeform 1052"/>
              <p:cNvSpPr>
                <a:spLocks/>
              </p:cNvSpPr>
              <p:nvPr/>
            </p:nvSpPr>
            <p:spPr bwMode="auto">
              <a:xfrm>
                <a:off x="2303" y="23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49" name="Freeform 1053"/>
              <p:cNvSpPr>
                <a:spLocks/>
              </p:cNvSpPr>
              <p:nvPr/>
            </p:nvSpPr>
            <p:spPr bwMode="auto">
              <a:xfrm>
                <a:off x="2428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50" name="Freeform 1054"/>
              <p:cNvSpPr>
                <a:spLocks/>
              </p:cNvSpPr>
              <p:nvPr/>
            </p:nvSpPr>
            <p:spPr bwMode="auto">
              <a:xfrm>
                <a:off x="2303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51" name="Freeform 1055"/>
              <p:cNvSpPr>
                <a:spLocks/>
              </p:cNvSpPr>
              <p:nvPr/>
            </p:nvSpPr>
            <p:spPr bwMode="auto">
              <a:xfrm>
                <a:off x="2470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52" name="Freeform 1056"/>
              <p:cNvSpPr>
                <a:spLocks/>
              </p:cNvSpPr>
              <p:nvPr/>
            </p:nvSpPr>
            <p:spPr bwMode="auto">
              <a:xfrm>
                <a:off x="2380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53" name="Freeform 1057"/>
              <p:cNvSpPr>
                <a:spLocks/>
              </p:cNvSpPr>
              <p:nvPr/>
            </p:nvSpPr>
            <p:spPr bwMode="auto">
              <a:xfrm>
                <a:off x="2315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54" name="Freeform 1058"/>
              <p:cNvSpPr>
                <a:spLocks/>
              </p:cNvSpPr>
              <p:nvPr/>
            </p:nvSpPr>
            <p:spPr bwMode="auto">
              <a:xfrm>
                <a:off x="2309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55" name="Freeform 1059"/>
              <p:cNvSpPr>
                <a:spLocks/>
              </p:cNvSpPr>
              <p:nvPr/>
            </p:nvSpPr>
            <p:spPr bwMode="auto">
              <a:xfrm>
                <a:off x="2303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56" name="Freeform 1060"/>
              <p:cNvSpPr>
                <a:spLocks/>
              </p:cNvSpPr>
              <p:nvPr/>
            </p:nvSpPr>
            <p:spPr bwMode="auto">
              <a:xfrm>
                <a:off x="2374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57" name="Freeform 1061"/>
              <p:cNvSpPr>
                <a:spLocks/>
              </p:cNvSpPr>
              <p:nvPr/>
            </p:nvSpPr>
            <p:spPr bwMode="auto">
              <a:xfrm>
                <a:off x="2201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58" name="Freeform 1062"/>
              <p:cNvSpPr>
                <a:spLocks/>
              </p:cNvSpPr>
              <p:nvPr/>
            </p:nvSpPr>
            <p:spPr bwMode="auto">
              <a:xfrm>
                <a:off x="2422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59" name="Freeform 1063"/>
              <p:cNvSpPr>
                <a:spLocks/>
              </p:cNvSpPr>
              <p:nvPr/>
            </p:nvSpPr>
            <p:spPr bwMode="auto">
              <a:xfrm>
                <a:off x="2554" y="17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60" name="Freeform 1064"/>
              <p:cNvSpPr>
                <a:spLocks/>
              </p:cNvSpPr>
              <p:nvPr/>
            </p:nvSpPr>
            <p:spPr bwMode="auto">
              <a:xfrm>
                <a:off x="2464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61" name="Freeform 1065"/>
              <p:cNvSpPr>
                <a:spLocks/>
              </p:cNvSpPr>
              <p:nvPr/>
            </p:nvSpPr>
            <p:spPr bwMode="auto">
              <a:xfrm>
                <a:off x="2422" y="18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62" name="Freeform 1066"/>
              <p:cNvSpPr>
                <a:spLocks/>
              </p:cNvSpPr>
              <p:nvPr/>
            </p:nvSpPr>
            <p:spPr bwMode="auto">
              <a:xfrm>
                <a:off x="2159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63" name="Freeform 1067"/>
              <p:cNvSpPr>
                <a:spLocks/>
              </p:cNvSpPr>
              <p:nvPr/>
            </p:nvSpPr>
            <p:spPr bwMode="auto">
              <a:xfrm>
                <a:off x="2410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64" name="Freeform 1068"/>
              <p:cNvSpPr>
                <a:spLocks/>
              </p:cNvSpPr>
              <p:nvPr/>
            </p:nvSpPr>
            <p:spPr bwMode="auto">
              <a:xfrm>
                <a:off x="2201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65" name="Freeform 1069"/>
              <p:cNvSpPr>
                <a:spLocks/>
              </p:cNvSpPr>
              <p:nvPr/>
            </p:nvSpPr>
            <p:spPr bwMode="auto">
              <a:xfrm>
                <a:off x="2339" y="1952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66" name="Freeform 1070"/>
              <p:cNvSpPr>
                <a:spLocks/>
              </p:cNvSpPr>
              <p:nvPr/>
            </p:nvSpPr>
            <p:spPr bwMode="auto">
              <a:xfrm>
                <a:off x="2362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67" name="Freeform 1071"/>
              <p:cNvSpPr>
                <a:spLocks/>
              </p:cNvSpPr>
              <p:nvPr/>
            </p:nvSpPr>
            <p:spPr bwMode="auto">
              <a:xfrm>
                <a:off x="2207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68" name="Freeform 1072"/>
              <p:cNvSpPr>
                <a:spLocks/>
              </p:cNvSpPr>
              <p:nvPr/>
            </p:nvSpPr>
            <p:spPr bwMode="auto">
              <a:xfrm>
                <a:off x="2285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69" name="Freeform 1073"/>
              <p:cNvSpPr>
                <a:spLocks/>
              </p:cNvSpPr>
              <p:nvPr/>
            </p:nvSpPr>
            <p:spPr bwMode="auto">
              <a:xfrm>
                <a:off x="2099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70" name="Freeform 1074"/>
              <p:cNvSpPr>
                <a:spLocks/>
              </p:cNvSpPr>
              <p:nvPr/>
            </p:nvSpPr>
            <p:spPr bwMode="auto">
              <a:xfrm>
                <a:off x="2249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71" name="Freeform 1075"/>
              <p:cNvSpPr>
                <a:spLocks/>
              </p:cNvSpPr>
              <p:nvPr/>
            </p:nvSpPr>
            <p:spPr bwMode="auto">
              <a:xfrm>
                <a:off x="2506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72" name="Freeform 1076"/>
              <p:cNvSpPr>
                <a:spLocks/>
              </p:cNvSpPr>
              <p:nvPr/>
            </p:nvSpPr>
            <p:spPr bwMode="auto">
              <a:xfrm>
                <a:off x="2380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73" name="Freeform 1077"/>
              <p:cNvSpPr>
                <a:spLocks/>
              </p:cNvSpPr>
              <p:nvPr/>
            </p:nvSpPr>
            <p:spPr bwMode="auto">
              <a:xfrm>
                <a:off x="2506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74" name="Freeform 1078"/>
              <p:cNvSpPr>
                <a:spLocks/>
              </p:cNvSpPr>
              <p:nvPr/>
            </p:nvSpPr>
            <p:spPr bwMode="auto">
              <a:xfrm>
                <a:off x="1842" y="2491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75" name="Freeform 1079"/>
              <p:cNvSpPr>
                <a:spLocks/>
              </p:cNvSpPr>
              <p:nvPr/>
            </p:nvSpPr>
            <p:spPr bwMode="auto">
              <a:xfrm>
                <a:off x="2291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76" name="Freeform 1080"/>
              <p:cNvSpPr>
                <a:spLocks/>
              </p:cNvSpPr>
              <p:nvPr/>
            </p:nvSpPr>
            <p:spPr bwMode="auto">
              <a:xfrm>
                <a:off x="2506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77" name="Freeform 1081"/>
              <p:cNvSpPr>
                <a:spLocks/>
              </p:cNvSpPr>
              <p:nvPr/>
            </p:nvSpPr>
            <p:spPr bwMode="auto">
              <a:xfrm>
                <a:off x="2309" y="22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78" name="Freeform 1082"/>
              <p:cNvSpPr>
                <a:spLocks/>
              </p:cNvSpPr>
              <p:nvPr/>
            </p:nvSpPr>
            <p:spPr bwMode="auto">
              <a:xfrm>
                <a:off x="231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79" name="Freeform 1083"/>
              <p:cNvSpPr>
                <a:spLocks/>
              </p:cNvSpPr>
              <p:nvPr/>
            </p:nvSpPr>
            <p:spPr bwMode="auto">
              <a:xfrm>
                <a:off x="2327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80" name="Freeform 1084"/>
              <p:cNvSpPr>
                <a:spLocks/>
              </p:cNvSpPr>
              <p:nvPr/>
            </p:nvSpPr>
            <p:spPr bwMode="auto">
              <a:xfrm>
                <a:off x="2494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81" name="Freeform 1085"/>
              <p:cNvSpPr>
                <a:spLocks/>
              </p:cNvSpPr>
              <p:nvPr/>
            </p:nvSpPr>
            <p:spPr bwMode="auto">
              <a:xfrm>
                <a:off x="2344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82" name="Freeform 1086"/>
              <p:cNvSpPr>
                <a:spLocks/>
              </p:cNvSpPr>
              <p:nvPr/>
            </p:nvSpPr>
            <p:spPr bwMode="auto">
              <a:xfrm>
                <a:off x="2021" y="2288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83" name="Freeform 1087"/>
              <p:cNvSpPr>
                <a:spLocks/>
              </p:cNvSpPr>
              <p:nvPr/>
            </p:nvSpPr>
            <p:spPr bwMode="auto">
              <a:xfrm>
                <a:off x="1476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84" name="Freeform 1088"/>
              <p:cNvSpPr>
                <a:spLocks/>
              </p:cNvSpPr>
              <p:nvPr/>
            </p:nvSpPr>
            <p:spPr bwMode="auto">
              <a:xfrm>
                <a:off x="2261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85" name="Freeform 1089"/>
              <p:cNvSpPr>
                <a:spLocks/>
              </p:cNvSpPr>
              <p:nvPr/>
            </p:nvSpPr>
            <p:spPr bwMode="auto">
              <a:xfrm>
                <a:off x="2315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86" name="Freeform 1090"/>
              <p:cNvSpPr>
                <a:spLocks/>
              </p:cNvSpPr>
              <p:nvPr/>
            </p:nvSpPr>
            <p:spPr bwMode="auto">
              <a:xfrm>
                <a:off x="1836" y="22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87" name="Freeform 1091"/>
              <p:cNvSpPr>
                <a:spLocks/>
              </p:cNvSpPr>
              <p:nvPr/>
            </p:nvSpPr>
            <p:spPr bwMode="auto">
              <a:xfrm>
                <a:off x="2344" y="18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88" name="Freeform 1092"/>
              <p:cNvSpPr>
                <a:spLocks/>
              </p:cNvSpPr>
              <p:nvPr/>
            </p:nvSpPr>
            <p:spPr bwMode="auto">
              <a:xfrm>
                <a:off x="2255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89" name="Freeform 1093"/>
              <p:cNvSpPr>
                <a:spLocks/>
              </p:cNvSpPr>
              <p:nvPr/>
            </p:nvSpPr>
            <p:spPr bwMode="auto">
              <a:xfrm>
                <a:off x="2249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90" name="Freeform 1094"/>
              <p:cNvSpPr>
                <a:spLocks/>
              </p:cNvSpPr>
              <p:nvPr/>
            </p:nvSpPr>
            <p:spPr bwMode="auto">
              <a:xfrm>
                <a:off x="2297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91" name="Freeform 1095"/>
              <p:cNvSpPr>
                <a:spLocks/>
              </p:cNvSpPr>
              <p:nvPr/>
            </p:nvSpPr>
            <p:spPr bwMode="auto">
              <a:xfrm>
                <a:off x="2344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92" name="Freeform 1096"/>
              <p:cNvSpPr>
                <a:spLocks/>
              </p:cNvSpPr>
              <p:nvPr/>
            </p:nvSpPr>
            <p:spPr bwMode="auto">
              <a:xfrm>
                <a:off x="2231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93" name="Freeform 1097"/>
              <p:cNvSpPr>
                <a:spLocks/>
              </p:cNvSpPr>
              <p:nvPr/>
            </p:nvSpPr>
            <p:spPr bwMode="auto">
              <a:xfrm>
                <a:off x="2344" y="18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94" name="Freeform 1098"/>
              <p:cNvSpPr>
                <a:spLocks/>
              </p:cNvSpPr>
              <p:nvPr/>
            </p:nvSpPr>
            <p:spPr bwMode="auto">
              <a:xfrm>
                <a:off x="2219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95" name="Freeform 1099"/>
              <p:cNvSpPr>
                <a:spLocks/>
              </p:cNvSpPr>
              <p:nvPr/>
            </p:nvSpPr>
            <p:spPr bwMode="auto">
              <a:xfrm>
                <a:off x="1877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96" name="Freeform 1100"/>
              <p:cNvSpPr>
                <a:spLocks/>
              </p:cNvSpPr>
              <p:nvPr/>
            </p:nvSpPr>
            <p:spPr bwMode="auto">
              <a:xfrm>
                <a:off x="2446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97" name="Freeform 1101"/>
              <p:cNvSpPr>
                <a:spLocks/>
              </p:cNvSpPr>
              <p:nvPr/>
            </p:nvSpPr>
            <p:spPr bwMode="auto">
              <a:xfrm>
                <a:off x="2710" y="17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98" name="Freeform 1102"/>
              <p:cNvSpPr>
                <a:spLocks/>
              </p:cNvSpPr>
              <p:nvPr/>
            </p:nvSpPr>
            <p:spPr bwMode="auto">
              <a:xfrm>
                <a:off x="2201" y="22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99" name="Freeform 1103"/>
              <p:cNvSpPr>
                <a:spLocks/>
              </p:cNvSpPr>
              <p:nvPr/>
            </p:nvSpPr>
            <p:spPr bwMode="auto">
              <a:xfrm>
                <a:off x="2261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00" name="Freeform 1104"/>
              <p:cNvSpPr>
                <a:spLocks/>
              </p:cNvSpPr>
              <p:nvPr/>
            </p:nvSpPr>
            <p:spPr bwMode="auto">
              <a:xfrm>
                <a:off x="2327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01" name="Freeform 1105"/>
              <p:cNvSpPr>
                <a:spLocks/>
              </p:cNvSpPr>
              <p:nvPr/>
            </p:nvSpPr>
            <p:spPr bwMode="auto">
              <a:xfrm>
                <a:off x="2368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02" name="Freeform 1106"/>
              <p:cNvSpPr>
                <a:spLocks/>
              </p:cNvSpPr>
              <p:nvPr/>
            </p:nvSpPr>
            <p:spPr bwMode="auto">
              <a:xfrm>
                <a:off x="2273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03" name="Freeform 1107"/>
              <p:cNvSpPr>
                <a:spLocks/>
              </p:cNvSpPr>
              <p:nvPr/>
            </p:nvSpPr>
            <p:spPr bwMode="auto">
              <a:xfrm>
                <a:off x="2344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04" name="Freeform 1108"/>
              <p:cNvSpPr>
                <a:spLocks/>
              </p:cNvSpPr>
              <p:nvPr/>
            </p:nvSpPr>
            <p:spPr bwMode="auto">
              <a:xfrm>
                <a:off x="2470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05" name="Freeform 1109"/>
              <p:cNvSpPr>
                <a:spLocks/>
              </p:cNvSpPr>
              <p:nvPr/>
            </p:nvSpPr>
            <p:spPr bwMode="auto">
              <a:xfrm>
                <a:off x="2261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06" name="Freeform 1110"/>
              <p:cNvSpPr>
                <a:spLocks/>
              </p:cNvSpPr>
              <p:nvPr/>
            </p:nvSpPr>
            <p:spPr bwMode="auto">
              <a:xfrm>
                <a:off x="2710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07" name="Freeform 1111"/>
              <p:cNvSpPr>
                <a:spLocks/>
              </p:cNvSpPr>
              <p:nvPr/>
            </p:nvSpPr>
            <p:spPr bwMode="auto">
              <a:xfrm>
                <a:off x="2566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08" name="Freeform 1112"/>
              <p:cNvSpPr>
                <a:spLocks/>
              </p:cNvSpPr>
              <p:nvPr/>
            </p:nvSpPr>
            <p:spPr bwMode="auto">
              <a:xfrm>
                <a:off x="2135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09" name="Freeform 1113"/>
              <p:cNvSpPr>
                <a:spLocks/>
              </p:cNvSpPr>
              <p:nvPr/>
            </p:nvSpPr>
            <p:spPr bwMode="auto">
              <a:xfrm>
                <a:off x="2135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10" name="Freeform 1114"/>
              <p:cNvSpPr>
                <a:spLocks/>
              </p:cNvSpPr>
              <p:nvPr/>
            </p:nvSpPr>
            <p:spPr bwMode="auto">
              <a:xfrm>
                <a:off x="2255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11" name="Freeform 1115"/>
              <p:cNvSpPr>
                <a:spLocks/>
              </p:cNvSpPr>
              <p:nvPr/>
            </p:nvSpPr>
            <p:spPr bwMode="auto">
              <a:xfrm>
                <a:off x="1979" y="18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12" name="Freeform 1116"/>
              <p:cNvSpPr>
                <a:spLocks/>
              </p:cNvSpPr>
              <p:nvPr/>
            </p:nvSpPr>
            <p:spPr bwMode="auto">
              <a:xfrm>
                <a:off x="2961" y="16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13" name="Freeform 1117"/>
              <p:cNvSpPr>
                <a:spLocks/>
              </p:cNvSpPr>
              <p:nvPr/>
            </p:nvSpPr>
            <p:spPr bwMode="auto">
              <a:xfrm>
                <a:off x="2464" y="17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14" name="Freeform 1118"/>
              <p:cNvSpPr>
                <a:spLocks/>
              </p:cNvSpPr>
              <p:nvPr/>
            </p:nvSpPr>
            <p:spPr bwMode="auto">
              <a:xfrm>
                <a:off x="226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15" name="Freeform 1119"/>
              <p:cNvSpPr>
                <a:spLocks/>
              </p:cNvSpPr>
              <p:nvPr/>
            </p:nvSpPr>
            <p:spPr bwMode="auto">
              <a:xfrm>
                <a:off x="2315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16" name="Freeform 1120"/>
              <p:cNvSpPr>
                <a:spLocks/>
              </p:cNvSpPr>
              <p:nvPr/>
            </p:nvSpPr>
            <p:spPr bwMode="auto">
              <a:xfrm>
                <a:off x="2416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17" name="Freeform 1121"/>
              <p:cNvSpPr>
                <a:spLocks/>
              </p:cNvSpPr>
              <p:nvPr/>
            </p:nvSpPr>
            <p:spPr bwMode="auto">
              <a:xfrm>
                <a:off x="2350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18" name="Freeform 1122"/>
              <p:cNvSpPr>
                <a:spLocks/>
              </p:cNvSpPr>
              <p:nvPr/>
            </p:nvSpPr>
            <p:spPr bwMode="auto">
              <a:xfrm>
                <a:off x="2309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19" name="Freeform 1123"/>
              <p:cNvSpPr>
                <a:spLocks/>
              </p:cNvSpPr>
              <p:nvPr/>
            </p:nvSpPr>
            <p:spPr bwMode="auto">
              <a:xfrm>
                <a:off x="2548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20" name="Freeform 1124"/>
              <p:cNvSpPr>
                <a:spLocks/>
              </p:cNvSpPr>
              <p:nvPr/>
            </p:nvSpPr>
            <p:spPr bwMode="auto">
              <a:xfrm>
                <a:off x="1824" y="23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21" name="Freeform 1125"/>
              <p:cNvSpPr>
                <a:spLocks/>
              </p:cNvSpPr>
              <p:nvPr/>
            </p:nvSpPr>
            <p:spPr bwMode="auto">
              <a:xfrm>
                <a:off x="2410" y="17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22" name="Freeform 1126"/>
              <p:cNvSpPr>
                <a:spLocks/>
              </p:cNvSpPr>
              <p:nvPr/>
            </p:nvSpPr>
            <p:spPr bwMode="auto">
              <a:xfrm>
                <a:off x="2273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23" name="Freeform 1127"/>
              <p:cNvSpPr>
                <a:spLocks/>
              </p:cNvSpPr>
              <p:nvPr/>
            </p:nvSpPr>
            <p:spPr bwMode="auto">
              <a:xfrm>
                <a:off x="2530" y="22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24" name="Freeform 1128"/>
              <p:cNvSpPr>
                <a:spLocks/>
              </p:cNvSpPr>
              <p:nvPr/>
            </p:nvSpPr>
            <p:spPr bwMode="auto">
              <a:xfrm>
                <a:off x="2207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25" name="Freeform 1129"/>
              <p:cNvSpPr>
                <a:spLocks/>
              </p:cNvSpPr>
              <p:nvPr/>
            </p:nvSpPr>
            <p:spPr bwMode="auto">
              <a:xfrm>
                <a:off x="2177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26" name="Freeform 1130"/>
              <p:cNvSpPr>
                <a:spLocks/>
              </p:cNvSpPr>
              <p:nvPr/>
            </p:nvSpPr>
            <p:spPr bwMode="auto">
              <a:xfrm>
                <a:off x="2452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27" name="Freeform 1131"/>
              <p:cNvSpPr>
                <a:spLocks/>
              </p:cNvSpPr>
              <p:nvPr/>
            </p:nvSpPr>
            <p:spPr bwMode="auto">
              <a:xfrm>
                <a:off x="2285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28" name="Freeform 1132"/>
              <p:cNvSpPr>
                <a:spLocks/>
              </p:cNvSpPr>
              <p:nvPr/>
            </p:nvSpPr>
            <p:spPr bwMode="auto">
              <a:xfrm>
                <a:off x="226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29" name="Freeform 1133"/>
              <p:cNvSpPr>
                <a:spLocks/>
              </p:cNvSpPr>
              <p:nvPr/>
            </p:nvSpPr>
            <p:spPr bwMode="auto">
              <a:xfrm>
                <a:off x="2261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30" name="Freeform 1134"/>
              <p:cNvSpPr>
                <a:spLocks/>
              </p:cNvSpPr>
              <p:nvPr/>
            </p:nvSpPr>
            <p:spPr bwMode="auto">
              <a:xfrm>
                <a:off x="2476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31" name="Freeform 1135"/>
              <p:cNvSpPr>
                <a:spLocks/>
              </p:cNvSpPr>
              <p:nvPr/>
            </p:nvSpPr>
            <p:spPr bwMode="auto">
              <a:xfrm>
                <a:off x="2470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32" name="Freeform 1136"/>
              <p:cNvSpPr>
                <a:spLocks/>
              </p:cNvSpPr>
              <p:nvPr/>
            </p:nvSpPr>
            <p:spPr bwMode="auto">
              <a:xfrm>
                <a:off x="2315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33" name="Freeform 1137"/>
              <p:cNvSpPr>
                <a:spLocks/>
              </p:cNvSpPr>
              <p:nvPr/>
            </p:nvSpPr>
            <p:spPr bwMode="auto">
              <a:xfrm>
                <a:off x="2165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34" name="Freeform 1138"/>
              <p:cNvSpPr>
                <a:spLocks/>
              </p:cNvSpPr>
              <p:nvPr/>
            </p:nvSpPr>
            <p:spPr bwMode="auto">
              <a:xfrm>
                <a:off x="2111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35" name="Freeform 1139"/>
              <p:cNvSpPr>
                <a:spLocks/>
              </p:cNvSpPr>
              <p:nvPr/>
            </p:nvSpPr>
            <p:spPr bwMode="auto">
              <a:xfrm>
                <a:off x="2285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36" name="Freeform 1140"/>
              <p:cNvSpPr>
                <a:spLocks/>
              </p:cNvSpPr>
              <p:nvPr/>
            </p:nvSpPr>
            <p:spPr bwMode="auto">
              <a:xfrm>
                <a:off x="2374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37" name="Freeform 1141"/>
              <p:cNvSpPr>
                <a:spLocks/>
              </p:cNvSpPr>
              <p:nvPr/>
            </p:nvSpPr>
            <p:spPr bwMode="auto">
              <a:xfrm>
                <a:off x="2339" y="1809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38" name="Freeform 1142"/>
              <p:cNvSpPr>
                <a:spLocks/>
              </p:cNvSpPr>
              <p:nvPr/>
            </p:nvSpPr>
            <p:spPr bwMode="auto">
              <a:xfrm>
                <a:off x="2494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39" name="Freeform 1143"/>
              <p:cNvSpPr>
                <a:spLocks/>
              </p:cNvSpPr>
              <p:nvPr/>
            </p:nvSpPr>
            <p:spPr bwMode="auto">
              <a:xfrm>
                <a:off x="2261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40" name="Freeform 1144"/>
              <p:cNvSpPr>
                <a:spLocks/>
              </p:cNvSpPr>
              <p:nvPr/>
            </p:nvSpPr>
            <p:spPr bwMode="auto">
              <a:xfrm>
                <a:off x="2398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41" name="Freeform 1145"/>
              <p:cNvSpPr>
                <a:spLocks/>
              </p:cNvSpPr>
              <p:nvPr/>
            </p:nvSpPr>
            <p:spPr bwMode="auto">
              <a:xfrm>
                <a:off x="2428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42" name="Freeform 1146"/>
              <p:cNvSpPr>
                <a:spLocks/>
              </p:cNvSpPr>
              <p:nvPr/>
            </p:nvSpPr>
            <p:spPr bwMode="auto">
              <a:xfrm>
                <a:off x="2141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43" name="Freeform 1147"/>
              <p:cNvSpPr>
                <a:spLocks/>
              </p:cNvSpPr>
              <p:nvPr/>
            </p:nvSpPr>
            <p:spPr bwMode="auto">
              <a:xfrm>
                <a:off x="2303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44" name="Freeform 1148"/>
              <p:cNvSpPr>
                <a:spLocks/>
              </p:cNvSpPr>
              <p:nvPr/>
            </p:nvSpPr>
            <p:spPr bwMode="auto">
              <a:xfrm>
                <a:off x="2321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45" name="Freeform 1149"/>
              <p:cNvSpPr>
                <a:spLocks/>
              </p:cNvSpPr>
              <p:nvPr/>
            </p:nvSpPr>
            <p:spPr bwMode="auto">
              <a:xfrm>
                <a:off x="2195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46" name="Freeform 1150"/>
              <p:cNvSpPr>
                <a:spLocks/>
              </p:cNvSpPr>
              <p:nvPr/>
            </p:nvSpPr>
            <p:spPr bwMode="auto">
              <a:xfrm>
                <a:off x="2225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47" name="Freeform 1151"/>
              <p:cNvSpPr>
                <a:spLocks/>
              </p:cNvSpPr>
              <p:nvPr/>
            </p:nvSpPr>
            <p:spPr bwMode="auto">
              <a:xfrm>
                <a:off x="2452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48" name="Freeform 1152"/>
              <p:cNvSpPr>
                <a:spLocks/>
              </p:cNvSpPr>
              <p:nvPr/>
            </p:nvSpPr>
            <p:spPr bwMode="auto">
              <a:xfrm>
                <a:off x="2422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49" name="Freeform 1153"/>
              <p:cNvSpPr>
                <a:spLocks/>
              </p:cNvSpPr>
              <p:nvPr/>
            </p:nvSpPr>
            <p:spPr bwMode="auto">
              <a:xfrm>
                <a:off x="2171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50" name="Freeform 1154"/>
              <p:cNvSpPr>
                <a:spLocks/>
              </p:cNvSpPr>
              <p:nvPr/>
            </p:nvSpPr>
            <p:spPr bwMode="auto">
              <a:xfrm>
                <a:off x="2003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51" name="Freeform 1155"/>
              <p:cNvSpPr>
                <a:spLocks/>
              </p:cNvSpPr>
              <p:nvPr/>
            </p:nvSpPr>
            <p:spPr bwMode="auto">
              <a:xfrm>
                <a:off x="2350" y="18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52" name="Freeform 1156"/>
              <p:cNvSpPr>
                <a:spLocks/>
              </p:cNvSpPr>
              <p:nvPr/>
            </p:nvSpPr>
            <p:spPr bwMode="auto">
              <a:xfrm>
                <a:off x="2237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53" name="Freeform 1157"/>
              <p:cNvSpPr>
                <a:spLocks/>
              </p:cNvSpPr>
              <p:nvPr/>
            </p:nvSpPr>
            <p:spPr bwMode="auto">
              <a:xfrm>
                <a:off x="2051" y="23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54" name="Freeform 1158"/>
              <p:cNvSpPr>
                <a:spLocks/>
              </p:cNvSpPr>
              <p:nvPr/>
            </p:nvSpPr>
            <p:spPr bwMode="auto">
              <a:xfrm>
                <a:off x="2309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55" name="Freeform 1159"/>
              <p:cNvSpPr>
                <a:spLocks/>
              </p:cNvSpPr>
              <p:nvPr/>
            </p:nvSpPr>
            <p:spPr bwMode="auto">
              <a:xfrm>
                <a:off x="2267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56" name="Freeform 1160"/>
              <p:cNvSpPr>
                <a:spLocks/>
              </p:cNvSpPr>
              <p:nvPr/>
            </p:nvSpPr>
            <p:spPr bwMode="auto">
              <a:xfrm>
                <a:off x="2087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57" name="Freeform 1161"/>
              <p:cNvSpPr>
                <a:spLocks/>
              </p:cNvSpPr>
              <p:nvPr/>
            </p:nvSpPr>
            <p:spPr bwMode="auto">
              <a:xfrm>
                <a:off x="2368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58" name="Freeform 1162"/>
              <p:cNvSpPr>
                <a:spLocks/>
              </p:cNvSpPr>
              <p:nvPr/>
            </p:nvSpPr>
            <p:spPr bwMode="auto">
              <a:xfrm>
                <a:off x="2309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59" name="Freeform 1163"/>
              <p:cNvSpPr>
                <a:spLocks/>
              </p:cNvSpPr>
              <p:nvPr/>
            </p:nvSpPr>
            <p:spPr bwMode="auto">
              <a:xfrm>
                <a:off x="241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60" name="Freeform 1164"/>
              <p:cNvSpPr>
                <a:spLocks/>
              </p:cNvSpPr>
              <p:nvPr/>
            </p:nvSpPr>
            <p:spPr bwMode="auto">
              <a:xfrm>
                <a:off x="2207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61" name="Freeform 1165"/>
              <p:cNvSpPr>
                <a:spLocks/>
              </p:cNvSpPr>
              <p:nvPr/>
            </p:nvSpPr>
            <p:spPr bwMode="auto">
              <a:xfrm>
                <a:off x="2440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62" name="Freeform 1166"/>
              <p:cNvSpPr>
                <a:spLocks/>
              </p:cNvSpPr>
              <p:nvPr/>
            </p:nvSpPr>
            <p:spPr bwMode="auto">
              <a:xfrm>
                <a:off x="2368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63" name="Freeform 1167"/>
              <p:cNvSpPr>
                <a:spLocks/>
              </p:cNvSpPr>
              <p:nvPr/>
            </p:nvSpPr>
            <p:spPr bwMode="auto">
              <a:xfrm>
                <a:off x="2374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64" name="Freeform 1168"/>
              <p:cNvSpPr>
                <a:spLocks/>
              </p:cNvSpPr>
              <p:nvPr/>
            </p:nvSpPr>
            <p:spPr bwMode="auto">
              <a:xfrm>
                <a:off x="2039" y="23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65" name="Freeform 1169"/>
              <p:cNvSpPr>
                <a:spLocks/>
              </p:cNvSpPr>
              <p:nvPr/>
            </p:nvSpPr>
            <p:spPr bwMode="auto">
              <a:xfrm>
                <a:off x="2339" y="2054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66" name="Freeform 1170"/>
              <p:cNvSpPr>
                <a:spLocks/>
              </p:cNvSpPr>
              <p:nvPr/>
            </p:nvSpPr>
            <p:spPr bwMode="auto">
              <a:xfrm>
                <a:off x="2303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67" name="Freeform 1171"/>
              <p:cNvSpPr>
                <a:spLocks/>
              </p:cNvSpPr>
              <p:nvPr/>
            </p:nvSpPr>
            <p:spPr bwMode="auto">
              <a:xfrm>
                <a:off x="2380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68" name="Freeform 1172"/>
              <p:cNvSpPr>
                <a:spLocks/>
              </p:cNvSpPr>
              <p:nvPr/>
            </p:nvSpPr>
            <p:spPr bwMode="auto">
              <a:xfrm>
                <a:off x="2368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69" name="Freeform 1173"/>
              <p:cNvSpPr>
                <a:spLocks/>
              </p:cNvSpPr>
              <p:nvPr/>
            </p:nvSpPr>
            <p:spPr bwMode="auto">
              <a:xfrm>
                <a:off x="2111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70" name="Freeform 1174"/>
              <p:cNvSpPr>
                <a:spLocks/>
              </p:cNvSpPr>
              <p:nvPr/>
            </p:nvSpPr>
            <p:spPr bwMode="auto">
              <a:xfrm>
                <a:off x="2404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71" name="Freeform 1175"/>
              <p:cNvSpPr>
                <a:spLocks/>
              </p:cNvSpPr>
              <p:nvPr/>
            </p:nvSpPr>
            <p:spPr bwMode="auto">
              <a:xfrm>
                <a:off x="2129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72" name="Freeform 1176"/>
              <p:cNvSpPr>
                <a:spLocks/>
              </p:cNvSpPr>
              <p:nvPr/>
            </p:nvSpPr>
            <p:spPr bwMode="auto">
              <a:xfrm>
                <a:off x="2303" y="18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73" name="Freeform 1177"/>
              <p:cNvSpPr>
                <a:spLocks/>
              </p:cNvSpPr>
              <p:nvPr/>
            </p:nvSpPr>
            <p:spPr bwMode="auto">
              <a:xfrm>
                <a:off x="2303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74" name="Freeform 1178"/>
              <p:cNvSpPr>
                <a:spLocks/>
              </p:cNvSpPr>
              <p:nvPr/>
            </p:nvSpPr>
            <p:spPr bwMode="auto">
              <a:xfrm>
                <a:off x="2746" y="17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75" name="Freeform 1179"/>
              <p:cNvSpPr>
                <a:spLocks/>
              </p:cNvSpPr>
              <p:nvPr/>
            </p:nvSpPr>
            <p:spPr bwMode="auto">
              <a:xfrm>
                <a:off x="2362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76" name="Freeform 1180"/>
              <p:cNvSpPr>
                <a:spLocks/>
              </p:cNvSpPr>
              <p:nvPr/>
            </p:nvSpPr>
            <p:spPr bwMode="auto">
              <a:xfrm>
                <a:off x="2285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77" name="Freeform 1181"/>
              <p:cNvSpPr>
                <a:spLocks/>
              </p:cNvSpPr>
              <p:nvPr/>
            </p:nvSpPr>
            <p:spPr bwMode="auto">
              <a:xfrm>
                <a:off x="2159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78" name="Freeform 1182"/>
              <p:cNvSpPr>
                <a:spLocks/>
              </p:cNvSpPr>
              <p:nvPr/>
            </p:nvSpPr>
            <p:spPr bwMode="auto">
              <a:xfrm>
                <a:off x="2303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79" name="Freeform 1183"/>
              <p:cNvSpPr>
                <a:spLocks/>
              </p:cNvSpPr>
              <p:nvPr/>
            </p:nvSpPr>
            <p:spPr bwMode="auto">
              <a:xfrm>
                <a:off x="2440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80" name="Freeform 1184"/>
              <p:cNvSpPr>
                <a:spLocks/>
              </p:cNvSpPr>
              <p:nvPr/>
            </p:nvSpPr>
            <p:spPr bwMode="auto">
              <a:xfrm>
                <a:off x="2339" y="194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81" name="Freeform 1185"/>
              <p:cNvSpPr>
                <a:spLocks/>
              </p:cNvSpPr>
              <p:nvPr/>
            </p:nvSpPr>
            <p:spPr bwMode="auto">
              <a:xfrm>
                <a:off x="2416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82" name="Freeform 1186"/>
              <p:cNvSpPr>
                <a:spLocks/>
              </p:cNvSpPr>
              <p:nvPr/>
            </p:nvSpPr>
            <p:spPr bwMode="auto">
              <a:xfrm>
                <a:off x="226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83" name="Freeform 1187"/>
              <p:cNvSpPr>
                <a:spLocks/>
              </p:cNvSpPr>
              <p:nvPr/>
            </p:nvSpPr>
            <p:spPr bwMode="auto">
              <a:xfrm>
                <a:off x="2201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84" name="Freeform 1188"/>
              <p:cNvSpPr>
                <a:spLocks/>
              </p:cNvSpPr>
              <p:nvPr/>
            </p:nvSpPr>
            <p:spPr bwMode="auto">
              <a:xfrm>
                <a:off x="2368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85" name="Freeform 1189"/>
              <p:cNvSpPr>
                <a:spLocks/>
              </p:cNvSpPr>
              <p:nvPr/>
            </p:nvSpPr>
            <p:spPr bwMode="auto">
              <a:xfrm>
                <a:off x="2261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86" name="Freeform 1190"/>
              <p:cNvSpPr>
                <a:spLocks/>
              </p:cNvSpPr>
              <p:nvPr/>
            </p:nvSpPr>
            <p:spPr bwMode="auto">
              <a:xfrm>
                <a:off x="2165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87" name="Freeform 1191"/>
              <p:cNvSpPr>
                <a:spLocks/>
              </p:cNvSpPr>
              <p:nvPr/>
            </p:nvSpPr>
            <p:spPr bwMode="auto">
              <a:xfrm>
                <a:off x="2542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88" name="Freeform 1192"/>
              <p:cNvSpPr>
                <a:spLocks/>
              </p:cNvSpPr>
              <p:nvPr/>
            </p:nvSpPr>
            <p:spPr bwMode="auto">
              <a:xfrm>
                <a:off x="2093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89" name="Freeform 1193"/>
              <p:cNvSpPr>
                <a:spLocks/>
              </p:cNvSpPr>
              <p:nvPr/>
            </p:nvSpPr>
            <p:spPr bwMode="auto">
              <a:xfrm>
                <a:off x="2183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90" name="Freeform 1194"/>
              <p:cNvSpPr>
                <a:spLocks/>
              </p:cNvSpPr>
              <p:nvPr/>
            </p:nvSpPr>
            <p:spPr bwMode="auto">
              <a:xfrm>
                <a:off x="2171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91" name="Freeform 1195"/>
              <p:cNvSpPr>
                <a:spLocks/>
              </p:cNvSpPr>
              <p:nvPr/>
            </p:nvSpPr>
            <p:spPr bwMode="auto">
              <a:xfrm>
                <a:off x="2321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92" name="Freeform 1196"/>
              <p:cNvSpPr>
                <a:spLocks/>
              </p:cNvSpPr>
              <p:nvPr/>
            </p:nvSpPr>
            <p:spPr bwMode="auto">
              <a:xfrm>
                <a:off x="2033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93" name="Freeform 1197"/>
              <p:cNvSpPr>
                <a:spLocks/>
              </p:cNvSpPr>
              <p:nvPr/>
            </p:nvSpPr>
            <p:spPr bwMode="auto">
              <a:xfrm>
                <a:off x="2626" y="17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94" name="Freeform 1198"/>
              <p:cNvSpPr>
                <a:spLocks/>
              </p:cNvSpPr>
              <p:nvPr/>
            </p:nvSpPr>
            <p:spPr bwMode="auto">
              <a:xfrm>
                <a:off x="2165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95" name="Freeform 1199"/>
              <p:cNvSpPr>
                <a:spLocks/>
              </p:cNvSpPr>
              <p:nvPr/>
            </p:nvSpPr>
            <p:spPr bwMode="auto">
              <a:xfrm>
                <a:off x="2626" y="17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96" name="Freeform 1200"/>
              <p:cNvSpPr>
                <a:spLocks/>
              </p:cNvSpPr>
              <p:nvPr/>
            </p:nvSpPr>
            <p:spPr bwMode="auto">
              <a:xfrm>
                <a:off x="2111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97" name="Freeform 1201"/>
              <p:cNvSpPr>
                <a:spLocks/>
              </p:cNvSpPr>
              <p:nvPr/>
            </p:nvSpPr>
            <p:spPr bwMode="auto">
              <a:xfrm>
                <a:off x="2398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98" name="Freeform 1202"/>
              <p:cNvSpPr>
                <a:spLocks/>
              </p:cNvSpPr>
              <p:nvPr/>
            </p:nvSpPr>
            <p:spPr bwMode="auto">
              <a:xfrm>
                <a:off x="2261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399" name="Freeform 1203"/>
              <p:cNvSpPr>
                <a:spLocks/>
              </p:cNvSpPr>
              <p:nvPr/>
            </p:nvSpPr>
            <p:spPr bwMode="auto">
              <a:xfrm>
                <a:off x="2344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00" name="Freeform 1204"/>
              <p:cNvSpPr>
                <a:spLocks/>
              </p:cNvSpPr>
              <p:nvPr/>
            </p:nvSpPr>
            <p:spPr bwMode="auto">
              <a:xfrm>
                <a:off x="2333" y="207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01" name="Freeform 1205"/>
              <p:cNvSpPr>
                <a:spLocks/>
              </p:cNvSpPr>
              <p:nvPr/>
            </p:nvSpPr>
            <p:spPr bwMode="auto">
              <a:xfrm>
                <a:off x="2500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02" name="Freeform 1206"/>
              <p:cNvSpPr>
                <a:spLocks/>
              </p:cNvSpPr>
              <p:nvPr/>
            </p:nvSpPr>
            <p:spPr bwMode="auto">
              <a:xfrm>
                <a:off x="1883" y="24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03" name="Freeform 1207"/>
              <p:cNvSpPr>
                <a:spLocks/>
              </p:cNvSpPr>
              <p:nvPr/>
            </p:nvSpPr>
            <p:spPr bwMode="auto">
              <a:xfrm>
                <a:off x="2279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04" name="Freeform 1208"/>
              <p:cNvSpPr>
                <a:spLocks/>
              </p:cNvSpPr>
              <p:nvPr/>
            </p:nvSpPr>
            <p:spPr bwMode="auto">
              <a:xfrm>
                <a:off x="2273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405" name="Freeform 1209"/>
              <p:cNvSpPr>
                <a:spLocks/>
              </p:cNvSpPr>
              <p:nvPr/>
            </p:nvSpPr>
            <p:spPr bwMode="auto">
              <a:xfrm>
                <a:off x="2315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0" name="Group 1411"/>
            <p:cNvGrpSpPr>
              <a:grpSpLocks/>
            </p:cNvGrpSpPr>
            <p:nvPr/>
          </p:nvGrpSpPr>
          <p:grpSpPr bwMode="auto">
            <a:xfrm>
              <a:off x="1812" y="1767"/>
              <a:ext cx="1173" cy="712"/>
              <a:chOff x="1812" y="1767"/>
              <a:chExt cx="1173" cy="712"/>
            </a:xfrm>
          </p:grpSpPr>
          <p:sp>
            <p:nvSpPr>
              <p:cNvPr id="62006" name="Freeform 1211"/>
              <p:cNvSpPr>
                <a:spLocks/>
              </p:cNvSpPr>
              <p:nvPr/>
            </p:nvSpPr>
            <p:spPr bwMode="auto">
              <a:xfrm>
                <a:off x="2189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07" name="Freeform 1212"/>
              <p:cNvSpPr>
                <a:spLocks/>
              </p:cNvSpPr>
              <p:nvPr/>
            </p:nvSpPr>
            <p:spPr bwMode="auto">
              <a:xfrm>
                <a:off x="1842" y="2329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08" name="Freeform 1213"/>
              <p:cNvSpPr>
                <a:spLocks/>
              </p:cNvSpPr>
              <p:nvPr/>
            </p:nvSpPr>
            <p:spPr bwMode="auto">
              <a:xfrm>
                <a:off x="2243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09" name="Freeform 1214"/>
              <p:cNvSpPr>
                <a:spLocks/>
              </p:cNvSpPr>
              <p:nvPr/>
            </p:nvSpPr>
            <p:spPr bwMode="auto">
              <a:xfrm>
                <a:off x="2279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10" name="Freeform 1215"/>
              <p:cNvSpPr>
                <a:spLocks/>
              </p:cNvSpPr>
              <p:nvPr/>
            </p:nvSpPr>
            <p:spPr bwMode="auto">
              <a:xfrm>
                <a:off x="2189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11" name="Freeform 1216"/>
              <p:cNvSpPr>
                <a:spLocks/>
              </p:cNvSpPr>
              <p:nvPr/>
            </p:nvSpPr>
            <p:spPr bwMode="auto">
              <a:xfrm>
                <a:off x="2315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12" name="Freeform 1217"/>
              <p:cNvSpPr>
                <a:spLocks/>
              </p:cNvSpPr>
              <p:nvPr/>
            </p:nvSpPr>
            <p:spPr bwMode="auto">
              <a:xfrm>
                <a:off x="2339" y="215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13" name="Freeform 1218"/>
              <p:cNvSpPr>
                <a:spLocks/>
              </p:cNvSpPr>
              <p:nvPr/>
            </p:nvSpPr>
            <p:spPr bwMode="auto">
              <a:xfrm>
                <a:off x="2374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14" name="Freeform 1219"/>
              <p:cNvSpPr>
                <a:spLocks/>
              </p:cNvSpPr>
              <p:nvPr/>
            </p:nvSpPr>
            <p:spPr bwMode="auto">
              <a:xfrm>
                <a:off x="2674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15" name="Freeform 1220"/>
              <p:cNvSpPr>
                <a:spLocks/>
              </p:cNvSpPr>
              <p:nvPr/>
            </p:nvSpPr>
            <p:spPr bwMode="auto">
              <a:xfrm>
                <a:off x="2374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16" name="Freeform 1221"/>
              <p:cNvSpPr>
                <a:spLocks/>
              </p:cNvSpPr>
              <p:nvPr/>
            </p:nvSpPr>
            <p:spPr bwMode="auto">
              <a:xfrm>
                <a:off x="2404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17" name="Freeform 1222"/>
              <p:cNvSpPr>
                <a:spLocks/>
              </p:cNvSpPr>
              <p:nvPr/>
            </p:nvSpPr>
            <p:spPr bwMode="auto">
              <a:xfrm>
                <a:off x="232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18" name="Freeform 1223"/>
              <p:cNvSpPr>
                <a:spLocks/>
              </p:cNvSpPr>
              <p:nvPr/>
            </p:nvSpPr>
            <p:spPr bwMode="auto">
              <a:xfrm>
                <a:off x="2327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19" name="Freeform 1224"/>
              <p:cNvSpPr>
                <a:spLocks/>
              </p:cNvSpPr>
              <p:nvPr/>
            </p:nvSpPr>
            <p:spPr bwMode="auto">
              <a:xfrm>
                <a:off x="2362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20" name="Freeform 1225"/>
              <p:cNvSpPr>
                <a:spLocks/>
              </p:cNvSpPr>
              <p:nvPr/>
            </p:nvSpPr>
            <p:spPr bwMode="auto">
              <a:xfrm>
                <a:off x="2177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21" name="Freeform 1226"/>
              <p:cNvSpPr>
                <a:spLocks/>
              </p:cNvSpPr>
              <p:nvPr/>
            </p:nvSpPr>
            <p:spPr bwMode="auto">
              <a:xfrm>
                <a:off x="2458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22" name="Freeform 1227"/>
              <p:cNvSpPr>
                <a:spLocks/>
              </p:cNvSpPr>
              <p:nvPr/>
            </p:nvSpPr>
            <p:spPr bwMode="auto">
              <a:xfrm>
                <a:off x="2339" y="191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23" name="Freeform 1228"/>
              <p:cNvSpPr>
                <a:spLocks/>
              </p:cNvSpPr>
              <p:nvPr/>
            </p:nvSpPr>
            <p:spPr bwMode="auto">
              <a:xfrm>
                <a:off x="2141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24" name="Freeform 1229"/>
              <p:cNvSpPr>
                <a:spLocks/>
              </p:cNvSpPr>
              <p:nvPr/>
            </p:nvSpPr>
            <p:spPr bwMode="auto">
              <a:xfrm>
                <a:off x="2386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25" name="Freeform 1230"/>
              <p:cNvSpPr>
                <a:spLocks/>
              </p:cNvSpPr>
              <p:nvPr/>
            </p:nvSpPr>
            <p:spPr bwMode="auto">
              <a:xfrm>
                <a:off x="2500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26" name="Freeform 1231"/>
              <p:cNvSpPr>
                <a:spLocks/>
              </p:cNvSpPr>
              <p:nvPr/>
            </p:nvSpPr>
            <p:spPr bwMode="auto">
              <a:xfrm>
                <a:off x="2452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27" name="Freeform 1232"/>
              <p:cNvSpPr>
                <a:spLocks/>
              </p:cNvSpPr>
              <p:nvPr/>
            </p:nvSpPr>
            <p:spPr bwMode="auto">
              <a:xfrm>
                <a:off x="2482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28" name="Freeform 1233"/>
              <p:cNvSpPr>
                <a:spLocks/>
              </p:cNvSpPr>
              <p:nvPr/>
            </p:nvSpPr>
            <p:spPr bwMode="auto">
              <a:xfrm>
                <a:off x="2710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29" name="Freeform 1234"/>
              <p:cNvSpPr>
                <a:spLocks/>
              </p:cNvSpPr>
              <p:nvPr/>
            </p:nvSpPr>
            <p:spPr bwMode="auto">
              <a:xfrm>
                <a:off x="2410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30" name="Freeform 1235"/>
              <p:cNvSpPr>
                <a:spLocks/>
              </p:cNvSpPr>
              <p:nvPr/>
            </p:nvSpPr>
            <p:spPr bwMode="auto">
              <a:xfrm>
                <a:off x="2404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31" name="Freeform 1236"/>
              <p:cNvSpPr>
                <a:spLocks/>
              </p:cNvSpPr>
              <p:nvPr/>
            </p:nvSpPr>
            <p:spPr bwMode="auto">
              <a:xfrm>
                <a:off x="2321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32" name="Freeform 1237"/>
              <p:cNvSpPr>
                <a:spLocks/>
              </p:cNvSpPr>
              <p:nvPr/>
            </p:nvSpPr>
            <p:spPr bwMode="auto">
              <a:xfrm>
                <a:off x="2231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33" name="Freeform 1238"/>
              <p:cNvSpPr>
                <a:spLocks/>
              </p:cNvSpPr>
              <p:nvPr/>
            </p:nvSpPr>
            <p:spPr bwMode="auto">
              <a:xfrm>
                <a:off x="2285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34" name="Freeform 1239"/>
              <p:cNvSpPr>
                <a:spLocks/>
              </p:cNvSpPr>
              <p:nvPr/>
            </p:nvSpPr>
            <p:spPr bwMode="auto">
              <a:xfrm>
                <a:off x="2386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35" name="Freeform 1240"/>
              <p:cNvSpPr>
                <a:spLocks/>
              </p:cNvSpPr>
              <p:nvPr/>
            </p:nvSpPr>
            <p:spPr bwMode="auto">
              <a:xfrm>
                <a:off x="2422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36" name="Freeform 1241"/>
              <p:cNvSpPr>
                <a:spLocks/>
              </p:cNvSpPr>
              <p:nvPr/>
            </p:nvSpPr>
            <p:spPr bwMode="auto">
              <a:xfrm>
                <a:off x="2141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37" name="Freeform 1242"/>
              <p:cNvSpPr>
                <a:spLocks/>
              </p:cNvSpPr>
              <p:nvPr/>
            </p:nvSpPr>
            <p:spPr bwMode="auto">
              <a:xfrm>
                <a:off x="2410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38" name="Freeform 1243"/>
              <p:cNvSpPr>
                <a:spLocks/>
              </p:cNvSpPr>
              <p:nvPr/>
            </p:nvSpPr>
            <p:spPr bwMode="auto">
              <a:xfrm>
                <a:off x="2518" y="17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39" name="Freeform 1244"/>
              <p:cNvSpPr>
                <a:spLocks/>
              </p:cNvSpPr>
              <p:nvPr/>
            </p:nvSpPr>
            <p:spPr bwMode="auto">
              <a:xfrm>
                <a:off x="2315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40" name="Freeform 1245"/>
              <p:cNvSpPr>
                <a:spLocks/>
              </p:cNvSpPr>
              <p:nvPr/>
            </p:nvSpPr>
            <p:spPr bwMode="auto">
              <a:xfrm>
                <a:off x="2392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41" name="Freeform 1246"/>
              <p:cNvSpPr>
                <a:spLocks/>
              </p:cNvSpPr>
              <p:nvPr/>
            </p:nvSpPr>
            <p:spPr bwMode="auto">
              <a:xfrm>
                <a:off x="2398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42" name="Freeform 1247"/>
              <p:cNvSpPr>
                <a:spLocks/>
              </p:cNvSpPr>
              <p:nvPr/>
            </p:nvSpPr>
            <p:spPr bwMode="auto">
              <a:xfrm>
                <a:off x="2686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43" name="Freeform 1248"/>
              <p:cNvSpPr>
                <a:spLocks/>
              </p:cNvSpPr>
              <p:nvPr/>
            </p:nvSpPr>
            <p:spPr bwMode="auto">
              <a:xfrm>
                <a:off x="235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44" name="Freeform 1249"/>
              <p:cNvSpPr>
                <a:spLocks/>
              </p:cNvSpPr>
              <p:nvPr/>
            </p:nvSpPr>
            <p:spPr bwMode="auto">
              <a:xfrm>
                <a:off x="2344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45" name="Freeform 1250"/>
              <p:cNvSpPr>
                <a:spLocks/>
              </p:cNvSpPr>
              <p:nvPr/>
            </p:nvSpPr>
            <p:spPr bwMode="auto">
              <a:xfrm>
                <a:off x="2183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46" name="Freeform 1251"/>
              <p:cNvSpPr>
                <a:spLocks/>
              </p:cNvSpPr>
              <p:nvPr/>
            </p:nvSpPr>
            <p:spPr bwMode="auto">
              <a:xfrm>
                <a:off x="2267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47" name="Freeform 1252"/>
              <p:cNvSpPr>
                <a:spLocks/>
              </p:cNvSpPr>
              <p:nvPr/>
            </p:nvSpPr>
            <p:spPr bwMode="auto">
              <a:xfrm>
                <a:off x="2291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48" name="Freeform 1253"/>
              <p:cNvSpPr>
                <a:spLocks/>
              </p:cNvSpPr>
              <p:nvPr/>
            </p:nvSpPr>
            <p:spPr bwMode="auto">
              <a:xfrm>
                <a:off x="2374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49" name="Freeform 1254"/>
              <p:cNvSpPr>
                <a:spLocks/>
              </p:cNvSpPr>
              <p:nvPr/>
            </p:nvSpPr>
            <p:spPr bwMode="auto">
              <a:xfrm>
                <a:off x="2321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50" name="Freeform 1255"/>
              <p:cNvSpPr>
                <a:spLocks/>
              </p:cNvSpPr>
              <p:nvPr/>
            </p:nvSpPr>
            <p:spPr bwMode="auto">
              <a:xfrm>
                <a:off x="2309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51" name="Freeform 1256"/>
              <p:cNvSpPr>
                <a:spLocks/>
              </p:cNvSpPr>
              <p:nvPr/>
            </p:nvSpPr>
            <p:spPr bwMode="auto">
              <a:xfrm>
                <a:off x="2327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52" name="Freeform 1257"/>
              <p:cNvSpPr>
                <a:spLocks/>
              </p:cNvSpPr>
              <p:nvPr/>
            </p:nvSpPr>
            <p:spPr bwMode="auto">
              <a:xfrm>
                <a:off x="2458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53" name="Freeform 1258"/>
              <p:cNvSpPr>
                <a:spLocks/>
              </p:cNvSpPr>
              <p:nvPr/>
            </p:nvSpPr>
            <p:spPr bwMode="auto">
              <a:xfrm>
                <a:off x="2327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54" name="Freeform 1259"/>
              <p:cNvSpPr>
                <a:spLocks/>
              </p:cNvSpPr>
              <p:nvPr/>
            </p:nvSpPr>
            <p:spPr bwMode="auto">
              <a:xfrm>
                <a:off x="2446" y="18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55" name="Freeform 1260"/>
              <p:cNvSpPr>
                <a:spLocks/>
              </p:cNvSpPr>
              <p:nvPr/>
            </p:nvSpPr>
            <p:spPr bwMode="auto">
              <a:xfrm>
                <a:off x="2356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56" name="Freeform 1261"/>
              <p:cNvSpPr>
                <a:spLocks/>
              </p:cNvSpPr>
              <p:nvPr/>
            </p:nvSpPr>
            <p:spPr bwMode="auto">
              <a:xfrm>
                <a:off x="2392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57" name="Freeform 1262"/>
              <p:cNvSpPr>
                <a:spLocks/>
              </p:cNvSpPr>
              <p:nvPr/>
            </p:nvSpPr>
            <p:spPr bwMode="auto">
              <a:xfrm>
                <a:off x="2315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58" name="Freeform 1263"/>
              <p:cNvSpPr>
                <a:spLocks/>
              </p:cNvSpPr>
              <p:nvPr/>
            </p:nvSpPr>
            <p:spPr bwMode="auto">
              <a:xfrm>
                <a:off x="2428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59" name="Freeform 1264"/>
              <p:cNvSpPr>
                <a:spLocks/>
              </p:cNvSpPr>
              <p:nvPr/>
            </p:nvSpPr>
            <p:spPr bwMode="auto">
              <a:xfrm>
                <a:off x="2177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60" name="Freeform 1265"/>
              <p:cNvSpPr>
                <a:spLocks/>
              </p:cNvSpPr>
              <p:nvPr/>
            </p:nvSpPr>
            <p:spPr bwMode="auto">
              <a:xfrm>
                <a:off x="2476" y="17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61" name="Freeform 1266"/>
              <p:cNvSpPr>
                <a:spLocks/>
              </p:cNvSpPr>
              <p:nvPr/>
            </p:nvSpPr>
            <p:spPr bwMode="auto">
              <a:xfrm>
                <a:off x="2243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62" name="Freeform 1267"/>
              <p:cNvSpPr>
                <a:spLocks/>
              </p:cNvSpPr>
              <p:nvPr/>
            </p:nvSpPr>
            <p:spPr bwMode="auto">
              <a:xfrm>
                <a:off x="2440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63" name="Freeform 1268"/>
              <p:cNvSpPr>
                <a:spLocks/>
              </p:cNvSpPr>
              <p:nvPr/>
            </p:nvSpPr>
            <p:spPr bwMode="auto">
              <a:xfrm>
                <a:off x="2344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64" name="Freeform 1269"/>
              <p:cNvSpPr>
                <a:spLocks/>
              </p:cNvSpPr>
              <p:nvPr/>
            </p:nvSpPr>
            <p:spPr bwMode="auto">
              <a:xfrm>
                <a:off x="2249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65" name="Freeform 1270"/>
              <p:cNvSpPr>
                <a:spLocks/>
              </p:cNvSpPr>
              <p:nvPr/>
            </p:nvSpPr>
            <p:spPr bwMode="auto">
              <a:xfrm>
                <a:off x="2219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66" name="Freeform 1271"/>
              <p:cNvSpPr>
                <a:spLocks/>
              </p:cNvSpPr>
              <p:nvPr/>
            </p:nvSpPr>
            <p:spPr bwMode="auto">
              <a:xfrm>
                <a:off x="2566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67" name="Freeform 1272"/>
              <p:cNvSpPr>
                <a:spLocks/>
              </p:cNvSpPr>
              <p:nvPr/>
            </p:nvSpPr>
            <p:spPr bwMode="auto">
              <a:xfrm>
                <a:off x="2368" y="17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68" name="Freeform 1273"/>
              <p:cNvSpPr>
                <a:spLocks/>
              </p:cNvSpPr>
              <p:nvPr/>
            </p:nvSpPr>
            <p:spPr bwMode="auto">
              <a:xfrm>
                <a:off x="2374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69" name="Freeform 1274"/>
              <p:cNvSpPr>
                <a:spLocks/>
              </p:cNvSpPr>
              <p:nvPr/>
            </p:nvSpPr>
            <p:spPr bwMode="auto">
              <a:xfrm>
                <a:off x="2386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70" name="Freeform 1275"/>
              <p:cNvSpPr>
                <a:spLocks/>
              </p:cNvSpPr>
              <p:nvPr/>
            </p:nvSpPr>
            <p:spPr bwMode="auto">
              <a:xfrm>
                <a:off x="2159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71" name="Freeform 1276"/>
              <p:cNvSpPr>
                <a:spLocks/>
              </p:cNvSpPr>
              <p:nvPr/>
            </p:nvSpPr>
            <p:spPr bwMode="auto">
              <a:xfrm>
                <a:off x="2554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72" name="Freeform 1277"/>
              <p:cNvSpPr>
                <a:spLocks/>
              </p:cNvSpPr>
              <p:nvPr/>
            </p:nvSpPr>
            <p:spPr bwMode="auto">
              <a:xfrm>
                <a:off x="2159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73" name="Freeform 1278"/>
              <p:cNvSpPr>
                <a:spLocks/>
              </p:cNvSpPr>
              <p:nvPr/>
            </p:nvSpPr>
            <p:spPr bwMode="auto">
              <a:xfrm>
                <a:off x="2368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74" name="Freeform 1279"/>
              <p:cNvSpPr>
                <a:spLocks/>
              </p:cNvSpPr>
              <p:nvPr/>
            </p:nvSpPr>
            <p:spPr bwMode="auto">
              <a:xfrm>
                <a:off x="2213" y="23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75" name="Freeform 1280"/>
              <p:cNvSpPr>
                <a:spLocks/>
              </p:cNvSpPr>
              <p:nvPr/>
            </p:nvSpPr>
            <p:spPr bwMode="auto">
              <a:xfrm>
                <a:off x="2434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76" name="Freeform 1281"/>
              <p:cNvSpPr>
                <a:spLocks/>
              </p:cNvSpPr>
              <p:nvPr/>
            </p:nvSpPr>
            <p:spPr bwMode="auto">
              <a:xfrm>
                <a:off x="2566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77" name="Freeform 1282"/>
              <p:cNvSpPr>
                <a:spLocks/>
              </p:cNvSpPr>
              <p:nvPr/>
            </p:nvSpPr>
            <p:spPr bwMode="auto">
              <a:xfrm>
                <a:off x="1883" y="23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78" name="Freeform 1283"/>
              <p:cNvSpPr>
                <a:spLocks/>
              </p:cNvSpPr>
              <p:nvPr/>
            </p:nvSpPr>
            <p:spPr bwMode="auto">
              <a:xfrm>
                <a:off x="2434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79" name="Freeform 1284"/>
              <p:cNvSpPr>
                <a:spLocks/>
              </p:cNvSpPr>
              <p:nvPr/>
            </p:nvSpPr>
            <p:spPr bwMode="auto">
              <a:xfrm>
                <a:off x="2524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80" name="Freeform 1285"/>
              <p:cNvSpPr>
                <a:spLocks/>
              </p:cNvSpPr>
              <p:nvPr/>
            </p:nvSpPr>
            <p:spPr bwMode="auto">
              <a:xfrm>
                <a:off x="2075" y="24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81" name="Freeform 1286"/>
              <p:cNvSpPr>
                <a:spLocks/>
              </p:cNvSpPr>
              <p:nvPr/>
            </p:nvSpPr>
            <p:spPr bwMode="auto">
              <a:xfrm>
                <a:off x="2261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82" name="Freeform 1287"/>
              <p:cNvSpPr>
                <a:spLocks/>
              </p:cNvSpPr>
              <p:nvPr/>
            </p:nvSpPr>
            <p:spPr bwMode="auto">
              <a:xfrm>
                <a:off x="2422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83" name="Freeform 1288"/>
              <p:cNvSpPr>
                <a:spLocks/>
              </p:cNvSpPr>
              <p:nvPr/>
            </p:nvSpPr>
            <p:spPr bwMode="auto">
              <a:xfrm>
                <a:off x="2422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84" name="Freeform 1289"/>
              <p:cNvSpPr>
                <a:spLocks/>
              </p:cNvSpPr>
              <p:nvPr/>
            </p:nvSpPr>
            <p:spPr bwMode="auto">
              <a:xfrm>
                <a:off x="2255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85" name="Freeform 1290"/>
              <p:cNvSpPr>
                <a:spLocks/>
              </p:cNvSpPr>
              <p:nvPr/>
            </p:nvSpPr>
            <p:spPr bwMode="auto">
              <a:xfrm>
                <a:off x="2374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86" name="Freeform 1291"/>
              <p:cNvSpPr>
                <a:spLocks/>
              </p:cNvSpPr>
              <p:nvPr/>
            </p:nvSpPr>
            <p:spPr bwMode="auto">
              <a:xfrm>
                <a:off x="2398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87" name="Freeform 1292"/>
              <p:cNvSpPr>
                <a:spLocks/>
              </p:cNvSpPr>
              <p:nvPr/>
            </p:nvSpPr>
            <p:spPr bwMode="auto">
              <a:xfrm>
                <a:off x="2380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88" name="Freeform 1293"/>
              <p:cNvSpPr>
                <a:spLocks/>
              </p:cNvSpPr>
              <p:nvPr/>
            </p:nvSpPr>
            <p:spPr bwMode="auto">
              <a:xfrm>
                <a:off x="2243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89" name="Freeform 1294"/>
              <p:cNvSpPr>
                <a:spLocks/>
              </p:cNvSpPr>
              <p:nvPr/>
            </p:nvSpPr>
            <p:spPr bwMode="auto">
              <a:xfrm>
                <a:off x="2356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90" name="Freeform 1295"/>
              <p:cNvSpPr>
                <a:spLocks/>
              </p:cNvSpPr>
              <p:nvPr/>
            </p:nvSpPr>
            <p:spPr bwMode="auto">
              <a:xfrm>
                <a:off x="2362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91" name="Freeform 1296"/>
              <p:cNvSpPr>
                <a:spLocks/>
              </p:cNvSpPr>
              <p:nvPr/>
            </p:nvSpPr>
            <p:spPr bwMode="auto">
              <a:xfrm>
                <a:off x="2440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92" name="Freeform 1297"/>
              <p:cNvSpPr>
                <a:spLocks/>
              </p:cNvSpPr>
              <p:nvPr/>
            </p:nvSpPr>
            <p:spPr bwMode="auto">
              <a:xfrm>
                <a:off x="2344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93" name="Freeform 1298"/>
              <p:cNvSpPr>
                <a:spLocks/>
              </p:cNvSpPr>
              <p:nvPr/>
            </p:nvSpPr>
            <p:spPr bwMode="auto">
              <a:xfrm>
                <a:off x="2500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94" name="Freeform 1299"/>
              <p:cNvSpPr>
                <a:spLocks/>
              </p:cNvSpPr>
              <p:nvPr/>
            </p:nvSpPr>
            <p:spPr bwMode="auto">
              <a:xfrm>
                <a:off x="2327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95" name="Freeform 1300"/>
              <p:cNvSpPr>
                <a:spLocks/>
              </p:cNvSpPr>
              <p:nvPr/>
            </p:nvSpPr>
            <p:spPr bwMode="auto">
              <a:xfrm>
                <a:off x="2201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96" name="Freeform 1301"/>
              <p:cNvSpPr>
                <a:spLocks/>
              </p:cNvSpPr>
              <p:nvPr/>
            </p:nvSpPr>
            <p:spPr bwMode="auto">
              <a:xfrm>
                <a:off x="247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97" name="Freeform 1302"/>
              <p:cNvSpPr>
                <a:spLocks/>
              </p:cNvSpPr>
              <p:nvPr/>
            </p:nvSpPr>
            <p:spPr bwMode="auto">
              <a:xfrm>
                <a:off x="2231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98" name="Freeform 1303"/>
              <p:cNvSpPr>
                <a:spLocks/>
              </p:cNvSpPr>
              <p:nvPr/>
            </p:nvSpPr>
            <p:spPr bwMode="auto">
              <a:xfrm>
                <a:off x="2356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99" name="Freeform 1304"/>
              <p:cNvSpPr>
                <a:spLocks/>
              </p:cNvSpPr>
              <p:nvPr/>
            </p:nvSpPr>
            <p:spPr bwMode="auto">
              <a:xfrm>
                <a:off x="2464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00" name="Freeform 1305"/>
              <p:cNvSpPr>
                <a:spLocks/>
              </p:cNvSpPr>
              <p:nvPr/>
            </p:nvSpPr>
            <p:spPr bwMode="auto">
              <a:xfrm>
                <a:off x="2309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01" name="Freeform 1306"/>
              <p:cNvSpPr>
                <a:spLocks/>
              </p:cNvSpPr>
              <p:nvPr/>
            </p:nvSpPr>
            <p:spPr bwMode="auto">
              <a:xfrm>
                <a:off x="2350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02" name="Freeform 1307"/>
              <p:cNvSpPr>
                <a:spLocks/>
              </p:cNvSpPr>
              <p:nvPr/>
            </p:nvSpPr>
            <p:spPr bwMode="auto">
              <a:xfrm>
                <a:off x="2261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03" name="Freeform 1308"/>
              <p:cNvSpPr>
                <a:spLocks/>
              </p:cNvSpPr>
              <p:nvPr/>
            </p:nvSpPr>
            <p:spPr bwMode="auto">
              <a:xfrm>
                <a:off x="1937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04" name="Freeform 1309"/>
              <p:cNvSpPr>
                <a:spLocks/>
              </p:cNvSpPr>
              <p:nvPr/>
            </p:nvSpPr>
            <p:spPr bwMode="auto">
              <a:xfrm>
                <a:off x="2027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05" name="Freeform 1310"/>
              <p:cNvSpPr>
                <a:spLocks/>
              </p:cNvSpPr>
              <p:nvPr/>
            </p:nvSpPr>
            <p:spPr bwMode="auto">
              <a:xfrm>
                <a:off x="232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06" name="Freeform 1311"/>
              <p:cNvSpPr>
                <a:spLocks/>
              </p:cNvSpPr>
              <p:nvPr/>
            </p:nvSpPr>
            <p:spPr bwMode="auto">
              <a:xfrm>
                <a:off x="2464" y="23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07" name="Freeform 1312"/>
              <p:cNvSpPr>
                <a:spLocks/>
              </p:cNvSpPr>
              <p:nvPr/>
            </p:nvSpPr>
            <p:spPr bwMode="auto">
              <a:xfrm>
                <a:off x="2201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08" name="Freeform 1313"/>
              <p:cNvSpPr>
                <a:spLocks/>
              </p:cNvSpPr>
              <p:nvPr/>
            </p:nvSpPr>
            <p:spPr bwMode="auto">
              <a:xfrm>
                <a:off x="2536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09" name="Freeform 1314"/>
              <p:cNvSpPr>
                <a:spLocks/>
              </p:cNvSpPr>
              <p:nvPr/>
            </p:nvSpPr>
            <p:spPr bwMode="auto">
              <a:xfrm>
                <a:off x="2111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10" name="Freeform 1315"/>
              <p:cNvSpPr>
                <a:spLocks/>
              </p:cNvSpPr>
              <p:nvPr/>
            </p:nvSpPr>
            <p:spPr bwMode="auto">
              <a:xfrm>
                <a:off x="2291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11" name="Freeform 1316"/>
              <p:cNvSpPr>
                <a:spLocks/>
              </p:cNvSpPr>
              <p:nvPr/>
            </p:nvSpPr>
            <p:spPr bwMode="auto">
              <a:xfrm>
                <a:off x="2973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12" name="Freeform 1317"/>
              <p:cNvSpPr>
                <a:spLocks/>
              </p:cNvSpPr>
              <p:nvPr/>
            </p:nvSpPr>
            <p:spPr bwMode="auto">
              <a:xfrm>
                <a:off x="2177" y="23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13" name="Freeform 1318"/>
              <p:cNvSpPr>
                <a:spLocks/>
              </p:cNvSpPr>
              <p:nvPr/>
            </p:nvSpPr>
            <p:spPr bwMode="auto">
              <a:xfrm>
                <a:off x="2093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14" name="Freeform 1319"/>
              <p:cNvSpPr>
                <a:spLocks/>
              </p:cNvSpPr>
              <p:nvPr/>
            </p:nvSpPr>
            <p:spPr bwMode="auto">
              <a:xfrm>
                <a:off x="2344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15" name="Freeform 1320"/>
              <p:cNvSpPr>
                <a:spLocks/>
              </p:cNvSpPr>
              <p:nvPr/>
            </p:nvSpPr>
            <p:spPr bwMode="auto">
              <a:xfrm>
                <a:off x="2285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16" name="Freeform 1321"/>
              <p:cNvSpPr>
                <a:spLocks/>
              </p:cNvSpPr>
              <p:nvPr/>
            </p:nvSpPr>
            <p:spPr bwMode="auto">
              <a:xfrm>
                <a:off x="2123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17" name="Freeform 1322"/>
              <p:cNvSpPr>
                <a:spLocks/>
              </p:cNvSpPr>
              <p:nvPr/>
            </p:nvSpPr>
            <p:spPr bwMode="auto">
              <a:xfrm>
                <a:off x="2356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18" name="Freeform 1323"/>
              <p:cNvSpPr>
                <a:spLocks/>
              </p:cNvSpPr>
              <p:nvPr/>
            </p:nvSpPr>
            <p:spPr bwMode="auto">
              <a:xfrm>
                <a:off x="2099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19" name="Freeform 1324"/>
              <p:cNvSpPr>
                <a:spLocks/>
              </p:cNvSpPr>
              <p:nvPr/>
            </p:nvSpPr>
            <p:spPr bwMode="auto">
              <a:xfrm>
                <a:off x="2344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20" name="Freeform 1325"/>
              <p:cNvSpPr>
                <a:spLocks/>
              </p:cNvSpPr>
              <p:nvPr/>
            </p:nvSpPr>
            <p:spPr bwMode="auto">
              <a:xfrm>
                <a:off x="2249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21" name="Freeform 1326"/>
              <p:cNvSpPr>
                <a:spLocks/>
              </p:cNvSpPr>
              <p:nvPr/>
            </p:nvSpPr>
            <p:spPr bwMode="auto">
              <a:xfrm>
                <a:off x="1973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22" name="Freeform 1327"/>
              <p:cNvSpPr>
                <a:spLocks/>
              </p:cNvSpPr>
              <p:nvPr/>
            </p:nvSpPr>
            <p:spPr bwMode="auto">
              <a:xfrm>
                <a:off x="2321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23" name="Freeform 1328"/>
              <p:cNvSpPr>
                <a:spLocks/>
              </p:cNvSpPr>
              <p:nvPr/>
            </p:nvSpPr>
            <p:spPr bwMode="auto">
              <a:xfrm>
                <a:off x="2374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24" name="Freeform 1329"/>
              <p:cNvSpPr>
                <a:spLocks/>
              </p:cNvSpPr>
              <p:nvPr/>
            </p:nvSpPr>
            <p:spPr bwMode="auto">
              <a:xfrm>
                <a:off x="2818" y="18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25" name="Freeform 1330"/>
              <p:cNvSpPr>
                <a:spLocks/>
              </p:cNvSpPr>
              <p:nvPr/>
            </p:nvSpPr>
            <p:spPr bwMode="auto">
              <a:xfrm>
                <a:off x="2105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26" name="Freeform 1331"/>
              <p:cNvSpPr>
                <a:spLocks/>
              </p:cNvSpPr>
              <p:nvPr/>
            </p:nvSpPr>
            <p:spPr bwMode="auto">
              <a:xfrm>
                <a:off x="2201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27" name="Freeform 1332"/>
              <p:cNvSpPr>
                <a:spLocks/>
              </p:cNvSpPr>
              <p:nvPr/>
            </p:nvSpPr>
            <p:spPr bwMode="auto">
              <a:xfrm>
                <a:off x="2267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28" name="Freeform 1333"/>
              <p:cNvSpPr>
                <a:spLocks/>
              </p:cNvSpPr>
              <p:nvPr/>
            </p:nvSpPr>
            <p:spPr bwMode="auto">
              <a:xfrm>
                <a:off x="226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29" name="Freeform 1334"/>
              <p:cNvSpPr>
                <a:spLocks/>
              </p:cNvSpPr>
              <p:nvPr/>
            </p:nvSpPr>
            <p:spPr bwMode="auto">
              <a:xfrm>
                <a:off x="2153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30" name="Freeform 1335"/>
              <p:cNvSpPr>
                <a:spLocks/>
              </p:cNvSpPr>
              <p:nvPr/>
            </p:nvSpPr>
            <p:spPr bwMode="auto">
              <a:xfrm>
                <a:off x="2428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31" name="Freeform 1336"/>
              <p:cNvSpPr>
                <a:spLocks/>
              </p:cNvSpPr>
              <p:nvPr/>
            </p:nvSpPr>
            <p:spPr bwMode="auto">
              <a:xfrm>
                <a:off x="2506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32" name="Freeform 1337"/>
              <p:cNvSpPr>
                <a:spLocks/>
              </p:cNvSpPr>
              <p:nvPr/>
            </p:nvSpPr>
            <p:spPr bwMode="auto">
              <a:xfrm>
                <a:off x="2273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33" name="Freeform 1338"/>
              <p:cNvSpPr>
                <a:spLocks/>
              </p:cNvSpPr>
              <p:nvPr/>
            </p:nvSpPr>
            <p:spPr bwMode="auto">
              <a:xfrm>
                <a:off x="2356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34" name="Freeform 1339"/>
              <p:cNvSpPr>
                <a:spLocks/>
              </p:cNvSpPr>
              <p:nvPr/>
            </p:nvSpPr>
            <p:spPr bwMode="auto">
              <a:xfrm>
                <a:off x="2243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35" name="Freeform 1340"/>
              <p:cNvSpPr>
                <a:spLocks/>
              </p:cNvSpPr>
              <p:nvPr/>
            </p:nvSpPr>
            <p:spPr bwMode="auto">
              <a:xfrm>
                <a:off x="2159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36" name="Freeform 1341"/>
              <p:cNvSpPr>
                <a:spLocks/>
              </p:cNvSpPr>
              <p:nvPr/>
            </p:nvSpPr>
            <p:spPr bwMode="auto">
              <a:xfrm>
                <a:off x="2374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37" name="Freeform 1342"/>
              <p:cNvSpPr>
                <a:spLocks/>
              </p:cNvSpPr>
              <p:nvPr/>
            </p:nvSpPr>
            <p:spPr bwMode="auto">
              <a:xfrm>
                <a:off x="2075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38" name="Freeform 1343"/>
              <p:cNvSpPr>
                <a:spLocks/>
              </p:cNvSpPr>
              <p:nvPr/>
            </p:nvSpPr>
            <p:spPr bwMode="auto">
              <a:xfrm>
                <a:off x="2327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39" name="Freeform 1344"/>
              <p:cNvSpPr>
                <a:spLocks/>
              </p:cNvSpPr>
              <p:nvPr/>
            </p:nvSpPr>
            <p:spPr bwMode="auto">
              <a:xfrm>
                <a:off x="2350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40" name="Freeform 1345"/>
              <p:cNvSpPr>
                <a:spLocks/>
              </p:cNvSpPr>
              <p:nvPr/>
            </p:nvSpPr>
            <p:spPr bwMode="auto">
              <a:xfrm>
                <a:off x="2201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41" name="Freeform 1346"/>
              <p:cNvSpPr>
                <a:spLocks/>
              </p:cNvSpPr>
              <p:nvPr/>
            </p:nvSpPr>
            <p:spPr bwMode="auto">
              <a:xfrm>
                <a:off x="2386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42" name="Freeform 1347"/>
              <p:cNvSpPr>
                <a:spLocks/>
              </p:cNvSpPr>
              <p:nvPr/>
            </p:nvSpPr>
            <p:spPr bwMode="auto">
              <a:xfrm>
                <a:off x="2410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43" name="Freeform 1348"/>
              <p:cNvSpPr>
                <a:spLocks/>
              </p:cNvSpPr>
              <p:nvPr/>
            </p:nvSpPr>
            <p:spPr bwMode="auto">
              <a:xfrm>
                <a:off x="2213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44" name="Freeform 1349"/>
              <p:cNvSpPr>
                <a:spLocks/>
              </p:cNvSpPr>
              <p:nvPr/>
            </p:nvSpPr>
            <p:spPr bwMode="auto">
              <a:xfrm>
                <a:off x="2135" y="18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45" name="Freeform 1350"/>
              <p:cNvSpPr>
                <a:spLocks/>
              </p:cNvSpPr>
              <p:nvPr/>
            </p:nvSpPr>
            <p:spPr bwMode="auto">
              <a:xfrm>
                <a:off x="2452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46" name="Freeform 1351"/>
              <p:cNvSpPr>
                <a:spLocks/>
              </p:cNvSpPr>
              <p:nvPr/>
            </p:nvSpPr>
            <p:spPr bwMode="auto">
              <a:xfrm>
                <a:off x="2195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47" name="Freeform 1352"/>
              <p:cNvSpPr>
                <a:spLocks/>
              </p:cNvSpPr>
              <p:nvPr/>
            </p:nvSpPr>
            <p:spPr bwMode="auto">
              <a:xfrm>
                <a:off x="223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48" name="Freeform 1353"/>
              <p:cNvSpPr>
                <a:spLocks/>
              </p:cNvSpPr>
              <p:nvPr/>
            </p:nvSpPr>
            <p:spPr bwMode="auto">
              <a:xfrm>
                <a:off x="2560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49" name="Freeform 1354"/>
              <p:cNvSpPr>
                <a:spLocks/>
              </p:cNvSpPr>
              <p:nvPr/>
            </p:nvSpPr>
            <p:spPr bwMode="auto">
              <a:xfrm>
                <a:off x="2267" y="22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50" name="Freeform 1355"/>
              <p:cNvSpPr>
                <a:spLocks/>
              </p:cNvSpPr>
              <p:nvPr/>
            </p:nvSpPr>
            <p:spPr bwMode="auto">
              <a:xfrm>
                <a:off x="2219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51" name="Freeform 1356"/>
              <p:cNvSpPr>
                <a:spLocks/>
              </p:cNvSpPr>
              <p:nvPr/>
            </p:nvSpPr>
            <p:spPr bwMode="auto">
              <a:xfrm>
                <a:off x="2315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52" name="Freeform 1357"/>
              <p:cNvSpPr>
                <a:spLocks/>
              </p:cNvSpPr>
              <p:nvPr/>
            </p:nvSpPr>
            <p:spPr bwMode="auto">
              <a:xfrm>
                <a:off x="2386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53" name="Freeform 1358"/>
              <p:cNvSpPr>
                <a:spLocks/>
              </p:cNvSpPr>
              <p:nvPr/>
            </p:nvSpPr>
            <p:spPr bwMode="auto">
              <a:xfrm>
                <a:off x="2267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54" name="Freeform 1359"/>
              <p:cNvSpPr>
                <a:spLocks/>
              </p:cNvSpPr>
              <p:nvPr/>
            </p:nvSpPr>
            <p:spPr bwMode="auto">
              <a:xfrm>
                <a:off x="1889" y="23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55" name="Freeform 1360"/>
              <p:cNvSpPr>
                <a:spLocks/>
              </p:cNvSpPr>
              <p:nvPr/>
            </p:nvSpPr>
            <p:spPr bwMode="auto">
              <a:xfrm>
                <a:off x="2398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56" name="Freeform 1361"/>
              <p:cNvSpPr>
                <a:spLocks/>
              </p:cNvSpPr>
              <p:nvPr/>
            </p:nvSpPr>
            <p:spPr bwMode="auto">
              <a:xfrm>
                <a:off x="2273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57" name="Freeform 1362"/>
              <p:cNvSpPr>
                <a:spLocks/>
              </p:cNvSpPr>
              <p:nvPr/>
            </p:nvSpPr>
            <p:spPr bwMode="auto">
              <a:xfrm>
                <a:off x="1973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58" name="Freeform 1363"/>
              <p:cNvSpPr>
                <a:spLocks/>
              </p:cNvSpPr>
              <p:nvPr/>
            </p:nvSpPr>
            <p:spPr bwMode="auto">
              <a:xfrm>
                <a:off x="2380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59" name="Freeform 1364"/>
              <p:cNvSpPr>
                <a:spLocks/>
              </p:cNvSpPr>
              <p:nvPr/>
            </p:nvSpPr>
            <p:spPr bwMode="auto">
              <a:xfrm>
                <a:off x="2500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60" name="Freeform 1365"/>
              <p:cNvSpPr>
                <a:spLocks/>
              </p:cNvSpPr>
              <p:nvPr/>
            </p:nvSpPr>
            <p:spPr bwMode="auto">
              <a:xfrm>
                <a:off x="2321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61" name="Freeform 1366"/>
              <p:cNvSpPr>
                <a:spLocks/>
              </p:cNvSpPr>
              <p:nvPr/>
            </p:nvSpPr>
            <p:spPr bwMode="auto">
              <a:xfrm>
                <a:off x="2243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62" name="Freeform 1367"/>
              <p:cNvSpPr>
                <a:spLocks/>
              </p:cNvSpPr>
              <p:nvPr/>
            </p:nvSpPr>
            <p:spPr bwMode="auto">
              <a:xfrm>
                <a:off x="2386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63" name="Freeform 1368"/>
              <p:cNvSpPr>
                <a:spLocks/>
              </p:cNvSpPr>
              <p:nvPr/>
            </p:nvSpPr>
            <p:spPr bwMode="auto">
              <a:xfrm>
                <a:off x="2392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64" name="Freeform 1369"/>
              <p:cNvSpPr>
                <a:spLocks/>
              </p:cNvSpPr>
              <p:nvPr/>
            </p:nvSpPr>
            <p:spPr bwMode="auto">
              <a:xfrm>
                <a:off x="2315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65" name="Freeform 1370"/>
              <p:cNvSpPr>
                <a:spLocks/>
              </p:cNvSpPr>
              <p:nvPr/>
            </p:nvSpPr>
            <p:spPr bwMode="auto">
              <a:xfrm>
                <a:off x="2273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66" name="Freeform 1371"/>
              <p:cNvSpPr>
                <a:spLocks/>
              </p:cNvSpPr>
              <p:nvPr/>
            </p:nvSpPr>
            <p:spPr bwMode="auto">
              <a:xfrm>
                <a:off x="2201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67" name="Freeform 1372"/>
              <p:cNvSpPr>
                <a:spLocks/>
              </p:cNvSpPr>
              <p:nvPr/>
            </p:nvSpPr>
            <p:spPr bwMode="auto">
              <a:xfrm>
                <a:off x="2279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68" name="Freeform 1373"/>
              <p:cNvSpPr>
                <a:spLocks/>
              </p:cNvSpPr>
              <p:nvPr/>
            </p:nvSpPr>
            <p:spPr bwMode="auto">
              <a:xfrm>
                <a:off x="1812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69" name="Freeform 1374"/>
              <p:cNvSpPr>
                <a:spLocks/>
              </p:cNvSpPr>
              <p:nvPr/>
            </p:nvSpPr>
            <p:spPr bwMode="auto">
              <a:xfrm>
                <a:off x="2249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70" name="Freeform 1375"/>
              <p:cNvSpPr>
                <a:spLocks/>
              </p:cNvSpPr>
              <p:nvPr/>
            </p:nvSpPr>
            <p:spPr bwMode="auto">
              <a:xfrm>
                <a:off x="2368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71" name="Freeform 1376"/>
              <p:cNvSpPr>
                <a:spLocks/>
              </p:cNvSpPr>
              <p:nvPr/>
            </p:nvSpPr>
            <p:spPr bwMode="auto">
              <a:xfrm>
                <a:off x="2249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72" name="Freeform 1377"/>
              <p:cNvSpPr>
                <a:spLocks/>
              </p:cNvSpPr>
              <p:nvPr/>
            </p:nvSpPr>
            <p:spPr bwMode="auto">
              <a:xfrm>
                <a:off x="2327" y="23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73" name="Freeform 1378"/>
              <p:cNvSpPr>
                <a:spLocks/>
              </p:cNvSpPr>
              <p:nvPr/>
            </p:nvSpPr>
            <p:spPr bwMode="auto">
              <a:xfrm>
                <a:off x="2249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74" name="Freeform 1379"/>
              <p:cNvSpPr>
                <a:spLocks/>
              </p:cNvSpPr>
              <p:nvPr/>
            </p:nvSpPr>
            <p:spPr bwMode="auto">
              <a:xfrm>
                <a:off x="219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75" name="Freeform 1380"/>
              <p:cNvSpPr>
                <a:spLocks/>
              </p:cNvSpPr>
              <p:nvPr/>
            </p:nvSpPr>
            <p:spPr bwMode="auto">
              <a:xfrm>
                <a:off x="2446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76" name="Freeform 1381"/>
              <p:cNvSpPr>
                <a:spLocks/>
              </p:cNvSpPr>
              <p:nvPr/>
            </p:nvSpPr>
            <p:spPr bwMode="auto">
              <a:xfrm>
                <a:off x="1937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77" name="Freeform 1382"/>
              <p:cNvSpPr>
                <a:spLocks/>
              </p:cNvSpPr>
              <p:nvPr/>
            </p:nvSpPr>
            <p:spPr bwMode="auto">
              <a:xfrm>
                <a:off x="2057" y="22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78" name="Freeform 1383"/>
              <p:cNvSpPr>
                <a:spLocks/>
              </p:cNvSpPr>
              <p:nvPr/>
            </p:nvSpPr>
            <p:spPr bwMode="auto">
              <a:xfrm>
                <a:off x="2446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79" name="Freeform 1384"/>
              <p:cNvSpPr>
                <a:spLocks/>
              </p:cNvSpPr>
              <p:nvPr/>
            </p:nvSpPr>
            <p:spPr bwMode="auto">
              <a:xfrm>
                <a:off x="2267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80" name="Freeform 1385"/>
              <p:cNvSpPr>
                <a:spLocks/>
              </p:cNvSpPr>
              <p:nvPr/>
            </p:nvSpPr>
            <p:spPr bwMode="auto">
              <a:xfrm>
                <a:off x="2327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81" name="Freeform 1386"/>
              <p:cNvSpPr>
                <a:spLocks/>
              </p:cNvSpPr>
              <p:nvPr/>
            </p:nvSpPr>
            <p:spPr bwMode="auto">
              <a:xfrm>
                <a:off x="1985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82" name="Freeform 1387"/>
              <p:cNvSpPr>
                <a:spLocks/>
              </p:cNvSpPr>
              <p:nvPr/>
            </p:nvSpPr>
            <p:spPr bwMode="auto">
              <a:xfrm>
                <a:off x="2213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83" name="Freeform 1388"/>
              <p:cNvSpPr>
                <a:spLocks/>
              </p:cNvSpPr>
              <p:nvPr/>
            </p:nvSpPr>
            <p:spPr bwMode="auto">
              <a:xfrm>
                <a:off x="2195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84" name="Freeform 1389"/>
              <p:cNvSpPr>
                <a:spLocks/>
              </p:cNvSpPr>
              <p:nvPr/>
            </p:nvSpPr>
            <p:spPr bwMode="auto">
              <a:xfrm>
                <a:off x="2195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85" name="Freeform 1390"/>
              <p:cNvSpPr>
                <a:spLocks/>
              </p:cNvSpPr>
              <p:nvPr/>
            </p:nvSpPr>
            <p:spPr bwMode="auto">
              <a:xfrm>
                <a:off x="2291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86" name="Freeform 1391"/>
              <p:cNvSpPr>
                <a:spLocks/>
              </p:cNvSpPr>
              <p:nvPr/>
            </p:nvSpPr>
            <p:spPr bwMode="auto">
              <a:xfrm>
                <a:off x="2279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87" name="Freeform 1392"/>
              <p:cNvSpPr>
                <a:spLocks/>
              </p:cNvSpPr>
              <p:nvPr/>
            </p:nvSpPr>
            <p:spPr bwMode="auto">
              <a:xfrm>
                <a:off x="208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88" name="Freeform 1393"/>
              <p:cNvSpPr>
                <a:spLocks/>
              </p:cNvSpPr>
              <p:nvPr/>
            </p:nvSpPr>
            <p:spPr bwMode="auto">
              <a:xfrm>
                <a:off x="2087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89" name="Freeform 1394"/>
              <p:cNvSpPr>
                <a:spLocks/>
              </p:cNvSpPr>
              <p:nvPr/>
            </p:nvSpPr>
            <p:spPr bwMode="auto">
              <a:xfrm>
                <a:off x="2315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90" name="Freeform 1395"/>
              <p:cNvSpPr>
                <a:spLocks/>
              </p:cNvSpPr>
              <p:nvPr/>
            </p:nvSpPr>
            <p:spPr bwMode="auto">
              <a:xfrm>
                <a:off x="2386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91" name="Freeform 1396"/>
              <p:cNvSpPr>
                <a:spLocks/>
              </p:cNvSpPr>
              <p:nvPr/>
            </p:nvSpPr>
            <p:spPr bwMode="auto">
              <a:xfrm>
                <a:off x="2267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92" name="Freeform 1397"/>
              <p:cNvSpPr>
                <a:spLocks/>
              </p:cNvSpPr>
              <p:nvPr/>
            </p:nvSpPr>
            <p:spPr bwMode="auto">
              <a:xfrm>
                <a:off x="2183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93" name="Freeform 1398"/>
              <p:cNvSpPr>
                <a:spLocks/>
              </p:cNvSpPr>
              <p:nvPr/>
            </p:nvSpPr>
            <p:spPr bwMode="auto">
              <a:xfrm>
                <a:off x="2794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94" name="Freeform 1399"/>
              <p:cNvSpPr>
                <a:spLocks/>
              </p:cNvSpPr>
              <p:nvPr/>
            </p:nvSpPr>
            <p:spPr bwMode="auto">
              <a:xfrm>
                <a:off x="2129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95" name="Freeform 1400"/>
              <p:cNvSpPr>
                <a:spLocks/>
              </p:cNvSpPr>
              <p:nvPr/>
            </p:nvSpPr>
            <p:spPr bwMode="auto">
              <a:xfrm>
                <a:off x="2434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96" name="Freeform 1401"/>
              <p:cNvSpPr>
                <a:spLocks/>
              </p:cNvSpPr>
              <p:nvPr/>
            </p:nvSpPr>
            <p:spPr bwMode="auto">
              <a:xfrm>
                <a:off x="2344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97" name="Freeform 1402"/>
              <p:cNvSpPr>
                <a:spLocks/>
              </p:cNvSpPr>
              <p:nvPr/>
            </p:nvSpPr>
            <p:spPr bwMode="auto">
              <a:xfrm>
                <a:off x="2464" y="17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98" name="Freeform 1403"/>
              <p:cNvSpPr>
                <a:spLocks/>
              </p:cNvSpPr>
              <p:nvPr/>
            </p:nvSpPr>
            <p:spPr bwMode="auto">
              <a:xfrm>
                <a:off x="2267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199" name="Freeform 1404"/>
              <p:cNvSpPr>
                <a:spLocks/>
              </p:cNvSpPr>
              <p:nvPr/>
            </p:nvSpPr>
            <p:spPr bwMode="auto">
              <a:xfrm>
                <a:off x="2261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00" name="Freeform 1405"/>
              <p:cNvSpPr>
                <a:spLocks/>
              </p:cNvSpPr>
              <p:nvPr/>
            </p:nvSpPr>
            <p:spPr bwMode="auto">
              <a:xfrm>
                <a:off x="2195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01" name="Freeform 1406"/>
              <p:cNvSpPr>
                <a:spLocks/>
              </p:cNvSpPr>
              <p:nvPr/>
            </p:nvSpPr>
            <p:spPr bwMode="auto">
              <a:xfrm>
                <a:off x="2135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02" name="Freeform 1407"/>
              <p:cNvSpPr>
                <a:spLocks/>
              </p:cNvSpPr>
              <p:nvPr/>
            </p:nvSpPr>
            <p:spPr bwMode="auto">
              <a:xfrm>
                <a:off x="2201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03" name="Freeform 1408"/>
              <p:cNvSpPr>
                <a:spLocks/>
              </p:cNvSpPr>
              <p:nvPr/>
            </p:nvSpPr>
            <p:spPr bwMode="auto">
              <a:xfrm>
                <a:off x="2350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04" name="Freeform 1409"/>
              <p:cNvSpPr>
                <a:spLocks/>
              </p:cNvSpPr>
              <p:nvPr/>
            </p:nvSpPr>
            <p:spPr bwMode="auto">
              <a:xfrm>
                <a:off x="2333" y="2317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205" name="Freeform 1410"/>
              <p:cNvSpPr>
                <a:spLocks/>
              </p:cNvSpPr>
              <p:nvPr/>
            </p:nvSpPr>
            <p:spPr bwMode="auto">
              <a:xfrm>
                <a:off x="2207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1" name="Group 1612"/>
            <p:cNvGrpSpPr>
              <a:grpSpLocks/>
            </p:cNvGrpSpPr>
            <p:nvPr/>
          </p:nvGrpSpPr>
          <p:grpSpPr bwMode="auto">
            <a:xfrm>
              <a:off x="1374" y="1456"/>
              <a:ext cx="1509" cy="1304"/>
              <a:chOff x="1374" y="1456"/>
              <a:chExt cx="1509" cy="1304"/>
            </a:xfrm>
          </p:grpSpPr>
          <p:sp>
            <p:nvSpPr>
              <p:cNvPr id="61806" name="Freeform 1412"/>
              <p:cNvSpPr>
                <a:spLocks/>
              </p:cNvSpPr>
              <p:nvPr/>
            </p:nvSpPr>
            <p:spPr bwMode="auto">
              <a:xfrm>
                <a:off x="2267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07" name="Freeform 1413"/>
              <p:cNvSpPr>
                <a:spLocks/>
              </p:cNvSpPr>
              <p:nvPr/>
            </p:nvSpPr>
            <p:spPr bwMode="auto">
              <a:xfrm>
                <a:off x="2380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08" name="Freeform 1414"/>
              <p:cNvSpPr>
                <a:spLocks/>
              </p:cNvSpPr>
              <p:nvPr/>
            </p:nvSpPr>
            <p:spPr bwMode="auto">
              <a:xfrm>
                <a:off x="2548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09" name="Freeform 1415"/>
              <p:cNvSpPr>
                <a:spLocks/>
              </p:cNvSpPr>
              <p:nvPr/>
            </p:nvSpPr>
            <p:spPr bwMode="auto">
              <a:xfrm>
                <a:off x="2237" y="22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10" name="Freeform 1416"/>
              <p:cNvSpPr>
                <a:spLocks/>
              </p:cNvSpPr>
              <p:nvPr/>
            </p:nvSpPr>
            <p:spPr bwMode="auto">
              <a:xfrm>
                <a:off x="2530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11" name="Freeform 1417"/>
              <p:cNvSpPr>
                <a:spLocks/>
              </p:cNvSpPr>
              <p:nvPr/>
            </p:nvSpPr>
            <p:spPr bwMode="auto">
              <a:xfrm>
                <a:off x="2267" y="14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12" name="Freeform 1418"/>
              <p:cNvSpPr>
                <a:spLocks/>
              </p:cNvSpPr>
              <p:nvPr/>
            </p:nvSpPr>
            <p:spPr bwMode="auto">
              <a:xfrm>
                <a:off x="2087" y="22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13" name="Freeform 1419"/>
              <p:cNvSpPr>
                <a:spLocks/>
              </p:cNvSpPr>
              <p:nvPr/>
            </p:nvSpPr>
            <p:spPr bwMode="auto">
              <a:xfrm>
                <a:off x="2291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14" name="Freeform 1420"/>
              <p:cNvSpPr>
                <a:spLocks/>
              </p:cNvSpPr>
              <p:nvPr/>
            </p:nvSpPr>
            <p:spPr bwMode="auto">
              <a:xfrm>
                <a:off x="2422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15" name="Freeform 1421"/>
              <p:cNvSpPr>
                <a:spLocks/>
              </p:cNvSpPr>
              <p:nvPr/>
            </p:nvSpPr>
            <p:spPr bwMode="auto">
              <a:xfrm>
                <a:off x="2219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16" name="Freeform 1422"/>
              <p:cNvSpPr>
                <a:spLocks/>
              </p:cNvSpPr>
              <p:nvPr/>
            </p:nvSpPr>
            <p:spPr bwMode="auto">
              <a:xfrm>
                <a:off x="2105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17" name="Freeform 1423"/>
              <p:cNvSpPr>
                <a:spLocks/>
              </p:cNvSpPr>
              <p:nvPr/>
            </p:nvSpPr>
            <p:spPr bwMode="auto">
              <a:xfrm>
                <a:off x="2333" y="1893"/>
                <a:ext cx="11" cy="11"/>
              </a:xfrm>
              <a:custGeom>
                <a:avLst/>
                <a:gdLst>
                  <a:gd name="T0" fmla="*/ 6 w 11"/>
                  <a:gd name="T1" fmla="*/ 0 h 11"/>
                  <a:gd name="T2" fmla="*/ 11 w 11"/>
                  <a:gd name="T3" fmla="*/ 6 h 11"/>
                  <a:gd name="T4" fmla="*/ 6 w 11"/>
                  <a:gd name="T5" fmla="*/ 11 h 11"/>
                  <a:gd name="T6" fmla="*/ 0 w 11"/>
                  <a:gd name="T7" fmla="*/ 6 h 11"/>
                  <a:gd name="T8" fmla="*/ 6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11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18" name="Freeform 1424"/>
              <p:cNvSpPr>
                <a:spLocks/>
              </p:cNvSpPr>
              <p:nvPr/>
            </p:nvSpPr>
            <p:spPr bwMode="auto">
              <a:xfrm>
                <a:off x="2231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19" name="Freeform 1425"/>
              <p:cNvSpPr>
                <a:spLocks/>
              </p:cNvSpPr>
              <p:nvPr/>
            </p:nvSpPr>
            <p:spPr bwMode="auto">
              <a:xfrm>
                <a:off x="2111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20" name="Freeform 1426"/>
              <p:cNvSpPr>
                <a:spLocks/>
              </p:cNvSpPr>
              <p:nvPr/>
            </p:nvSpPr>
            <p:spPr bwMode="auto">
              <a:xfrm>
                <a:off x="2285" y="2282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21" name="Freeform 1427"/>
              <p:cNvSpPr>
                <a:spLocks/>
              </p:cNvSpPr>
              <p:nvPr/>
            </p:nvSpPr>
            <p:spPr bwMode="auto">
              <a:xfrm>
                <a:off x="2339" y="2174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22" name="Freeform 1428"/>
              <p:cNvSpPr>
                <a:spLocks/>
              </p:cNvSpPr>
              <p:nvPr/>
            </p:nvSpPr>
            <p:spPr bwMode="auto">
              <a:xfrm>
                <a:off x="2297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23" name="Freeform 1429"/>
              <p:cNvSpPr>
                <a:spLocks/>
              </p:cNvSpPr>
              <p:nvPr/>
            </p:nvSpPr>
            <p:spPr bwMode="auto">
              <a:xfrm>
                <a:off x="2398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24" name="Freeform 1430"/>
              <p:cNvSpPr>
                <a:spLocks/>
              </p:cNvSpPr>
              <p:nvPr/>
            </p:nvSpPr>
            <p:spPr bwMode="auto">
              <a:xfrm>
                <a:off x="2273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25" name="Freeform 1431"/>
              <p:cNvSpPr>
                <a:spLocks/>
              </p:cNvSpPr>
              <p:nvPr/>
            </p:nvSpPr>
            <p:spPr bwMode="auto">
              <a:xfrm>
                <a:off x="2374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26" name="Freeform 1432"/>
              <p:cNvSpPr>
                <a:spLocks/>
              </p:cNvSpPr>
              <p:nvPr/>
            </p:nvSpPr>
            <p:spPr bwMode="auto">
              <a:xfrm>
                <a:off x="2452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27" name="Freeform 1433"/>
              <p:cNvSpPr>
                <a:spLocks/>
              </p:cNvSpPr>
              <p:nvPr/>
            </p:nvSpPr>
            <p:spPr bwMode="auto">
              <a:xfrm>
                <a:off x="2584" y="17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28" name="Freeform 1434"/>
              <p:cNvSpPr>
                <a:spLocks/>
              </p:cNvSpPr>
              <p:nvPr/>
            </p:nvSpPr>
            <p:spPr bwMode="auto">
              <a:xfrm>
                <a:off x="2368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29" name="Freeform 1435"/>
              <p:cNvSpPr>
                <a:spLocks/>
              </p:cNvSpPr>
              <p:nvPr/>
            </p:nvSpPr>
            <p:spPr bwMode="auto">
              <a:xfrm>
                <a:off x="2033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30" name="Freeform 1436"/>
              <p:cNvSpPr>
                <a:spLocks/>
              </p:cNvSpPr>
              <p:nvPr/>
            </p:nvSpPr>
            <p:spPr bwMode="auto">
              <a:xfrm>
                <a:off x="2309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31" name="Freeform 1437"/>
              <p:cNvSpPr>
                <a:spLocks/>
              </p:cNvSpPr>
              <p:nvPr/>
            </p:nvSpPr>
            <p:spPr bwMode="auto">
              <a:xfrm>
                <a:off x="2165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32" name="Freeform 1438"/>
              <p:cNvSpPr>
                <a:spLocks/>
              </p:cNvSpPr>
              <p:nvPr/>
            </p:nvSpPr>
            <p:spPr bwMode="auto">
              <a:xfrm>
                <a:off x="2578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33" name="Freeform 1439"/>
              <p:cNvSpPr>
                <a:spLocks/>
              </p:cNvSpPr>
              <p:nvPr/>
            </p:nvSpPr>
            <p:spPr bwMode="auto">
              <a:xfrm>
                <a:off x="2392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34" name="Freeform 1440"/>
              <p:cNvSpPr>
                <a:spLocks/>
              </p:cNvSpPr>
              <p:nvPr/>
            </p:nvSpPr>
            <p:spPr bwMode="auto">
              <a:xfrm>
                <a:off x="2309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35" name="Freeform 1441"/>
              <p:cNvSpPr>
                <a:spLocks/>
              </p:cNvSpPr>
              <p:nvPr/>
            </p:nvSpPr>
            <p:spPr bwMode="auto">
              <a:xfrm>
                <a:off x="2261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36" name="Freeform 1442"/>
              <p:cNvSpPr>
                <a:spLocks/>
              </p:cNvSpPr>
              <p:nvPr/>
            </p:nvSpPr>
            <p:spPr bwMode="auto">
              <a:xfrm>
                <a:off x="2189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37" name="Freeform 1443"/>
              <p:cNvSpPr>
                <a:spLocks/>
              </p:cNvSpPr>
              <p:nvPr/>
            </p:nvSpPr>
            <p:spPr bwMode="auto">
              <a:xfrm>
                <a:off x="2356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38" name="Freeform 1444"/>
              <p:cNvSpPr>
                <a:spLocks/>
              </p:cNvSpPr>
              <p:nvPr/>
            </p:nvSpPr>
            <p:spPr bwMode="auto">
              <a:xfrm>
                <a:off x="2291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39" name="Freeform 1445"/>
              <p:cNvSpPr>
                <a:spLocks/>
              </p:cNvSpPr>
              <p:nvPr/>
            </p:nvSpPr>
            <p:spPr bwMode="auto">
              <a:xfrm>
                <a:off x="2327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40" name="Freeform 1446"/>
              <p:cNvSpPr>
                <a:spLocks/>
              </p:cNvSpPr>
              <p:nvPr/>
            </p:nvSpPr>
            <p:spPr bwMode="auto">
              <a:xfrm>
                <a:off x="2297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41" name="Freeform 1447"/>
              <p:cNvSpPr>
                <a:spLocks/>
              </p:cNvSpPr>
              <p:nvPr/>
            </p:nvSpPr>
            <p:spPr bwMode="auto">
              <a:xfrm>
                <a:off x="2362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42" name="Freeform 1448"/>
              <p:cNvSpPr>
                <a:spLocks/>
              </p:cNvSpPr>
              <p:nvPr/>
            </p:nvSpPr>
            <p:spPr bwMode="auto">
              <a:xfrm>
                <a:off x="2368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43" name="Freeform 1449"/>
              <p:cNvSpPr>
                <a:spLocks/>
              </p:cNvSpPr>
              <p:nvPr/>
            </p:nvSpPr>
            <p:spPr bwMode="auto">
              <a:xfrm>
                <a:off x="2303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44" name="Freeform 1450"/>
              <p:cNvSpPr>
                <a:spLocks/>
              </p:cNvSpPr>
              <p:nvPr/>
            </p:nvSpPr>
            <p:spPr bwMode="auto">
              <a:xfrm>
                <a:off x="2333" y="213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45" name="Freeform 1451"/>
              <p:cNvSpPr>
                <a:spLocks/>
              </p:cNvSpPr>
              <p:nvPr/>
            </p:nvSpPr>
            <p:spPr bwMode="auto">
              <a:xfrm>
                <a:off x="2201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46" name="Freeform 1452"/>
              <p:cNvSpPr>
                <a:spLocks/>
              </p:cNvSpPr>
              <p:nvPr/>
            </p:nvSpPr>
            <p:spPr bwMode="auto">
              <a:xfrm>
                <a:off x="222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47" name="Freeform 1453"/>
              <p:cNvSpPr>
                <a:spLocks/>
              </p:cNvSpPr>
              <p:nvPr/>
            </p:nvSpPr>
            <p:spPr bwMode="auto">
              <a:xfrm>
                <a:off x="2626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48" name="Freeform 1454"/>
              <p:cNvSpPr>
                <a:spLocks/>
              </p:cNvSpPr>
              <p:nvPr/>
            </p:nvSpPr>
            <p:spPr bwMode="auto">
              <a:xfrm>
                <a:off x="2201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49" name="Freeform 1455"/>
              <p:cNvSpPr>
                <a:spLocks/>
              </p:cNvSpPr>
              <p:nvPr/>
            </p:nvSpPr>
            <p:spPr bwMode="auto">
              <a:xfrm>
                <a:off x="2494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50" name="Freeform 1456"/>
              <p:cNvSpPr>
                <a:spLocks/>
              </p:cNvSpPr>
              <p:nvPr/>
            </p:nvSpPr>
            <p:spPr bwMode="auto">
              <a:xfrm>
                <a:off x="2159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51" name="Freeform 1457"/>
              <p:cNvSpPr>
                <a:spLocks/>
              </p:cNvSpPr>
              <p:nvPr/>
            </p:nvSpPr>
            <p:spPr bwMode="auto">
              <a:xfrm>
                <a:off x="2608" y="17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52" name="Freeform 1458"/>
              <p:cNvSpPr>
                <a:spLocks/>
              </p:cNvSpPr>
              <p:nvPr/>
            </p:nvSpPr>
            <p:spPr bwMode="auto">
              <a:xfrm>
                <a:off x="2452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53" name="Freeform 1459"/>
              <p:cNvSpPr>
                <a:spLocks/>
              </p:cNvSpPr>
              <p:nvPr/>
            </p:nvSpPr>
            <p:spPr bwMode="auto">
              <a:xfrm>
                <a:off x="2518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54" name="Freeform 1460"/>
              <p:cNvSpPr>
                <a:spLocks/>
              </p:cNvSpPr>
              <p:nvPr/>
            </p:nvSpPr>
            <p:spPr bwMode="auto">
              <a:xfrm>
                <a:off x="2195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55" name="Freeform 1461"/>
              <p:cNvSpPr>
                <a:spLocks/>
              </p:cNvSpPr>
              <p:nvPr/>
            </p:nvSpPr>
            <p:spPr bwMode="auto">
              <a:xfrm>
                <a:off x="2291" y="14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56" name="Freeform 1462"/>
              <p:cNvSpPr>
                <a:spLocks/>
              </p:cNvSpPr>
              <p:nvPr/>
            </p:nvSpPr>
            <p:spPr bwMode="auto">
              <a:xfrm>
                <a:off x="2315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57" name="Freeform 1463"/>
              <p:cNvSpPr>
                <a:spLocks/>
              </p:cNvSpPr>
              <p:nvPr/>
            </p:nvSpPr>
            <p:spPr bwMode="auto">
              <a:xfrm>
                <a:off x="2362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58" name="Freeform 1464"/>
              <p:cNvSpPr>
                <a:spLocks/>
              </p:cNvSpPr>
              <p:nvPr/>
            </p:nvSpPr>
            <p:spPr bwMode="auto">
              <a:xfrm>
                <a:off x="2440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59" name="Freeform 1465"/>
              <p:cNvSpPr>
                <a:spLocks/>
              </p:cNvSpPr>
              <p:nvPr/>
            </p:nvSpPr>
            <p:spPr bwMode="auto">
              <a:xfrm>
                <a:off x="2249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60" name="Freeform 1466"/>
              <p:cNvSpPr>
                <a:spLocks/>
              </p:cNvSpPr>
              <p:nvPr/>
            </p:nvSpPr>
            <p:spPr bwMode="auto">
              <a:xfrm>
                <a:off x="241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61" name="Freeform 1467"/>
              <p:cNvSpPr>
                <a:spLocks/>
              </p:cNvSpPr>
              <p:nvPr/>
            </p:nvSpPr>
            <p:spPr bwMode="auto">
              <a:xfrm>
                <a:off x="2291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62" name="Freeform 1468"/>
              <p:cNvSpPr>
                <a:spLocks/>
              </p:cNvSpPr>
              <p:nvPr/>
            </p:nvSpPr>
            <p:spPr bwMode="auto">
              <a:xfrm>
                <a:off x="2273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63" name="Freeform 1469"/>
              <p:cNvSpPr>
                <a:spLocks/>
              </p:cNvSpPr>
              <p:nvPr/>
            </p:nvSpPr>
            <p:spPr bwMode="auto">
              <a:xfrm>
                <a:off x="2380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64" name="Freeform 1470"/>
              <p:cNvSpPr>
                <a:spLocks/>
              </p:cNvSpPr>
              <p:nvPr/>
            </p:nvSpPr>
            <p:spPr bwMode="auto">
              <a:xfrm>
                <a:off x="2225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65" name="Freeform 1471"/>
              <p:cNvSpPr>
                <a:spLocks/>
              </p:cNvSpPr>
              <p:nvPr/>
            </p:nvSpPr>
            <p:spPr bwMode="auto">
              <a:xfrm>
                <a:off x="2422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66" name="Freeform 1472"/>
              <p:cNvSpPr>
                <a:spLocks/>
              </p:cNvSpPr>
              <p:nvPr/>
            </p:nvSpPr>
            <p:spPr bwMode="auto">
              <a:xfrm>
                <a:off x="2494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67" name="Freeform 1473"/>
              <p:cNvSpPr>
                <a:spLocks/>
              </p:cNvSpPr>
              <p:nvPr/>
            </p:nvSpPr>
            <p:spPr bwMode="auto">
              <a:xfrm>
                <a:off x="2333" y="1970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68" name="Freeform 1474"/>
              <p:cNvSpPr>
                <a:spLocks/>
              </p:cNvSpPr>
              <p:nvPr/>
            </p:nvSpPr>
            <p:spPr bwMode="auto">
              <a:xfrm>
                <a:off x="2123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69" name="Freeform 1475"/>
              <p:cNvSpPr>
                <a:spLocks/>
              </p:cNvSpPr>
              <p:nvPr/>
            </p:nvSpPr>
            <p:spPr bwMode="auto">
              <a:xfrm>
                <a:off x="2279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70" name="Freeform 1476"/>
              <p:cNvSpPr>
                <a:spLocks/>
              </p:cNvSpPr>
              <p:nvPr/>
            </p:nvSpPr>
            <p:spPr bwMode="auto">
              <a:xfrm>
                <a:off x="2255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71" name="Freeform 1477"/>
              <p:cNvSpPr>
                <a:spLocks/>
              </p:cNvSpPr>
              <p:nvPr/>
            </p:nvSpPr>
            <p:spPr bwMode="auto">
              <a:xfrm>
                <a:off x="2356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72" name="Freeform 1478"/>
              <p:cNvSpPr>
                <a:spLocks/>
              </p:cNvSpPr>
              <p:nvPr/>
            </p:nvSpPr>
            <p:spPr bwMode="auto">
              <a:xfrm>
                <a:off x="2380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73" name="Freeform 1479"/>
              <p:cNvSpPr>
                <a:spLocks/>
              </p:cNvSpPr>
              <p:nvPr/>
            </p:nvSpPr>
            <p:spPr bwMode="auto">
              <a:xfrm>
                <a:off x="2452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74" name="Freeform 1480"/>
              <p:cNvSpPr>
                <a:spLocks/>
              </p:cNvSpPr>
              <p:nvPr/>
            </p:nvSpPr>
            <p:spPr bwMode="auto">
              <a:xfrm>
                <a:off x="2321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75" name="Freeform 1481"/>
              <p:cNvSpPr>
                <a:spLocks/>
              </p:cNvSpPr>
              <p:nvPr/>
            </p:nvSpPr>
            <p:spPr bwMode="auto">
              <a:xfrm>
                <a:off x="2362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76" name="Freeform 1482"/>
              <p:cNvSpPr>
                <a:spLocks/>
              </p:cNvSpPr>
              <p:nvPr/>
            </p:nvSpPr>
            <p:spPr bwMode="auto">
              <a:xfrm>
                <a:off x="2069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77" name="Freeform 1483"/>
              <p:cNvSpPr>
                <a:spLocks/>
              </p:cNvSpPr>
              <p:nvPr/>
            </p:nvSpPr>
            <p:spPr bwMode="auto">
              <a:xfrm>
                <a:off x="2524" y="18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78" name="Freeform 1484"/>
              <p:cNvSpPr>
                <a:spLocks/>
              </p:cNvSpPr>
              <p:nvPr/>
            </p:nvSpPr>
            <p:spPr bwMode="auto">
              <a:xfrm>
                <a:off x="2285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79" name="Freeform 1485"/>
              <p:cNvSpPr>
                <a:spLocks/>
              </p:cNvSpPr>
              <p:nvPr/>
            </p:nvSpPr>
            <p:spPr bwMode="auto">
              <a:xfrm>
                <a:off x="2171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80" name="Freeform 1486"/>
              <p:cNvSpPr>
                <a:spLocks/>
              </p:cNvSpPr>
              <p:nvPr/>
            </p:nvSpPr>
            <p:spPr bwMode="auto">
              <a:xfrm>
                <a:off x="2309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81" name="Freeform 1487"/>
              <p:cNvSpPr>
                <a:spLocks/>
              </p:cNvSpPr>
              <p:nvPr/>
            </p:nvSpPr>
            <p:spPr bwMode="auto">
              <a:xfrm>
                <a:off x="2231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82" name="Freeform 1488"/>
              <p:cNvSpPr>
                <a:spLocks/>
              </p:cNvSpPr>
              <p:nvPr/>
            </p:nvSpPr>
            <p:spPr bwMode="auto">
              <a:xfrm>
                <a:off x="2434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83" name="Freeform 1489"/>
              <p:cNvSpPr>
                <a:spLocks/>
              </p:cNvSpPr>
              <p:nvPr/>
            </p:nvSpPr>
            <p:spPr bwMode="auto">
              <a:xfrm>
                <a:off x="2159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84" name="Freeform 1490"/>
              <p:cNvSpPr>
                <a:spLocks/>
              </p:cNvSpPr>
              <p:nvPr/>
            </p:nvSpPr>
            <p:spPr bwMode="auto">
              <a:xfrm>
                <a:off x="2482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85" name="Freeform 1491"/>
              <p:cNvSpPr>
                <a:spLocks/>
              </p:cNvSpPr>
              <p:nvPr/>
            </p:nvSpPr>
            <p:spPr bwMode="auto">
              <a:xfrm>
                <a:off x="2871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86" name="Freeform 1492"/>
              <p:cNvSpPr>
                <a:spLocks/>
              </p:cNvSpPr>
              <p:nvPr/>
            </p:nvSpPr>
            <p:spPr bwMode="auto">
              <a:xfrm>
                <a:off x="226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87" name="Freeform 1493"/>
              <p:cNvSpPr>
                <a:spLocks/>
              </p:cNvSpPr>
              <p:nvPr/>
            </p:nvSpPr>
            <p:spPr bwMode="auto">
              <a:xfrm>
                <a:off x="2392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88" name="Freeform 1494"/>
              <p:cNvSpPr>
                <a:spLocks/>
              </p:cNvSpPr>
              <p:nvPr/>
            </p:nvSpPr>
            <p:spPr bwMode="auto">
              <a:xfrm>
                <a:off x="2051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89" name="Freeform 1495"/>
              <p:cNvSpPr>
                <a:spLocks/>
              </p:cNvSpPr>
              <p:nvPr/>
            </p:nvSpPr>
            <p:spPr bwMode="auto">
              <a:xfrm>
                <a:off x="2249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90" name="Freeform 1496"/>
              <p:cNvSpPr>
                <a:spLocks/>
              </p:cNvSpPr>
              <p:nvPr/>
            </p:nvSpPr>
            <p:spPr bwMode="auto">
              <a:xfrm>
                <a:off x="2458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91" name="Freeform 1497"/>
              <p:cNvSpPr>
                <a:spLocks/>
              </p:cNvSpPr>
              <p:nvPr/>
            </p:nvSpPr>
            <p:spPr bwMode="auto">
              <a:xfrm>
                <a:off x="2309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92" name="Freeform 1498"/>
              <p:cNvSpPr>
                <a:spLocks/>
              </p:cNvSpPr>
              <p:nvPr/>
            </p:nvSpPr>
            <p:spPr bwMode="auto">
              <a:xfrm>
                <a:off x="2542" y="18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93" name="Freeform 1499"/>
              <p:cNvSpPr>
                <a:spLocks/>
              </p:cNvSpPr>
              <p:nvPr/>
            </p:nvSpPr>
            <p:spPr bwMode="auto">
              <a:xfrm>
                <a:off x="2374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94" name="Freeform 1500"/>
              <p:cNvSpPr>
                <a:spLocks/>
              </p:cNvSpPr>
              <p:nvPr/>
            </p:nvSpPr>
            <p:spPr bwMode="auto">
              <a:xfrm>
                <a:off x="2195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95" name="Freeform 1501"/>
              <p:cNvSpPr>
                <a:spLocks/>
              </p:cNvSpPr>
              <p:nvPr/>
            </p:nvSpPr>
            <p:spPr bwMode="auto">
              <a:xfrm>
                <a:off x="2327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96" name="Freeform 1502"/>
              <p:cNvSpPr>
                <a:spLocks/>
              </p:cNvSpPr>
              <p:nvPr/>
            </p:nvSpPr>
            <p:spPr bwMode="auto">
              <a:xfrm>
                <a:off x="226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97" name="Freeform 1503"/>
              <p:cNvSpPr>
                <a:spLocks/>
              </p:cNvSpPr>
              <p:nvPr/>
            </p:nvSpPr>
            <p:spPr bwMode="auto">
              <a:xfrm>
                <a:off x="2356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98" name="Freeform 1504"/>
              <p:cNvSpPr>
                <a:spLocks/>
              </p:cNvSpPr>
              <p:nvPr/>
            </p:nvSpPr>
            <p:spPr bwMode="auto">
              <a:xfrm>
                <a:off x="2500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99" name="Freeform 1505"/>
              <p:cNvSpPr>
                <a:spLocks/>
              </p:cNvSpPr>
              <p:nvPr/>
            </p:nvSpPr>
            <p:spPr bwMode="auto">
              <a:xfrm>
                <a:off x="2506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00" name="Freeform 1506"/>
              <p:cNvSpPr>
                <a:spLocks/>
              </p:cNvSpPr>
              <p:nvPr/>
            </p:nvSpPr>
            <p:spPr bwMode="auto">
              <a:xfrm>
                <a:off x="2602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01" name="Freeform 1507"/>
              <p:cNvSpPr>
                <a:spLocks/>
              </p:cNvSpPr>
              <p:nvPr/>
            </p:nvSpPr>
            <p:spPr bwMode="auto">
              <a:xfrm>
                <a:off x="2273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02" name="Freeform 1508"/>
              <p:cNvSpPr>
                <a:spLocks/>
              </p:cNvSpPr>
              <p:nvPr/>
            </p:nvSpPr>
            <p:spPr bwMode="auto">
              <a:xfrm>
                <a:off x="2374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03" name="Freeform 1509"/>
              <p:cNvSpPr>
                <a:spLocks/>
              </p:cNvSpPr>
              <p:nvPr/>
            </p:nvSpPr>
            <p:spPr bwMode="auto">
              <a:xfrm>
                <a:off x="2356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04" name="Freeform 1510"/>
              <p:cNvSpPr>
                <a:spLocks/>
              </p:cNvSpPr>
              <p:nvPr/>
            </p:nvSpPr>
            <p:spPr bwMode="auto">
              <a:xfrm>
                <a:off x="2255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05" name="Freeform 1511"/>
              <p:cNvSpPr>
                <a:spLocks/>
              </p:cNvSpPr>
              <p:nvPr/>
            </p:nvSpPr>
            <p:spPr bwMode="auto">
              <a:xfrm>
                <a:off x="2015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06" name="Freeform 1512"/>
              <p:cNvSpPr>
                <a:spLocks/>
              </p:cNvSpPr>
              <p:nvPr/>
            </p:nvSpPr>
            <p:spPr bwMode="auto">
              <a:xfrm>
                <a:off x="2147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07" name="Freeform 1513"/>
              <p:cNvSpPr>
                <a:spLocks/>
              </p:cNvSpPr>
              <p:nvPr/>
            </p:nvSpPr>
            <p:spPr bwMode="auto">
              <a:xfrm>
                <a:off x="2404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08" name="Freeform 1514"/>
              <p:cNvSpPr>
                <a:spLocks/>
              </p:cNvSpPr>
              <p:nvPr/>
            </p:nvSpPr>
            <p:spPr bwMode="auto">
              <a:xfrm>
                <a:off x="2237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09" name="Freeform 1515"/>
              <p:cNvSpPr>
                <a:spLocks/>
              </p:cNvSpPr>
              <p:nvPr/>
            </p:nvSpPr>
            <p:spPr bwMode="auto">
              <a:xfrm>
                <a:off x="2099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10" name="Freeform 1516"/>
              <p:cNvSpPr>
                <a:spLocks/>
              </p:cNvSpPr>
              <p:nvPr/>
            </p:nvSpPr>
            <p:spPr bwMode="auto">
              <a:xfrm>
                <a:off x="2201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11" name="Freeform 1517"/>
              <p:cNvSpPr>
                <a:spLocks/>
              </p:cNvSpPr>
              <p:nvPr/>
            </p:nvSpPr>
            <p:spPr bwMode="auto">
              <a:xfrm>
                <a:off x="232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12" name="Freeform 1518"/>
              <p:cNvSpPr>
                <a:spLocks/>
              </p:cNvSpPr>
              <p:nvPr/>
            </p:nvSpPr>
            <p:spPr bwMode="auto">
              <a:xfrm>
                <a:off x="2285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13" name="Freeform 1519"/>
              <p:cNvSpPr>
                <a:spLocks/>
              </p:cNvSpPr>
              <p:nvPr/>
            </p:nvSpPr>
            <p:spPr bwMode="auto">
              <a:xfrm>
                <a:off x="2255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14" name="Freeform 1520"/>
              <p:cNvSpPr>
                <a:spLocks/>
              </p:cNvSpPr>
              <p:nvPr/>
            </p:nvSpPr>
            <p:spPr bwMode="auto">
              <a:xfrm>
                <a:off x="2309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15" name="Freeform 1521"/>
              <p:cNvSpPr>
                <a:spLocks/>
              </p:cNvSpPr>
              <p:nvPr/>
            </p:nvSpPr>
            <p:spPr bwMode="auto">
              <a:xfrm>
                <a:off x="2249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16" name="Freeform 1522"/>
              <p:cNvSpPr>
                <a:spLocks/>
              </p:cNvSpPr>
              <p:nvPr/>
            </p:nvSpPr>
            <p:spPr bwMode="auto">
              <a:xfrm>
                <a:off x="2560" y="17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17" name="Freeform 1523"/>
              <p:cNvSpPr>
                <a:spLocks/>
              </p:cNvSpPr>
              <p:nvPr/>
            </p:nvSpPr>
            <p:spPr bwMode="auto">
              <a:xfrm>
                <a:off x="1374" y="14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18" name="Freeform 1524"/>
              <p:cNvSpPr>
                <a:spLocks/>
              </p:cNvSpPr>
              <p:nvPr/>
            </p:nvSpPr>
            <p:spPr bwMode="auto">
              <a:xfrm>
                <a:off x="2368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19" name="Freeform 1525"/>
              <p:cNvSpPr>
                <a:spLocks/>
              </p:cNvSpPr>
              <p:nvPr/>
            </p:nvSpPr>
            <p:spPr bwMode="auto">
              <a:xfrm>
                <a:off x="2554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20" name="Freeform 1526"/>
              <p:cNvSpPr>
                <a:spLocks/>
              </p:cNvSpPr>
              <p:nvPr/>
            </p:nvSpPr>
            <p:spPr bwMode="auto">
              <a:xfrm>
                <a:off x="2213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21" name="Freeform 1527"/>
              <p:cNvSpPr>
                <a:spLocks/>
              </p:cNvSpPr>
              <p:nvPr/>
            </p:nvSpPr>
            <p:spPr bwMode="auto">
              <a:xfrm>
                <a:off x="2309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22" name="Freeform 1528"/>
              <p:cNvSpPr>
                <a:spLocks/>
              </p:cNvSpPr>
              <p:nvPr/>
            </p:nvSpPr>
            <p:spPr bwMode="auto">
              <a:xfrm>
                <a:off x="2339" y="210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23" name="Freeform 1529"/>
              <p:cNvSpPr>
                <a:spLocks/>
              </p:cNvSpPr>
              <p:nvPr/>
            </p:nvSpPr>
            <p:spPr bwMode="auto">
              <a:xfrm>
                <a:off x="2267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24" name="Freeform 1530"/>
              <p:cNvSpPr>
                <a:spLocks/>
              </p:cNvSpPr>
              <p:nvPr/>
            </p:nvSpPr>
            <p:spPr bwMode="auto">
              <a:xfrm>
                <a:off x="2410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25" name="Freeform 1531"/>
              <p:cNvSpPr>
                <a:spLocks/>
              </p:cNvSpPr>
              <p:nvPr/>
            </p:nvSpPr>
            <p:spPr bwMode="auto">
              <a:xfrm>
                <a:off x="1830" y="27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26" name="Freeform 1532"/>
              <p:cNvSpPr>
                <a:spLocks/>
              </p:cNvSpPr>
              <p:nvPr/>
            </p:nvSpPr>
            <p:spPr bwMode="auto">
              <a:xfrm>
                <a:off x="2273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27" name="Freeform 1533"/>
              <p:cNvSpPr>
                <a:spLocks/>
              </p:cNvSpPr>
              <p:nvPr/>
            </p:nvSpPr>
            <p:spPr bwMode="auto">
              <a:xfrm>
                <a:off x="2231" y="26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28" name="Freeform 1534"/>
              <p:cNvSpPr>
                <a:spLocks/>
              </p:cNvSpPr>
              <p:nvPr/>
            </p:nvSpPr>
            <p:spPr bwMode="auto">
              <a:xfrm>
                <a:off x="2189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29" name="Freeform 1535"/>
              <p:cNvSpPr>
                <a:spLocks/>
              </p:cNvSpPr>
              <p:nvPr/>
            </p:nvSpPr>
            <p:spPr bwMode="auto">
              <a:xfrm>
                <a:off x="2303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30" name="Freeform 1536"/>
              <p:cNvSpPr>
                <a:spLocks/>
              </p:cNvSpPr>
              <p:nvPr/>
            </p:nvSpPr>
            <p:spPr bwMode="auto">
              <a:xfrm>
                <a:off x="2249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31" name="Freeform 1537"/>
              <p:cNvSpPr>
                <a:spLocks/>
              </p:cNvSpPr>
              <p:nvPr/>
            </p:nvSpPr>
            <p:spPr bwMode="auto">
              <a:xfrm>
                <a:off x="2859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32" name="Freeform 1538"/>
              <p:cNvSpPr>
                <a:spLocks/>
              </p:cNvSpPr>
              <p:nvPr/>
            </p:nvSpPr>
            <p:spPr bwMode="auto">
              <a:xfrm>
                <a:off x="2225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33" name="Freeform 1539"/>
              <p:cNvSpPr>
                <a:spLocks/>
              </p:cNvSpPr>
              <p:nvPr/>
            </p:nvSpPr>
            <p:spPr bwMode="auto">
              <a:xfrm>
                <a:off x="2309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34" name="Freeform 1540"/>
              <p:cNvSpPr>
                <a:spLocks/>
              </p:cNvSpPr>
              <p:nvPr/>
            </p:nvSpPr>
            <p:spPr bwMode="auto">
              <a:xfrm>
                <a:off x="2428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35" name="Freeform 1541"/>
              <p:cNvSpPr>
                <a:spLocks/>
              </p:cNvSpPr>
              <p:nvPr/>
            </p:nvSpPr>
            <p:spPr bwMode="auto">
              <a:xfrm>
                <a:off x="2279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36" name="Freeform 1542"/>
              <p:cNvSpPr>
                <a:spLocks/>
              </p:cNvSpPr>
              <p:nvPr/>
            </p:nvSpPr>
            <p:spPr bwMode="auto">
              <a:xfrm>
                <a:off x="2123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37" name="Freeform 1543"/>
              <p:cNvSpPr>
                <a:spLocks/>
              </p:cNvSpPr>
              <p:nvPr/>
            </p:nvSpPr>
            <p:spPr bwMode="auto">
              <a:xfrm>
                <a:off x="2297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38" name="Freeform 1544"/>
              <p:cNvSpPr>
                <a:spLocks/>
              </p:cNvSpPr>
              <p:nvPr/>
            </p:nvSpPr>
            <p:spPr bwMode="auto">
              <a:xfrm>
                <a:off x="2333" y="205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39" name="Freeform 1545"/>
              <p:cNvSpPr>
                <a:spLocks/>
              </p:cNvSpPr>
              <p:nvPr/>
            </p:nvSpPr>
            <p:spPr bwMode="auto">
              <a:xfrm>
                <a:off x="2225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40" name="Freeform 1546"/>
              <p:cNvSpPr>
                <a:spLocks/>
              </p:cNvSpPr>
              <p:nvPr/>
            </p:nvSpPr>
            <p:spPr bwMode="auto">
              <a:xfrm>
                <a:off x="2165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41" name="Freeform 1547"/>
              <p:cNvSpPr>
                <a:spLocks/>
              </p:cNvSpPr>
              <p:nvPr/>
            </p:nvSpPr>
            <p:spPr bwMode="auto">
              <a:xfrm>
                <a:off x="2267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42" name="Freeform 1548"/>
              <p:cNvSpPr>
                <a:spLocks/>
              </p:cNvSpPr>
              <p:nvPr/>
            </p:nvSpPr>
            <p:spPr bwMode="auto">
              <a:xfrm>
                <a:off x="2333" y="1863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43" name="Freeform 1549"/>
              <p:cNvSpPr>
                <a:spLocks/>
              </p:cNvSpPr>
              <p:nvPr/>
            </p:nvSpPr>
            <p:spPr bwMode="auto">
              <a:xfrm>
                <a:off x="2105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44" name="Freeform 1550"/>
              <p:cNvSpPr>
                <a:spLocks/>
              </p:cNvSpPr>
              <p:nvPr/>
            </p:nvSpPr>
            <p:spPr bwMode="auto">
              <a:xfrm>
                <a:off x="2309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45" name="Freeform 1551"/>
              <p:cNvSpPr>
                <a:spLocks/>
              </p:cNvSpPr>
              <p:nvPr/>
            </p:nvSpPr>
            <p:spPr bwMode="auto">
              <a:xfrm>
                <a:off x="2303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46" name="Freeform 1552"/>
              <p:cNvSpPr>
                <a:spLocks/>
              </p:cNvSpPr>
              <p:nvPr/>
            </p:nvSpPr>
            <p:spPr bwMode="auto">
              <a:xfrm>
                <a:off x="2021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47" name="Freeform 1553"/>
              <p:cNvSpPr>
                <a:spLocks/>
              </p:cNvSpPr>
              <p:nvPr/>
            </p:nvSpPr>
            <p:spPr bwMode="auto">
              <a:xfrm>
                <a:off x="2303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48" name="Freeform 1554"/>
              <p:cNvSpPr>
                <a:spLocks/>
              </p:cNvSpPr>
              <p:nvPr/>
            </p:nvSpPr>
            <p:spPr bwMode="auto">
              <a:xfrm>
                <a:off x="2386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49" name="Freeform 1555"/>
              <p:cNvSpPr>
                <a:spLocks/>
              </p:cNvSpPr>
              <p:nvPr/>
            </p:nvSpPr>
            <p:spPr bwMode="auto">
              <a:xfrm>
                <a:off x="2315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50" name="Freeform 1556"/>
              <p:cNvSpPr>
                <a:spLocks/>
              </p:cNvSpPr>
              <p:nvPr/>
            </p:nvSpPr>
            <p:spPr bwMode="auto">
              <a:xfrm>
                <a:off x="2590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51" name="Freeform 1557"/>
              <p:cNvSpPr>
                <a:spLocks/>
              </p:cNvSpPr>
              <p:nvPr/>
            </p:nvSpPr>
            <p:spPr bwMode="auto">
              <a:xfrm>
                <a:off x="2333" y="217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52" name="Freeform 1558"/>
              <p:cNvSpPr>
                <a:spLocks/>
              </p:cNvSpPr>
              <p:nvPr/>
            </p:nvSpPr>
            <p:spPr bwMode="auto">
              <a:xfrm>
                <a:off x="2255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53" name="Freeform 1559"/>
              <p:cNvSpPr>
                <a:spLocks/>
              </p:cNvSpPr>
              <p:nvPr/>
            </p:nvSpPr>
            <p:spPr bwMode="auto">
              <a:xfrm>
                <a:off x="2201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54" name="Freeform 1560"/>
              <p:cNvSpPr>
                <a:spLocks/>
              </p:cNvSpPr>
              <p:nvPr/>
            </p:nvSpPr>
            <p:spPr bwMode="auto">
              <a:xfrm>
                <a:off x="2416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55" name="Freeform 1561"/>
              <p:cNvSpPr>
                <a:spLocks/>
              </p:cNvSpPr>
              <p:nvPr/>
            </p:nvSpPr>
            <p:spPr bwMode="auto">
              <a:xfrm>
                <a:off x="2333" y="2066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56" name="Freeform 1562"/>
              <p:cNvSpPr>
                <a:spLocks/>
              </p:cNvSpPr>
              <p:nvPr/>
            </p:nvSpPr>
            <p:spPr bwMode="auto">
              <a:xfrm>
                <a:off x="2303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57" name="Freeform 1563"/>
              <p:cNvSpPr>
                <a:spLocks/>
              </p:cNvSpPr>
              <p:nvPr/>
            </p:nvSpPr>
            <p:spPr bwMode="auto">
              <a:xfrm>
                <a:off x="2446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58" name="Freeform 1564"/>
              <p:cNvSpPr>
                <a:spLocks/>
              </p:cNvSpPr>
              <p:nvPr/>
            </p:nvSpPr>
            <p:spPr bwMode="auto">
              <a:xfrm>
                <a:off x="2674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59" name="Freeform 1565"/>
              <p:cNvSpPr>
                <a:spLocks/>
              </p:cNvSpPr>
              <p:nvPr/>
            </p:nvSpPr>
            <p:spPr bwMode="auto">
              <a:xfrm>
                <a:off x="2321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60" name="Freeform 1566"/>
              <p:cNvSpPr>
                <a:spLocks/>
              </p:cNvSpPr>
              <p:nvPr/>
            </p:nvSpPr>
            <p:spPr bwMode="auto">
              <a:xfrm>
                <a:off x="2339" y="2072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61" name="Freeform 1567"/>
              <p:cNvSpPr>
                <a:spLocks/>
              </p:cNvSpPr>
              <p:nvPr/>
            </p:nvSpPr>
            <p:spPr bwMode="auto">
              <a:xfrm>
                <a:off x="2339" y="216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62" name="Freeform 1568"/>
              <p:cNvSpPr>
                <a:spLocks/>
              </p:cNvSpPr>
              <p:nvPr/>
            </p:nvSpPr>
            <p:spPr bwMode="auto">
              <a:xfrm>
                <a:off x="2440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63" name="Freeform 1569"/>
              <p:cNvSpPr>
                <a:spLocks/>
              </p:cNvSpPr>
              <p:nvPr/>
            </p:nvSpPr>
            <p:spPr bwMode="auto">
              <a:xfrm>
                <a:off x="2542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64" name="Freeform 1570"/>
              <p:cNvSpPr>
                <a:spLocks/>
              </p:cNvSpPr>
              <p:nvPr/>
            </p:nvSpPr>
            <p:spPr bwMode="auto">
              <a:xfrm>
                <a:off x="2548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65" name="Freeform 1571"/>
              <p:cNvSpPr>
                <a:spLocks/>
              </p:cNvSpPr>
              <p:nvPr/>
            </p:nvSpPr>
            <p:spPr bwMode="auto">
              <a:xfrm>
                <a:off x="2392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66" name="Freeform 1572"/>
              <p:cNvSpPr>
                <a:spLocks/>
              </p:cNvSpPr>
              <p:nvPr/>
            </p:nvSpPr>
            <p:spPr bwMode="auto">
              <a:xfrm>
                <a:off x="217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67" name="Freeform 1573"/>
              <p:cNvSpPr>
                <a:spLocks/>
              </p:cNvSpPr>
              <p:nvPr/>
            </p:nvSpPr>
            <p:spPr bwMode="auto">
              <a:xfrm>
                <a:off x="2518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68" name="Freeform 1574"/>
              <p:cNvSpPr>
                <a:spLocks/>
              </p:cNvSpPr>
              <p:nvPr/>
            </p:nvSpPr>
            <p:spPr bwMode="auto">
              <a:xfrm>
                <a:off x="2135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69" name="Freeform 1575"/>
              <p:cNvSpPr>
                <a:spLocks/>
              </p:cNvSpPr>
              <p:nvPr/>
            </p:nvSpPr>
            <p:spPr bwMode="auto">
              <a:xfrm>
                <a:off x="2303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70" name="Freeform 1576"/>
              <p:cNvSpPr>
                <a:spLocks/>
              </p:cNvSpPr>
              <p:nvPr/>
            </p:nvSpPr>
            <p:spPr bwMode="auto">
              <a:xfrm>
                <a:off x="2333" y="198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71" name="Freeform 1577"/>
              <p:cNvSpPr>
                <a:spLocks/>
              </p:cNvSpPr>
              <p:nvPr/>
            </p:nvSpPr>
            <p:spPr bwMode="auto">
              <a:xfrm>
                <a:off x="2362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72" name="Freeform 1578"/>
              <p:cNvSpPr>
                <a:spLocks/>
              </p:cNvSpPr>
              <p:nvPr/>
            </p:nvSpPr>
            <p:spPr bwMode="auto">
              <a:xfrm>
                <a:off x="2500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73" name="Freeform 1579"/>
              <p:cNvSpPr>
                <a:spLocks/>
              </p:cNvSpPr>
              <p:nvPr/>
            </p:nvSpPr>
            <p:spPr bwMode="auto">
              <a:xfrm>
                <a:off x="2344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74" name="Freeform 1580"/>
              <p:cNvSpPr>
                <a:spLocks/>
              </p:cNvSpPr>
              <p:nvPr/>
            </p:nvSpPr>
            <p:spPr bwMode="auto">
              <a:xfrm>
                <a:off x="2428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75" name="Freeform 1581"/>
              <p:cNvSpPr>
                <a:spLocks/>
              </p:cNvSpPr>
              <p:nvPr/>
            </p:nvSpPr>
            <p:spPr bwMode="auto">
              <a:xfrm>
                <a:off x="2255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76" name="Freeform 1582"/>
              <p:cNvSpPr>
                <a:spLocks/>
              </p:cNvSpPr>
              <p:nvPr/>
            </p:nvSpPr>
            <p:spPr bwMode="auto">
              <a:xfrm>
                <a:off x="2303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77" name="Freeform 1583"/>
              <p:cNvSpPr>
                <a:spLocks/>
              </p:cNvSpPr>
              <p:nvPr/>
            </p:nvSpPr>
            <p:spPr bwMode="auto">
              <a:xfrm>
                <a:off x="2327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78" name="Freeform 1584"/>
              <p:cNvSpPr>
                <a:spLocks/>
              </p:cNvSpPr>
              <p:nvPr/>
            </p:nvSpPr>
            <p:spPr bwMode="auto">
              <a:xfrm>
                <a:off x="2303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79" name="Freeform 1585"/>
              <p:cNvSpPr>
                <a:spLocks/>
              </p:cNvSpPr>
              <p:nvPr/>
            </p:nvSpPr>
            <p:spPr bwMode="auto">
              <a:xfrm>
                <a:off x="2446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80" name="Freeform 1586"/>
              <p:cNvSpPr>
                <a:spLocks/>
              </p:cNvSpPr>
              <p:nvPr/>
            </p:nvSpPr>
            <p:spPr bwMode="auto">
              <a:xfrm>
                <a:off x="2267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81" name="Freeform 1587"/>
              <p:cNvSpPr>
                <a:spLocks/>
              </p:cNvSpPr>
              <p:nvPr/>
            </p:nvSpPr>
            <p:spPr bwMode="auto">
              <a:xfrm>
                <a:off x="2303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82" name="Freeform 1588"/>
              <p:cNvSpPr>
                <a:spLocks/>
              </p:cNvSpPr>
              <p:nvPr/>
            </p:nvSpPr>
            <p:spPr bwMode="auto">
              <a:xfrm>
                <a:off x="2057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83" name="Freeform 1589"/>
              <p:cNvSpPr>
                <a:spLocks/>
              </p:cNvSpPr>
              <p:nvPr/>
            </p:nvSpPr>
            <p:spPr bwMode="auto">
              <a:xfrm>
                <a:off x="2428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84" name="Freeform 1590"/>
              <p:cNvSpPr>
                <a:spLocks/>
              </p:cNvSpPr>
              <p:nvPr/>
            </p:nvSpPr>
            <p:spPr bwMode="auto">
              <a:xfrm>
                <a:off x="2285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85" name="Freeform 1591"/>
              <p:cNvSpPr>
                <a:spLocks/>
              </p:cNvSpPr>
              <p:nvPr/>
            </p:nvSpPr>
            <p:spPr bwMode="auto">
              <a:xfrm>
                <a:off x="2225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86" name="Freeform 1592"/>
              <p:cNvSpPr>
                <a:spLocks/>
              </p:cNvSpPr>
              <p:nvPr/>
            </p:nvSpPr>
            <p:spPr bwMode="auto">
              <a:xfrm>
                <a:off x="2440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87" name="Freeform 1593"/>
              <p:cNvSpPr>
                <a:spLocks/>
              </p:cNvSpPr>
              <p:nvPr/>
            </p:nvSpPr>
            <p:spPr bwMode="auto">
              <a:xfrm>
                <a:off x="2249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88" name="Freeform 1594"/>
              <p:cNvSpPr>
                <a:spLocks/>
              </p:cNvSpPr>
              <p:nvPr/>
            </p:nvSpPr>
            <p:spPr bwMode="auto">
              <a:xfrm>
                <a:off x="2398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89" name="Freeform 1595"/>
              <p:cNvSpPr>
                <a:spLocks/>
              </p:cNvSpPr>
              <p:nvPr/>
            </p:nvSpPr>
            <p:spPr bwMode="auto">
              <a:xfrm>
                <a:off x="2273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90" name="Freeform 1596"/>
              <p:cNvSpPr>
                <a:spLocks/>
              </p:cNvSpPr>
              <p:nvPr/>
            </p:nvSpPr>
            <p:spPr bwMode="auto">
              <a:xfrm>
                <a:off x="2458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91" name="Freeform 1597"/>
              <p:cNvSpPr>
                <a:spLocks/>
              </p:cNvSpPr>
              <p:nvPr/>
            </p:nvSpPr>
            <p:spPr bwMode="auto">
              <a:xfrm>
                <a:off x="2446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92" name="Freeform 1598"/>
              <p:cNvSpPr>
                <a:spLocks/>
              </p:cNvSpPr>
              <p:nvPr/>
            </p:nvSpPr>
            <p:spPr bwMode="auto">
              <a:xfrm>
                <a:off x="2183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93" name="Freeform 1599"/>
              <p:cNvSpPr>
                <a:spLocks/>
              </p:cNvSpPr>
              <p:nvPr/>
            </p:nvSpPr>
            <p:spPr bwMode="auto">
              <a:xfrm>
                <a:off x="2339" y="200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94" name="Freeform 1600"/>
              <p:cNvSpPr>
                <a:spLocks/>
              </p:cNvSpPr>
              <p:nvPr/>
            </p:nvSpPr>
            <p:spPr bwMode="auto">
              <a:xfrm>
                <a:off x="2093" y="23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95" name="Freeform 1601"/>
              <p:cNvSpPr>
                <a:spLocks/>
              </p:cNvSpPr>
              <p:nvPr/>
            </p:nvSpPr>
            <p:spPr bwMode="auto">
              <a:xfrm>
                <a:off x="2344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96" name="Freeform 1602"/>
              <p:cNvSpPr>
                <a:spLocks/>
              </p:cNvSpPr>
              <p:nvPr/>
            </p:nvSpPr>
            <p:spPr bwMode="auto">
              <a:xfrm>
                <a:off x="2135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97" name="Freeform 1603"/>
              <p:cNvSpPr>
                <a:spLocks/>
              </p:cNvSpPr>
              <p:nvPr/>
            </p:nvSpPr>
            <p:spPr bwMode="auto">
              <a:xfrm>
                <a:off x="2524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98" name="Freeform 1604"/>
              <p:cNvSpPr>
                <a:spLocks/>
              </p:cNvSpPr>
              <p:nvPr/>
            </p:nvSpPr>
            <p:spPr bwMode="auto">
              <a:xfrm>
                <a:off x="2201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999" name="Freeform 1605"/>
              <p:cNvSpPr>
                <a:spLocks/>
              </p:cNvSpPr>
              <p:nvPr/>
            </p:nvSpPr>
            <p:spPr bwMode="auto">
              <a:xfrm>
                <a:off x="2207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00" name="Freeform 1606"/>
              <p:cNvSpPr>
                <a:spLocks/>
              </p:cNvSpPr>
              <p:nvPr/>
            </p:nvSpPr>
            <p:spPr bwMode="auto">
              <a:xfrm>
                <a:off x="2243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01" name="Freeform 1607"/>
              <p:cNvSpPr>
                <a:spLocks/>
              </p:cNvSpPr>
              <p:nvPr/>
            </p:nvSpPr>
            <p:spPr bwMode="auto">
              <a:xfrm>
                <a:off x="2380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02" name="Freeform 1608"/>
              <p:cNvSpPr>
                <a:spLocks/>
              </p:cNvSpPr>
              <p:nvPr/>
            </p:nvSpPr>
            <p:spPr bwMode="auto">
              <a:xfrm>
                <a:off x="2279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03" name="Freeform 1609"/>
              <p:cNvSpPr>
                <a:spLocks/>
              </p:cNvSpPr>
              <p:nvPr/>
            </p:nvSpPr>
            <p:spPr bwMode="auto">
              <a:xfrm>
                <a:off x="2356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04" name="Freeform 1610"/>
              <p:cNvSpPr>
                <a:spLocks/>
              </p:cNvSpPr>
              <p:nvPr/>
            </p:nvSpPr>
            <p:spPr bwMode="auto">
              <a:xfrm>
                <a:off x="2356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2005" name="Freeform 1611"/>
              <p:cNvSpPr>
                <a:spLocks/>
              </p:cNvSpPr>
              <p:nvPr/>
            </p:nvSpPr>
            <p:spPr bwMode="auto">
              <a:xfrm>
                <a:off x="2297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2" name="Group 1813"/>
            <p:cNvGrpSpPr>
              <a:grpSpLocks/>
            </p:cNvGrpSpPr>
            <p:nvPr/>
          </p:nvGrpSpPr>
          <p:grpSpPr bwMode="auto">
            <a:xfrm>
              <a:off x="1818" y="1617"/>
              <a:ext cx="1233" cy="898"/>
              <a:chOff x="1818" y="1617"/>
              <a:chExt cx="1233" cy="898"/>
            </a:xfrm>
          </p:grpSpPr>
          <p:sp>
            <p:nvSpPr>
              <p:cNvPr id="61606" name="Freeform 1613"/>
              <p:cNvSpPr>
                <a:spLocks/>
              </p:cNvSpPr>
              <p:nvPr/>
            </p:nvSpPr>
            <p:spPr bwMode="auto">
              <a:xfrm>
                <a:off x="2494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07" name="Freeform 1614"/>
              <p:cNvSpPr>
                <a:spLocks/>
              </p:cNvSpPr>
              <p:nvPr/>
            </p:nvSpPr>
            <p:spPr bwMode="auto">
              <a:xfrm>
                <a:off x="2273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08" name="Freeform 1615"/>
              <p:cNvSpPr>
                <a:spLocks/>
              </p:cNvSpPr>
              <p:nvPr/>
            </p:nvSpPr>
            <p:spPr bwMode="auto">
              <a:xfrm>
                <a:off x="2500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09" name="Freeform 1616"/>
              <p:cNvSpPr>
                <a:spLocks/>
              </p:cNvSpPr>
              <p:nvPr/>
            </p:nvSpPr>
            <p:spPr bwMode="auto">
              <a:xfrm>
                <a:off x="2303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10" name="Freeform 1617"/>
              <p:cNvSpPr>
                <a:spLocks/>
              </p:cNvSpPr>
              <p:nvPr/>
            </p:nvSpPr>
            <p:spPr bwMode="auto">
              <a:xfrm>
                <a:off x="2291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11" name="Freeform 1618"/>
              <p:cNvSpPr>
                <a:spLocks/>
              </p:cNvSpPr>
              <p:nvPr/>
            </p:nvSpPr>
            <p:spPr bwMode="auto">
              <a:xfrm>
                <a:off x="2548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12" name="Freeform 1619"/>
              <p:cNvSpPr>
                <a:spLocks/>
              </p:cNvSpPr>
              <p:nvPr/>
            </p:nvSpPr>
            <p:spPr bwMode="auto">
              <a:xfrm>
                <a:off x="2356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13" name="Freeform 1620"/>
              <p:cNvSpPr>
                <a:spLocks/>
              </p:cNvSpPr>
              <p:nvPr/>
            </p:nvSpPr>
            <p:spPr bwMode="auto">
              <a:xfrm>
                <a:off x="2225" y="23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14" name="Freeform 1621"/>
              <p:cNvSpPr>
                <a:spLocks/>
              </p:cNvSpPr>
              <p:nvPr/>
            </p:nvSpPr>
            <p:spPr bwMode="auto">
              <a:xfrm>
                <a:off x="2356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15" name="Freeform 1622"/>
              <p:cNvSpPr>
                <a:spLocks/>
              </p:cNvSpPr>
              <p:nvPr/>
            </p:nvSpPr>
            <p:spPr bwMode="auto">
              <a:xfrm>
                <a:off x="2291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16" name="Freeform 1623"/>
              <p:cNvSpPr>
                <a:spLocks/>
              </p:cNvSpPr>
              <p:nvPr/>
            </p:nvSpPr>
            <p:spPr bwMode="auto">
              <a:xfrm>
                <a:off x="2440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17" name="Freeform 1624"/>
              <p:cNvSpPr>
                <a:spLocks/>
              </p:cNvSpPr>
              <p:nvPr/>
            </p:nvSpPr>
            <p:spPr bwMode="auto">
              <a:xfrm>
                <a:off x="2530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18" name="Freeform 1625"/>
              <p:cNvSpPr>
                <a:spLocks/>
              </p:cNvSpPr>
              <p:nvPr/>
            </p:nvSpPr>
            <p:spPr bwMode="auto">
              <a:xfrm>
                <a:off x="2297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19" name="Freeform 1626"/>
              <p:cNvSpPr>
                <a:spLocks/>
              </p:cNvSpPr>
              <p:nvPr/>
            </p:nvSpPr>
            <p:spPr bwMode="auto">
              <a:xfrm>
                <a:off x="2356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20" name="Freeform 1627"/>
              <p:cNvSpPr>
                <a:spLocks/>
              </p:cNvSpPr>
              <p:nvPr/>
            </p:nvSpPr>
            <p:spPr bwMode="auto">
              <a:xfrm>
                <a:off x="2327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21" name="Freeform 1628"/>
              <p:cNvSpPr>
                <a:spLocks/>
              </p:cNvSpPr>
              <p:nvPr/>
            </p:nvSpPr>
            <p:spPr bwMode="auto">
              <a:xfrm>
                <a:off x="2237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22" name="Freeform 1629"/>
              <p:cNvSpPr>
                <a:spLocks/>
              </p:cNvSpPr>
              <p:nvPr/>
            </p:nvSpPr>
            <p:spPr bwMode="auto">
              <a:xfrm>
                <a:off x="1824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23" name="Freeform 1630"/>
              <p:cNvSpPr>
                <a:spLocks/>
              </p:cNvSpPr>
              <p:nvPr/>
            </p:nvSpPr>
            <p:spPr bwMode="auto">
              <a:xfrm>
                <a:off x="2285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24" name="Freeform 1631"/>
              <p:cNvSpPr>
                <a:spLocks/>
              </p:cNvSpPr>
              <p:nvPr/>
            </p:nvSpPr>
            <p:spPr bwMode="auto">
              <a:xfrm>
                <a:off x="2285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25" name="Freeform 1632"/>
              <p:cNvSpPr>
                <a:spLocks/>
              </p:cNvSpPr>
              <p:nvPr/>
            </p:nvSpPr>
            <p:spPr bwMode="auto">
              <a:xfrm>
                <a:off x="2428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26" name="Freeform 1633"/>
              <p:cNvSpPr>
                <a:spLocks/>
              </p:cNvSpPr>
              <p:nvPr/>
            </p:nvSpPr>
            <p:spPr bwMode="auto">
              <a:xfrm>
                <a:off x="2333" y="2186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27" name="Freeform 1634"/>
              <p:cNvSpPr>
                <a:spLocks/>
              </p:cNvSpPr>
              <p:nvPr/>
            </p:nvSpPr>
            <p:spPr bwMode="auto">
              <a:xfrm>
                <a:off x="2333" y="207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28" name="Freeform 1635"/>
              <p:cNvSpPr>
                <a:spLocks/>
              </p:cNvSpPr>
              <p:nvPr/>
            </p:nvSpPr>
            <p:spPr bwMode="auto">
              <a:xfrm>
                <a:off x="2285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29" name="Freeform 1636"/>
              <p:cNvSpPr>
                <a:spLocks/>
              </p:cNvSpPr>
              <p:nvPr/>
            </p:nvSpPr>
            <p:spPr bwMode="auto">
              <a:xfrm>
                <a:off x="2213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30" name="Freeform 1637"/>
              <p:cNvSpPr>
                <a:spLocks/>
              </p:cNvSpPr>
              <p:nvPr/>
            </p:nvSpPr>
            <p:spPr bwMode="auto">
              <a:xfrm>
                <a:off x="2243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31" name="Freeform 1638"/>
              <p:cNvSpPr>
                <a:spLocks/>
              </p:cNvSpPr>
              <p:nvPr/>
            </p:nvSpPr>
            <p:spPr bwMode="auto">
              <a:xfrm>
                <a:off x="228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32" name="Freeform 1639"/>
              <p:cNvSpPr>
                <a:spLocks/>
              </p:cNvSpPr>
              <p:nvPr/>
            </p:nvSpPr>
            <p:spPr bwMode="auto">
              <a:xfrm>
                <a:off x="2410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33" name="Freeform 1640"/>
              <p:cNvSpPr>
                <a:spLocks/>
              </p:cNvSpPr>
              <p:nvPr/>
            </p:nvSpPr>
            <p:spPr bwMode="auto">
              <a:xfrm>
                <a:off x="229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34" name="Freeform 1641"/>
              <p:cNvSpPr>
                <a:spLocks/>
              </p:cNvSpPr>
              <p:nvPr/>
            </p:nvSpPr>
            <p:spPr bwMode="auto">
              <a:xfrm>
                <a:off x="2350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35" name="Freeform 1642"/>
              <p:cNvSpPr>
                <a:spLocks/>
              </p:cNvSpPr>
              <p:nvPr/>
            </p:nvSpPr>
            <p:spPr bwMode="auto">
              <a:xfrm>
                <a:off x="2165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36" name="Freeform 1643"/>
              <p:cNvSpPr>
                <a:spLocks/>
              </p:cNvSpPr>
              <p:nvPr/>
            </p:nvSpPr>
            <p:spPr bwMode="auto">
              <a:xfrm>
                <a:off x="3039" y="18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37" name="Freeform 1644"/>
              <p:cNvSpPr>
                <a:spLocks/>
              </p:cNvSpPr>
              <p:nvPr/>
            </p:nvSpPr>
            <p:spPr bwMode="auto">
              <a:xfrm>
                <a:off x="2279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38" name="Freeform 1645"/>
              <p:cNvSpPr>
                <a:spLocks/>
              </p:cNvSpPr>
              <p:nvPr/>
            </p:nvSpPr>
            <p:spPr bwMode="auto">
              <a:xfrm>
                <a:off x="2392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39" name="Freeform 1646"/>
              <p:cNvSpPr>
                <a:spLocks/>
              </p:cNvSpPr>
              <p:nvPr/>
            </p:nvSpPr>
            <p:spPr bwMode="auto">
              <a:xfrm>
                <a:off x="2195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40" name="Freeform 1647"/>
              <p:cNvSpPr>
                <a:spLocks/>
              </p:cNvSpPr>
              <p:nvPr/>
            </p:nvSpPr>
            <p:spPr bwMode="auto">
              <a:xfrm>
                <a:off x="2446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41" name="Freeform 1648"/>
              <p:cNvSpPr>
                <a:spLocks/>
              </p:cNvSpPr>
              <p:nvPr/>
            </p:nvSpPr>
            <p:spPr bwMode="auto">
              <a:xfrm>
                <a:off x="2392" y="17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42" name="Freeform 1649"/>
              <p:cNvSpPr>
                <a:spLocks/>
              </p:cNvSpPr>
              <p:nvPr/>
            </p:nvSpPr>
            <p:spPr bwMode="auto">
              <a:xfrm>
                <a:off x="2333" y="205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43" name="Freeform 1650"/>
              <p:cNvSpPr>
                <a:spLocks/>
              </p:cNvSpPr>
              <p:nvPr/>
            </p:nvSpPr>
            <p:spPr bwMode="auto">
              <a:xfrm>
                <a:off x="2380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44" name="Freeform 1651"/>
              <p:cNvSpPr>
                <a:spLocks/>
              </p:cNvSpPr>
              <p:nvPr/>
            </p:nvSpPr>
            <p:spPr bwMode="auto">
              <a:xfrm>
                <a:off x="2243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45" name="Freeform 1652"/>
              <p:cNvSpPr>
                <a:spLocks/>
              </p:cNvSpPr>
              <p:nvPr/>
            </p:nvSpPr>
            <p:spPr bwMode="auto">
              <a:xfrm>
                <a:off x="2368" y="2282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46" name="Freeform 1653"/>
              <p:cNvSpPr>
                <a:spLocks/>
              </p:cNvSpPr>
              <p:nvPr/>
            </p:nvSpPr>
            <p:spPr bwMode="auto">
              <a:xfrm>
                <a:off x="2129" y="22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47" name="Freeform 1654"/>
              <p:cNvSpPr>
                <a:spLocks/>
              </p:cNvSpPr>
              <p:nvPr/>
            </p:nvSpPr>
            <p:spPr bwMode="auto">
              <a:xfrm>
                <a:off x="2051" y="23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48" name="Freeform 1655"/>
              <p:cNvSpPr>
                <a:spLocks/>
              </p:cNvSpPr>
              <p:nvPr/>
            </p:nvSpPr>
            <p:spPr bwMode="auto">
              <a:xfrm>
                <a:off x="2380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49" name="Freeform 1656"/>
              <p:cNvSpPr>
                <a:spLocks/>
              </p:cNvSpPr>
              <p:nvPr/>
            </p:nvSpPr>
            <p:spPr bwMode="auto">
              <a:xfrm>
                <a:off x="2177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50" name="Freeform 1657"/>
              <p:cNvSpPr>
                <a:spLocks/>
              </p:cNvSpPr>
              <p:nvPr/>
            </p:nvSpPr>
            <p:spPr bwMode="auto">
              <a:xfrm>
                <a:off x="2374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51" name="Freeform 1658"/>
              <p:cNvSpPr>
                <a:spLocks/>
              </p:cNvSpPr>
              <p:nvPr/>
            </p:nvSpPr>
            <p:spPr bwMode="auto">
              <a:xfrm>
                <a:off x="2285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52" name="Freeform 1659"/>
              <p:cNvSpPr>
                <a:spLocks/>
              </p:cNvSpPr>
              <p:nvPr/>
            </p:nvSpPr>
            <p:spPr bwMode="auto">
              <a:xfrm>
                <a:off x="2297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53" name="Freeform 1660"/>
              <p:cNvSpPr>
                <a:spLocks/>
              </p:cNvSpPr>
              <p:nvPr/>
            </p:nvSpPr>
            <p:spPr bwMode="auto">
              <a:xfrm>
                <a:off x="2374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54" name="Freeform 1661"/>
              <p:cNvSpPr>
                <a:spLocks/>
              </p:cNvSpPr>
              <p:nvPr/>
            </p:nvSpPr>
            <p:spPr bwMode="auto">
              <a:xfrm>
                <a:off x="2428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55" name="Freeform 1662"/>
              <p:cNvSpPr>
                <a:spLocks/>
              </p:cNvSpPr>
              <p:nvPr/>
            </p:nvSpPr>
            <p:spPr bwMode="auto">
              <a:xfrm>
                <a:off x="2057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56" name="Freeform 1663"/>
              <p:cNvSpPr>
                <a:spLocks/>
              </p:cNvSpPr>
              <p:nvPr/>
            </p:nvSpPr>
            <p:spPr bwMode="auto">
              <a:xfrm>
                <a:off x="2327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57" name="Freeform 1664"/>
              <p:cNvSpPr>
                <a:spLocks/>
              </p:cNvSpPr>
              <p:nvPr/>
            </p:nvSpPr>
            <p:spPr bwMode="auto">
              <a:xfrm>
                <a:off x="2231" y="22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58" name="Freeform 1665"/>
              <p:cNvSpPr>
                <a:spLocks/>
              </p:cNvSpPr>
              <p:nvPr/>
            </p:nvSpPr>
            <p:spPr bwMode="auto">
              <a:xfrm>
                <a:off x="2458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59" name="Freeform 1666"/>
              <p:cNvSpPr>
                <a:spLocks/>
              </p:cNvSpPr>
              <p:nvPr/>
            </p:nvSpPr>
            <p:spPr bwMode="auto">
              <a:xfrm>
                <a:off x="2572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60" name="Freeform 1667"/>
              <p:cNvSpPr>
                <a:spLocks/>
              </p:cNvSpPr>
              <p:nvPr/>
            </p:nvSpPr>
            <p:spPr bwMode="auto">
              <a:xfrm>
                <a:off x="2225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61" name="Freeform 1668"/>
              <p:cNvSpPr>
                <a:spLocks/>
              </p:cNvSpPr>
              <p:nvPr/>
            </p:nvSpPr>
            <p:spPr bwMode="auto">
              <a:xfrm>
                <a:off x="2356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62" name="Freeform 1669"/>
              <p:cNvSpPr>
                <a:spLocks/>
              </p:cNvSpPr>
              <p:nvPr/>
            </p:nvSpPr>
            <p:spPr bwMode="auto">
              <a:xfrm>
                <a:off x="2416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63" name="Freeform 1670"/>
              <p:cNvSpPr>
                <a:spLocks/>
              </p:cNvSpPr>
              <p:nvPr/>
            </p:nvSpPr>
            <p:spPr bwMode="auto">
              <a:xfrm>
                <a:off x="2309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64" name="Freeform 1671"/>
              <p:cNvSpPr>
                <a:spLocks/>
              </p:cNvSpPr>
              <p:nvPr/>
            </p:nvSpPr>
            <p:spPr bwMode="auto">
              <a:xfrm>
                <a:off x="2243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65" name="Freeform 1672"/>
              <p:cNvSpPr>
                <a:spLocks/>
              </p:cNvSpPr>
              <p:nvPr/>
            </p:nvSpPr>
            <p:spPr bwMode="auto">
              <a:xfrm>
                <a:off x="235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66" name="Freeform 1673"/>
              <p:cNvSpPr>
                <a:spLocks/>
              </p:cNvSpPr>
              <p:nvPr/>
            </p:nvSpPr>
            <p:spPr bwMode="auto">
              <a:xfrm>
                <a:off x="2315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67" name="Freeform 1674"/>
              <p:cNvSpPr>
                <a:spLocks/>
              </p:cNvSpPr>
              <p:nvPr/>
            </p:nvSpPr>
            <p:spPr bwMode="auto">
              <a:xfrm>
                <a:off x="2350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68" name="Freeform 1675"/>
              <p:cNvSpPr>
                <a:spLocks/>
              </p:cNvSpPr>
              <p:nvPr/>
            </p:nvSpPr>
            <p:spPr bwMode="auto">
              <a:xfrm>
                <a:off x="2620" y="17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69" name="Freeform 1676"/>
              <p:cNvSpPr>
                <a:spLocks/>
              </p:cNvSpPr>
              <p:nvPr/>
            </p:nvSpPr>
            <p:spPr bwMode="auto">
              <a:xfrm>
                <a:off x="2398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70" name="Freeform 1677"/>
              <p:cNvSpPr>
                <a:spLocks/>
              </p:cNvSpPr>
              <p:nvPr/>
            </p:nvSpPr>
            <p:spPr bwMode="auto">
              <a:xfrm>
                <a:off x="2249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71" name="Freeform 1678"/>
              <p:cNvSpPr>
                <a:spLocks/>
              </p:cNvSpPr>
              <p:nvPr/>
            </p:nvSpPr>
            <p:spPr bwMode="auto">
              <a:xfrm>
                <a:off x="2183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72" name="Freeform 1679"/>
              <p:cNvSpPr>
                <a:spLocks/>
              </p:cNvSpPr>
              <p:nvPr/>
            </p:nvSpPr>
            <p:spPr bwMode="auto">
              <a:xfrm>
                <a:off x="2135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73" name="Freeform 1680"/>
              <p:cNvSpPr>
                <a:spLocks/>
              </p:cNvSpPr>
              <p:nvPr/>
            </p:nvSpPr>
            <p:spPr bwMode="auto">
              <a:xfrm>
                <a:off x="2350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74" name="Freeform 1681"/>
              <p:cNvSpPr>
                <a:spLocks/>
              </p:cNvSpPr>
              <p:nvPr/>
            </p:nvSpPr>
            <p:spPr bwMode="auto">
              <a:xfrm>
                <a:off x="2207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75" name="Freeform 1682"/>
              <p:cNvSpPr>
                <a:spLocks/>
              </p:cNvSpPr>
              <p:nvPr/>
            </p:nvSpPr>
            <p:spPr bwMode="auto">
              <a:xfrm>
                <a:off x="2392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76" name="Freeform 1683"/>
              <p:cNvSpPr>
                <a:spLocks/>
              </p:cNvSpPr>
              <p:nvPr/>
            </p:nvSpPr>
            <p:spPr bwMode="auto">
              <a:xfrm>
                <a:off x="2279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77" name="Freeform 1684"/>
              <p:cNvSpPr>
                <a:spLocks/>
              </p:cNvSpPr>
              <p:nvPr/>
            </p:nvSpPr>
            <p:spPr bwMode="auto">
              <a:xfrm>
                <a:off x="2362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78" name="Freeform 1685"/>
              <p:cNvSpPr>
                <a:spLocks/>
              </p:cNvSpPr>
              <p:nvPr/>
            </p:nvSpPr>
            <p:spPr bwMode="auto">
              <a:xfrm>
                <a:off x="2207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79" name="Freeform 1686"/>
              <p:cNvSpPr>
                <a:spLocks/>
              </p:cNvSpPr>
              <p:nvPr/>
            </p:nvSpPr>
            <p:spPr bwMode="auto">
              <a:xfrm>
                <a:off x="2273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80" name="Freeform 1687"/>
              <p:cNvSpPr>
                <a:spLocks/>
              </p:cNvSpPr>
              <p:nvPr/>
            </p:nvSpPr>
            <p:spPr bwMode="auto">
              <a:xfrm>
                <a:off x="2596" y="18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81" name="Freeform 1688"/>
              <p:cNvSpPr>
                <a:spLocks/>
              </p:cNvSpPr>
              <p:nvPr/>
            </p:nvSpPr>
            <p:spPr bwMode="auto">
              <a:xfrm>
                <a:off x="2291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82" name="Freeform 1689"/>
              <p:cNvSpPr>
                <a:spLocks/>
              </p:cNvSpPr>
              <p:nvPr/>
            </p:nvSpPr>
            <p:spPr bwMode="auto">
              <a:xfrm>
                <a:off x="2309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83" name="Freeform 1690"/>
              <p:cNvSpPr>
                <a:spLocks/>
              </p:cNvSpPr>
              <p:nvPr/>
            </p:nvSpPr>
            <p:spPr bwMode="auto">
              <a:xfrm>
                <a:off x="2602" y="17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84" name="Freeform 1691"/>
              <p:cNvSpPr>
                <a:spLocks/>
              </p:cNvSpPr>
              <p:nvPr/>
            </p:nvSpPr>
            <p:spPr bwMode="auto">
              <a:xfrm>
                <a:off x="2273" y="16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85" name="Freeform 1692"/>
              <p:cNvSpPr>
                <a:spLocks/>
              </p:cNvSpPr>
              <p:nvPr/>
            </p:nvSpPr>
            <p:spPr bwMode="auto">
              <a:xfrm>
                <a:off x="2225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86" name="Freeform 1693"/>
              <p:cNvSpPr>
                <a:spLocks/>
              </p:cNvSpPr>
              <p:nvPr/>
            </p:nvSpPr>
            <p:spPr bwMode="auto">
              <a:xfrm>
                <a:off x="2410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87" name="Freeform 1694"/>
              <p:cNvSpPr>
                <a:spLocks/>
              </p:cNvSpPr>
              <p:nvPr/>
            </p:nvSpPr>
            <p:spPr bwMode="auto">
              <a:xfrm>
                <a:off x="2243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88" name="Freeform 1695"/>
              <p:cNvSpPr>
                <a:spLocks/>
              </p:cNvSpPr>
              <p:nvPr/>
            </p:nvSpPr>
            <p:spPr bwMode="auto">
              <a:xfrm>
                <a:off x="2099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89" name="Freeform 1696"/>
              <p:cNvSpPr>
                <a:spLocks/>
              </p:cNvSpPr>
              <p:nvPr/>
            </p:nvSpPr>
            <p:spPr bwMode="auto">
              <a:xfrm>
                <a:off x="2279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90" name="Freeform 1697"/>
              <p:cNvSpPr>
                <a:spLocks/>
              </p:cNvSpPr>
              <p:nvPr/>
            </p:nvSpPr>
            <p:spPr bwMode="auto">
              <a:xfrm>
                <a:off x="2291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91" name="Freeform 1698"/>
              <p:cNvSpPr>
                <a:spLocks/>
              </p:cNvSpPr>
              <p:nvPr/>
            </p:nvSpPr>
            <p:spPr bwMode="auto">
              <a:xfrm>
                <a:off x="2344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92" name="Freeform 1699"/>
              <p:cNvSpPr>
                <a:spLocks/>
              </p:cNvSpPr>
              <p:nvPr/>
            </p:nvSpPr>
            <p:spPr bwMode="auto">
              <a:xfrm>
                <a:off x="2392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93" name="Freeform 1700"/>
              <p:cNvSpPr>
                <a:spLocks/>
              </p:cNvSpPr>
              <p:nvPr/>
            </p:nvSpPr>
            <p:spPr bwMode="auto">
              <a:xfrm>
                <a:off x="2159" y="23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94" name="Freeform 1701"/>
              <p:cNvSpPr>
                <a:spLocks/>
              </p:cNvSpPr>
              <p:nvPr/>
            </p:nvSpPr>
            <p:spPr bwMode="auto">
              <a:xfrm>
                <a:off x="2416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95" name="Freeform 1702"/>
              <p:cNvSpPr>
                <a:spLocks/>
              </p:cNvSpPr>
              <p:nvPr/>
            </p:nvSpPr>
            <p:spPr bwMode="auto">
              <a:xfrm>
                <a:off x="2321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96" name="Freeform 1703"/>
              <p:cNvSpPr>
                <a:spLocks/>
              </p:cNvSpPr>
              <p:nvPr/>
            </p:nvSpPr>
            <p:spPr bwMode="auto">
              <a:xfrm>
                <a:off x="2386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97" name="Freeform 1704"/>
              <p:cNvSpPr>
                <a:spLocks/>
              </p:cNvSpPr>
              <p:nvPr/>
            </p:nvSpPr>
            <p:spPr bwMode="auto">
              <a:xfrm>
                <a:off x="2219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98" name="Freeform 1705"/>
              <p:cNvSpPr>
                <a:spLocks/>
              </p:cNvSpPr>
              <p:nvPr/>
            </p:nvSpPr>
            <p:spPr bwMode="auto">
              <a:xfrm>
                <a:off x="2279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99" name="Freeform 1706"/>
              <p:cNvSpPr>
                <a:spLocks/>
              </p:cNvSpPr>
              <p:nvPr/>
            </p:nvSpPr>
            <p:spPr bwMode="auto">
              <a:xfrm>
                <a:off x="2434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00" name="Freeform 1707"/>
              <p:cNvSpPr>
                <a:spLocks/>
              </p:cNvSpPr>
              <p:nvPr/>
            </p:nvSpPr>
            <p:spPr bwMode="auto">
              <a:xfrm>
                <a:off x="2297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01" name="Freeform 1708"/>
              <p:cNvSpPr>
                <a:spLocks/>
              </p:cNvSpPr>
              <p:nvPr/>
            </p:nvSpPr>
            <p:spPr bwMode="auto">
              <a:xfrm>
                <a:off x="226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02" name="Freeform 1709"/>
              <p:cNvSpPr>
                <a:spLocks/>
              </p:cNvSpPr>
              <p:nvPr/>
            </p:nvSpPr>
            <p:spPr bwMode="auto">
              <a:xfrm>
                <a:off x="2380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03" name="Freeform 1710"/>
              <p:cNvSpPr>
                <a:spLocks/>
              </p:cNvSpPr>
              <p:nvPr/>
            </p:nvSpPr>
            <p:spPr bwMode="auto">
              <a:xfrm>
                <a:off x="2237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04" name="Freeform 1711"/>
              <p:cNvSpPr>
                <a:spLocks/>
              </p:cNvSpPr>
              <p:nvPr/>
            </p:nvSpPr>
            <p:spPr bwMode="auto">
              <a:xfrm>
                <a:off x="2213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05" name="Freeform 1712"/>
              <p:cNvSpPr>
                <a:spLocks/>
              </p:cNvSpPr>
              <p:nvPr/>
            </p:nvSpPr>
            <p:spPr bwMode="auto">
              <a:xfrm>
                <a:off x="2291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06" name="Freeform 1713"/>
              <p:cNvSpPr>
                <a:spLocks/>
              </p:cNvSpPr>
              <p:nvPr/>
            </p:nvSpPr>
            <p:spPr bwMode="auto">
              <a:xfrm>
                <a:off x="2315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07" name="Freeform 1714"/>
              <p:cNvSpPr>
                <a:spLocks/>
              </p:cNvSpPr>
              <p:nvPr/>
            </p:nvSpPr>
            <p:spPr bwMode="auto">
              <a:xfrm>
                <a:off x="2626" y="17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08" name="Freeform 1715"/>
              <p:cNvSpPr>
                <a:spLocks/>
              </p:cNvSpPr>
              <p:nvPr/>
            </p:nvSpPr>
            <p:spPr bwMode="auto">
              <a:xfrm>
                <a:off x="2315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09" name="Freeform 1716"/>
              <p:cNvSpPr>
                <a:spLocks/>
              </p:cNvSpPr>
              <p:nvPr/>
            </p:nvSpPr>
            <p:spPr bwMode="auto">
              <a:xfrm>
                <a:off x="2207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10" name="Freeform 1717"/>
              <p:cNvSpPr>
                <a:spLocks/>
              </p:cNvSpPr>
              <p:nvPr/>
            </p:nvSpPr>
            <p:spPr bwMode="auto">
              <a:xfrm>
                <a:off x="2249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11" name="Freeform 1718"/>
              <p:cNvSpPr>
                <a:spLocks/>
              </p:cNvSpPr>
              <p:nvPr/>
            </p:nvSpPr>
            <p:spPr bwMode="auto">
              <a:xfrm>
                <a:off x="2129" y="17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12" name="Freeform 1719"/>
              <p:cNvSpPr>
                <a:spLocks/>
              </p:cNvSpPr>
              <p:nvPr/>
            </p:nvSpPr>
            <p:spPr bwMode="auto">
              <a:xfrm>
                <a:off x="2183" y="2282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13" name="Freeform 1720"/>
              <p:cNvSpPr>
                <a:spLocks/>
              </p:cNvSpPr>
              <p:nvPr/>
            </p:nvSpPr>
            <p:spPr bwMode="auto">
              <a:xfrm>
                <a:off x="2303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14" name="Freeform 1721"/>
              <p:cNvSpPr>
                <a:spLocks/>
              </p:cNvSpPr>
              <p:nvPr/>
            </p:nvSpPr>
            <p:spPr bwMode="auto">
              <a:xfrm>
                <a:off x="2135" y="23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15" name="Freeform 1722"/>
              <p:cNvSpPr>
                <a:spLocks/>
              </p:cNvSpPr>
              <p:nvPr/>
            </p:nvSpPr>
            <p:spPr bwMode="auto">
              <a:xfrm>
                <a:off x="2374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16" name="Freeform 1723"/>
              <p:cNvSpPr>
                <a:spLocks/>
              </p:cNvSpPr>
              <p:nvPr/>
            </p:nvSpPr>
            <p:spPr bwMode="auto">
              <a:xfrm>
                <a:off x="2177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17" name="Freeform 1724"/>
              <p:cNvSpPr>
                <a:spLocks/>
              </p:cNvSpPr>
              <p:nvPr/>
            </p:nvSpPr>
            <p:spPr bwMode="auto">
              <a:xfrm>
                <a:off x="2620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18" name="Freeform 1725"/>
              <p:cNvSpPr>
                <a:spLocks/>
              </p:cNvSpPr>
              <p:nvPr/>
            </p:nvSpPr>
            <p:spPr bwMode="auto">
              <a:xfrm>
                <a:off x="2548" y="18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19" name="Freeform 1726"/>
              <p:cNvSpPr>
                <a:spLocks/>
              </p:cNvSpPr>
              <p:nvPr/>
            </p:nvSpPr>
            <p:spPr bwMode="auto">
              <a:xfrm>
                <a:off x="2171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20" name="Freeform 1727"/>
              <p:cNvSpPr>
                <a:spLocks/>
              </p:cNvSpPr>
              <p:nvPr/>
            </p:nvSpPr>
            <p:spPr bwMode="auto">
              <a:xfrm>
                <a:off x="2327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21" name="Freeform 1728"/>
              <p:cNvSpPr>
                <a:spLocks/>
              </p:cNvSpPr>
              <p:nvPr/>
            </p:nvSpPr>
            <p:spPr bwMode="auto">
              <a:xfrm>
                <a:off x="2117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22" name="Freeform 1729"/>
              <p:cNvSpPr>
                <a:spLocks/>
              </p:cNvSpPr>
              <p:nvPr/>
            </p:nvSpPr>
            <p:spPr bwMode="auto">
              <a:xfrm>
                <a:off x="2350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23" name="Freeform 1730"/>
              <p:cNvSpPr>
                <a:spLocks/>
              </p:cNvSpPr>
              <p:nvPr/>
            </p:nvSpPr>
            <p:spPr bwMode="auto">
              <a:xfrm>
                <a:off x="2303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24" name="Freeform 1731"/>
              <p:cNvSpPr>
                <a:spLocks/>
              </p:cNvSpPr>
              <p:nvPr/>
            </p:nvSpPr>
            <p:spPr bwMode="auto">
              <a:xfrm>
                <a:off x="2297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25" name="Freeform 1732"/>
              <p:cNvSpPr>
                <a:spLocks/>
              </p:cNvSpPr>
              <p:nvPr/>
            </p:nvSpPr>
            <p:spPr bwMode="auto">
              <a:xfrm>
                <a:off x="2207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26" name="Freeform 1733"/>
              <p:cNvSpPr>
                <a:spLocks/>
              </p:cNvSpPr>
              <p:nvPr/>
            </p:nvSpPr>
            <p:spPr bwMode="auto">
              <a:xfrm>
                <a:off x="2608" y="17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27" name="Freeform 1734"/>
              <p:cNvSpPr>
                <a:spLocks/>
              </p:cNvSpPr>
              <p:nvPr/>
            </p:nvSpPr>
            <p:spPr bwMode="auto">
              <a:xfrm>
                <a:off x="2602" y="18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28" name="Freeform 1735"/>
              <p:cNvSpPr>
                <a:spLocks/>
              </p:cNvSpPr>
              <p:nvPr/>
            </p:nvSpPr>
            <p:spPr bwMode="auto">
              <a:xfrm>
                <a:off x="2386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29" name="Freeform 1736"/>
              <p:cNvSpPr>
                <a:spLocks/>
              </p:cNvSpPr>
              <p:nvPr/>
            </p:nvSpPr>
            <p:spPr bwMode="auto">
              <a:xfrm>
                <a:off x="2303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30" name="Freeform 1737"/>
              <p:cNvSpPr>
                <a:spLocks/>
              </p:cNvSpPr>
              <p:nvPr/>
            </p:nvSpPr>
            <p:spPr bwMode="auto">
              <a:xfrm>
                <a:off x="2147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31" name="Freeform 1738"/>
              <p:cNvSpPr>
                <a:spLocks/>
              </p:cNvSpPr>
              <p:nvPr/>
            </p:nvSpPr>
            <p:spPr bwMode="auto">
              <a:xfrm>
                <a:off x="2237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32" name="Freeform 1739"/>
              <p:cNvSpPr>
                <a:spLocks/>
              </p:cNvSpPr>
              <p:nvPr/>
            </p:nvSpPr>
            <p:spPr bwMode="auto">
              <a:xfrm>
                <a:off x="2350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33" name="Freeform 1740"/>
              <p:cNvSpPr>
                <a:spLocks/>
              </p:cNvSpPr>
              <p:nvPr/>
            </p:nvSpPr>
            <p:spPr bwMode="auto">
              <a:xfrm>
                <a:off x="2422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34" name="Freeform 1741"/>
              <p:cNvSpPr>
                <a:spLocks/>
              </p:cNvSpPr>
              <p:nvPr/>
            </p:nvSpPr>
            <p:spPr bwMode="auto">
              <a:xfrm>
                <a:off x="2117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35" name="Freeform 1742"/>
              <p:cNvSpPr>
                <a:spLocks/>
              </p:cNvSpPr>
              <p:nvPr/>
            </p:nvSpPr>
            <p:spPr bwMode="auto">
              <a:xfrm>
                <a:off x="2195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36" name="Freeform 1743"/>
              <p:cNvSpPr>
                <a:spLocks/>
              </p:cNvSpPr>
              <p:nvPr/>
            </p:nvSpPr>
            <p:spPr bwMode="auto">
              <a:xfrm>
                <a:off x="2279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37" name="Freeform 1744"/>
              <p:cNvSpPr>
                <a:spLocks/>
              </p:cNvSpPr>
              <p:nvPr/>
            </p:nvSpPr>
            <p:spPr bwMode="auto">
              <a:xfrm>
                <a:off x="2141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38" name="Freeform 1745"/>
              <p:cNvSpPr>
                <a:spLocks/>
              </p:cNvSpPr>
              <p:nvPr/>
            </p:nvSpPr>
            <p:spPr bwMode="auto">
              <a:xfrm>
                <a:off x="2368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39" name="Freeform 1746"/>
              <p:cNvSpPr>
                <a:spLocks/>
              </p:cNvSpPr>
              <p:nvPr/>
            </p:nvSpPr>
            <p:spPr bwMode="auto">
              <a:xfrm>
                <a:off x="2285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40" name="Freeform 1747"/>
              <p:cNvSpPr>
                <a:spLocks/>
              </p:cNvSpPr>
              <p:nvPr/>
            </p:nvSpPr>
            <p:spPr bwMode="auto">
              <a:xfrm>
                <a:off x="2261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41" name="Freeform 1748"/>
              <p:cNvSpPr>
                <a:spLocks/>
              </p:cNvSpPr>
              <p:nvPr/>
            </p:nvSpPr>
            <p:spPr bwMode="auto">
              <a:xfrm>
                <a:off x="2297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42" name="Freeform 1749"/>
              <p:cNvSpPr>
                <a:spLocks/>
              </p:cNvSpPr>
              <p:nvPr/>
            </p:nvSpPr>
            <p:spPr bwMode="auto">
              <a:xfrm>
                <a:off x="2776" y="16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43" name="Freeform 1750"/>
              <p:cNvSpPr>
                <a:spLocks/>
              </p:cNvSpPr>
              <p:nvPr/>
            </p:nvSpPr>
            <p:spPr bwMode="auto">
              <a:xfrm>
                <a:off x="2297" y="18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44" name="Freeform 1751"/>
              <p:cNvSpPr>
                <a:spLocks/>
              </p:cNvSpPr>
              <p:nvPr/>
            </p:nvSpPr>
            <p:spPr bwMode="auto">
              <a:xfrm>
                <a:off x="2404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45" name="Freeform 1752"/>
              <p:cNvSpPr>
                <a:spLocks/>
              </p:cNvSpPr>
              <p:nvPr/>
            </p:nvSpPr>
            <p:spPr bwMode="auto">
              <a:xfrm>
                <a:off x="2608" y="18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46" name="Freeform 1753"/>
              <p:cNvSpPr>
                <a:spLocks/>
              </p:cNvSpPr>
              <p:nvPr/>
            </p:nvSpPr>
            <p:spPr bwMode="auto">
              <a:xfrm>
                <a:off x="2267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47" name="Freeform 1754"/>
              <p:cNvSpPr>
                <a:spLocks/>
              </p:cNvSpPr>
              <p:nvPr/>
            </p:nvSpPr>
            <p:spPr bwMode="auto">
              <a:xfrm>
                <a:off x="2356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48" name="Freeform 1755"/>
              <p:cNvSpPr>
                <a:spLocks/>
              </p:cNvSpPr>
              <p:nvPr/>
            </p:nvSpPr>
            <p:spPr bwMode="auto">
              <a:xfrm>
                <a:off x="2488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49" name="Freeform 1756"/>
              <p:cNvSpPr>
                <a:spLocks/>
              </p:cNvSpPr>
              <p:nvPr/>
            </p:nvSpPr>
            <p:spPr bwMode="auto">
              <a:xfrm>
                <a:off x="2327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50" name="Freeform 1757"/>
              <p:cNvSpPr>
                <a:spLocks/>
              </p:cNvSpPr>
              <p:nvPr/>
            </p:nvSpPr>
            <p:spPr bwMode="auto">
              <a:xfrm>
                <a:off x="2536" y="18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51" name="Freeform 1758"/>
              <p:cNvSpPr>
                <a:spLocks/>
              </p:cNvSpPr>
              <p:nvPr/>
            </p:nvSpPr>
            <p:spPr bwMode="auto">
              <a:xfrm>
                <a:off x="2309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52" name="Freeform 1759"/>
              <p:cNvSpPr>
                <a:spLocks/>
              </p:cNvSpPr>
              <p:nvPr/>
            </p:nvSpPr>
            <p:spPr bwMode="auto">
              <a:xfrm>
                <a:off x="2350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53" name="Freeform 1760"/>
              <p:cNvSpPr>
                <a:spLocks/>
              </p:cNvSpPr>
              <p:nvPr/>
            </p:nvSpPr>
            <p:spPr bwMode="auto">
              <a:xfrm>
                <a:off x="2273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54" name="Freeform 1761"/>
              <p:cNvSpPr>
                <a:spLocks/>
              </p:cNvSpPr>
              <p:nvPr/>
            </p:nvSpPr>
            <p:spPr bwMode="auto">
              <a:xfrm>
                <a:off x="2225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55" name="Freeform 1762"/>
              <p:cNvSpPr>
                <a:spLocks/>
              </p:cNvSpPr>
              <p:nvPr/>
            </p:nvSpPr>
            <p:spPr bwMode="auto">
              <a:xfrm>
                <a:off x="2309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56" name="Freeform 1763"/>
              <p:cNvSpPr>
                <a:spLocks/>
              </p:cNvSpPr>
              <p:nvPr/>
            </p:nvSpPr>
            <p:spPr bwMode="auto">
              <a:xfrm>
                <a:off x="2105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57" name="Freeform 1764"/>
              <p:cNvSpPr>
                <a:spLocks/>
              </p:cNvSpPr>
              <p:nvPr/>
            </p:nvSpPr>
            <p:spPr bwMode="auto">
              <a:xfrm>
                <a:off x="2189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58" name="Freeform 1765"/>
              <p:cNvSpPr>
                <a:spLocks/>
              </p:cNvSpPr>
              <p:nvPr/>
            </p:nvSpPr>
            <p:spPr bwMode="auto">
              <a:xfrm>
                <a:off x="2009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59" name="Freeform 1766"/>
              <p:cNvSpPr>
                <a:spLocks/>
              </p:cNvSpPr>
              <p:nvPr/>
            </p:nvSpPr>
            <p:spPr bwMode="auto">
              <a:xfrm>
                <a:off x="2309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60" name="Freeform 1767"/>
              <p:cNvSpPr>
                <a:spLocks/>
              </p:cNvSpPr>
              <p:nvPr/>
            </p:nvSpPr>
            <p:spPr bwMode="auto">
              <a:xfrm>
                <a:off x="2309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61" name="Freeform 1768"/>
              <p:cNvSpPr>
                <a:spLocks/>
              </p:cNvSpPr>
              <p:nvPr/>
            </p:nvSpPr>
            <p:spPr bwMode="auto">
              <a:xfrm>
                <a:off x="2464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62" name="Freeform 1769"/>
              <p:cNvSpPr>
                <a:spLocks/>
              </p:cNvSpPr>
              <p:nvPr/>
            </p:nvSpPr>
            <p:spPr bwMode="auto">
              <a:xfrm>
                <a:off x="2243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63" name="Freeform 1770"/>
              <p:cNvSpPr>
                <a:spLocks/>
              </p:cNvSpPr>
              <p:nvPr/>
            </p:nvSpPr>
            <p:spPr bwMode="auto">
              <a:xfrm>
                <a:off x="2291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64" name="Freeform 1771"/>
              <p:cNvSpPr>
                <a:spLocks/>
              </p:cNvSpPr>
              <p:nvPr/>
            </p:nvSpPr>
            <p:spPr bwMode="auto">
              <a:xfrm>
                <a:off x="2386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65" name="Freeform 1772"/>
              <p:cNvSpPr>
                <a:spLocks/>
              </p:cNvSpPr>
              <p:nvPr/>
            </p:nvSpPr>
            <p:spPr bwMode="auto">
              <a:xfrm>
                <a:off x="2327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66" name="Freeform 1773"/>
              <p:cNvSpPr>
                <a:spLocks/>
              </p:cNvSpPr>
              <p:nvPr/>
            </p:nvSpPr>
            <p:spPr bwMode="auto">
              <a:xfrm>
                <a:off x="2279" y="17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67" name="Freeform 1774"/>
              <p:cNvSpPr>
                <a:spLocks/>
              </p:cNvSpPr>
              <p:nvPr/>
            </p:nvSpPr>
            <p:spPr bwMode="auto">
              <a:xfrm>
                <a:off x="1985" y="17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68" name="Freeform 1775"/>
              <p:cNvSpPr>
                <a:spLocks/>
              </p:cNvSpPr>
              <p:nvPr/>
            </p:nvSpPr>
            <p:spPr bwMode="auto">
              <a:xfrm>
                <a:off x="2692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69" name="Freeform 1776"/>
              <p:cNvSpPr>
                <a:spLocks/>
              </p:cNvSpPr>
              <p:nvPr/>
            </p:nvSpPr>
            <p:spPr bwMode="auto">
              <a:xfrm>
                <a:off x="2315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70" name="Freeform 1777"/>
              <p:cNvSpPr>
                <a:spLocks/>
              </p:cNvSpPr>
              <p:nvPr/>
            </p:nvSpPr>
            <p:spPr bwMode="auto">
              <a:xfrm>
                <a:off x="2207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71" name="Freeform 1778"/>
              <p:cNvSpPr>
                <a:spLocks/>
              </p:cNvSpPr>
              <p:nvPr/>
            </p:nvSpPr>
            <p:spPr bwMode="auto">
              <a:xfrm>
                <a:off x="2350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72" name="Freeform 1779"/>
              <p:cNvSpPr>
                <a:spLocks/>
              </p:cNvSpPr>
              <p:nvPr/>
            </p:nvSpPr>
            <p:spPr bwMode="auto">
              <a:xfrm>
                <a:off x="2267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73" name="Freeform 1780"/>
              <p:cNvSpPr>
                <a:spLocks/>
              </p:cNvSpPr>
              <p:nvPr/>
            </p:nvSpPr>
            <p:spPr bwMode="auto">
              <a:xfrm>
                <a:off x="2279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74" name="Freeform 1781"/>
              <p:cNvSpPr>
                <a:spLocks/>
              </p:cNvSpPr>
              <p:nvPr/>
            </p:nvSpPr>
            <p:spPr bwMode="auto">
              <a:xfrm>
                <a:off x="2207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75" name="Freeform 1782"/>
              <p:cNvSpPr>
                <a:spLocks/>
              </p:cNvSpPr>
              <p:nvPr/>
            </p:nvSpPr>
            <p:spPr bwMode="auto">
              <a:xfrm>
                <a:off x="2362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76" name="Freeform 1783"/>
              <p:cNvSpPr>
                <a:spLocks/>
              </p:cNvSpPr>
              <p:nvPr/>
            </p:nvSpPr>
            <p:spPr bwMode="auto">
              <a:xfrm>
                <a:off x="2500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77" name="Freeform 1784"/>
              <p:cNvSpPr>
                <a:spLocks/>
              </p:cNvSpPr>
              <p:nvPr/>
            </p:nvSpPr>
            <p:spPr bwMode="auto">
              <a:xfrm>
                <a:off x="1818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78" name="Freeform 1785"/>
              <p:cNvSpPr>
                <a:spLocks/>
              </p:cNvSpPr>
              <p:nvPr/>
            </p:nvSpPr>
            <p:spPr bwMode="auto">
              <a:xfrm>
                <a:off x="2291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79" name="Freeform 1786"/>
              <p:cNvSpPr>
                <a:spLocks/>
              </p:cNvSpPr>
              <p:nvPr/>
            </p:nvSpPr>
            <p:spPr bwMode="auto">
              <a:xfrm>
                <a:off x="2572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80" name="Freeform 1787"/>
              <p:cNvSpPr>
                <a:spLocks/>
              </p:cNvSpPr>
              <p:nvPr/>
            </p:nvSpPr>
            <p:spPr bwMode="auto">
              <a:xfrm>
                <a:off x="2303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81" name="Freeform 1788"/>
              <p:cNvSpPr>
                <a:spLocks/>
              </p:cNvSpPr>
              <p:nvPr/>
            </p:nvSpPr>
            <p:spPr bwMode="auto">
              <a:xfrm>
                <a:off x="2333" y="196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82" name="Freeform 1789"/>
              <p:cNvSpPr>
                <a:spLocks/>
              </p:cNvSpPr>
              <p:nvPr/>
            </p:nvSpPr>
            <p:spPr bwMode="auto">
              <a:xfrm>
                <a:off x="2410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83" name="Freeform 1790"/>
              <p:cNvSpPr>
                <a:spLocks/>
              </p:cNvSpPr>
              <p:nvPr/>
            </p:nvSpPr>
            <p:spPr bwMode="auto">
              <a:xfrm>
                <a:off x="2386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84" name="Freeform 1791"/>
              <p:cNvSpPr>
                <a:spLocks/>
              </p:cNvSpPr>
              <p:nvPr/>
            </p:nvSpPr>
            <p:spPr bwMode="auto">
              <a:xfrm>
                <a:off x="232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85" name="Freeform 1792"/>
              <p:cNvSpPr>
                <a:spLocks/>
              </p:cNvSpPr>
              <p:nvPr/>
            </p:nvSpPr>
            <p:spPr bwMode="auto">
              <a:xfrm>
                <a:off x="2488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86" name="Freeform 1793"/>
              <p:cNvSpPr>
                <a:spLocks/>
              </p:cNvSpPr>
              <p:nvPr/>
            </p:nvSpPr>
            <p:spPr bwMode="auto">
              <a:xfrm>
                <a:off x="2315" y="2282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87" name="Freeform 1794"/>
              <p:cNvSpPr>
                <a:spLocks/>
              </p:cNvSpPr>
              <p:nvPr/>
            </p:nvSpPr>
            <p:spPr bwMode="auto">
              <a:xfrm>
                <a:off x="2267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88" name="Freeform 1795"/>
              <p:cNvSpPr>
                <a:spLocks/>
              </p:cNvSpPr>
              <p:nvPr/>
            </p:nvSpPr>
            <p:spPr bwMode="auto">
              <a:xfrm>
                <a:off x="2339" y="2102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89" name="Freeform 1796"/>
              <p:cNvSpPr>
                <a:spLocks/>
              </p:cNvSpPr>
              <p:nvPr/>
            </p:nvSpPr>
            <p:spPr bwMode="auto">
              <a:xfrm>
                <a:off x="2171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90" name="Freeform 1797"/>
              <p:cNvSpPr>
                <a:spLocks/>
              </p:cNvSpPr>
              <p:nvPr/>
            </p:nvSpPr>
            <p:spPr bwMode="auto">
              <a:xfrm>
                <a:off x="2614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91" name="Freeform 1798"/>
              <p:cNvSpPr>
                <a:spLocks/>
              </p:cNvSpPr>
              <p:nvPr/>
            </p:nvSpPr>
            <p:spPr bwMode="auto">
              <a:xfrm>
                <a:off x="2518" y="17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92" name="Freeform 1799"/>
              <p:cNvSpPr>
                <a:spLocks/>
              </p:cNvSpPr>
              <p:nvPr/>
            </p:nvSpPr>
            <p:spPr bwMode="auto">
              <a:xfrm>
                <a:off x="1842" y="1869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93" name="Freeform 1800"/>
              <p:cNvSpPr>
                <a:spLocks/>
              </p:cNvSpPr>
              <p:nvPr/>
            </p:nvSpPr>
            <p:spPr bwMode="auto">
              <a:xfrm>
                <a:off x="2171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94" name="Freeform 1801"/>
              <p:cNvSpPr>
                <a:spLocks/>
              </p:cNvSpPr>
              <p:nvPr/>
            </p:nvSpPr>
            <p:spPr bwMode="auto">
              <a:xfrm>
                <a:off x="2225" y="22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95" name="Freeform 1802"/>
              <p:cNvSpPr>
                <a:spLocks/>
              </p:cNvSpPr>
              <p:nvPr/>
            </p:nvSpPr>
            <p:spPr bwMode="auto">
              <a:xfrm>
                <a:off x="2416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96" name="Freeform 1803"/>
              <p:cNvSpPr>
                <a:spLocks/>
              </p:cNvSpPr>
              <p:nvPr/>
            </p:nvSpPr>
            <p:spPr bwMode="auto">
              <a:xfrm>
                <a:off x="2356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97" name="Freeform 1804"/>
              <p:cNvSpPr>
                <a:spLocks/>
              </p:cNvSpPr>
              <p:nvPr/>
            </p:nvSpPr>
            <p:spPr bwMode="auto">
              <a:xfrm>
                <a:off x="2404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98" name="Freeform 1805"/>
              <p:cNvSpPr>
                <a:spLocks/>
              </p:cNvSpPr>
              <p:nvPr/>
            </p:nvSpPr>
            <p:spPr bwMode="auto">
              <a:xfrm>
                <a:off x="2297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799" name="Freeform 1806"/>
              <p:cNvSpPr>
                <a:spLocks/>
              </p:cNvSpPr>
              <p:nvPr/>
            </p:nvSpPr>
            <p:spPr bwMode="auto">
              <a:xfrm>
                <a:off x="2243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00" name="Freeform 1807"/>
              <p:cNvSpPr>
                <a:spLocks/>
              </p:cNvSpPr>
              <p:nvPr/>
            </p:nvSpPr>
            <p:spPr bwMode="auto">
              <a:xfrm>
                <a:off x="2398" y="25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01" name="Freeform 1808"/>
              <p:cNvSpPr>
                <a:spLocks/>
              </p:cNvSpPr>
              <p:nvPr/>
            </p:nvSpPr>
            <p:spPr bwMode="auto">
              <a:xfrm>
                <a:off x="2356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02" name="Freeform 1809"/>
              <p:cNvSpPr>
                <a:spLocks/>
              </p:cNvSpPr>
              <p:nvPr/>
            </p:nvSpPr>
            <p:spPr bwMode="auto">
              <a:xfrm>
                <a:off x="223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03" name="Freeform 1810"/>
              <p:cNvSpPr>
                <a:spLocks/>
              </p:cNvSpPr>
              <p:nvPr/>
            </p:nvSpPr>
            <p:spPr bwMode="auto">
              <a:xfrm>
                <a:off x="2380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04" name="Freeform 1811"/>
              <p:cNvSpPr>
                <a:spLocks/>
              </p:cNvSpPr>
              <p:nvPr/>
            </p:nvSpPr>
            <p:spPr bwMode="auto">
              <a:xfrm>
                <a:off x="2333" y="1815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805" name="Freeform 1812"/>
              <p:cNvSpPr>
                <a:spLocks/>
              </p:cNvSpPr>
              <p:nvPr/>
            </p:nvSpPr>
            <p:spPr bwMode="auto">
              <a:xfrm>
                <a:off x="2398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3" name="Group 2014"/>
            <p:cNvGrpSpPr>
              <a:grpSpLocks/>
            </p:cNvGrpSpPr>
            <p:nvPr/>
          </p:nvGrpSpPr>
          <p:grpSpPr bwMode="auto">
            <a:xfrm>
              <a:off x="1913" y="1504"/>
              <a:ext cx="887" cy="963"/>
              <a:chOff x="1913" y="1504"/>
              <a:chExt cx="887" cy="963"/>
            </a:xfrm>
          </p:grpSpPr>
          <p:sp>
            <p:nvSpPr>
              <p:cNvPr id="61406" name="Freeform 1814"/>
              <p:cNvSpPr>
                <a:spLocks/>
              </p:cNvSpPr>
              <p:nvPr/>
            </p:nvSpPr>
            <p:spPr bwMode="auto">
              <a:xfrm>
                <a:off x="2362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07" name="Freeform 1815"/>
              <p:cNvSpPr>
                <a:spLocks/>
              </p:cNvSpPr>
              <p:nvPr/>
            </p:nvSpPr>
            <p:spPr bwMode="auto">
              <a:xfrm>
                <a:off x="2368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08" name="Freeform 1816"/>
              <p:cNvSpPr>
                <a:spLocks/>
              </p:cNvSpPr>
              <p:nvPr/>
            </p:nvSpPr>
            <p:spPr bwMode="auto">
              <a:xfrm>
                <a:off x="2021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09" name="Freeform 1817"/>
              <p:cNvSpPr>
                <a:spLocks/>
              </p:cNvSpPr>
              <p:nvPr/>
            </p:nvSpPr>
            <p:spPr bwMode="auto">
              <a:xfrm>
                <a:off x="2327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10" name="Freeform 1818"/>
              <p:cNvSpPr>
                <a:spLocks/>
              </p:cNvSpPr>
              <p:nvPr/>
            </p:nvSpPr>
            <p:spPr bwMode="auto">
              <a:xfrm>
                <a:off x="1943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11" name="Freeform 1819"/>
              <p:cNvSpPr>
                <a:spLocks/>
              </p:cNvSpPr>
              <p:nvPr/>
            </p:nvSpPr>
            <p:spPr bwMode="auto">
              <a:xfrm>
                <a:off x="2398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12" name="Freeform 1820"/>
              <p:cNvSpPr>
                <a:spLocks/>
              </p:cNvSpPr>
              <p:nvPr/>
            </p:nvSpPr>
            <p:spPr bwMode="auto">
              <a:xfrm>
                <a:off x="2279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13" name="Freeform 1821"/>
              <p:cNvSpPr>
                <a:spLocks/>
              </p:cNvSpPr>
              <p:nvPr/>
            </p:nvSpPr>
            <p:spPr bwMode="auto">
              <a:xfrm>
                <a:off x="2231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14" name="Freeform 1822"/>
              <p:cNvSpPr>
                <a:spLocks/>
              </p:cNvSpPr>
              <p:nvPr/>
            </p:nvSpPr>
            <p:spPr bwMode="auto">
              <a:xfrm>
                <a:off x="2339" y="201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15" name="Freeform 1823"/>
              <p:cNvSpPr>
                <a:spLocks/>
              </p:cNvSpPr>
              <p:nvPr/>
            </p:nvSpPr>
            <p:spPr bwMode="auto">
              <a:xfrm>
                <a:off x="2231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16" name="Freeform 1824"/>
              <p:cNvSpPr>
                <a:spLocks/>
              </p:cNvSpPr>
              <p:nvPr/>
            </p:nvSpPr>
            <p:spPr bwMode="auto">
              <a:xfrm>
                <a:off x="2243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17" name="Freeform 1825"/>
              <p:cNvSpPr>
                <a:spLocks/>
              </p:cNvSpPr>
              <p:nvPr/>
            </p:nvSpPr>
            <p:spPr bwMode="auto">
              <a:xfrm>
                <a:off x="2279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18" name="Freeform 1826"/>
              <p:cNvSpPr>
                <a:spLocks/>
              </p:cNvSpPr>
              <p:nvPr/>
            </p:nvSpPr>
            <p:spPr bwMode="auto">
              <a:xfrm>
                <a:off x="2482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19" name="Freeform 1827"/>
              <p:cNvSpPr>
                <a:spLocks/>
              </p:cNvSpPr>
              <p:nvPr/>
            </p:nvSpPr>
            <p:spPr bwMode="auto">
              <a:xfrm>
                <a:off x="2165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20" name="Freeform 1828"/>
              <p:cNvSpPr>
                <a:spLocks/>
              </p:cNvSpPr>
              <p:nvPr/>
            </p:nvSpPr>
            <p:spPr bwMode="auto">
              <a:xfrm>
                <a:off x="2327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21" name="Freeform 1829"/>
              <p:cNvSpPr>
                <a:spLocks/>
              </p:cNvSpPr>
              <p:nvPr/>
            </p:nvSpPr>
            <p:spPr bwMode="auto">
              <a:xfrm>
                <a:off x="2434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22" name="Freeform 1830"/>
              <p:cNvSpPr>
                <a:spLocks/>
              </p:cNvSpPr>
              <p:nvPr/>
            </p:nvSpPr>
            <p:spPr bwMode="auto">
              <a:xfrm>
                <a:off x="2129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23" name="Freeform 1831"/>
              <p:cNvSpPr>
                <a:spLocks/>
              </p:cNvSpPr>
              <p:nvPr/>
            </p:nvSpPr>
            <p:spPr bwMode="auto">
              <a:xfrm>
                <a:off x="2398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24" name="Freeform 1832"/>
              <p:cNvSpPr>
                <a:spLocks/>
              </p:cNvSpPr>
              <p:nvPr/>
            </p:nvSpPr>
            <p:spPr bwMode="auto">
              <a:xfrm>
                <a:off x="2267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25" name="Freeform 1833"/>
              <p:cNvSpPr>
                <a:spLocks/>
              </p:cNvSpPr>
              <p:nvPr/>
            </p:nvSpPr>
            <p:spPr bwMode="auto">
              <a:xfrm>
                <a:off x="2446" y="24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26" name="Freeform 1834"/>
              <p:cNvSpPr>
                <a:spLocks/>
              </p:cNvSpPr>
              <p:nvPr/>
            </p:nvSpPr>
            <p:spPr bwMode="auto">
              <a:xfrm>
                <a:off x="2321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27" name="Freeform 1835"/>
              <p:cNvSpPr>
                <a:spLocks/>
              </p:cNvSpPr>
              <p:nvPr/>
            </p:nvSpPr>
            <p:spPr bwMode="auto">
              <a:xfrm>
                <a:off x="2273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28" name="Freeform 1836"/>
              <p:cNvSpPr>
                <a:spLocks/>
              </p:cNvSpPr>
              <p:nvPr/>
            </p:nvSpPr>
            <p:spPr bwMode="auto">
              <a:xfrm>
                <a:off x="2249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29" name="Freeform 1837"/>
              <p:cNvSpPr>
                <a:spLocks/>
              </p:cNvSpPr>
              <p:nvPr/>
            </p:nvSpPr>
            <p:spPr bwMode="auto">
              <a:xfrm>
                <a:off x="2333" y="208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30" name="Freeform 1838"/>
              <p:cNvSpPr>
                <a:spLocks/>
              </p:cNvSpPr>
              <p:nvPr/>
            </p:nvSpPr>
            <p:spPr bwMode="auto">
              <a:xfrm>
                <a:off x="2434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31" name="Freeform 1839"/>
              <p:cNvSpPr>
                <a:spLocks/>
              </p:cNvSpPr>
              <p:nvPr/>
            </p:nvSpPr>
            <p:spPr bwMode="auto">
              <a:xfrm>
                <a:off x="2261" y="18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32" name="Freeform 1840"/>
              <p:cNvSpPr>
                <a:spLocks/>
              </p:cNvSpPr>
              <p:nvPr/>
            </p:nvSpPr>
            <p:spPr bwMode="auto">
              <a:xfrm>
                <a:off x="2231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33" name="Freeform 1841"/>
              <p:cNvSpPr>
                <a:spLocks/>
              </p:cNvSpPr>
              <p:nvPr/>
            </p:nvSpPr>
            <p:spPr bwMode="auto">
              <a:xfrm>
                <a:off x="2243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34" name="Freeform 1842"/>
              <p:cNvSpPr>
                <a:spLocks/>
              </p:cNvSpPr>
              <p:nvPr/>
            </p:nvSpPr>
            <p:spPr bwMode="auto">
              <a:xfrm>
                <a:off x="2279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35" name="Freeform 1843"/>
              <p:cNvSpPr>
                <a:spLocks/>
              </p:cNvSpPr>
              <p:nvPr/>
            </p:nvSpPr>
            <p:spPr bwMode="auto">
              <a:xfrm>
                <a:off x="2356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36" name="Freeform 1844"/>
              <p:cNvSpPr>
                <a:spLocks/>
              </p:cNvSpPr>
              <p:nvPr/>
            </p:nvSpPr>
            <p:spPr bwMode="auto">
              <a:xfrm>
                <a:off x="2644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37" name="Freeform 1845"/>
              <p:cNvSpPr>
                <a:spLocks/>
              </p:cNvSpPr>
              <p:nvPr/>
            </p:nvSpPr>
            <p:spPr bwMode="auto">
              <a:xfrm>
                <a:off x="2380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38" name="Freeform 1846"/>
              <p:cNvSpPr>
                <a:spLocks/>
              </p:cNvSpPr>
              <p:nvPr/>
            </p:nvSpPr>
            <p:spPr bwMode="auto">
              <a:xfrm>
                <a:off x="2081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39" name="Freeform 1847"/>
              <p:cNvSpPr>
                <a:spLocks/>
              </p:cNvSpPr>
              <p:nvPr/>
            </p:nvSpPr>
            <p:spPr bwMode="auto">
              <a:xfrm>
                <a:off x="2344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40" name="Freeform 1848"/>
              <p:cNvSpPr>
                <a:spLocks/>
              </p:cNvSpPr>
              <p:nvPr/>
            </p:nvSpPr>
            <p:spPr bwMode="auto">
              <a:xfrm>
                <a:off x="2279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41" name="Freeform 1849"/>
              <p:cNvSpPr>
                <a:spLocks/>
              </p:cNvSpPr>
              <p:nvPr/>
            </p:nvSpPr>
            <p:spPr bwMode="auto">
              <a:xfrm>
                <a:off x="2237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42" name="Freeform 1850"/>
              <p:cNvSpPr>
                <a:spLocks/>
              </p:cNvSpPr>
              <p:nvPr/>
            </p:nvSpPr>
            <p:spPr bwMode="auto">
              <a:xfrm>
                <a:off x="2536" y="18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43" name="Freeform 1851"/>
              <p:cNvSpPr>
                <a:spLocks/>
              </p:cNvSpPr>
              <p:nvPr/>
            </p:nvSpPr>
            <p:spPr bwMode="auto">
              <a:xfrm>
                <a:off x="2117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44" name="Freeform 1852"/>
              <p:cNvSpPr>
                <a:spLocks/>
              </p:cNvSpPr>
              <p:nvPr/>
            </p:nvSpPr>
            <p:spPr bwMode="auto">
              <a:xfrm>
                <a:off x="2344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45" name="Freeform 1853"/>
              <p:cNvSpPr>
                <a:spLocks/>
              </p:cNvSpPr>
              <p:nvPr/>
            </p:nvSpPr>
            <p:spPr bwMode="auto">
              <a:xfrm>
                <a:off x="2237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46" name="Freeform 1854"/>
              <p:cNvSpPr>
                <a:spLocks/>
              </p:cNvSpPr>
              <p:nvPr/>
            </p:nvSpPr>
            <p:spPr bwMode="auto">
              <a:xfrm>
                <a:off x="2500" y="18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47" name="Freeform 1855"/>
              <p:cNvSpPr>
                <a:spLocks/>
              </p:cNvSpPr>
              <p:nvPr/>
            </p:nvSpPr>
            <p:spPr bwMode="auto">
              <a:xfrm>
                <a:off x="2386" y="18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48" name="Freeform 1856"/>
              <p:cNvSpPr>
                <a:spLocks/>
              </p:cNvSpPr>
              <p:nvPr/>
            </p:nvSpPr>
            <p:spPr bwMode="auto">
              <a:xfrm>
                <a:off x="2273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49" name="Freeform 1857"/>
              <p:cNvSpPr>
                <a:spLocks/>
              </p:cNvSpPr>
              <p:nvPr/>
            </p:nvSpPr>
            <p:spPr bwMode="auto">
              <a:xfrm>
                <a:off x="2662" y="15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50" name="Freeform 1858"/>
              <p:cNvSpPr>
                <a:spLocks/>
              </p:cNvSpPr>
              <p:nvPr/>
            </p:nvSpPr>
            <p:spPr bwMode="auto">
              <a:xfrm>
                <a:off x="2344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51" name="Freeform 1859"/>
              <p:cNvSpPr>
                <a:spLocks/>
              </p:cNvSpPr>
              <p:nvPr/>
            </p:nvSpPr>
            <p:spPr bwMode="auto">
              <a:xfrm>
                <a:off x="2440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52" name="Freeform 1860"/>
              <p:cNvSpPr>
                <a:spLocks/>
              </p:cNvSpPr>
              <p:nvPr/>
            </p:nvSpPr>
            <p:spPr bwMode="auto">
              <a:xfrm>
                <a:off x="2512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53" name="Freeform 1861"/>
              <p:cNvSpPr>
                <a:spLocks/>
              </p:cNvSpPr>
              <p:nvPr/>
            </p:nvSpPr>
            <p:spPr bwMode="auto">
              <a:xfrm>
                <a:off x="2069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54" name="Freeform 1862"/>
              <p:cNvSpPr>
                <a:spLocks/>
              </p:cNvSpPr>
              <p:nvPr/>
            </p:nvSpPr>
            <p:spPr bwMode="auto">
              <a:xfrm>
                <a:off x="2297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55" name="Freeform 1863"/>
              <p:cNvSpPr>
                <a:spLocks/>
              </p:cNvSpPr>
              <p:nvPr/>
            </p:nvSpPr>
            <p:spPr bwMode="auto">
              <a:xfrm>
                <a:off x="2261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56" name="Freeform 1864"/>
              <p:cNvSpPr>
                <a:spLocks/>
              </p:cNvSpPr>
              <p:nvPr/>
            </p:nvSpPr>
            <p:spPr bwMode="auto">
              <a:xfrm>
                <a:off x="2057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57" name="Freeform 1865"/>
              <p:cNvSpPr>
                <a:spLocks/>
              </p:cNvSpPr>
              <p:nvPr/>
            </p:nvSpPr>
            <p:spPr bwMode="auto">
              <a:xfrm>
                <a:off x="2225" y="18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58" name="Freeform 1866"/>
              <p:cNvSpPr>
                <a:spLocks/>
              </p:cNvSpPr>
              <p:nvPr/>
            </p:nvSpPr>
            <p:spPr bwMode="auto">
              <a:xfrm>
                <a:off x="2416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59" name="Freeform 1867"/>
              <p:cNvSpPr>
                <a:spLocks/>
              </p:cNvSpPr>
              <p:nvPr/>
            </p:nvSpPr>
            <p:spPr bwMode="auto">
              <a:xfrm>
                <a:off x="2464" y="17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60" name="Freeform 1868"/>
              <p:cNvSpPr>
                <a:spLocks/>
              </p:cNvSpPr>
              <p:nvPr/>
            </p:nvSpPr>
            <p:spPr bwMode="auto">
              <a:xfrm>
                <a:off x="2285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61" name="Freeform 1869"/>
              <p:cNvSpPr>
                <a:spLocks/>
              </p:cNvSpPr>
              <p:nvPr/>
            </p:nvSpPr>
            <p:spPr bwMode="auto">
              <a:xfrm>
                <a:off x="2285" y="22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62" name="Freeform 1870"/>
              <p:cNvSpPr>
                <a:spLocks/>
              </p:cNvSpPr>
              <p:nvPr/>
            </p:nvSpPr>
            <p:spPr bwMode="auto">
              <a:xfrm>
                <a:off x="2171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63" name="Freeform 1871"/>
              <p:cNvSpPr>
                <a:spLocks/>
              </p:cNvSpPr>
              <p:nvPr/>
            </p:nvSpPr>
            <p:spPr bwMode="auto">
              <a:xfrm>
                <a:off x="2189" y="23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64" name="Freeform 1872"/>
              <p:cNvSpPr>
                <a:spLocks/>
              </p:cNvSpPr>
              <p:nvPr/>
            </p:nvSpPr>
            <p:spPr bwMode="auto">
              <a:xfrm>
                <a:off x="2339" y="2288"/>
                <a:ext cx="11" cy="11"/>
              </a:xfrm>
              <a:custGeom>
                <a:avLst/>
                <a:gdLst>
                  <a:gd name="T0" fmla="*/ 5 w 11"/>
                  <a:gd name="T1" fmla="*/ 0 h 11"/>
                  <a:gd name="T2" fmla="*/ 11 w 11"/>
                  <a:gd name="T3" fmla="*/ 5 h 11"/>
                  <a:gd name="T4" fmla="*/ 5 w 11"/>
                  <a:gd name="T5" fmla="*/ 11 h 11"/>
                  <a:gd name="T6" fmla="*/ 0 w 11"/>
                  <a:gd name="T7" fmla="*/ 5 h 11"/>
                  <a:gd name="T8" fmla="*/ 5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5" y="0"/>
                    </a:moveTo>
                    <a:lnTo>
                      <a:pt x="11" y="5"/>
                    </a:lnTo>
                    <a:lnTo>
                      <a:pt x="5" y="11"/>
                    </a:lnTo>
                    <a:lnTo>
                      <a:pt x="0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65" name="Freeform 1873"/>
              <p:cNvSpPr>
                <a:spLocks/>
              </p:cNvSpPr>
              <p:nvPr/>
            </p:nvSpPr>
            <p:spPr bwMode="auto">
              <a:xfrm>
                <a:off x="2428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66" name="Freeform 1874"/>
              <p:cNvSpPr>
                <a:spLocks/>
              </p:cNvSpPr>
              <p:nvPr/>
            </p:nvSpPr>
            <p:spPr bwMode="auto">
              <a:xfrm>
                <a:off x="2033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67" name="Freeform 1875"/>
              <p:cNvSpPr>
                <a:spLocks/>
              </p:cNvSpPr>
              <p:nvPr/>
            </p:nvSpPr>
            <p:spPr bwMode="auto">
              <a:xfrm>
                <a:off x="2333" y="208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68" name="Freeform 1876"/>
              <p:cNvSpPr>
                <a:spLocks/>
              </p:cNvSpPr>
              <p:nvPr/>
            </p:nvSpPr>
            <p:spPr bwMode="auto">
              <a:xfrm>
                <a:off x="2434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69" name="Freeform 1877"/>
              <p:cNvSpPr>
                <a:spLocks/>
              </p:cNvSpPr>
              <p:nvPr/>
            </p:nvSpPr>
            <p:spPr bwMode="auto">
              <a:xfrm>
                <a:off x="2362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70" name="Freeform 1878"/>
              <p:cNvSpPr>
                <a:spLocks/>
              </p:cNvSpPr>
              <p:nvPr/>
            </p:nvSpPr>
            <p:spPr bwMode="auto">
              <a:xfrm>
                <a:off x="2309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71" name="Freeform 1879"/>
              <p:cNvSpPr>
                <a:spLocks/>
              </p:cNvSpPr>
              <p:nvPr/>
            </p:nvSpPr>
            <p:spPr bwMode="auto">
              <a:xfrm>
                <a:off x="2339" y="209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72" name="Freeform 1880"/>
              <p:cNvSpPr>
                <a:spLocks/>
              </p:cNvSpPr>
              <p:nvPr/>
            </p:nvSpPr>
            <p:spPr bwMode="auto">
              <a:xfrm>
                <a:off x="2267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73" name="Freeform 1881"/>
              <p:cNvSpPr>
                <a:spLocks/>
              </p:cNvSpPr>
              <p:nvPr/>
            </p:nvSpPr>
            <p:spPr bwMode="auto">
              <a:xfrm>
                <a:off x="2500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74" name="Freeform 1882"/>
              <p:cNvSpPr>
                <a:spLocks/>
              </p:cNvSpPr>
              <p:nvPr/>
            </p:nvSpPr>
            <p:spPr bwMode="auto">
              <a:xfrm>
                <a:off x="2267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75" name="Freeform 1883"/>
              <p:cNvSpPr>
                <a:spLocks/>
              </p:cNvSpPr>
              <p:nvPr/>
            </p:nvSpPr>
            <p:spPr bwMode="auto">
              <a:xfrm>
                <a:off x="2410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76" name="Freeform 1884"/>
              <p:cNvSpPr>
                <a:spLocks/>
              </p:cNvSpPr>
              <p:nvPr/>
            </p:nvSpPr>
            <p:spPr bwMode="auto">
              <a:xfrm>
                <a:off x="2093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77" name="Freeform 1885"/>
              <p:cNvSpPr>
                <a:spLocks/>
              </p:cNvSpPr>
              <p:nvPr/>
            </p:nvSpPr>
            <p:spPr bwMode="auto">
              <a:xfrm>
                <a:off x="2243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78" name="Freeform 1886"/>
              <p:cNvSpPr>
                <a:spLocks/>
              </p:cNvSpPr>
              <p:nvPr/>
            </p:nvSpPr>
            <p:spPr bwMode="auto">
              <a:xfrm>
                <a:off x="2392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79" name="Freeform 1887"/>
              <p:cNvSpPr>
                <a:spLocks/>
              </p:cNvSpPr>
              <p:nvPr/>
            </p:nvSpPr>
            <p:spPr bwMode="auto">
              <a:xfrm>
                <a:off x="2297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80" name="Freeform 1888"/>
              <p:cNvSpPr>
                <a:spLocks/>
              </p:cNvSpPr>
              <p:nvPr/>
            </p:nvSpPr>
            <p:spPr bwMode="auto">
              <a:xfrm>
                <a:off x="2339" y="2060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81" name="Freeform 1889"/>
              <p:cNvSpPr>
                <a:spLocks/>
              </p:cNvSpPr>
              <p:nvPr/>
            </p:nvSpPr>
            <p:spPr bwMode="auto">
              <a:xfrm>
                <a:off x="2327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82" name="Freeform 1890"/>
              <p:cNvSpPr>
                <a:spLocks/>
              </p:cNvSpPr>
              <p:nvPr/>
            </p:nvSpPr>
            <p:spPr bwMode="auto">
              <a:xfrm>
                <a:off x="2506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83" name="Freeform 1891"/>
              <p:cNvSpPr>
                <a:spLocks/>
              </p:cNvSpPr>
              <p:nvPr/>
            </p:nvSpPr>
            <p:spPr bwMode="auto">
              <a:xfrm>
                <a:off x="2458" y="18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84" name="Freeform 1892"/>
              <p:cNvSpPr>
                <a:spLocks/>
              </p:cNvSpPr>
              <p:nvPr/>
            </p:nvSpPr>
            <p:spPr bwMode="auto">
              <a:xfrm>
                <a:off x="2267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85" name="Freeform 1893"/>
              <p:cNvSpPr>
                <a:spLocks/>
              </p:cNvSpPr>
              <p:nvPr/>
            </p:nvSpPr>
            <p:spPr bwMode="auto">
              <a:xfrm>
                <a:off x="2350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86" name="Freeform 1894"/>
              <p:cNvSpPr>
                <a:spLocks/>
              </p:cNvSpPr>
              <p:nvPr/>
            </p:nvSpPr>
            <p:spPr bwMode="auto">
              <a:xfrm>
                <a:off x="2309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87" name="Freeform 1895"/>
              <p:cNvSpPr>
                <a:spLocks/>
              </p:cNvSpPr>
              <p:nvPr/>
            </p:nvSpPr>
            <p:spPr bwMode="auto">
              <a:xfrm>
                <a:off x="2572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88" name="Freeform 1896"/>
              <p:cNvSpPr>
                <a:spLocks/>
              </p:cNvSpPr>
              <p:nvPr/>
            </p:nvSpPr>
            <p:spPr bwMode="auto">
              <a:xfrm>
                <a:off x="2333" y="207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89" name="Freeform 1897"/>
              <p:cNvSpPr>
                <a:spLocks/>
              </p:cNvSpPr>
              <p:nvPr/>
            </p:nvSpPr>
            <p:spPr bwMode="auto">
              <a:xfrm>
                <a:off x="2237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90" name="Freeform 1898"/>
              <p:cNvSpPr>
                <a:spLocks/>
              </p:cNvSpPr>
              <p:nvPr/>
            </p:nvSpPr>
            <p:spPr bwMode="auto">
              <a:xfrm>
                <a:off x="2297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91" name="Freeform 1899"/>
              <p:cNvSpPr>
                <a:spLocks/>
              </p:cNvSpPr>
              <p:nvPr/>
            </p:nvSpPr>
            <p:spPr bwMode="auto">
              <a:xfrm>
                <a:off x="2285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92" name="Freeform 1900"/>
              <p:cNvSpPr>
                <a:spLocks/>
              </p:cNvSpPr>
              <p:nvPr/>
            </p:nvSpPr>
            <p:spPr bwMode="auto">
              <a:xfrm>
                <a:off x="2183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93" name="Freeform 1901"/>
              <p:cNvSpPr>
                <a:spLocks/>
              </p:cNvSpPr>
              <p:nvPr/>
            </p:nvSpPr>
            <p:spPr bwMode="auto">
              <a:xfrm>
                <a:off x="2261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94" name="Freeform 1902"/>
              <p:cNvSpPr>
                <a:spLocks/>
              </p:cNvSpPr>
              <p:nvPr/>
            </p:nvSpPr>
            <p:spPr bwMode="auto">
              <a:xfrm>
                <a:off x="2788" y="15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95" name="Freeform 1903"/>
              <p:cNvSpPr>
                <a:spLocks/>
              </p:cNvSpPr>
              <p:nvPr/>
            </p:nvSpPr>
            <p:spPr bwMode="auto">
              <a:xfrm>
                <a:off x="2117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96" name="Freeform 1904"/>
              <p:cNvSpPr>
                <a:spLocks/>
              </p:cNvSpPr>
              <p:nvPr/>
            </p:nvSpPr>
            <p:spPr bwMode="auto">
              <a:xfrm>
                <a:off x="2207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97" name="Freeform 1905"/>
              <p:cNvSpPr>
                <a:spLocks/>
              </p:cNvSpPr>
              <p:nvPr/>
            </p:nvSpPr>
            <p:spPr bwMode="auto">
              <a:xfrm>
                <a:off x="241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98" name="Freeform 1906"/>
              <p:cNvSpPr>
                <a:spLocks/>
              </p:cNvSpPr>
              <p:nvPr/>
            </p:nvSpPr>
            <p:spPr bwMode="auto">
              <a:xfrm>
                <a:off x="2261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99" name="Freeform 1907"/>
              <p:cNvSpPr>
                <a:spLocks/>
              </p:cNvSpPr>
              <p:nvPr/>
            </p:nvSpPr>
            <p:spPr bwMode="auto">
              <a:xfrm>
                <a:off x="2350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00" name="Freeform 1908"/>
              <p:cNvSpPr>
                <a:spLocks/>
              </p:cNvSpPr>
              <p:nvPr/>
            </p:nvSpPr>
            <p:spPr bwMode="auto">
              <a:xfrm>
                <a:off x="2255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01" name="Freeform 1909"/>
              <p:cNvSpPr>
                <a:spLocks/>
              </p:cNvSpPr>
              <p:nvPr/>
            </p:nvSpPr>
            <p:spPr bwMode="auto">
              <a:xfrm>
                <a:off x="2362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02" name="Freeform 1910"/>
              <p:cNvSpPr>
                <a:spLocks/>
              </p:cNvSpPr>
              <p:nvPr/>
            </p:nvSpPr>
            <p:spPr bwMode="auto">
              <a:xfrm>
                <a:off x="2231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03" name="Freeform 1911"/>
              <p:cNvSpPr>
                <a:spLocks/>
              </p:cNvSpPr>
              <p:nvPr/>
            </p:nvSpPr>
            <p:spPr bwMode="auto">
              <a:xfrm>
                <a:off x="2255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04" name="Freeform 1912"/>
              <p:cNvSpPr>
                <a:spLocks/>
              </p:cNvSpPr>
              <p:nvPr/>
            </p:nvSpPr>
            <p:spPr bwMode="auto">
              <a:xfrm>
                <a:off x="2123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05" name="Freeform 1913"/>
              <p:cNvSpPr>
                <a:spLocks/>
              </p:cNvSpPr>
              <p:nvPr/>
            </p:nvSpPr>
            <p:spPr bwMode="auto">
              <a:xfrm>
                <a:off x="2368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06" name="Freeform 1914"/>
              <p:cNvSpPr>
                <a:spLocks/>
              </p:cNvSpPr>
              <p:nvPr/>
            </p:nvSpPr>
            <p:spPr bwMode="auto">
              <a:xfrm>
                <a:off x="2213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07" name="Freeform 1915"/>
              <p:cNvSpPr>
                <a:spLocks/>
              </p:cNvSpPr>
              <p:nvPr/>
            </p:nvSpPr>
            <p:spPr bwMode="auto">
              <a:xfrm>
                <a:off x="2297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08" name="Freeform 1916"/>
              <p:cNvSpPr>
                <a:spLocks/>
              </p:cNvSpPr>
              <p:nvPr/>
            </p:nvSpPr>
            <p:spPr bwMode="auto">
              <a:xfrm>
                <a:off x="2374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09" name="Freeform 1917"/>
              <p:cNvSpPr>
                <a:spLocks/>
              </p:cNvSpPr>
              <p:nvPr/>
            </p:nvSpPr>
            <p:spPr bwMode="auto">
              <a:xfrm>
                <a:off x="2273" y="15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10" name="Freeform 1918"/>
              <p:cNvSpPr>
                <a:spLocks/>
              </p:cNvSpPr>
              <p:nvPr/>
            </p:nvSpPr>
            <p:spPr bwMode="auto">
              <a:xfrm>
                <a:off x="2219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11" name="Freeform 1919"/>
              <p:cNvSpPr>
                <a:spLocks/>
              </p:cNvSpPr>
              <p:nvPr/>
            </p:nvSpPr>
            <p:spPr bwMode="auto">
              <a:xfrm>
                <a:off x="2416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12" name="Freeform 1920"/>
              <p:cNvSpPr>
                <a:spLocks/>
              </p:cNvSpPr>
              <p:nvPr/>
            </p:nvSpPr>
            <p:spPr bwMode="auto">
              <a:xfrm>
                <a:off x="2129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13" name="Freeform 1921"/>
              <p:cNvSpPr>
                <a:spLocks/>
              </p:cNvSpPr>
              <p:nvPr/>
            </p:nvSpPr>
            <p:spPr bwMode="auto">
              <a:xfrm>
                <a:off x="2315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14" name="Freeform 1922"/>
              <p:cNvSpPr>
                <a:spLocks/>
              </p:cNvSpPr>
              <p:nvPr/>
            </p:nvSpPr>
            <p:spPr bwMode="auto">
              <a:xfrm>
                <a:off x="2506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15" name="Freeform 1923"/>
              <p:cNvSpPr>
                <a:spLocks/>
              </p:cNvSpPr>
              <p:nvPr/>
            </p:nvSpPr>
            <p:spPr bwMode="auto">
              <a:xfrm>
                <a:off x="2333" y="207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16" name="Freeform 1924"/>
              <p:cNvSpPr>
                <a:spLocks/>
              </p:cNvSpPr>
              <p:nvPr/>
            </p:nvSpPr>
            <p:spPr bwMode="auto">
              <a:xfrm>
                <a:off x="2243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17" name="Freeform 1925"/>
              <p:cNvSpPr>
                <a:spLocks/>
              </p:cNvSpPr>
              <p:nvPr/>
            </p:nvSpPr>
            <p:spPr bwMode="auto">
              <a:xfrm>
                <a:off x="2542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18" name="Freeform 1926"/>
              <p:cNvSpPr>
                <a:spLocks/>
              </p:cNvSpPr>
              <p:nvPr/>
            </p:nvSpPr>
            <p:spPr bwMode="auto">
              <a:xfrm>
                <a:off x="2350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19" name="Freeform 1927"/>
              <p:cNvSpPr>
                <a:spLocks/>
              </p:cNvSpPr>
              <p:nvPr/>
            </p:nvSpPr>
            <p:spPr bwMode="auto">
              <a:xfrm>
                <a:off x="2392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20" name="Freeform 1928"/>
              <p:cNvSpPr>
                <a:spLocks/>
              </p:cNvSpPr>
              <p:nvPr/>
            </p:nvSpPr>
            <p:spPr bwMode="auto">
              <a:xfrm>
                <a:off x="2500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21" name="Freeform 1929"/>
              <p:cNvSpPr>
                <a:spLocks/>
              </p:cNvSpPr>
              <p:nvPr/>
            </p:nvSpPr>
            <p:spPr bwMode="auto">
              <a:xfrm>
                <a:off x="2189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22" name="Freeform 1930"/>
              <p:cNvSpPr>
                <a:spLocks/>
              </p:cNvSpPr>
              <p:nvPr/>
            </p:nvSpPr>
            <p:spPr bwMode="auto">
              <a:xfrm>
                <a:off x="2339" y="206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23" name="Freeform 1931"/>
              <p:cNvSpPr>
                <a:spLocks/>
              </p:cNvSpPr>
              <p:nvPr/>
            </p:nvSpPr>
            <p:spPr bwMode="auto">
              <a:xfrm>
                <a:off x="2333" y="202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24" name="Freeform 1932"/>
              <p:cNvSpPr>
                <a:spLocks/>
              </p:cNvSpPr>
              <p:nvPr/>
            </p:nvSpPr>
            <p:spPr bwMode="auto">
              <a:xfrm>
                <a:off x="2344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25" name="Freeform 1933"/>
              <p:cNvSpPr>
                <a:spLocks/>
              </p:cNvSpPr>
              <p:nvPr/>
            </p:nvSpPr>
            <p:spPr bwMode="auto">
              <a:xfrm>
                <a:off x="2285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26" name="Freeform 1934"/>
              <p:cNvSpPr>
                <a:spLocks/>
              </p:cNvSpPr>
              <p:nvPr/>
            </p:nvSpPr>
            <p:spPr bwMode="auto">
              <a:xfrm>
                <a:off x="2452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27" name="Freeform 1935"/>
              <p:cNvSpPr>
                <a:spLocks/>
              </p:cNvSpPr>
              <p:nvPr/>
            </p:nvSpPr>
            <p:spPr bwMode="auto">
              <a:xfrm>
                <a:off x="2273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28" name="Freeform 1936"/>
              <p:cNvSpPr>
                <a:spLocks/>
              </p:cNvSpPr>
              <p:nvPr/>
            </p:nvSpPr>
            <p:spPr bwMode="auto">
              <a:xfrm>
                <a:off x="2339" y="204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29" name="Freeform 1937"/>
              <p:cNvSpPr>
                <a:spLocks/>
              </p:cNvSpPr>
              <p:nvPr/>
            </p:nvSpPr>
            <p:spPr bwMode="auto">
              <a:xfrm>
                <a:off x="2590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30" name="Freeform 1938"/>
              <p:cNvSpPr>
                <a:spLocks/>
              </p:cNvSpPr>
              <p:nvPr/>
            </p:nvSpPr>
            <p:spPr bwMode="auto">
              <a:xfrm>
                <a:off x="229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31" name="Freeform 1939"/>
              <p:cNvSpPr>
                <a:spLocks/>
              </p:cNvSpPr>
              <p:nvPr/>
            </p:nvSpPr>
            <p:spPr bwMode="auto">
              <a:xfrm>
                <a:off x="2213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32" name="Freeform 1940"/>
              <p:cNvSpPr>
                <a:spLocks/>
              </p:cNvSpPr>
              <p:nvPr/>
            </p:nvSpPr>
            <p:spPr bwMode="auto">
              <a:xfrm>
                <a:off x="2500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33" name="Freeform 1941"/>
              <p:cNvSpPr>
                <a:spLocks/>
              </p:cNvSpPr>
              <p:nvPr/>
            </p:nvSpPr>
            <p:spPr bwMode="auto">
              <a:xfrm>
                <a:off x="2195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34" name="Freeform 1942"/>
              <p:cNvSpPr>
                <a:spLocks/>
              </p:cNvSpPr>
              <p:nvPr/>
            </p:nvSpPr>
            <p:spPr bwMode="auto">
              <a:xfrm>
                <a:off x="2027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35" name="Freeform 1943"/>
              <p:cNvSpPr>
                <a:spLocks/>
              </p:cNvSpPr>
              <p:nvPr/>
            </p:nvSpPr>
            <p:spPr bwMode="auto">
              <a:xfrm>
                <a:off x="2512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36" name="Freeform 1944"/>
              <p:cNvSpPr>
                <a:spLocks/>
              </p:cNvSpPr>
              <p:nvPr/>
            </p:nvSpPr>
            <p:spPr bwMode="auto">
              <a:xfrm>
                <a:off x="2309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37" name="Freeform 1945"/>
              <p:cNvSpPr>
                <a:spLocks/>
              </p:cNvSpPr>
              <p:nvPr/>
            </p:nvSpPr>
            <p:spPr bwMode="auto">
              <a:xfrm>
                <a:off x="2291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38" name="Freeform 1946"/>
              <p:cNvSpPr>
                <a:spLocks/>
              </p:cNvSpPr>
              <p:nvPr/>
            </p:nvSpPr>
            <p:spPr bwMode="auto">
              <a:xfrm>
                <a:off x="2321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39" name="Freeform 1947"/>
              <p:cNvSpPr>
                <a:spLocks/>
              </p:cNvSpPr>
              <p:nvPr/>
            </p:nvSpPr>
            <p:spPr bwMode="auto">
              <a:xfrm>
                <a:off x="2153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40" name="Freeform 1948"/>
              <p:cNvSpPr>
                <a:spLocks/>
              </p:cNvSpPr>
              <p:nvPr/>
            </p:nvSpPr>
            <p:spPr bwMode="auto">
              <a:xfrm>
                <a:off x="2321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41" name="Freeform 1949"/>
              <p:cNvSpPr>
                <a:spLocks/>
              </p:cNvSpPr>
              <p:nvPr/>
            </p:nvSpPr>
            <p:spPr bwMode="auto">
              <a:xfrm>
                <a:off x="2398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42" name="Freeform 1950"/>
              <p:cNvSpPr>
                <a:spLocks/>
              </p:cNvSpPr>
              <p:nvPr/>
            </p:nvSpPr>
            <p:spPr bwMode="auto">
              <a:xfrm>
                <a:off x="2213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43" name="Freeform 1951"/>
              <p:cNvSpPr>
                <a:spLocks/>
              </p:cNvSpPr>
              <p:nvPr/>
            </p:nvSpPr>
            <p:spPr bwMode="auto">
              <a:xfrm>
                <a:off x="2446" y="22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44" name="Freeform 1952"/>
              <p:cNvSpPr>
                <a:spLocks/>
              </p:cNvSpPr>
              <p:nvPr/>
            </p:nvSpPr>
            <p:spPr bwMode="auto">
              <a:xfrm>
                <a:off x="2297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45" name="Freeform 1953"/>
              <p:cNvSpPr>
                <a:spLocks/>
              </p:cNvSpPr>
              <p:nvPr/>
            </p:nvSpPr>
            <p:spPr bwMode="auto">
              <a:xfrm>
                <a:off x="199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46" name="Freeform 1954"/>
              <p:cNvSpPr>
                <a:spLocks/>
              </p:cNvSpPr>
              <p:nvPr/>
            </p:nvSpPr>
            <p:spPr bwMode="auto">
              <a:xfrm>
                <a:off x="2171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47" name="Freeform 1955"/>
              <p:cNvSpPr>
                <a:spLocks/>
              </p:cNvSpPr>
              <p:nvPr/>
            </p:nvSpPr>
            <p:spPr bwMode="auto">
              <a:xfrm>
                <a:off x="2279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48" name="Freeform 1956"/>
              <p:cNvSpPr>
                <a:spLocks/>
              </p:cNvSpPr>
              <p:nvPr/>
            </p:nvSpPr>
            <p:spPr bwMode="auto">
              <a:xfrm>
                <a:off x="2183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49" name="Freeform 1957"/>
              <p:cNvSpPr>
                <a:spLocks/>
              </p:cNvSpPr>
              <p:nvPr/>
            </p:nvSpPr>
            <p:spPr bwMode="auto">
              <a:xfrm>
                <a:off x="2518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50" name="Freeform 1958"/>
              <p:cNvSpPr>
                <a:spLocks/>
              </p:cNvSpPr>
              <p:nvPr/>
            </p:nvSpPr>
            <p:spPr bwMode="auto">
              <a:xfrm>
                <a:off x="2470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51" name="Freeform 1959"/>
              <p:cNvSpPr>
                <a:spLocks/>
              </p:cNvSpPr>
              <p:nvPr/>
            </p:nvSpPr>
            <p:spPr bwMode="auto">
              <a:xfrm>
                <a:off x="2470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52" name="Freeform 1960"/>
              <p:cNvSpPr>
                <a:spLocks/>
              </p:cNvSpPr>
              <p:nvPr/>
            </p:nvSpPr>
            <p:spPr bwMode="auto">
              <a:xfrm>
                <a:off x="2344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53" name="Freeform 1961"/>
              <p:cNvSpPr>
                <a:spLocks/>
              </p:cNvSpPr>
              <p:nvPr/>
            </p:nvSpPr>
            <p:spPr bwMode="auto">
              <a:xfrm>
                <a:off x="2129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54" name="Freeform 1962"/>
              <p:cNvSpPr>
                <a:spLocks/>
              </p:cNvSpPr>
              <p:nvPr/>
            </p:nvSpPr>
            <p:spPr bwMode="auto">
              <a:xfrm>
                <a:off x="2315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55" name="Freeform 1963"/>
              <p:cNvSpPr>
                <a:spLocks/>
              </p:cNvSpPr>
              <p:nvPr/>
            </p:nvSpPr>
            <p:spPr bwMode="auto">
              <a:xfrm>
                <a:off x="2261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56" name="Freeform 1964"/>
              <p:cNvSpPr>
                <a:spLocks/>
              </p:cNvSpPr>
              <p:nvPr/>
            </p:nvSpPr>
            <p:spPr bwMode="auto">
              <a:xfrm>
                <a:off x="2380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57" name="Freeform 1965"/>
              <p:cNvSpPr>
                <a:spLocks/>
              </p:cNvSpPr>
              <p:nvPr/>
            </p:nvSpPr>
            <p:spPr bwMode="auto">
              <a:xfrm>
                <a:off x="2279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58" name="Freeform 1966"/>
              <p:cNvSpPr>
                <a:spLocks/>
              </p:cNvSpPr>
              <p:nvPr/>
            </p:nvSpPr>
            <p:spPr bwMode="auto">
              <a:xfrm>
                <a:off x="2428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59" name="Freeform 1967"/>
              <p:cNvSpPr>
                <a:spLocks/>
              </p:cNvSpPr>
              <p:nvPr/>
            </p:nvSpPr>
            <p:spPr bwMode="auto">
              <a:xfrm>
                <a:off x="2386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60" name="Freeform 1968"/>
              <p:cNvSpPr>
                <a:spLocks/>
              </p:cNvSpPr>
              <p:nvPr/>
            </p:nvSpPr>
            <p:spPr bwMode="auto">
              <a:xfrm>
                <a:off x="2153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61" name="Freeform 1969"/>
              <p:cNvSpPr>
                <a:spLocks/>
              </p:cNvSpPr>
              <p:nvPr/>
            </p:nvSpPr>
            <p:spPr bwMode="auto">
              <a:xfrm>
                <a:off x="2225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62" name="Freeform 1970"/>
              <p:cNvSpPr>
                <a:spLocks/>
              </p:cNvSpPr>
              <p:nvPr/>
            </p:nvSpPr>
            <p:spPr bwMode="auto">
              <a:xfrm>
                <a:off x="2279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63" name="Freeform 1971"/>
              <p:cNvSpPr>
                <a:spLocks/>
              </p:cNvSpPr>
              <p:nvPr/>
            </p:nvSpPr>
            <p:spPr bwMode="auto">
              <a:xfrm>
                <a:off x="2698" y="17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64" name="Freeform 1972"/>
              <p:cNvSpPr>
                <a:spLocks/>
              </p:cNvSpPr>
              <p:nvPr/>
            </p:nvSpPr>
            <p:spPr bwMode="auto">
              <a:xfrm>
                <a:off x="2303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65" name="Freeform 1973"/>
              <p:cNvSpPr>
                <a:spLocks/>
              </p:cNvSpPr>
              <p:nvPr/>
            </p:nvSpPr>
            <p:spPr bwMode="auto">
              <a:xfrm>
                <a:off x="1913" y="22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66" name="Freeform 1974"/>
              <p:cNvSpPr>
                <a:spLocks/>
              </p:cNvSpPr>
              <p:nvPr/>
            </p:nvSpPr>
            <p:spPr bwMode="auto">
              <a:xfrm>
                <a:off x="2386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67" name="Freeform 1975"/>
              <p:cNvSpPr>
                <a:spLocks/>
              </p:cNvSpPr>
              <p:nvPr/>
            </p:nvSpPr>
            <p:spPr bwMode="auto">
              <a:xfrm>
                <a:off x="2141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68" name="Freeform 1976"/>
              <p:cNvSpPr>
                <a:spLocks/>
              </p:cNvSpPr>
              <p:nvPr/>
            </p:nvSpPr>
            <p:spPr bwMode="auto">
              <a:xfrm>
                <a:off x="2231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69" name="Freeform 1977"/>
              <p:cNvSpPr>
                <a:spLocks/>
              </p:cNvSpPr>
              <p:nvPr/>
            </p:nvSpPr>
            <p:spPr bwMode="auto">
              <a:xfrm>
                <a:off x="2183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70" name="Freeform 1978"/>
              <p:cNvSpPr>
                <a:spLocks/>
              </p:cNvSpPr>
              <p:nvPr/>
            </p:nvSpPr>
            <p:spPr bwMode="auto">
              <a:xfrm>
                <a:off x="2488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71" name="Freeform 1979"/>
              <p:cNvSpPr>
                <a:spLocks/>
              </p:cNvSpPr>
              <p:nvPr/>
            </p:nvSpPr>
            <p:spPr bwMode="auto">
              <a:xfrm>
                <a:off x="2428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72" name="Freeform 1980"/>
              <p:cNvSpPr>
                <a:spLocks/>
              </p:cNvSpPr>
              <p:nvPr/>
            </p:nvSpPr>
            <p:spPr bwMode="auto">
              <a:xfrm>
                <a:off x="2356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73" name="Freeform 1981"/>
              <p:cNvSpPr>
                <a:spLocks/>
              </p:cNvSpPr>
              <p:nvPr/>
            </p:nvSpPr>
            <p:spPr bwMode="auto">
              <a:xfrm>
                <a:off x="2608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74" name="Freeform 1982"/>
              <p:cNvSpPr>
                <a:spLocks/>
              </p:cNvSpPr>
              <p:nvPr/>
            </p:nvSpPr>
            <p:spPr bwMode="auto">
              <a:xfrm>
                <a:off x="2368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75" name="Freeform 1983"/>
              <p:cNvSpPr>
                <a:spLocks/>
              </p:cNvSpPr>
              <p:nvPr/>
            </p:nvSpPr>
            <p:spPr bwMode="auto">
              <a:xfrm>
                <a:off x="2368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76" name="Freeform 1984"/>
              <p:cNvSpPr>
                <a:spLocks/>
              </p:cNvSpPr>
              <p:nvPr/>
            </p:nvSpPr>
            <p:spPr bwMode="auto">
              <a:xfrm>
                <a:off x="2488" y="17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77" name="Freeform 1985"/>
              <p:cNvSpPr>
                <a:spLocks/>
              </p:cNvSpPr>
              <p:nvPr/>
            </p:nvSpPr>
            <p:spPr bwMode="auto">
              <a:xfrm>
                <a:off x="2279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78" name="Freeform 1986"/>
              <p:cNvSpPr>
                <a:spLocks/>
              </p:cNvSpPr>
              <p:nvPr/>
            </p:nvSpPr>
            <p:spPr bwMode="auto">
              <a:xfrm>
                <a:off x="2213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79" name="Freeform 1987"/>
              <p:cNvSpPr>
                <a:spLocks/>
              </p:cNvSpPr>
              <p:nvPr/>
            </p:nvSpPr>
            <p:spPr bwMode="auto">
              <a:xfrm>
                <a:off x="2638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80" name="Freeform 1988"/>
              <p:cNvSpPr>
                <a:spLocks/>
              </p:cNvSpPr>
              <p:nvPr/>
            </p:nvSpPr>
            <p:spPr bwMode="auto">
              <a:xfrm>
                <a:off x="2428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81" name="Freeform 1989"/>
              <p:cNvSpPr>
                <a:spLocks/>
              </p:cNvSpPr>
              <p:nvPr/>
            </p:nvSpPr>
            <p:spPr bwMode="auto">
              <a:xfrm>
                <a:off x="2362" y="23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82" name="Freeform 1990"/>
              <p:cNvSpPr>
                <a:spLocks/>
              </p:cNvSpPr>
              <p:nvPr/>
            </p:nvSpPr>
            <p:spPr bwMode="auto">
              <a:xfrm>
                <a:off x="2219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83" name="Freeform 1991"/>
              <p:cNvSpPr>
                <a:spLocks/>
              </p:cNvSpPr>
              <p:nvPr/>
            </p:nvSpPr>
            <p:spPr bwMode="auto">
              <a:xfrm>
                <a:off x="2428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84" name="Freeform 1992"/>
              <p:cNvSpPr>
                <a:spLocks/>
              </p:cNvSpPr>
              <p:nvPr/>
            </p:nvSpPr>
            <p:spPr bwMode="auto">
              <a:xfrm>
                <a:off x="2207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85" name="Freeform 1993"/>
              <p:cNvSpPr>
                <a:spLocks/>
              </p:cNvSpPr>
              <p:nvPr/>
            </p:nvSpPr>
            <p:spPr bwMode="auto">
              <a:xfrm>
                <a:off x="2536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86" name="Freeform 1994"/>
              <p:cNvSpPr>
                <a:spLocks/>
              </p:cNvSpPr>
              <p:nvPr/>
            </p:nvSpPr>
            <p:spPr bwMode="auto">
              <a:xfrm>
                <a:off x="2386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87" name="Freeform 1995"/>
              <p:cNvSpPr>
                <a:spLocks/>
              </p:cNvSpPr>
              <p:nvPr/>
            </p:nvSpPr>
            <p:spPr bwMode="auto">
              <a:xfrm>
                <a:off x="2584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88" name="Freeform 1996"/>
              <p:cNvSpPr>
                <a:spLocks/>
              </p:cNvSpPr>
              <p:nvPr/>
            </p:nvSpPr>
            <p:spPr bwMode="auto">
              <a:xfrm>
                <a:off x="2261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89" name="Freeform 1997"/>
              <p:cNvSpPr>
                <a:spLocks/>
              </p:cNvSpPr>
              <p:nvPr/>
            </p:nvSpPr>
            <p:spPr bwMode="auto">
              <a:xfrm>
                <a:off x="2273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90" name="Freeform 1998"/>
              <p:cNvSpPr>
                <a:spLocks/>
              </p:cNvSpPr>
              <p:nvPr/>
            </p:nvSpPr>
            <p:spPr bwMode="auto">
              <a:xfrm>
                <a:off x="2183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91" name="Freeform 1999"/>
              <p:cNvSpPr>
                <a:spLocks/>
              </p:cNvSpPr>
              <p:nvPr/>
            </p:nvSpPr>
            <p:spPr bwMode="auto">
              <a:xfrm>
                <a:off x="2135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92" name="Freeform 2000"/>
              <p:cNvSpPr>
                <a:spLocks/>
              </p:cNvSpPr>
              <p:nvPr/>
            </p:nvSpPr>
            <p:spPr bwMode="auto">
              <a:xfrm>
                <a:off x="2410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93" name="Freeform 2001"/>
              <p:cNvSpPr>
                <a:spLocks/>
              </p:cNvSpPr>
              <p:nvPr/>
            </p:nvSpPr>
            <p:spPr bwMode="auto">
              <a:xfrm>
                <a:off x="2213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94" name="Freeform 2002"/>
              <p:cNvSpPr>
                <a:spLocks/>
              </p:cNvSpPr>
              <p:nvPr/>
            </p:nvSpPr>
            <p:spPr bwMode="auto">
              <a:xfrm>
                <a:off x="2195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95" name="Freeform 2003"/>
              <p:cNvSpPr>
                <a:spLocks/>
              </p:cNvSpPr>
              <p:nvPr/>
            </p:nvSpPr>
            <p:spPr bwMode="auto">
              <a:xfrm>
                <a:off x="2315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96" name="Freeform 2004"/>
              <p:cNvSpPr>
                <a:spLocks/>
              </p:cNvSpPr>
              <p:nvPr/>
            </p:nvSpPr>
            <p:spPr bwMode="auto">
              <a:xfrm>
                <a:off x="2542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97" name="Freeform 2005"/>
              <p:cNvSpPr>
                <a:spLocks/>
              </p:cNvSpPr>
              <p:nvPr/>
            </p:nvSpPr>
            <p:spPr bwMode="auto">
              <a:xfrm>
                <a:off x="2183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98" name="Freeform 2006"/>
              <p:cNvSpPr>
                <a:spLocks/>
              </p:cNvSpPr>
              <p:nvPr/>
            </p:nvSpPr>
            <p:spPr bwMode="auto">
              <a:xfrm>
                <a:off x="2440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599" name="Freeform 2007"/>
              <p:cNvSpPr>
                <a:spLocks/>
              </p:cNvSpPr>
              <p:nvPr/>
            </p:nvSpPr>
            <p:spPr bwMode="auto">
              <a:xfrm>
                <a:off x="2105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00" name="Freeform 2008"/>
              <p:cNvSpPr>
                <a:spLocks/>
              </p:cNvSpPr>
              <p:nvPr/>
            </p:nvSpPr>
            <p:spPr bwMode="auto">
              <a:xfrm>
                <a:off x="2291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01" name="Freeform 2009"/>
              <p:cNvSpPr>
                <a:spLocks/>
              </p:cNvSpPr>
              <p:nvPr/>
            </p:nvSpPr>
            <p:spPr bwMode="auto">
              <a:xfrm>
                <a:off x="2434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02" name="Freeform 2010"/>
              <p:cNvSpPr>
                <a:spLocks/>
              </p:cNvSpPr>
              <p:nvPr/>
            </p:nvSpPr>
            <p:spPr bwMode="auto">
              <a:xfrm>
                <a:off x="2309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03" name="Freeform 2011"/>
              <p:cNvSpPr>
                <a:spLocks/>
              </p:cNvSpPr>
              <p:nvPr/>
            </p:nvSpPr>
            <p:spPr bwMode="auto">
              <a:xfrm>
                <a:off x="2189" y="17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04" name="Freeform 2012"/>
              <p:cNvSpPr>
                <a:spLocks/>
              </p:cNvSpPr>
              <p:nvPr/>
            </p:nvSpPr>
            <p:spPr bwMode="auto">
              <a:xfrm>
                <a:off x="2237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605" name="Freeform 2013"/>
              <p:cNvSpPr>
                <a:spLocks/>
              </p:cNvSpPr>
              <p:nvPr/>
            </p:nvSpPr>
            <p:spPr bwMode="auto">
              <a:xfrm>
                <a:off x="2452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4" name="Group 2215"/>
            <p:cNvGrpSpPr>
              <a:grpSpLocks/>
            </p:cNvGrpSpPr>
            <p:nvPr/>
          </p:nvGrpSpPr>
          <p:grpSpPr bwMode="auto">
            <a:xfrm>
              <a:off x="1901" y="1587"/>
              <a:ext cx="964" cy="862"/>
              <a:chOff x="1901" y="1587"/>
              <a:chExt cx="964" cy="862"/>
            </a:xfrm>
          </p:grpSpPr>
          <p:sp>
            <p:nvSpPr>
              <p:cNvPr id="61206" name="Freeform 2015"/>
              <p:cNvSpPr>
                <a:spLocks/>
              </p:cNvSpPr>
              <p:nvPr/>
            </p:nvSpPr>
            <p:spPr bwMode="auto">
              <a:xfrm>
                <a:off x="2213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07" name="Freeform 2016"/>
              <p:cNvSpPr>
                <a:spLocks/>
              </p:cNvSpPr>
              <p:nvPr/>
            </p:nvSpPr>
            <p:spPr bwMode="auto">
              <a:xfrm>
                <a:off x="2291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08" name="Freeform 2017"/>
              <p:cNvSpPr>
                <a:spLocks/>
              </p:cNvSpPr>
              <p:nvPr/>
            </p:nvSpPr>
            <p:spPr bwMode="auto">
              <a:xfrm>
                <a:off x="2398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09" name="Freeform 2018"/>
              <p:cNvSpPr>
                <a:spLocks/>
              </p:cNvSpPr>
              <p:nvPr/>
            </p:nvSpPr>
            <p:spPr bwMode="auto">
              <a:xfrm>
                <a:off x="2315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0" name="Freeform 2019"/>
              <p:cNvSpPr>
                <a:spLocks/>
              </p:cNvSpPr>
              <p:nvPr/>
            </p:nvSpPr>
            <p:spPr bwMode="auto">
              <a:xfrm>
                <a:off x="2105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1" name="Freeform 2020"/>
              <p:cNvSpPr>
                <a:spLocks/>
              </p:cNvSpPr>
              <p:nvPr/>
            </p:nvSpPr>
            <p:spPr bwMode="auto">
              <a:xfrm>
                <a:off x="2315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2" name="Freeform 2021"/>
              <p:cNvSpPr>
                <a:spLocks/>
              </p:cNvSpPr>
              <p:nvPr/>
            </p:nvSpPr>
            <p:spPr bwMode="auto">
              <a:xfrm>
                <a:off x="2339" y="206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3" name="Freeform 2022"/>
              <p:cNvSpPr>
                <a:spLocks/>
              </p:cNvSpPr>
              <p:nvPr/>
            </p:nvSpPr>
            <p:spPr bwMode="auto">
              <a:xfrm>
                <a:off x="2344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4" name="Freeform 2023"/>
              <p:cNvSpPr>
                <a:spLocks/>
              </p:cNvSpPr>
              <p:nvPr/>
            </p:nvSpPr>
            <p:spPr bwMode="auto">
              <a:xfrm>
                <a:off x="2344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5" name="Freeform 2024"/>
              <p:cNvSpPr>
                <a:spLocks/>
              </p:cNvSpPr>
              <p:nvPr/>
            </p:nvSpPr>
            <p:spPr bwMode="auto">
              <a:xfrm>
                <a:off x="211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6" name="Freeform 2025"/>
              <p:cNvSpPr>
                <a:spLocks/>
              </p:cNvSpPr>
              <p:nvPr/>
            </p:nvSpPr>
            <p:spPr bwMode="auto">
              <a:xfrm>
                <a:off x="2446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7" name="Freeform 2026"/>
              <p:cNvSpPr>
                <a:spLocks/>
              </p:cNvSpPr>
              <p:nvPr/>
            </p:nvSpPr>
            <p:spPr bwMode="auto">
              <a:xfrm>
                <a:off x="2339" y="212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8" name="Freeform 2027"/>
              <p:cNvSpPr>
                <a:spLocks/>
              </p:cNvSpPr>
              <p:nvPr/>
            </p:nvSpPr>
            <p:spPr bwMode="auto">
              <a:xfrm>
                <a:off x="2380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19" name="Freeform 2028"/>
              <p:cNvSpPr>
                <a:spLocks/>
              </p:cNvSpPr>
              <p:nvPr/>
            </p:nvSpPr>
            <p:spPr bwMode="auto">
              <a:xfrm>
                <a:off x="2303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0" name="Freeform 2029"/>
              <p:cNvSpPr>
                <a:spLocks/>
              </p:cNvSpPr>
              <p:nvPr/>
            </p:nvSpPr>
            <p:spPr bwMode="auto">
              <a:xfrm>
                <a:off x="1949" y="23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1" name="Freeform 2030"/>
              <p:cNvSpPr>
                <a:spLocks/>
              </p:cNvSpPr>
              <p:nvPr/>
            </p:nvSpPr>
            <p:spPr bwMode="auto">
              <a:xfrm>
                <a:off x="2380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2" name="Freeform 2031"/>
              <p:cNvSpPr>
                <a:spLocks/>
              </p:cNvSpPr>
              <p:nvPr/>
            </p:nvSpPr>
            <p:spPr bwMode="auto">
              <a:xfrm>
                <a:off x="2183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3" name="Freeform 2032"/>
              <p:cNvSpPr>
                <a:spLocks/>
              </p:cNvSpPr>
              <p:nvPr/>
            </p:nvSpPr>
            <p:spPr bwMode="auto">
              <a:xfrm>
                <a:off x="2422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4" name="Freeform 2033"/>
              <p:cNvSpPr>
                <a:spLocks/>
              </p:cNvSpPr>
              <p:nvPr/>
            </p:nvSpPr>
            <p:spPr bwMode="auto">
              <a:xfrm>
                <a:off x="2273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5" name="Freeform 2034"/>
              <p:cNvSpPr>
                <a:spLocks/>
              </p:cNvSpPr>
              <p:nvPr/>
            </p:nvSpPr>
            <p:spPr bwMode="auto">
              <a:xfrm>
                <a:off x="2392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6" name="Freeform 2035"/>
              <p:cNvSpPr>
                <a:spLocks/>
              </p:cNvSpPr>
              <p:nvPr/>
            </p:nvSpPr>
            <p:spPr bwMode="auto">
              <a:xfrm>
                <a:off x="2255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7" name="Freeform 2036"/>
              <p:cNvSpPr>
                <a:spLocks/>
              </p:cNvSpPr>
              <p:nvPr/>
            </p:nvSpPr>
            <p:spPr bwMode="auto">
              <a:xfrm>
                <a:off x="2279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8" name="Freeform 2037"/>
              <p:cNvSpPr>
                <a:spLocks/>
              </p:cNvSpPr>
              <p:nvPr/>
            </p:nvSpPr>
            <p:spPr bwMode="auto">
              <a:xfrm>
                <a:off x="2171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29" name="Freeform 2038"/>
              <p:cNvSpPr>
                <a:spLocks/>
              </p:cNvSpPr>
              <p:nvPr/>
            </p:nvSpPr>
            <p:spPr bwMode="auto">
              <a:xfrm>
                <a:off x="2315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0" name="Freeform 2039"/>
              <p:cNvSpPr>
                <a:spLocks/>
              </p:cNvSpPr>
              <p:nvPr/>
            </p:nvSpPr>
            <p:spPr bwMode="auto">
              <a:xfrm>
                <a:off x="2213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1" name="Freeform 2040"/>
              <p:cNvSpPr>
                <a:spLocks/>
              </p:cNvSpPr>
              <p:nvPr/>
            </p:nvSpPr>
            <p:spPr bwMode="auto">
              <a:xfrm>
                <a:off x="2201" y="22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2" name="Freeform 2041"/>
              <p:cNvSpPr>
                <a:spLocks/>
              </p:cNvSpPr>
              <p:nvPr/>
            </p:nvSpPr>
            <p:spPr bwMode="auto">
              <a:xfrm>
                <a:off x="2452" y="17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3" name="Freeform 2042"/>
              <p:cNvSpPr>
                <a:spLocks/>
              </p:cNvSpPr>
              <p:nvPr/>
            </p:nvSpPr>
            <p:spPr bwMode="auto">
              <a:xfrm>
                <a:off x="2470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4" name="Freeform 2043"/>
              <p:cNvSpPr>
                <a:spLocks/>
              </p:cNvSpPr>
              <p:nvPr/>
            </p:nvSpPr>
            <p:spPr bwMode="auto">
              <a:xfrm>
                <a:off x="2584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5" name="Freeform 2044"/>
              <p:cNvSpPr>
                <a:spLocks/>
              </p:cNvSpPr>
              <p:nvPr/>
            </p:nvSpPr>
            <p:spPr bwMode="auto">
              <a:xfrm>
                <a:off x="2297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6" name="Freeform 2045"/>
              <p:cNvSpPr>
                <a:spLocks/>
              </p:cNvSpPr>
              <p:nvPr/>
            </p:nvSpPr>
            <p:spPr bwMode="auto">
              <a:xfrm>
                <a:off x="2153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7" name="Freeform 2046"/>
              <p:cNvSpPr>
                <a:spLocks/>
              </p:cNvSpPr>
              <p:nvPr/>
            </p:nvSpPr>
            <p:spPr bwMode="auto">
              <a:xfrm>
                <a:off x="2350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8" name="Freeform 2047"/>
              <p:cNvSpPr>
                <a:spLocks/>
              </p:cNvSpPr>
              <p:nvPr/>
            </p:nvSpPr>
            <p:spPr bwMode="auto">
              <a:xfrm>
                <a:off x="2255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39" name="Freeform 2048"/>
              <p:cNvSpPr>
                <a:spLocks/>
              </p:cNvSpPr>
              <p:nvPr/>
            </p:nvSpPr>
            <p:spPr bwMode="auto">
              <a:xfrm>
                <a:off x="2374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0" name="Freeform 2049"/>
              <p:cNvSpPr>
                <a:spLocks/>
              </p:cNvSpPr>
              <p:nvPr/>
            </p:nvSpPr>
            <p:spPr bwMode="auto">
              <a:xfrm>
                <a:off x="2147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1" name="Freeform 2050"/>
              <p:cNvSpPr>
                <a:spLocks/>
              </p:cNvSpPr>
              <p:nvPr/>
            </p:nvSpPr>
            <p:spPr bwMode="auto">
              <a:xfrm>
                <a:off x="2578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2" name="Freeform 2051"/>
              <p:cNvSpPr>
                <a:spLocks/>
              </p:cNvSpPr>
              <p:nvPr/>
            </p:nvSpPr>
            <p:spPr bwMode="auto">
              <a:xfrm>
                <a:off x="2261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3" name="Freeform 2052"/>
              <p:cNvSpPr>
                <a:spLocks/>
              </p:cNvSpPr>
              <p:nvPr/>
            </p:nvSpPr>
            <p:spPr bwMode="auto">
              <a:xfrm>
                <a:off x="2213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4" name="Freeform 2053"/>
              <p:cNvSpPr>
                <a:spLocks/>
              </p:cNvSpPr>
              <p:nvPr/>
            </p:nvSpPr>
            <p:spPr bwMode="auto">
              <a:xfrm>
                <a:off x="2350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5" name="Freeform 2054"/>
              <p:cNvSpPr>
                <a:spLocks/>
              </p:cNvSpPr>
              <p:nvPr/>
            </p:nvSpPr>
            <p:spPr bwMode="auto">
              <a:xfrm>
                <a:off x="2698" y="18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6" name="Freeform 2055"/>
              <p:cNvSpPr>
                <a:spLocks/>
              </p:cNvSpPr>
              <p:nvPr/>
            </p:nvSpPr>
            <p:spPr bwMode="auto">
              <a:xfrm>
                <a:off x="2488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7" name="Freeform 2056"/>
              <p:cNvSpPr>
                <a:spLocks/>
              </p:cNvSpPr>
              <p:nvPr/>
            </p:nvSpPr>
            <p:spPr bwMode="auto">
              <a:xfrm>
                <a:off x="2428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8" name="Freeform 2057"/>
              <p:cNvSpPr>
                <a:spLocks/>
              </p:cNvSpPr>
              <p:nvPr/>
            </p:nvSpPr>
            <p:spPr bwMode="auto">
              <a:xfrm>
                <a:off x="2321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49" name="Freeform 2058"/>
              <p:cNvSpPr>
                <a:spLocks/>
              </p:cNvSpPr>
              <p:nvPr/>
            </p:nvSpPr>
            <p:spPr bwMode="auto">
              <a:xfrm>
                <a:off x="2273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0" name="Freeform 2059"/>
              <p:cNvSpPr>
                <a:spLocks/>
              </p:cNvSpPr>
              <p:nvPr/>
            </p:nvSpPr>
            <p:spPr bwMode="auto">
              <a:xfrm>
                <a:off x="2410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1" name="Freeform 2060"/>
              <p:cNvSpPr>
                <a:spLocks/>
              </p:cNvSpPr>
              <p:nvPr/>
            </p:nvSpPr>
            <p:spPr bwMode="auto">
              <a:xfrm>
                <a:off x="2374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2" name="Freeform 2061"/>
              <p:cNvSpPr>
                <a:spLocks/>
              </p:cNvSpPr>
              <p:nvPr/>
            </p:nvSpPr>
            <p:spPr bwMode="auto">
              <a:xfrm>
                <a:off x="2350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3" name="Freeform 2062"/>
              <p:cNvSpPr>
                <a:spLocks/>
              </p:cNvSpPr>
              <p:nvPr/>
            </p:nvSpPr>
            <p:spPr bwMode="auto">
              <a:xfrm>
                <a:off x="2853" y="17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4" name="Freeform 2063"/>
              <p:cNvSpPr>
                <a:spLocks/>
              </p:cNvSpPr>
              <p:nvPr/>
            </p:nvSpPr>
            <p:spPr bwMode="auto">
              <a:xfrm>
                <a:off x="2315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5" name="Freeform 2064"/>
              <p:cNvSpPr>
                <a:spLocks/>
              </p:cNvSpPr>
              <p:nvPr/>
            </p:nvSpPr>
            <p:spPr bwMode="auto">
              <a:xfrm>
                <a:off x="2356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6" name="Freeform 2065"/>
              <p:cNvSpPr>
                <a:spLocks/>
              </p:cNvSpPr>
              <p:nvPr/>
            </p:nvSpPr>
            <p:spPr bwMode="auto">
              <a:xfrm>
                <a:off x="2350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7" name="Freeform 2066"/>
              <p:cNvSpPr>
                <a:spLocks/>
              </p:cNvSpPr>
              <p:nvPr/>
            </p:nvSpPr>
            <p:spPr bwMode="auto">
              <a:xfrm>
                <a:off x="2470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8" name="Freeform 2067"/>
              <p:cNvSpPr>
                <a:spLocks/>
              </p:cNvSpPr>
              <p:nvPr/>
            </p:nvSpPr>
            <p:spPr bwMode="auto">
              <a:xfrm>
                <a:off x="2350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59" name="Freeform 2068"/>
              <p:cNvSpPr>
                <a:spLocks/>
              </p:cNvSpPr>
              <p:nvPr/>
            </p:nvSpPr>
            <p:spPr bwMode="auto">
              <a:xfrm>
                <a:off x="2416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0" name="Freeform 2069"/>
              <p:cNvSpPr>
                <a:spLocks/>
              </p:cNvSpPr>
              <p:nvPr/>
            </p:nvSpPr>
            <p:spPr bwMode="auto">
              <a:xfrm>
                <a:off x="2195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1" name="Freeform 2070"/>
              <p:cNvSpPr>
                <a:spLocks/>
              </p:cNvSpPr>
              <p:nvPr/>
            </p:nvSpPr>
            <p:spPr bwMode="auto">
              <a:xfrm>
                <a:off x="2428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2" name="Freeform 2071"/>
              <p:cNvSpPr>
                <a:spLocks/>
              </p:cNvSpPr>
              <p:nvPr/>
            </p:nvSpPr>
            <p:spPr bwMode="auto">
              <a:xfrm>
                <a:off x="2129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3" name="Freeform 2072"/>
              <p:cNvSpPr>
                <a:spLocks/>
              </p:cNvSpPr>
              <p:nvPr/>
            </p:nvSpPr>
            <p:spPr bwMode="auto">
              <a:xfrm>
                <a:off x="2309" y="17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4" name="Freeform 2073"/>
              <p:cNvSpPr>
                <a:spLocks/>
              </p:cNvSpPr>
              <p:nvPr/>
            </p:nvSpPr>
            <p:spPr bwMode="auto">
              <a:xfrm>
                <a:off x="2452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5" name="Freeform 2074"/>
              <p:cNvSpPr>
                <a:spLocks/>
              </p:cNvSpPr>
              <p:nvPr/>
            </p:nvSpPr>
            <p:spPr bwMode="auto">
              <a:xfrm>
                <a:off x="2189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6" name="Freeform 2075"/>
              <p:cNvSpPr>
                <a:spLocks/>
              </p:cNvSpPr>
              <p:nvPr/>
            </p:nvSpPr>
            <p:spPr bwMode="auto">
              <a:xfrm>
                <a:off x="2572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7" name="Freeform 2076"/>
              <p:cNvSpPr>
                <a:spLocks/>
              </p:cNvSpPr>
              <p:nvPr/>
            </p:nvSpPr>
            <p:spPr bwMode="auto">
              <a:xfrm>
                <a:off x="2494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8" name="Freeform 2077"/>
              <p:cNvSpPr>
                <a:spLocks/>
              </p:cNvSpPr>
              <p:nvPr/>
            </p:nvSpPr>
            <p:spPr bwMode="auto">
              <a:xfrm>
                <a:off x="2410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69" name="Freeform 2078"/>
              <p:cNvSpPr>
                <a:spLocks/>
              </p:cNvSpPr>
              <p:nvPr/>
            </p:nvSpPr>
            <p:spPr bwMode="auto">
              <a:xfrm>
                <a:off x="2386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0" name="Freeform 2079"/>
              <p:cNvSpPr>
                <a:spLocks/>
              </p:cNvSpPr>
              <p:nvPr/>
            </p:nvSpPr>
            <p:spPr bwMode="auto">
              <a:xfrm>
                <a:off x="2123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1" name="Freeform 2080"/>
              <p:cNvSpPr>
                <a:spLocks/>
              </p:cNvSpPr>
              <p:nvPr/>
            </p:nvSpPr>
            <p:spPr bwMode="auto">
              <a:xfrm>
                <a:off x="2315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2" name="Freeform 2081"/>
              <p:cNvSpPr>
                <a:spLocks/>
              </p:cNvSpPr>
              <p:nvPr/>
            </p:nvSpPr>
            <p:spPr bwMode="auto">
              <a:xfrm>
                <a:off x="2309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3" name="Freeform 2082"/>
              <p:cNvSpPr>
                <a:spLocks/>
              </p:cNvSpPr>
              <p:nvPr/>
            </p:nvSpPr>
            <p:spPr bwMode="auto">
              <a:xfrm>
                <a:off x="2321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4" name="Freeform 2083"/>
              <p:cNvSpPr>
                <a:spLocks/>
              </p:cNvSpPr>
              <p:nvPr/>
            </p:nvSpPr>
            <p:spPr bwMode="auto">
              <a:xfrm>
                <a:off x="2237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5" name="Freeform 2084"/>
              <p:cNvSpPr>
                <a:spLocks/>
              </p:cNvSpPr>
              <p:nvPr/>
            </p:nvSpPr>
            <p:spPr bwMode="auto">
              <a:xfrm>
                <a:off x="2452" y="22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6" name="Freeform 2085"/>
              <p:cNvSpPr>
                <a:spLocks/>
              </p:cNvSpPr>
              <p:nvPr/>
            </p:nvSpPr>
            <p:spPr bwMode="auto">
              <a:xfrm>
                <a:off x="2147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7" name="Freeform 2086"/>
              <p:cNvSpPr>
                <a:spLocks/>
              </p:cNvSpPr>
              <p:nvPr/>
            </p:nvSpPr>
            <p:spPr bwMode="auto">
              <a:xfrm>
                <a:off x="2099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8" name="Freeform 2087"/>
              <p:cNvSpPr>
                <a:spLocks/>
              </p:cNvSpPr>
              <p:nvPr/>
            </p:nvSpPr>
            <p:spPr bwMode="auto">
              <a:xfrm>
                <a:off x="2398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79" name="Freeform 2088"/>
              <p:cNvSpPr>
                <a:spLocks/>
              </p:cNvSpPr>
              <p:nvPr/>
            </p:nvSpPr>
            <p:spPr bwMode="auto">
              <a:xfrm>
                <a:off x="2362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0" name="Freeform 2089"/>
              <p:cNvSpPr>
                <a:spLocks/>
              </p:cNvSpPr>
              <p:nvPr/>
            </p:nvSpPr>
            <p:spPr bwMode="auto">
              <a:xfrm>
                <a:off x="2213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1" name="Freeform 2090"/>
              <p:cNvSpPr>
                <a:spLocks/>
              </p:cNvSpPr>
              <p:nvPr/>
            </p:nvSpPr>
            <p:spPr bwMode="auto">
              <a:xfrm>
                <a:off x="2093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2" name="Freeform 2091"/>
              <p:cNvSpPr>
                <a:spLocks/>
              </p:cNvSpPr>
              <p:nvPr/>
            </p:nvSpPr>
            <p:spPr bwMode="auto">
              <a:xfrm>
                <a:off x="2333" y="1857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3" name="Freeform 2092"/>
              <p:cNvSpPr>
                <a:spLocks/>
              </p:cNvSpPr>
              <p:nvPr/>
            </p:nvSpPr>
            <p:spPr bwMode="auto">
              <a:xfrm>
                <a:off x="2386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4" name="Freeform 2093"/>
              <p:cNvSpPr>
                <a:spLocks/>
              </p:cNvSpPr>
              <p:nvPr/>
            </p:nvSpPr>
            <p:spPr bwMode="auto">
              <a:xfrm>
                <a:off x="2404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5" name="Freeform 2094"/>
              <p:cNvSpPr>
                <a:spLocks/>
              </p:cNvSpPr>
              <p:nvPr/>
            </p:nvSpPr>
            <p:spPr bwMode="auto">
              <a:xfrm>
                <a:off x="2362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6" name="Freeform 2095"/>
              <p:cNvSpPr>
                <a:spLocks/>
              </p:cNvSpPr>
              <p:nvPr/>
            </p:nvSpPr>
            <p:spPr bwMode="auto">
              <a:xfrm>
                <a:off x="2213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7" name="Freeform 2096"/>
              <p:cNvSpPr>
                <a:spLocks/>
              </p:cNvSpPr>
              <p:nvPr/>
            </p:nvSpPr>
            <p:spPr bwMode="auto">
              <a:xfrm>
                <a:off x="2285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8" name="Freeform 2097"/>
              <p:cNvSpPr>
                <a:spLocks/>
              </p:cNvSpPr>
              <p:nvPr/>
            </p:nvSpPr>
            <p:spPr bwMode="auto">
              <a:xfrm>
                <a:off x="2291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89" name="Freeform 2098"/>
              <p:cNvSpPr>
                <a:spLocks/>
              </p:cNvSpPr>
              <p:nvPr/>
            </p:nvSpPr>
            <p:spPr bwMode="auto">
              <a:xfrm>
                <a:off x="2374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0" name="Freeform 2099"/>
              <p:cNvSpPr>
                <a:spLocks/>
              </p:cNvSpPr>
              <p:nvPr/>
            </p:nvSpPr>
            <p:spPr bwMode="auto">
              <a:xfrm>
                <a:off x="2327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1" name="Freeform 2100"/>
              <p:cNvSpPr>
                <a:spLocks/>
              </p:cNvSpPr>
              <p:nvPr/>
            </p:nvSpPr>
            <p:spPr bwMode="auto">
              <a:xfrm>
                <a:off x="2333" y="202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2" name="Freeform 2101"/>
              <p:cNvSpPr>
                <a:spLocks/>
              </p:cNvSpPr>
              <p:nvPr/>
            </p:nvSpPr>
            <p:spPr bwMode="auto">
              <a:xfrm>
                <a:off x="2344" y="18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3" name="Freeform 2102"/>
              <p:cNvSpPr>
                <a:spLocks/>
              </p:cNvSpPr>
              <p:nvPr/>
            </p:nvSpPr>
            <p:spPr bwMode="auto">
              <a:xfrm>
                <a:off x="2458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4" name="Freeform 2103"/>
              <p:cNvSpPr>
                <a:spLocks/>
              </p:cNvSpPr>
              <p:nvPr/>
            </p:nvSpPr>
            <p:spPr bwMode="auto">
              <a:xfrm>
                <a:off x="2171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5" name="Freeform 2104"/>
              <p:cNvSpPr>
                <a:spLocks/>
              </p:cNvSpPr>
              <p:nvPr/>
            </p:nvSpPr>
            <p:spPr bwMode="auto">
              <a:xfrm>
                <a:off x="2386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6" name="Freeform 2105"/>
              <p:cNvSpPr>
                <a:spLocks/>
              </p:cNvSpPr>
              <p:nvPr/>
            </p:nvSpPr>
            <p:spPr bwMode="auto">
              <a:xfrm>
                <a:off x="2362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7" name="Freeform 2106"/>
              <p:cNvSpPr>
                <a:spLocks/>
              </p:cNvSpPr>
              <p:nvPr/>
            </p:nvSpPr>
            <p:spPr bwMode="auto">
              <a:xfrm>
                <a:off x="2339" y="195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8" name="Freeform 2107"/>
              <p:cNvSpPr>
                <a:spLocks/>
              </p:cNvSpPr>
              <p:nvPr/>
            </p:nvSpPr>
            <p:spPr bwMode="auto">
              <a:xfrm>
                <a:off x="2404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99" name="Freeform 2108"/>
              <p:cNvSpPr>
                <a:spLocks/>
              </p:cNvSpPr>
              <p:nvPr/>
            </p:nvSpPr>
            <p:spPr bwMode="auto">
              <a:xfrm>
                <a:off x="2554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0" name="Freeform 2109"/>
              <p:cNvSpPr>
                <a:spLocks/>
              </p:cNvSpPr>
              <p:nvPr/>
            </p:nvSpPr>
            <p:spPr bwMode="auto">
              <a:xfrm>
                <a:off x="2165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1" name="Freeform 2110"/>
              <p:cNvSpPr>
                <a:spLocks/>
              </p:cNvSpPr>
              <p:nvPr/>
            </p:nvSpPr>
            <p:spPr bwMode="auto">
              <a:xfrm>
                <a:off x="2255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2" name="Freeform 2111"/>
              <p:cNvSpPr>
                <a:spLocks/>
              </p:cNvSpPr>
              <p:nvPr/>
            </p:nvSpPr>
            <p:spPr bwMode="auto">
              <a:xfrm>
                <a:off x="2231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3" name="Freeform 2112"/>
              <p:cNvSpPr>
                <a:spLocks/>
              </p:cNvSpPr>
              <p:nvPr/>
            </p:nvSpPr>
            <p:spPr bwMode="auto">
              <a:xfrm>
                <a:off x="2123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4" name="Freeform 2113"/>
              <p:cNvSpPr>
                <a:spLocks/>
              </p:cNvSpPr>
              <p:nvPr/>
            </p:nvSpPr>
            <p:spPr bwMode="auto">
              <a:xfrm>
                <a:off x="2195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5" name="Freeform 2114"/>
              <p:cNvSpPr>
                <a:spLocks/>
              </p:cNvSpPr>
              <p:nvPr/>
            </p:nvSpPr>
            <p:spPr bwMode="auto">
              <a:xfrm>
                <a:off x="2255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6" name="Freeform 2115"/>
              <p:cNvSpPr>
                <a:spLocks/>
              </p:cNvSpPr>
              <p:nvPr/>
            </p:nvSpPr>
            <p:spPr bwMode="auto">
              <a:xfrm>
                <a:off x="219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7" name="Freeform 2116"/>
              <p:cNvSpPr>
                <a:spLocks/>
              </p:cNvSpPr>
              <p:nvPr/>
            </p:nvSpPr>
            <p:spPr bwMode="auto">
              <a:xfrm>
                <a:off x="2165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8" name="Freeform 2117"/>
              <p:cNvSpPr>
                <a:spLocks/>
              </p:cNvSpPr>
              <p:nvPr/>
            </p:nvSpPr>
            <p:spPr bwMode="auto">
              <a:xfrm>
                <a:off x="2219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09" name="Freeform 2118"/>
              <p:cNvSpPr>
                <a:spLocks/>
              </p:cNvSpPr>
              <p:nvPr/>
            </p:nvSpPr>
            <p:spPr bwMode="auto">
              <a:xfrm>
                <a:off x="2195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0" name="Freeform 2119"/>
              <p:cNvSpPr>
                <a:spLocks/>
              </p:cNvSpPr>
              <p:nvPr/>
            </p:nvSpPr>
            <p:spPr bwMode="auto">
              <a:xfrm>
                <a:off x="2392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1" name="Freeform 2120"/>
              <p:cNvSpPr>
                <a:spLocks/>
              </p:cNvSpPr>
              <p:nvPr/>
            </p:nvSpPr>
            <p:spPr bwMode="auto">
              <a:xfrm>
                <a:off x="2476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2" name="Freeform 2121"/>
              <p:cNvSpPr>
                <a:spLocks/>
              </p:cNvSpPr>
              <p:nvPr/>
            </p:nvSpPr>
            <p:spPr bwMode="auto">
              <a:xfrm>
                <a:off x="2782" y="17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3" name="Freeform 2122"/>
              <p:cNvSpPr>
                <a:spLocks/>
              </p:cNvSpPr>
              <p:nvPr/>
            </p:nvSpPr>
            <p:spPr bwMode="auto">
              <a:xfrm>
                <a:off x="2350" y="18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4" name="Freeform 2123"/>
              <p:cNvSpPr>
                <a:spLocks/>
              </p:cNvSpPr>
              <p:nvPr/>
            </p:nvSpPr>
            <p:spPr bwMode="auto">
              <a:xfrm>
                <a:off x="2303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5" name="Freeform 2124"/>
              <p:cNvSpPr>
                <a:spLocks/>
              </p:cNvSpPr>
              <p:nvPr/>
            </p:nvSpPr>
            <p:spPr bwMode="auto">
              <a:xfrm>
                <a:off x="2380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6" name="Freeform 2125"/>
              <p:cNvSpPr>
                <a:spLocks/>
              </p:cNvSpPr>
              <p:nvPr/>
            </p:nvSpPr>
            <p:spPr bwMode="auto">
              <a:xfrm>
                <a:off x="2362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7" name="Freeform 2126"/>
              <p:cNvSpPr>
                <a:spLocks/>
              </p:cNvSpPr>
              <p:nvPr/>
            </p:nvSpPr>
            <p:spPr bwMode="auto">
              <a:xfrm>
                <a:off x="2237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8" name="Freeform 2127"/>
              <p:cNvSpPr>
                <a:spLocks/>
              </p:cNvSpPr>
              <p:nvPr/>
            </p:nvSpPr>
            <p:spPr bwMode="auto">
              <a:xfrm>
                <a:off x="2063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19" name="Freeform 2128"/>
              <p:cNvSpPr>
                <a:spLocks/>
              </p:cNvSpPr>
              <p:nvPr/>
            </p:nvSpPr>
            <p:spPr bwMode="auto">
              <a:xfrm>
                <a:off x="2446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0" name="Freeform 2129"/>
              <p:cNvSpPr>
                <a:spLocks/>
              </p:cNvSpPr>
              <p:nvPr/>
            </p:nvSpPr>
            <p:spPr bwMode="auto">
              <a:xfrm>
                <a:off x="2183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1" name="Freeform 2130"/>
              <p:cNvSpPr>
                <a:spLocks/>
              </p:cNvSpPr>
              <p:nvPr/>
            </p:nvSpPr>
            <p:spPr bwMode="auto">
              <a:xfrm>
                <a:off x="2261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2" name="Freeform 2131"/>
              <p:cNvSpPr>
                <a:spLocks/>
              </p:cNvSpPr>
              <p:nvPr/>
            </p:nvSpPr>
            <p:spPr bwMode="auto">
              <a:xfrm>
                <a:off x="2339" y="221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3" name="Freeform 2132"/>
              <p:cNvSpPr>
                <a:spLocks/>
              </p:cNvSpPr>
              <p:nvPr/>
            </p:nvSpPr>
            <p:spPr bwMode="auto">
              <a:xfrm>
                <a:off x="2404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4" name="Freeform 2133"/>
              <p:cNvSpPr>
                <a:spLocks/>
              </p:cNvSpPr>
              <p:nvPr/>
            </p:nvSpPr>
            <p:spPr bwMode="auto">
              <a:xfrm>
                <a:off x="2333" y="198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5" name="Freeform 2134"/>
              <p:cNvSpPr>
                <a:spLocks/>
              </p:cNvSpPr>
              <p:nvPr/>
            </p:nvSpPr>
            <p:spPr bwMode="auto">
              <a:xfrm>
                <a:off x="2285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6" name="Freeform 2135"/>
              <p:cNvSpPr>
                <a:spLocks/>
              </p:cNvSpPr>
              <p:nvPr/>
            </p:nvSpPr>
            <p:spPr bwMode="auto">
              <a:xfrm>
                <a:off x="2273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7" name="Freeform 2136"/>
              <p:cNvSpPr>
                <a:spLocks/>
              </p:cNvSpPr>
              <p:nvPr/>
            </p:nvSpPr>
            <p:spPr bwMode="auto">
              <a:xfrm>
                <a:off x="2380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8" name="Freeform 2137"/>
              <p:cNvSpPr>
                <a:spLocks/>
              </p:cNvSpPr>
              <p:nvPr/>
            </p:nvSpPr>
            <p:spPr bwMode="auto">
              <a:xfrm>
                <a:off x="2500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29" name="Freeform 2138"/>
              <p:cNvSpPr>
                <a:spLocks/>
              </p:cNvSpPr>
              <p:nvPr/>
            </p:nvSpPr>
            <p:spPr bwMode="auto">
              <a:xfrm>
                <a:off x="2003" y="22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0" name="Freeform 2139"/>
              <p:cNvSpPr>
                <a:spLocks/>
              </p:cNvSpPr>
              <p:nvPr/>
            </p:nvSpPr>
            <p:spPr bwMode="auto">
              <a:xfrm>
                <a:off x="2297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1" name="Freeform 2140"/>
              <p:cNvSpPr>
                <a:spLocks/>
              </p:cNvSpPr>
              <p:nvPr/>
            </p:nvSpPr>
            <p:spPr bwMode="auto">
              <a:xfrm>
                <a:off x="2303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2" name="Freeform 2141"/>
              <p:cNvSpPr>
                <a:spLocks/>
              </p:cNvSpPr>
              <p:nvPr/>
            </p:nvSpPr>
            <p:spPr bwMode="auto">
              <a:xfrm>
                <a:off x="2380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3" name="Freeform 2142"/>
              <p:cNvSpPr>
                <a:spLocks/>
              </p:cNvSpPr>
              <p:nvPr/>
            </p:nvSpPr>
            <p:spPr bwMode="auto">
              <a:xfrm>
                <a:off x="2291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4" name="Freeform 2143"/>
              <p:cNvSpPr>
                <a:spLocks/>
              </p:cNvSpPr>
              <p:nvPr/>
            </p:nvSpPr>
            <p:spPr bwMode="auto">
              <a:xfrm>
                <a:off x="1901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5" name="Freeform 2144"/>
              <p:cNvSpPr>
                <a:spLocks/>
              </p:cNvSpPr>
              <p:nvPr/>
            </p:nvSpPr>
            <p:spPr bwMode="auto">
              <a:xfrm>
                <a:off x="2380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6" name="Freeform 2145"/>
              <p:cNvSpPr>
                <a:spLocks/>
              </p:cNvSpPr>
              <p:nvPr/>
            </p:nvSpPr>
            <p:spPr bwMode="auto">
              <a:xfrm>
                <a:off x="2327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7" name="Freeform 2146"/>
              <p:cNvSpPr>
                <a:spLocks/>
              </p:cNvSpPr>
              <p:nvPr/>
            </p:nvSpPr>
            <p:spPr bwMode="auto">
              <a:xfrm>
                <a:off x="2081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8" name="Freeform 2147"/>
              <p:cNvSpPr>
                <a:spLocks/>
              </p:cNvSpPr>
              <p:nvPr/>
            </p:nvSpPr>
            <p:spPr bwMode="auto">
              <a:xfrm>
                <a:off x="1925" y="23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39" name="Freeform 2148"/>
              <p:cNvSpPr>
                <a:spLocks/>
              </p:cNvSpPr>
              <p:nvPr/>
            </p:nvSpPr>
            <p:spPr bwMode="auto">
              <a:xfrm>
                <a:off x="2243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0" name="Freeform 2149"/>
              <p:cNvSpPr>
                <a:spLocks/>
              </p:cNvSpPr>
              <p:nvPr/>
            </p:nvSpPr>
            <p:spPr bwMode="auto">
              <a:xfrm>
                <a:off x="2171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1" name="Freeform 2150"/>
              <p:cNvSpPr>
                <a:spLocks/>
              </p:cNvSpPr>
              <p:nvPr/>
            </p:nvSpPr>
            <p:spPr bwMode="auto">
              <a:xfrm>
                <a:off x="2231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2" name="Freeform 2151"/>
              <p:cNvSpPr>
                <a:spLocks/>
              </p:cNvSpPr>
              <p:nvPr/>
            </p:nvSpPr>
            <p:spPr bwMode="auto">
              <a:xfrm>
                <a:off x="2333" y="196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3" name="Freeform 2152"/>
              <p:cNvSpPr>
                <a:spLocks/>
              </p:cNvSpPr>
              <p:nvPr/>
            </p:nvSpPr>
            <p:spPr bwMode="auto">
              <a:xfrm>
                <a:off x="2386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4" name="Freeform 2153"/>
              <p:cNvSpPr>
                <a:spLocks/>
              </p:cNvSpPr>
              <p:nvPr/>
            </p:nvSpPr>
            <p:spPr bwMode="auto">
              <a:xfrm>
                <a:off x="2249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5" name="Freeform 2154"/>
              <p:cNvSpPr>
                <a:spLocks/>
              </p:cNvSpPr>
              <p:nvPr/>
            </p:nvSpPr>
            <p:spPr bwMode="auto">
              <a:xfrm>
                <a:off x="2458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6" name="Freeform 2155"/>
              <p:cNvSpPr>
                <a:spLocks/>
              </p:cNvSpPr>
              <p:nvPr/>
            </p:nvSpPr>
            <p:spPr bwMode="auto">
              <a:xfrm>
                <a:off x="2261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7" name="Freeform 2156"/>
              <p:cNvSpPr>
                <a:spLocks/>
              </p:cNvSpPr>
              <p:nvPr/>
            </p:nvSpPr>
            <p:spPr bwMode="auto">
              <a:xfrm>
                <a:off x="2261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8" name="Freeform 2157"/>
              <p:cNvSpPr>
                <a:spLocks/>
              </p:cNvSpPr>
              <p:nvPr/>
            </p:nvSpPr>
            <p:spPr bwMode="auto">
              <a:xfrm>
                <a:off x="2608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49" name="Freeform 2158"/>
              <p:cNvSpPr>
                <a:spLocks/>
              </p:cNvSpPr>
              <p:nvPr/>
            </p:nvSpPr>
            <p:spPr bwMode="auto">
              <a:xfrm>
                <a:off x="2267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50" name="Freeform 2159"/>
              <p:cNvSpPr>
                <a:spLocks/>
              </p:cNvSpPr>
              <p:nvPr/>
            </p:nvSpPr>
            <p:spPr bwMode="auto">
              <a:xfrm>
                <a:off x="217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51" name="Freeform 2160"/>
              <p:cNvSpPr>
                <a:spLocks/>
              </p:cNvSpPr>
              <p:nvPr/>
            </p:nvSpPr>
            <p:spPr bwMode="auto">
              <a:xfrm>
                <a:off x="2213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52" name="Freeform 2161"/>
              <p:cNvSpPr>
                <a:spLocks/>
              </p:cNvSpPr>
              <p:nvPr/>
            </p:nvSpPr>
            <p:spPr bwMode="auto">
              <a:xfrm>
                <a:off x="2356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53" name="Freeform 2162"/>
              <p:cNvSpPr>
                <a:spLocks/>
              </p:cNvSpPr>
              <p:nvPr/>
            </p:nvSpPr>
            <p:spPr bwMode="auto">
              <a:xfrm>
                <a:off x="1949" y="24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54" name="Freeform 2163"/>
              <p:cNvSpPr>
                <a:spLocks/>
              </p:cNvSpPr>
              <p:nvPr/>
            </p:nvSpPr>
            <p:spPr bwMode="auto">
              <a:xfrm>
                <a:off x="2464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55" name="Freeform 2164"/>
              <p:cNvSpPr>
                <a:spLocks/>
              </p:cNvSpPr>
              <p:nvPr/>
            </p:nvSpPr>
            <p:spPr bwMode="auto">
              <a:xfrm>
                <a:off x="2213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56" name="Freeform 2165"/>
              <p:cNvSpPr>
                <a:spLocks/>
              </p:cNvSpPr>
              <p:nvPr/>
            </p:nvSpPr>
            <p:spPr bwMode="auto">
              <a:xfrm>
                <a:off x="2231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57" name="Freeform 2166"/>
              <p:cNvSpPr>
                <a:spLocks/>
              </p:cNvSpPr>
              <p:nvPr/>
            </p:nvSpPr>
            <p:spPr bwMode="auto">
              <a:xfrm>
                <a:off x="2333" y="2030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58" name="Freeform 2167"/>
              <p:cNvSpPr>
                <a:spLocks/>
              </p:cNvSpPr>
              <p:nvPr/>
            </p:nvSpPr>
            <p:spPr bwMode="auto">
              <a:xfrm>
                <a:off x="2297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59" name="Freeform 2168"/>
              <p:cNvSpPr>
                <a:spLocks/>
              </p:cNvSpPr>
              <p:nvPr/>
            </p:nvSpPr>
            <p:spPr bwMode="auto">
              <a:xfrm>
                <a:off x="2273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60" name="Freeform 2169"/>
              <p:cNvSpPr>
                <a:spLocks/>
              </p:cNvSpPr>
              <p:nvPr/>
            </p:nvSpPr>
            <p:spPr bwMode="auto">
              <a:xfrm>
                <a:off x="2075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61" name="Freeform 2170"/>
              <p:cNvSpPr>
                <a:spLocks/>
              </p:cNvSpPr>
              <p:nvPr/>
            </p:nvSpPr>
            <p:spPr bwMode="auto">
              <a:xfrm>
                <a:off x="2333" y="202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62" name="Freeform 2171"/>
              <p:cNvSpPr>
                <a:spLocks/>
              </p:cNvSpPr>
              <p:nvPr/>
            </p:nvSpPr>
            <p:spPr bwMode="auto">
              <a:xfrm>
                <a:off x="2321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63" name="Freeform 2172"/>
              <p:cNvSpPr>
                <a:spLocks/>
              </p:cNvSpPr>
              <p:nvPr/>
            </p:nvSpPr>
            <p:spPr bwMode="auto">
              <a:xfrm>
                <a:off x="1973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64" name="Freeform 2173"/>
              <p:cNvSpPr>
                <a:spLocks/>
              </p:cNvSpPr>
              <p:nvPr/>
            </p:nvSpPr>
            <p:spPr bwMode="auto">
              <a:xfrm>
                <a:off x="2321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65" name="Freeform 2174"/>
              <p:cNvSpPr>
                <a:spLocks/>
              </p:cNvSpPr>
              <p:nvPr/>
            </p:nvSpPr>
            <p:spPr bwMode="auto">
              <a:xfrm>
                <a:off x="2464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66" name="Freeform 2175"/>
              <p:cNvSpPr>
                <a:spLocks/>
              </p:cNvSpPr>
              <p:nvPr/>
            </p:nvSpPr>
            <p:spPr bwMode="auto">
              <a:xfrm>
                <a:off x="2500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67" name="Freeform 2176"/>
              <p:cNvSpPr>
                <a:spLocks/>
              </p:cNvSpPr>
              <p:nvPr/>
            </p:nvSpPr>
            <p:spPr bwMode="auto">
              <a:xfrm>
                <a:off x="2189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68" name="Freeform 2177"/>
              <p:cNvSpPr>
                <a:spLocks/>
              </p:cNvSpPr>
              <p:nvPr/>
            </p:nvSpPr>
            <p:spPr bwMode="auto">
              <a:xfrm>
                <a:off x="2386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69" name="Freeform 2178"/>
              <p:cNvSpPr>
                <a:spLocks/>
              </p:cNvSpPr>
              <p:nvPr/>
            </p:nvSpPr>
            <p:spPr bwMode="auto">
              <a:xfrm>
                <a:off x="2285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70" name="Freeform 2179"/>
              <p:cNvSpPr>
                <a:spLocks/>
              </p:cNvSpPr>
              <p:nvPr/>
            </p:nvSpPr>
            <p:spPr bwMode="auto">
              <a:xfrm>
                <a:off x="2261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71" name="Freeform 2180"/>
              <p:cNvSpPr>
                <a:spLocks/>
              </p:cNvSpPr>
              <p:nvPr/>
            </p:nvSpPr>
            <p:spPr bwMode="auto">
              <a:xfrm>
                <a:off x="2434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72" name="Freeform 2181"/>
              <p:cNvSpPr>
                <a:spLocks/>
              </p:cNvSpPr>
              <p:nvPr/>
            </p:nvSpPr>
            <p:spPr bwMode="auto">
              <a:xfrm>
                <a:off x="2213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73" name="Freeform 2182"/>
              <p:cNvSpPr>
                <a:spLocks/>
              </p:cNvSpPr>
              <p:nvPr/>
            </p:nvSpPr>
            <p:spPr bwMode="auto">
              <a:xfrm>
                <a:off x="2362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74" name="Freeform 2183"/>
              <p:cNvSpPr>
                <a:spLocks/>
              </p:cNvSpPr>
              <p:nvPr/>
            </p:nvSpPr>
            <p:spPr bwMode="auto">
              <a:xfrm>
                <a:off x="2644" y="15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75" name="Freeform 2184"/>
              <p:cNvSpPr>
                <a:spLocks/>
              </p:cNvSpPr>
              <p:nvPr/>
            </p:nvSpPr>
            <p:spPr bwMode="auto">
              <a:xfrm>
                <a:off x="2291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76" name="Freeform 2185"/>
              <p:cNvSpPr>
                <a:spLocks/>
              </p:cNvSpPr>
              <p:nvPr/>
            </p:nvSpPr>
            <p:spPr bwMode="auto">
              <a:xfrm>
                <a:off x="2350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77" name="Freeform 2186"/>
              <p:cNvSpPr>
                <a:spLocks/>
              </p:cNvSpPr>
              <p:nvPr/>
            </p:nvSpPr>
            <p:spPr bwMode="auto">
              <a:xfrm>
                <a:off x="2422" y="17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78" name="Freeform 2187"/>
              <p:cNvSpPr>
                <a:spLocks/>
              </p:cNvSpPr>
              <p:nvPr/>
            </p:nvSpPr>
            <p:spPr bwMode="auto">
              <a:xfrm>
                <a:off x="2261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79" name="Freeform 2188"/>
              <p:cNvSpPr>
                <a:spLocks/>
              </p:cNvSpPr>
              <p:nvPr/>
            </p:nvSpPr>
            <p:spPr bwMode="auto">
              <a:xfrm>
                <a:off x="2452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80" name="Freeform 2189"/>
              <p:cNvSpPr>
                <a:spLocks/>
              </p:cNvSpPr>
              <p:nvPr/>
            </p:nvSpPr>
            <p:spPr bwMode="auto">
              <a:xfrm>
                <a:off x="2524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81" name="Freeform 2190"/>
              <p:cNvSpPr>
                <a:spLocks/>
              </p:cNvSpPr>
              <p:nvPr/>
            </p:nvSpPr>
            <p:spPr bwMode="auto">
              <a:xfrm>
                <a:off x="2129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82" name="Freeform 2191"/>
              <p:cNvSpPr>
                <a:spLocks/>
              </p:cNvSpPr>
              <p:nvPr/>
            </p:nvSpPr>
            <p:spPr bwMode="auto">
              <a:xfrm>
                <a:off x="2249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83" name="Freeform 2192"/>
              <p:cNvSpPr>
                <a:spLocks/>
              </p:cNvSpPr>
              <p:nvPr/>
            </p:nvSpPr>
            <p:spPr bwMode="auto">
              <a:xfrm>
                <a:off x="2380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84" name="Freeform 2193"/>
              <p:cNvSpPr>
                <a:spLocks/>
              </p:cNvSpPr>
              <p:nvPr/>
            </p:nvSpPr>
            <p:spPr bwMode="auto">
              <a:xfrm>
                <a:off x="2225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85" name="Freeform 2194"/>
              <p:cNvSpPr>
                <a:spLocks/>
              </p:cNvSpPr>
              <p:nvPr/>
            </p:nvSpPr>
            <p:spPr bwMode="auto">
              <a:xfrm>
                <a:off x="2165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86" name="Freeform 2195"/>
              <p:cNvSpPr>
                <a:spLocks/>
              </p:cNvSpPr>
              <p:nvPr/>
            </p:nvSpPr>
            <p:spPr bwMode="auto">
              <a:xfrm>
                <a:off x="2512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87" name="Freeform 2196"/>
              <p:cNvSpPr>
                <a:spLocks/>
              </p:cNvSpPr>
              <p:nvPr/>
            </p:nvSpPr>
            <p:spPr bwMode="auto">
              <a:xfrm>
                <a:off x="2344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88" name="Freeform 2197"/>
              <p:cNvSpPr>
                <a:spLocks/>
              </p:cNvSpPr>
              <p:nvPr/>
            </p:nvSpPr>
            <p:spPr bwMode="auto">
              <a:xfrm>
                <a:off x="2111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89" name="Freeform 2198"/>
              <p:cNvSpPr>
                <a:spLocks/>
              </p:cNvSpPr>
              <p:nvPr/>
            </p:nvSpPr>
            <p:spPr bwMode="auto">
              <a:xfrm>
                <a:off x="2470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90" name="Freeform 2199"/>
              <p:cNvSpPr>
                <a:spLocks/>
              </p:cNvSpPr>
              <p:nvPr/>
            </p:nvSpPr>
            <p:spPr bwMode="auto">
              <a:xfrm>
                <a:off x="2374" y="18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91" name="Freeform 2200"/>
              <p:cNvSpPr>
                <a:spLocks/>
              </p:cNvSpPr>
              <p:nvPr/>
            </p:nvSpPr>
            <p:spPr bwMode="auto">
              <a:xfrm>
                <a:off x="2261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92" name="Freeform 2201"/>
              <p:cNvSpPr>
                <a:spLocks/>
              </p:cNvSpPr>
              <p:nvPr/>
            </p:nvSpPr>
            <p:spPr bwMode="auto">
              <a:xfrm>
                <a:off x="2249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93" name="Freeform 2202"/>
              <p:cNvSpPr>
                <a:spLocks/>
              </p:cNvSpPr>
              <p:nvPr/>
            </p:nvSpPr>
            <p:spPr bwMode="auto">
              <a:xfrm>
                <a:off x="2392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94" name="Freeform 2203"/>
              <p:cNvSpPr>
                <a:spLocks/>
              </p:cNvSpPr>
              <p:nvPr/>
            </p:nvSpPr>
            <p:spPr bwMode="auto">
              <a:xfrm>
                <a:off x="2327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95" name="Freeform 2204"/>
              <p:cNvSpPr>
                <a:spLocks/>
              </p:cNvSpPr>
              <p:nvPr/>
            </p:nvSpPr>
            <p:spPr bwMode="auto">
              <a:xfrm>
                <a:off x="2506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96" name="Freeform 2205"/>
              <p:cNvSpPr>
                <a:spLocks/>
              </p:cNvSpPr>
              <p:nvPr/>
            </p:nvSpPr>
            <p:spPr bwMode="auto">
              <a:xfrm>
                <a:off x="2458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97" name="Freeform 2206"/>
              <p:cNvSpPr>
                <a:spLocks/>
              </p:cNvSpPr>
              <p:nvPr/>
            </p:nvSpPr>
            <p:spPr bwMode="auto">
              <a:xfrm>
                <a:off x="259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98" name="Freeform 2207"/>
              <p:cNvSpPr>
                <a:spLocks/>
              </p:cNvSpPr>
              <p:nvPr/>
            </p:nvSpPr>
            <p:spPr bwMode="auto">
              <a:xfrm>
                <a:off x="2428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399" name="Freeform 2208"/>
              <p:cNvSpPr>
                <a:spLocks/>
              </p:cNvSpPr>
              <p:nvPr/>
            </p:nvSpPr>
            <p:spPr bwMode="auto">
              <a:xfrm>
                <a:off x="2291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00" name="Freeform 2209"/>
              <p:cNvSpPr>
                <a:spLocks/>
              </p:cNvSpPr>
              <p:nvPr/>
            </p:nvSpPr>
            <p:spPr bwMode="auto">
              <a:xfrm>
                <a:off x="2392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01" name="Freeform 2210"/>
              <p:cNvSpPr>
                <a:spLocks/>
              </p:cNvSpPr>
              <p:nvPr/>
            </p:nvSpPr>
            <p:spPr bwMode="auto">
              <a:xfrm>
                <a:off x="2362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02" name="Freeform 2211"/>
              <p:cNvSpPr>
                <a:spLocks/>
              </p:cNvSpPr>
              <p:nvPr/>
            </p:nvSpPr>
            <p:spPr bwMode="auto">
              <a:xfrm>
                <a:off x="2045" y="23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03" name="Freeform 2212"/>
              <p:cNvSpPr>
                <a:spLocks/>
              </p:cNvSpPr>
              <p:nvPr/>
            </p:nvSpPr>
            <p:spPr bwMode="auto">
              <a:xfrm>
                <a:off x="2428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04" name="Freeform 2213"/>
              <p:cNvSpPr>
                <a:spLocks/>
              </p:cNvSpPr>
              <p:nvPr/>
            </p:nvSpPr>
            <p:spPr bwMode="auto">
              <a:xfrm>
                <a:off x="2291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405" name="Freeform 2214"/>
              <p:cNvSpPr>
                <a:spLocks/>
              </p:cNvSpPr>
              <p:nvPr/>
            </p:nvSpPr>
            <p:spPr bwMode="auto">
              <a:xfrm>
                <a:off x="2309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5" name="Group 2416"/>
            <p:cNvGrpSpPr>
              <a:grpSpLocks/>
            </p:cNvGrpSpPr>
            <p:nvPr/>
          </p:nvGrpSpPr>
          <p:grpSpPr bwMode="auto">
            <a:xfrm>
              <a:off x="1770" y="1216"/>
              <a:ext cx="1143" cy="1221"/>
              <a:chOff x="1770" y="1216"/>
              <a:chExt cx="1143" cy="1221"/>
            </a:xfrm>
          </p:grpSpPr>
          <p:sp>
            <p:nvSpPr>
              <p:cNvPr id="61006" name="Freeform 2216"/>
              <p:cNvSpPr>
                <a:spLocks/>
              </p:cNvSpPr>
              <p:nvPr/>
            </p:nvSpPr>
            <p:spPr bwMode="auto">
              <a:xfrm>
                <a:off x="2333" y="210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07" name="Freeform 2217"/>
              <p:cNvSpPr>
                <a:spLocks/>
              </p:cNvSpPr>
              <p:nvPr/>
            </p:nvSpPr>
            <p:spPr bwMode="auto">
              <a:xfrm>
                <a:off x="2368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08" name="Freeform 2218"/>
              <p:cNvSpPr>
                <a:spLocks/>
              </p:cNvSpPr>
              <p:nvPr/>
            </p:nvSpPr>
            <p:spPr bwMode="auto">
              <a:xfrm>
                <a:off x="2350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09" name="Freeform 2219"/>
              <p:cNvSpPr>
                <a:spLocks/>
              </p:cNvSpPr>
              <p:nvPr/>
            </p:nvSpPr>
            <p:spPr bwMode="auto">
              <a:xfrm>
                <a:off x="2446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0" name="Freeform 2220"/>
              <p:cNvSpPr>
                <a:spLocks/>
              </p:cNvSpPr>
              <p:nvPr/>
            </p:nvSpPr>
            <p:spPr bwMode="auto">
              <a:xfrm>
                <a:off x="2255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1" name="Freeform 2221"/>
              <p:cNvSpPr>
                <a:spLocks/>
              </p:cNvSpPr>
              <p:nvPr/>
            </p:nvSpPr>
            <p:spPr bwMode="auto">
              <a:xfrm>
                <a:off x="1979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2" name="Freeform 2222"/>
              <p:cNvSpPr>
                <a:spLocks/>
              </p:cNvSpPr>
              <p:nvPr/>
            </p:nvSpPr>
            <p:spPr bwMode="auto">
              <a:xfrm>
                <a:off x="2350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3" name="Freeform 2223"/>
              <p:cNvSpPr>
                <a:spLocks/>
              </p:cNvSpPr>
              <p:nvPr/>
            </p:nvSpPr>
            <p:spPr bwMode="auto">
              <a:xfrm>
                <a:off x="2368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4" name="Freeform 2224"/>
              <p:cNvSpPr>
                <a:spLocks/>
              </p:cNvSpPr>
              <p:nvPr/>
            </p:nvSpPr>
            <p:spPr bwMode="auto">
              <a:xfrm>
                <a:off x="1770" y="234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5" name="Freeform 2225"/>
              <p:cNvSpPr>
                <a:spLocks/>
              </p:cNvSpPr>
              <p:nvPr/>
            </p:nvSpPr>
            <p:spPr bwMode="auto">
              <a:xfrm>
                <a:off x="2237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6" name="Freeform 2226"/>
              <p:cNvSpPr>
                <a:spLocks/>
              </p:cNvSpPr>
              <p:nvPr/>
            </p:nvSpPr>
            <p:spPr bwMode="auto">
              <a:xfrm>
                <a:off x="2261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7" name="Freeform 2227"/>
              <p:cNvSpPr>
                <a:spLocks/>
              </p:cNvSpPr>
              <p:nvPr/>
            </p:nvSpPr>
            <p:spPr bwMode="auto">
              <a:xfrm>
                <a:off x="2327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8" name="Freeform 2228"/>
              <p:cNvSpPr>
                <a:spLocks/>
              </p:cNvSpPr>
              <p:nvPr/>
            </p:nvSpPr>
            <p:spPr bwMode="auto">
              <a:xfrm>
                <a:off x="2374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19" name="Freeform 2229"/>
              <p:cNvSpPr>
                <a:spLocks/>
              </p:cNvSpPr>
              <p:nvPr/>
            </p:nvSpPr>
            <p:spPr bwMode="auto">
              <a:xfrm>
                <a:off x="2303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0" name="Freeform 2230"/>
              <p:cNvSpPr>
                <a:spLocks/>
              </p:cNvSpPr>
              <p:nvPr/>
            </p:nvSpPr>
            <p:spPr bwMode="auto">
              <a:xfrm>
                <a:off x="2273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1" name="Freeform 2231"/>
              <p:cNvSpPr>
                <a:spLocks/>
              </p:cNvSpPr>
              <p:nvPr/>
            </p:nvSpPr>
            <p:spPr bwMode="auto">
              <a:xfrm>
                <a:off x="2261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2" name="Freeform 2232"/>
              <p:cNvSpPr>
                <a:spLocks/>
              </p:cNvSpPr>
              <p:nvPr/>
            </p:nvSpPr>
            <p:spPr bwMode="auto">
              <a:xfrm>
                <a:off x="2321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3" name="Freeform 2233"/>
              <p:cNvSpPr>
                <a:spLocks/>
              </p:cNvSpPr>
              <p:nvPr/>
            </p:nvSpPr>
            <p:spPr bwMode="auto">
              <a:xfrm>
                <a:off x="1883" y="23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4" name="Freeform 2234"/>
              <p:cNvSpPr>
                <a:spLocks/>
              </p:cNvSpPr>
              <p:nvPr/>
            </p:nvSpPr>
            <p:spPr bwMode="auto">
              <a:xfrm>
                <a:off x="2255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5" name="Freeform 2235"/>
              <p:cNvSpPr>
                <a:spLocks/>
              </p:cNvSpPr>
              <p:nvPr/>
            </p:nvSpPr>
            <p:spPr bwMode="auto">
              <a:xfrm>
                <a:off x="2404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6" name="Freeform 2236"/>
              <p:cNvSpPr>
                <a:spLocks/>
              </p:cNvSpPr>
              <p:nvPr/>
            </p:nvSpPr>
            <p:spPr bwMode="auto">
              <a:xfrm>
                <a:off x="228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7" name="Freeform 2237"/>
              <p:cNvSpPr>
                <a:spLocks/>
              </p:cNvSpPr>
              <p:nvPr/>
            </p:nvSpPr>
            <p:spPr bwMode="auto">
              <a:xfrm>
                <a:off x="2189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8" name="Freeform 2238"/>
              <p:cNvSpPr>
                <a:spLocks/>
              </p:cNvSpPr>
              <p:nvPr/>
            </p:nvSpPr>
            <p:spPr bwMode="auto">
              <a:xfrm>
                <a:off x="2255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29" name="Freeform 2239"/>
              <p:cNvSpPr>
                <a:spLocks/>
              </p:cNvSpPr>
              <p:nvPr/>
            </p:nvSpPr>
            <p:spPr bwMode="auto">
              <a:xfrm>
                <a:off x="2356" y="24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0" name="Freeform 2240"/>
              <p:cNvSpPr>
                <a:spLocks/>
              </p:cNvSpPr>
              <p:nvPr/>
            </p:nvSpPr>
            <p:spPr bwMode="auto">
              <a:xfrm>
                <a:off x="2285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1" name="Freeform 2241"/>
              <p:cNvSpPr>
                <a:spLocks/>
              </p:cNvSpPr>
              <p:nvPr/>
            </p:nvSpPr>
            <p:spPr bwMode="auto">
              <a:xfrm>
                <a:off x="2506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2" name="Freeform 2242"/>
              <p:cNvSpPr>
                <a:spLocks/>
              </p:cNvSpPr>
              <p:nvPr/>
            </p:nvSpPr>
            <p:spPr bwMode="auto">
              <a:xfrm>
                <a:off x="2847" y="1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3" name="Freeform 2243"/>
              <p:cNvSpPr>
                <a:spLocks/>
              </p:cNvSpPr>
              <p:nvPr/>
            </p:nvSpPr>
            <p:spPr bwMode="auto">
              <a:xfrm>
                <a:off x="2339" y="2000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4" name="Freeform 2244"/>
              <p:cNvSpPr>
                <a:spLocks/>
              </p:cNvSpPr>
              <p:nvPr/>
            </p:nvSpPr>
            <p:spPr bwMode="auto">
              <a:xfrm>
                <a:off x="2249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5" name="Freeform 2245"/>
              <p:cNvSpPr>
                <a:spLocks/>
              </p:cNvSpPr>
              <p:nvPr/>
            </p:nvSpPr>
            <p:spPr bwMode="auto">
              <a:xfrm>
                <a:off x="2183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6" name="Freeform 2246"/>
              <p:cNvSpPr>
                <a:spLocks/>
              </p:cNvSpPr>
              <p:nvPr/>
            </p:nvSpPr>
            <p:spPr bwMode="auto">
              <a:xfrm>
                <a:off x="2225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7" name="Freeform 2247"/>
              <p:cNvSpPr>
                <a:spLocks/>
              </p:cNvSpPr>
              <p:nvPr/>
            </p:nvSpPr>
            <p:spPr bwMode="auto">
              <a:xfrm>
                <a:off x="2273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8" name="Freeform 2248"/>
              <p:cNvSpPr>
                <a:spLocks/>
              </p:cNvSpPr>
              <p:nvPr/>
            </p:nvSpPr>
            <p:spPr bwMode="auto">
              <a:xfrm>
                <a:off x="232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39" name="Freeform 2249"/>
              <p:cNvSpPr>
                <a:spLocks/>
              </p:cNvSpPr>
              <p:nvPr/>
            </p:nvSpPr>
            <p:spPr bwMode="auto">
              <a:xfrm>
                <a:off x="2231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0" name="Freeform 2250"/>
              <p:cNvSpPr>
                <a:spLocks/>
              </p:cNvSpPr>
              <p:nvPr/>
            </p:nvSpPr>
            <p:spPr bwMode="auto">
              <a:xfrm>
                <a:off x="2309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1" name="Freeform 2251"/>
              <p:cNvSpPr>
                <a:spLocks/>
              </p:cNvSpPr>
              <p:nvPr/>
            </p:nvSpPr>
            <p:spPr bwMode="auto">
              <a:xfrm>
                <a:off x="2392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2" name="Freeform 2252"/>
              <p:cNvSpPr>
                <a:spLocks/>
              </p:cNvSpPr>
              <p:nvPr/>
            </p:nvSpPr>
            <p:spPr bwMode="auto">
              <a:xfrm>
                <a:off x="2386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3" name="Freeform 2253"/>
              <p:cNvSpPr>
                <a:spLocks/>
              </p:cNvSpPr>
              <p:nvPr/>
            </p:nvSpPr>
            <p:spPr bwMode="auto">
              <a:xfrm>
                <a:off x="2339" y="2222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4" name="Freeform 2254"/>
              <p:cNvSpPr>
                <a:spLocks/>
              </p:cNvSpPr>
              <p:nvPr/>
            </p:nvSpPr>
            <p:spPr bwMode="auto">
              <a:xfrm>
                <a:off x="2315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5" name="Freeform 2255"/>
              <p:cNvSpPr>
                <a:spLocks/>
              </p:cNvSpPr>
              <p:nvPr/>
            </p:nvSpPr>
            <p:spPr bwMode="auto">
              <a:xfrm>
                <a:off x="2291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6" name="Freeform 2256"/>
              <p:cNvSpPr>
                <a:spLocks/>
              </p:cNvSpPr>
              <p:nvPr/>
            </p:nvSpPr>
            <p:spPr bwMode="auto">
              <a:xfrm>
                <a:off x="2219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7" name="Freeform 2257"/>
              <p:cNvSpPr>
                <a:spLocks/>
              </p:cNvSpPr>
              <p:nvPr/>
            </p:nvSpPr>
            <p:spPr bwMode="auto">
              <a:xfrm>
                <a:off x="2596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8" name="Freeform 2258"/>
              <p:cNvSpPr>
                <a:spLocks/>
              </p:cNvSpPr>
              <p:nvPr/>
            </p:nvSpPr>
            <p:spPr bwMode="auto">
              <a:xfrm>
                <a:off x="2321" y="22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49" name="Freeform 2259"/>
              <p:cNvSpPr>
                <a:spLocks/>
              </p:cNvSpPr>
              <p:nvPr/>
            </p:nvSpPr>
            <p:spPr bwMode="auto">
              <a:xfrm>
                <a:off x="2285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0" name="Freeform 2260"/>
              <p:cNvSpPr>
                <a:spLocks/>
              </p:cNvSpPr>
              <p:nvPr/>
            </p:nvSpPr>
            <p:spPr bwMode="auto">
              <a:xfrm>
                <a:off x="2201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1" name="Freeform 2261"/>
              <p:cNvSpPr>
                <a:spLocks/>
              </p:cNvSpPr>
              <p:nvPr/>
            </p:nvSpPr>
            <p:spPr bwMode="auto">
              <a:xfrm>
                <a:off x="2267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2" name="Freeform 2262"/>
              <p:cNvSpPr>
                <a:spLocks/>
              </p:cNvSpPr>
              <p:nvPr/>
            </p:nvSpPr>
            <p:spPr bwMode="auto">
              <a:xfrm>
                <a:off x="2339" y="2102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3" name="Freeform 2263"/>
              <p:cNvSpPr>
                <a:spLocks/>
              </p:cNvSpPr>
              <p:nvPr/>
            </p:nvSpPr>
            <p:spPr bwMode="auto">
              <a:xfrm>
                <a:off x="2243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4" name="Freeform 2264"/>
              <p:cNvSpPr>
                <a:spLocks/>
              </p:cNvSpPr>
              <p:nvPr/>
            </p:nvSpPr>
            <p:spPr bwMode="auto">
              <a:xfrm>
                <a:off x="2680" y="17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5" name="Freeform 2265"/>
              <p:cNvSpPr>
                <a:spLocks/>
              </p:cNvSpPr>
              <p:nvPr/>
            </p:nvSpPr>
            <p:spPr bwMode="auto">
              <a:xfrm>
                <a:off x="2243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6" name="Freeform 2266"/>
              <p:cNvSpPr>
                <a:spLocks/>
              </p:cNvSpPr>
              <p:nvPr/>
            </p:nvSpPr>
            <p:spPr bwMode="auto">
              <a:xfrm>
                <a:off x="2482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7" name="Freeform 2267"/>
              <p:cNvSpPr>
                <a:spLocks/>
              </p:cNvSpPr>
              <p:nvPr/>
            </p:nvSpPr>
            <p:spPr bwMode="auto">
              <a:xfrm>
                <a:off x="2057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8" name="Freeform 2268"/>
              <p:cNvSpPr>
                <a:spLocks/>
              </p:cNvSpPr>
              <p:nvPr/>
            </p:nvSpPr>
            <p:spPr bwMode="auto">
              <a:xfrm>
                <a:off x="2129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59" name="Freeform 2269"/>
              <p:cNvSpPr>
                <a:spLocks/>
              </p:cNvSpPr>
              <p:nvPr/>
            </p:nvSpPr>
            <p:spPr bwMode="auto">
              <a:xfrm>
                <a:off x="2291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0" name="Freeform 2270"/>
              <p:cNvSpPr>
                <a:spLocks/>
              </p:cNvSpPr>
              <p:nvPr/>
            </p:nvSpPr>
            <p:spPr bwMode="auto">
              <a:xfrm>
                <a:off x="2255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1" name="Freeform 2271"/>
              <p:cNvSpPr>
                <a:spLocks/>
              </p:cNvSpPr>
              <p:nvPr/>
            </p:nvSpPr>
            <p:spPr bwMode="auto">
              <a:xfrm>
                <a:off x="2135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2" name="Freeform 2272"/>
              <p:cNvSpPr>
                <a:spLocks/>
              </p:cNvSpPr>
              <p:nvPr/>
            </p:nvSpPr>
            <p:spPr bwMode="auto">
              <a:xfrm>
                <a:off x="2632" y="16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3" name="Freeform 2273"/>
              <p:cNvSpPr>
                <a:spLocks/>
              </p:cNvSpPr>
              <p:nvPr/>
            </p:nvSpPr>
            <p:spPr bwMode="auto">
              <a:xfrm>
                <a:off x="225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4" name="Freeform 2274"/>
              <p:cNvSpPr>
                <a:spLocks/>
              </p:cNvSpPr>
              <p:nvPr/>
            </p:nvSpPr>
            <p:spPr bwMode="auto">
              <a:xfrm>
                <a:off x="2321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5" name="Freeform 2275"/>
              <p:cNvSpPr>
                <a:spLocks/>
              </p:cNvSpPr>
              <p:nvPr/>
            </p:nvSpPr>
            <p:spPr bwMode="auto">
              <a:xfrm>
                <a:off x="229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6" name="Freeform 2276"/>
              <p:cNvSpPr>
                <a:spLocks/>
              </p:cNvSpPr>
              <p:nvPr/>
            </p:nvSpPr>
            <p:spPr bwMode="auto">
              <a:xfrm>
                <a:off x="2333" y="204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7" name="Freeform 2277"/>
              <p:cNvSpPr>
                <a:spLocks/>
              </p:cNvSpPr>
              <p:nvPr/>
            </p:nvSpPr>
            <p:spPr bwMode="auto">
              <a:xfrm>
                <a:off x="2458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8" name="Freeform 2278"/>
              <p:cNvSpPr>
                <a:spLocks/>
              </p:cNvSpPr>
              <p:nvPr/>
            </p:nvSpPr>
            <p:spPr bwMode="auto">
              <a:xfrm>
                <a:off x="2344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69" name="Freeform 2279"/>
              <p:cNvSpPr>
                <a:spLocks/>
              </p:cNvSpPr>
              <p:nvPr/>
            </p:nvSpPr>
            <p:spPr bwMode="auto">
              <a:xfrm>
                <a:off x="2470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0" name="Freeform 2280"/>
              <p:cNvSpPr>
                <a:spLocks/>
              </p:cNvSpPr>
              <p:nvPr/>
            </p:nvSpPr>
            <p:spPr bwMode="auto">
              <a:xfrm>
                <a:off x="2620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1" name="Freeform 2281"/>
              <p:cNvSpPr>
                <a:spLocks/>
              </p:cNvSpPr>
              <p:nvPr/>
            </p:nvSpPr>
            <p:spPr bwMode="auto">
              <a:xfrm>
                <a:off x="2470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2" name="Freeform 2282"/>
              <p:cNvSpPr>
                <a:spLocks/>
              </p:cNvSpPr>
              <p:nvPr/>
            </p:nvSpPr>
            <p:spPr bwMode="auto">
              <a:xfrm>
                <a:off x="2339" y="200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3" name="Freeform 2283"/>
              <p:cNvSpPr>
                <a:spLocks/>
              </p:cNvSpPr>
              <p:nvPr/>
            </p:nvSpPr>
            <p:spPr bwMode="auto">
              <a:xfrm>
                <a:off x="2285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4" name="Freeform 2284"/>
              <p:cNvSpPr>
                <a:spLocks/>
              </p:cNvSpPr>
              <p:nvPr/>
            </p:nvSpPr>
            <p:spPr bwMode="auto">
              <a:xfrm>
                <a:off x="2608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5" name="Freeform 2285"/>
              <p:cNvSpPr>
                <a:spLocks/>
              </p:cNvSpPr>
              <p:nvPr/>
            </p:nvSpPr>
            <p:spPr bwMode="auto">
              <a:xfrm>
                <a:off x="2374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6" name="Freeform 2286"/>
              <p:cNvSpPr>
                <a:spLocks/>
              </p:cNvSpPr>
              <p:nvPr/>
            </p:nvSpPr>
            <p:spPr bwMode="auto">
              <a:xfrm>
                <a:off x="2764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7" name="Freeform 2287"/>
              <p:cNvSpPr>
                <a:spLocks/>
              </p:cNvSpPr>
              <p:nvPr/>
            </p:nvSpPr>
            <p:spPr bwMode="auto">
              <a:xfrm>
                <a:off x="2207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8" name="Freeform 2288"/>
              <p:cNvSpPr>
                <a:spLocks/>
              </p:cNvSpPr>
              <p:nvPr/>
            </p:nvSpPr>
            <p:spPr bwMode="auto">
              <a:xfrm>
                <a:off x="2279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79" name="Freeform 2289"/>
              <p:cNvSpPr>
                <a:spLocks/>
              </p:cNvSpPr>
              <p:nvPr/>
            </p:nvSpPr>
            <p:spPr bwMode="auto">
              <a:xfrm>
                <a:off x="2404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0" name="Freeform 2290"/>
              <p:cNvSpPr>
                <a:spLocks/>
              </p:cNvSpPr>
              <p:nvPr/>
            </p:nvSpPr>
            <p:spPr bwMode="auto">
              <a:xfrm>
                <a:off x="2285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1" name="Freeform 2291"/>
              <p:cNvSpPr>
                <a:spLocks/>
              </p:cNvSpPr>
              <p:nvPr/>
            </p:nvSpPr>
            <p:spPr bwMode="auto">
              <a:xfrm>
                <a:off x="2315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2" name="Freeform 2292"/>
              <p:cNvSpPr>
                <a:spLocks/>
              </p:cNvSpPr>
              <p:nvPr/>
            </p:nvSpPr>
            <p:spPr bwMode="auto">
              <a:xfrm>
                <a:off x="2644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3" name="Freeform 2293"/>
              <p:cNvSpPr>
                <a:spLocks/>
              </p:cNvSpPr>
              <p:nvPr/>
            </p:nvSpPr>
            <p:spPr bwMode="auto">
              <a:xfrm>
                <a:off x="2350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4" name="Freeform 2294"/>
              <p:cNvSpPr>
                <a:spLocks/>
              </p:cNvSpPr>
              <p:nvPr/>
            </p:nvSpPr>
            <p:spPr bwMode="auto">
              <a:xfrm>
                <a:off x="2584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5" name="Freeform 2295"/>
              <p:cNvSpPr>
                <a:spLocks/>
              </p:cNvSpPr>
              <p:nvPr/>
            </p:nvSpPr>
            <p:spPr bwMode="auto">
              <a:xfrm>
                <a:off x="2494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6" name="Freeform 2296"/>
              <p:cNvSpPr>
                <a:spLocks/>
              </p:cNvSpPr>
              <p:nvPr/>
            </p:nvSpPr>
            <p:spPr bwMode="auto">
              <a:xfrm>
                <a:off x="2261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7" name="Freeform 2297"/>
              <p:cNvSpPr>
                <a:spLocks/>
              </p:cNvSpPr>
              <p:nvPr/>
            </p:nvSpPr>
            <p:spPr bwMode="auto">
              <a:xfrm>
                <a:off x="2177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8" name="Freeform 2298"/>
              <p:cNvSpPr>
                <a:spLocks/>
              </p:cNvSpPr>
              <p:nvPr/>
            </p:nvSpPr>
            <p:spPr bwMode="auto">
              <a:xfrm>
                <a:off x="2482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89" name="Freeform 2299"/>
              <p:cNvSpPr>
                <a:spLocks/>
              </p:cNvSpPr>
              <p:nvPr/>
            </p:nvSpPr>
            <p:spPr bwMode="auto">
              <a:xfrm>
                <a:off x="2303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0" name="Freeform 2300"/>
              <p:cNvSpPr>
                <a:spLocks/>
              </p:cNvSpPr>
              <p:nvPr/>
            </p:nvSpPr>
            <p:spPr bwMode="auto">
              <a:xfrm>
                <a:off x="2309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1" name="Freeform 2301"/>
              <p:cNvSpPr>
                <a:spLocks/>
              </p:cNvSpPr>
              <p:nvPr/>
            </p:nvSpPr>
            <p:spPr bwMode="auto">
              <a:xfrm>
                <a:off x="2243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2" name="Freeform 2302"/>
              <p:cNvSpPr>
                <a:spLocks/>
              </p:cNvSpPr>
              <p:nvPr/>
            </p:nvSpPr>
            <p:spPr bwMode="auto">
              <a:xfrm>
                <a:off x="2368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3" name="Freeform 2303"/>
              <p:cNvSpPr>
                <a:spLocks/>
              </p:cNvSpPr>
              <p:nvPr/>
            </p:nvSpPr>
            <p:spPr bwMode="auto">
              <a:xfrm>
                <a:off x="2177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4" name="Freeform 2304"/>
              <p:cNvSpPr>
                <a:spLocks/>
              </p:cNvSpPr>
              <p:nvPr/>
            </p:nvSpPr>
            <p:spPr bwMode="auto">
              <a:xfrm>
                <a:off x="2315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5" name="Freeform 2305"/>
              <p:cNvSpPr>
                <a:spLocks/>
              </p:cNvSpPr>
              <p:nvPr/>
            </p:nvSpPr>
            <p:spPr bwMode="auto">
              <a:xfrm>
                <a:off x="2279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6" name="Freeform 2306"/>
              <p:cNvSpPr>
                <a:spLocks/>
              </p:cNvSpPr>
              <p:nvPr/>
            </p:nvSpPr>
            <p:spPr bwMode="auto">
              <a:xfrm>
                <a:off x="2392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7" name="Freeform 2307"/>
              <p:cNvSpPr>
                <a:spLocks/>
              </p:cNvSpPr>
              <p:nvPr/>
            </p:nvSpPr>
            <p:spPr bwMode="auto">
              <a:xfrm>
                <a:off x="1895" y="23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8" name="Freeform 2308"/>
              <p:cNvSpPr>
                <a:spLocks/>
              </p:cNvSpPr>
              <p:nvPr/>
            </p:nvSpPr>
            <p:spPr bwMode="auto">
              <a:xfrm>
                <a:off x="2368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99" name="Freeform 2309"/>
              <p:cNvSpPr>
                <a:spLocks/>
              </p:cNvSpPr>
              <p:nvPr/>
            </p:nvSpPr>
            <p:spPr bwMode="auto">
              <a:xfrm>
                <a:off x="2213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0" name="Freeform 2310"/>
              <p:cNvSpPr>
                <a:spLocks/>
              </p:cNvSpPr>
              <p:nvPr/>
            </p:nvSpPr>
            <p:spPr bwMode="auto">
              <a:xfrm>
                <a:off x="2267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1" name="Freeform 2311"/>
              <p:cNvSpPr>
                <a:spLocks/>
              </p:cNvSpPr>
              <p:nvPr/>
            </p:nvSpPr>
            <p:spPr bwMode="auto">
              <a:xfrm>
                <a:off x="2416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2" name="Freeform 2312"/>
              <p:cNvSpPr>
                <a:spLocks/>
              </p:cNvSpPr>
              <p:nvPr/>
            </p:nvSpPr>
            <p:spPr bwMode="auto">
              <a:xfrm>
                <a:off x="2261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3" name="Freeform 2313"/>
              <p:cNvSpPr>
                <a:spLocks/>
              </p:cNvSpPr>
              <p:nvPr/>
            </p:nvSpPr>
            <p:spPr bwMode="auto">
              <a:xfrm>
                <a:off x="2901" y="15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4" name="Freeform 2314"/>
              <p:cNvSpPr>
                <a:spLocks/>
              </p:cNvSpPr>
              <p:nvPr/>
            </p:nvSpPr>
            <p:spPr bwMode="auto">
              <a:xfrm>
                <a:off x="2195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5" name="Freeform 2315"/>
              <p:cNvSpPr>
                <a:spLocks/>
              </p:cNvSpPr>
              <p:nvPr/>
            </p:nvSpPr>
            <p:spPr bwMode="auto">
              <a:xfrm>
                <a:off x="2488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6" name="Freeform 2316"/>
              <p:cNvSpPr>
                <a:spLocks/>
              </p:cNvSpPr>
              <p:nvPr/>
            </p:nvSpPr>
            <p:spPr bwMode="auto">
              <a:xfrm>
                <a:off x="2273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7" name="Freeform 2317"/>
              <p:cNvSpPr>
                <a:spLocks/>
              </p:cNvSpPr>
              <p:nvPr/>
            </p:nvSpPr>
            <p:spPr bwMode="auto">
              <a:xfrm>
                <a:off x="2368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8" name="Freeform 2318"/>
              <p:cNvSpPr>
                <a:spLocks/>
              </p:cNvSpPr>
              <p:nvPr/>
            </p:nvSpPr>
            <p:spPr bwMode="auto">
              <a:xfrm>
                <a:off x="2344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09" name="Freeform 2319"/>
              <p:cNvSpPr>
                <a:spLocks/>
              </p:cNvSpPr>
              <p:nvPr/>
            </p:nvSpPr>
            <p:spPr bwMode="auto">
              <a:xfrm>
                <a:off x="2416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0" name="Freeform 2320"/>
              <p:cNvSpPr>
                <a:spLocks/>
              </p:cNvSpPr>
              <p:nvPr/>
            </p:nvSpPr>
            <p:spPr bwMode="auto">
              <a:xfrm>
                <a:off x="2087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1" name="Freeform 2321"/>
              <p:cNvSpPr>
                <a:spLocks/>
              </p:cNvSpPr>
              <p:nvPr/>
            </p:nvSpPr>
            <p:spPr bwMode="auto">
              <a:xfrm>
                <a:off x="2350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2" name="Freeform 2322"/>
              <p:cNvSpPr>
                <a:spLocks/>
              </p:cNvSpPr>
              <p:nvPr/>
            </p:nvSpPr>
            <p:spPr bwMode="auto">
              <a:xfrm>
                <a:off x="2237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3" name="Freeform 2323"/>
              <p:cNvSpPr>
                <a:spLocks/>
              </p:cNvSpPr>
              <p:nvPr/>
            </p:nvSpPr>
            <p:spPr bwMode="auto">
              <a:xfrm>
                <a:off x="2285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4" name="Freeform 2324"/>
              <p:cNvSpPr>
                <a:spLocks/>
              </p:cNvSpPr>
              <p:nvPr/>
            </p:nvSpPr>
            <p:spPr bwMode="auto">
              <a:xfrm>
                <a:off x="2506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5" name="Freeform 2325"/>
              <p:cNvSpPr>
                <a:spLocks/>
              </p:cNvSpPr>
              <p:nvPr/>
            </p:nvSpPr>
            <p:spPr bwMode="auto">
              <a:xfrm>
                <a:off x="2279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6" name="Freeform 2326"/>
              <p:cNvSpPr>
                <a:spLocks/>
              </p:cNvSpPr>
              <p:nvPr/>
            </p:nvSpPr>
            <p:spPr bwMode="auto">
              <a:xfrm>
                <a:off x="2380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7" name="Freeform 2327"/>
              <p:cNvSpPr>
                <a:spLocks/>
              </p:cNvSpPr>
              <p:nvPr/>
            </p:nvSpPr>
            <p:spPr bwMode="auto">
              <a:xfrm>
                <a:off x="2374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8" name="Freeform 2328"/>
              <p:cNvSpPr>
                <a:spLocks/>
              </p:cNvSpPr>
              <p:nvPr/>
            </p:nvSpPr>
            <p:spPr bwMode="auto">
              <a:xfrm>
                <a:off x="2177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19" name="Freeform 2329"/>
              <p:cNvSpPr>
                <a:spLocks/>
              </p:cNvSpPr>
              <p:nvPr/>
            </p:nvSpPr>
            <p:spPr bwMode="auto">
              <a:xfrm>
                <a:off x="2392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0" name="Freeform 2330"/>
              <p:cNvSpPr>
                <a:spLocks/>
              </p:cNvSpPr>
              <p:nvPr/>
            </p:nvSpPr>
            <p:spPr bwMode="auto">
              <a:xfrm>
                <a:off x="2003" y="2288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1" name="Freeform 2331"/>
              <p:cNvSpPr>
                <a:spLocks/>
              </p:cNvSpPr>
              <p:nvPr/>
            </p:nvSpPr>
            <p:spPr bwMode="auto">
              <a:xfrm>
                <a:off x="2183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2" name="Freeform 2332"/>
              <p:cNvSpPr>
                <a:spLocks/>
              </p:cNvSpPr>
              <p:nvPr/>
            </p:nvSpPr>
            <p:spPr bwMode="auto">
              <a:xfrm>
                <a:off x="2464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3" name="Freeform 2333"/>
              <p:cNvSpPr>
                <a:spLocks/>
              </p:cNvSpPr>
              <p:nvPr/>
            </p:nvSpPr>
            <p:spPr bwMode="auto">
              <a:xfrm>
                <a:off x="2309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4" name="Freeform 2334"/>
              <p:cNvSpPr>
                <a:spLocks/>
              </p:cNvSpPr>
              <p:nvPr/>
            </p:nvSpPr>
            <p:spPr bwMode="auto">
              <a:xfrm>
                <a:off x="2542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5" name="Freeform 2335"/>
              <p:cNvSpPr>
                <a:spLocks/>
              </p:cNvSpPr>
              <p:nvPr/>
            </p:nvSpPr>
            <p:spPr bwMode="auto">
              <a:xfrm>
                <a:off x="2392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6" name="Freeform 2336"/>
              <p:cNvSpPr>
                <a:spLocks/>
              </p:cNvSpPr>
              <p:nvPr/>
            </p:nvSpPr>
            <p:spPr bwMode="auto">
              <a:xfrm>
                <a:off x="2440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7" name="Freeform 2337"/>
              <p:cNvSpPr>
                <a:spLocks/>
              </p:cNvSpPr>
              <p:nvPr/>
            </p:nvSpPr>
            <p:spPr bwMode="auto">
              <a:xfrm>
                <a:off x="2201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8" name="Freeform 2338"/>
              <p:cNvSpPr>
                <a:spLocks/>
              </p:cNvSpPr>
              <p:nvPr/>
            </p:nvSpPr>
            <p:spPr bwMode="auto">
              <a:xfrm>
                <a:off x="2255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29" name="Freeform 2339"/>
              <p:cNvSpPr>
                <a:spLocks/>
              </p:cNvSpPr>
              <p:nvPr/>
            </p:nvSpPr>
            <p:spPr bwMode="auto">
              <a:xfrm>
                <a:off x="2207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0" name="Freeform 2340"/>
              <p:cNvSpPr>
                <a:spLocks/>
              </p:cNvSpPr>
              <p:nvPr/>
            </p:nvSpPr>
            <p:spPr bwMode="auto">
              <a:xfrm>
                <a:off x="2057" y="23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1" name="Freeform 2341"/>
              <p:cNvSpPr>
                <a:spLocks/>
              </p:cNvSpPr>
              <p:nvPr/>
            </p:nvSpPr>
            <p:spPr bwMode="auto">
              <a:xfrm>
                <a:off x="2297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2" name="Freeform 2342"/>
              <p:cNvSpPr>
                <a:spLocks/>
              </p:cNvSpPr>
              <p:nvPr/>
            </p:nvSpPr>
            <p:spPr bwMode="auto">
              <a:xfrm>
                <a:off x="2231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3" name="Freeform 2343"/>
              <p:cNvSpPr>
                <a:spLocks/>
              </p:cNvSpPr>
              <p:nvPr/>
            </p:nvSpPr>
            <p:spPr bwMode="auto">
              <a:xfrm>
                <a:off x="2392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4" name="Freeform 2344"/>
              <p:cNvSpPr>
                <a:spLocks/>
              </p:cNvSpPr>
              <p:nvPr/>
            </p:nvSpPr>
            <p:spPr bwMode="auto">
              <a:xfrm>
                <a:off x="2147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5" name="Freeform 2345"/>
              <p:cNvSpPr>
                <a:spLocks/>
              </p:cNvSpPr>
              <p:nvPr/>
            </p:nvSpPr>
            <p:spPr bwMode="auto">
              <a:xfrm>
                <a:off x="2309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6" name="Freeform 2346"/>
              <p:cNvSpPr>
                <a:spLocks/>
              </p:cNvSpPr>
              <p:nvPr/>
            </p:nvSpPr>
            <p:spPr bwMode="auto">
              <a:xfrm>
                <a:off x="2470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7" name="Freeform 2347"/>
              <p:cNvSpPr>
                <a:spLocks/>
              </p:cNvSpPr>
              <p:nvPr/>
            </p:nvSpPr>
            <p:spPr bwMode="auto">
              <a:xfrm>
                <a:off x="2243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8" name="Freeform 2348"/>
              <p:cNvSpPr>
                <a:spLocks/>
              </p:cNvSpPr>
              <p:nvPr/>
            </p:nvSpPr>
            <p:spPr bwMode="auto">
              <a:xfrm>
                <a:off x="2237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39" name="Freeform 2349"/>
              <p:cNvSpPr>
                <a:spLocks/>
              </p:cNvSpPr>
              <p:nvPr/>
            </p:nvSpPr>
            <p:spPr bwMode="auto">
              <a:xfrm>
                <a:off x="2470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0" name="Freeform 2350"/>
              <p:cNvSpPr>
                <a:spLocks/>
              </p:cNvSpPr>
              <p:nvPr/>
            </p:nvSpPr>
            <p:spPr bwMode="auto">
              <a:xfrm>
                <a:off x="2410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1" name="Freeform 2351"/>
              <p:cNvSpPr>
                <a:spLocks/>
              </p:cNvSpPr>
              <p:nvPr/>
            </p:nvSpPr>
            <p:spPr bwMode="auto">
              <a:xfrm>
                <a:off x="2183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2" name="Freeform 2352"/>
              <p:cNvSpPr>
                <a:spLocks/>
              </p:cNvSpPr>
              <p:nvPr/>
            </p:nvSpPr>
            <p:spPr bwMode="auto">
              <a:xfrm>
                <a:off x="2392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3" name="Freeform 2353"/>
              <p:cNvSpPr>
                <a:spLocks/>
              </p:cNvSpPr>
              <p:nvPr/>
            </p:nvSpPr>
            <p:spPr bwMode="auto">
              <a:xfrm>
                <a:off x="2512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4" name="Freeform 2354"/>
              <p:cNvSpPr>
                <a:spLocks/>
              </p:cNvSpPr>
              <p:nvPr/>
            </p:nvSpPr>
            <p:spPr bwMode="auto">
              <a:xfrm>
                <a:off x="2309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5" name="Freeform 2355"/>
              <p:cNvSpPr>
                <a:spLocks/>
              </p:cNvSpPr>
              <p:nvPr/>
            </p:nvSpPr>
            <p:spPr bwMode="auto">
              <a:xfrm>
                <a:off x="2297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6" name="Freeform 2356"/>
              <p:cNvSpPr>
                <a:spLocks/>
              </p:cNvSpPr>
              <p:nvPr/>
            </p:nvSpPr>
            <p:spPr bwMode="auto">
              <a:xfrm>
                <a:off x="2380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7" name="Freeform 2357"/>
              <p:cNvSpPr>
                <a:spLocks/>
              </p:cNvSpPr>
              <p:nvPr/>
            </p:nvSpPr>
            <p:spPr bwMode="auto">
              <a:xfrm>
                <a:off x="2111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8" name="Freeform 2358"/>
              <p:cNvSpPr>
                <a:spLocks/>
              </p:cNvSpPr>
              <p:nvPr/>
            </p:nvSpPr>
            <p:spPr bwMode="auto">
              <a:xfrm>
                <a:off x="2207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49" name="Freeform 2359"/>
              <p:cNvSpPr>
                <a:spLocks/>
              </p:cNvSpPr>
              <p:nvPr/>
            </p:nvSpPr>
            <p:spPr bwMode="auto">
              <a:xfrm>
                <a:off x="2315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50" name="Freeform 2360"/>
              <p:cNvSpPr>
                <a:spLocks/>
              </p:cNvSpPr>
              <p:nvPr/>
            </p:nvSpPr>
            <p:spPr bwMode="auto">
              <a:xfrm>
                <a:off x="2249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51" name="Freeform 2361"/>
              <p:cNvSpPr>
                <a:spLocks/>
              </p:cNvSpPr>
              <p:nvPr/>
            </p:nvSpPr>
            <p:spPr bwMode="auto">
              <a:xfrm>
                <a:off x="2255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52" name="Freeform 2362"/>
              <p:cNvSpPr>
                <a:spLocks/>
              </p:cNvSpPr>
              <p:nvPr/>
            </p:nvSpPr>
            <p:spPr bwMode="auto">
              <a:xfrm>
                <a:off x="2153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53" name="Freeform 2363"/>
              <p:cNvSpPr>
                <a:spLocks/>
              </p:cNvSpPr>
              <p:nvPr/>
            </p:nvSpPr>
            <p:spPr bwMode="auto">
              <a:xfrm>
                <a:off x="2255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54" name="Freeform 2364"/>
              <p:cNvSpPr>
                <a:spLocks/>
              </p:cNvSpPr>
              <p:nvPr/>
            </p:nvSpPr>
            <p:spPr bwMode="auto">
              <a:xfrm>
                <a:off x="2255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55" name="Freeform 2365"/>
              <p:cNvSpPr>
                <a:spLocks/>
              </p:cNvSpPr>
              <p:nvPr/>
            </p:nvSpPr>
            <p:spPr bwMode="auto">
              <a:xfrm>
                <a:off x="1979" y="23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56" name="Freeform 2366"/>
              <p:cNvSpPr>
                <a:spLocks/>
              </p:cNvSpPr>
              <p:nvPr/>
            </p:nvSpPr>
            <p:spPr bwMode="auto">
              <a:xfrm>
                <a:off x="2255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57" name="Freeform 2367"/>
              <p:cNvSpPr>
                <a:spLocks/>
              </p:cNvSpPr>
              <p:nvPr/>
            </p:nvSpPr>
            <p:spPr bwMode="auto">
              <a:xfrm>
                <a:off x="2285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58" name="Freeform 2368"/>
              <p:cNvSpPr>
                <a:spLocks/>
              </p:cNvSpPr>
              <p:nvPr/>
            </p:nvSpPr>
            <p:spPr bwMode="auto">
              <a:xfrm>
                <a:off x="2464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59" name="Freeform 2369"/>
              <p:cNvSpPr>
                <a:spLocks/>
              </p:cNvSpPr>
              <p:nvPr/>
            </p:nvSpPr>
            <p:spPr bwMode="auto">
              <a:xfrm>
                <a:off x="2350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0" name="Freeform 2370"/>
              <p:cNvSpPr>
                <a:spLocks/>
              </p:cNvSpPr>
              <p:nvPr/>
            </p:nvSpPr>
            <p:spPr bwMode="auto">
              <a:xfrm>
                <a:off x="2339" y="194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1" name="Freeform 2371"/>
              <p:cNvSpPr>
                <a:spLocks/>
              </p:cNvSpPr>
              <p:nvPr/>
            </p:nvSpPr>
            <p:spPr bwMode="auto">
              <a:xfrm>
                <a:off x="2291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2" name="Freeform 2372"/>
              <p:cNvSpPr>
                <a:spLocks/>
              </p:cNvSpPr>
              <p:nvPr/>
            </p:nvSpPr>
            <p:spPr bwMode="auto">
              <a:xfrm>
                <a:off x="207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3" name="Freeform 2373"/>
              <p:cNvSpPr>
                <a:spLocks/>
              </p:cNvSpPr>
              <p:nvPr/>
            </p:nvSpPr>
            <p:spPr bwMode="auto">
              <a:xfrm>
                <a:off x="2434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4" name="Freeform 2374"/>
              <p:cNvSpPr>
                <a:spLocks/>
              </p:cNvSpPr>
              <p:nvPr/>
            </p:nvSpPr>
            <p:spPr bwMode="auto">
              <a:xfrm>
                <a:off x="2339" y="2000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5" name="Freeform 2375"/>
              <p:cNvSpPr>
                <a:spLocks/>
              </p:cNvSpPr>
              <p:nvPr/>
            </p:nvSpPr>
            <p:spPr bwMode="auto">
              <a:xfrm>
                <a:off x="2225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6" name="Freeform 2376"/>
              <p:cNvSpPr>
                <a:spLocks/>
              </p:cNvSpPr>
              <p:nvPr/>
            </p:nvSpPr>
            <p:spPr bwMode="auto">
              <a:xfrm>
                <a:off x="2404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7" name="Freeform 2377"/>
              <p:cNvSpPr>
                <a:spLocks/>
              </p:cNvSpPr>
              <p:nvPr/>
            </p:nvSpPr>
            <p:spPr bwMode="auto">
              <a:xfrm>
                <a:off x="2207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8" name="Freeform 2378"/>
              <p:cNvSpPr>
                <a:spLocks/>
              </p:cNvSpPr>
              <p:nvPr/>
            </p:nvSpPr>
            <p:spPr bwMode="auto">
              <a:xfrm>
                <a:off x="2440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69" name="Freeform 2379"/>
              <p:cNvSpPr>
                <a:spLocks/>
              </p:cNvSpPr>
              <p:nvPr/>
            </p:nvSpPr>
            <p:spPr bwMode="auto">
              <a:xfrm>
                <a:off x="2608" y="17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0" name="Freeform 2380"/>
              <p:cNvSpPr>
                <a:spLocks/>
              </p:cNvSpPr>
              <p:nvPr/>
            </p:nvSpPr>
            <p:spPr bwMode="auto">
              <a:xfrm>
                <a:off x="2638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1" name="Freeform 2381"/>
              <p:cNvSpPr>
                <a:spLocks/>
              </p:cNvSpPr>
              <p:nvPr/>
            </p:nvSpPr>
            <p:spPr bwMode="auto">
              <a:xfrm>
                <a:off x="2075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2" name="Freeform 2382"/>
              <p:cNvSpPr>
                <a:spLocks/>
              </p:cNvSpPr>
              <p:nvPr/>
            </p:nvSpPr>
            <p:spPr bwMode="auto">
              <a:xfrm>
                <a:off x="2452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3" name="Freeform 2383"/>
              <p:cNvSpPr>
                <a:spLocks/>
              </p:cNvSpPr>
              <p:nvPr/>
            </p:nvSpPr>
            <p:spPr bwMode="auto">
              <a:xfrm>
                <a:off x="2333" y="201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4" name="Freeform 2384"/>
              <p:cNvSpPr>
                <a:spLocks/>
              </p:cNvSpPr>
              <p:nvPr/>
            </p:nvSpPr>
            <p:spPr bwMode="auto">
              <a:xfrm>
                <a:off x="2530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5" name="Freeform 2385"/>
              <p:cNvSpPr>
                <a:spLocks/>
              </p:cNvSpPr>
              <p:nvPr/>
            </p:nvSpPr>
            <p:spPr bwMode="auto">
              <a:xfrm>
                <a:off x="2315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6" name="Freeform 2386"/>
              <p:cNvSpPr>
                <a:spLocks/>
              </p:cNvSpPr>
              <p:nvPr/>
            </p:nvSpPr>
            <p:spPr bwMode="auto">
              <a:xfrm>
                <a:off x="1943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7" name="Freeform 2387"/>
              <p:cNvSpPr>
                <a:spLocks/>
              </p:cNvSpPr>
              <p:nvPr/>
            </p:nvSpPr>
            <p:spPr bwMode="auto">
              <a:xfrm>
                <a:off x="2273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8" name="Freeform 2388"/>
              <p:cNvSpPr>
                <a:spLocks/>
              </p:cNvSpPr>
              <p:nvPr/>
            </p:nvSpPr>
            <p:spPr bwMode="auto">
              <a:xfrm>
                <a:off x="2368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79" name="Freeform 2389"/>
              <p:cNvSpPr>
                <a:spLocks/>
              </p:cNvSpPr>
              <p:nvPr/>
            </p:nvSpPr>
            <p:spPr bwMode="auto">
              <a:xfrm>
                <a:off x="2321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0" name="Freeform 2390"/>
              <p:cNvSpPr>
                <a:spLocks/>
              </p:cNvSpPr>
              <p:nvPr/>
            </p:nvSpPr>
            <p:spPr bwMode="auto">
              <a:xfrm>
                <a:off x="2368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1" name="Freeform 2391"/>
              <p:cNvSpPr>
                <a:spLocks/>
              </p:cNvSpPr>
              <p:nvPr/>
            </p:nvSpPr>
            <p:spPr bwMode="auto">
              <a:xfrm>
                <a:off x="2261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2" name="Freeform 2392"/>
              <p:cNvSpPr>
                <a:spLocks/>
              </p:cNvSpPr>
              <p:nvPr/>
            </p:nvSpPr>
            <p:spPr bwMode="auto">
              <a:xfrm>
                <a:off x="2548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3" name="Freeform 2393"/>
              <p:cNvSpPr>
                <a:spLocks/>
              </p:cNvSpPr>
              <p:nvPr/>
            </p:nvSpPr>
            <p:spPr bwMode="auto">
              <a:xfrm>
                <a:off x="2339" y="2180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4" name="Freeform 2394"/>
              <p:cNvSpPr>
                <a:spLocks/>
              </p:cNvSpPr>
              <p:nvPr/>
            </p:nvSpPr>
            <p:spPr bwMode="auto">
              <a:xfrm>
                <a:off x="2291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5" name="Freeform 2395"/>
              <p:cNvSpPr>
                <a:spLocks/>
              </p:cNvSpPr>
              <p:nvPr/>
            </p:nvSpPr>
            <p:spPr bwMode="auto">
              <a:xfrm>
                <a:off x="2261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6" name="Freeform 2396"/>
              <p:cNvSpPr>
                <a:spLocks/>
              </p:cNvSpPr>
              <p:nvPr/>
            </p:nvSpPr>
            <p:spPr bwMode="auto">
              <a:xfrm>
                <a:off x="2309" y="22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7" name="Freeform 2397"/>
              <p:cNvSpPr>
                <a:spLocks/>
              </p:cNvSpPr>
              <p:nvPr/>
            </p:nvSpPr>
            <p:spPr bwMode="auto">
              <a:xfrm>
                <a:off x="2249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8" name="Freeform 2398"/>
              <p:cNvSpPr>
                <a:spLocks/>
              </p:cNvSpPr>
              <p:nvPr/>
            </p:nvSpPr>
            <p:spPr bwMode="auto">
              <a:xfrm>
                <a:off x="2285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89" name="Freeform 2399"/>
              <p:cNvSpPr>
                <a:spLocks/>
              </p:cNvSpPr>
              <p:nvPr/>
            </p:nvSpPr>
            <p:spPr bwMode="auto">
              <a:xfrm>
                <a:off x="2303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0" name="Freeform 2400"/>
              <p:cNvSpPr>
                <a:spLocks/>
              </p:cNvSpPr>
              <p:nvPr/>
            </p:nvSpPr>
            <p:spPr bwMode="auto">
              <a:xfrm>
                <a:off x="2297" y="22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1" name="Freeform 2401"/>
              <p:cNvSpPr>
                <a:spLocks/>
              </p:cNvSpPr>
              <p:nvPr/>
            </p:nvSpPr>
            <p:spPr bwMode="auto">
              <a:xfrm>
                <a:off x="2356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2" name="Freeform 2402"/>
              <p:cNvSpPr>
                <a:spLocks/>
              </p:cNvSpPr>
              <p:nvPr/>
            </p:nvSpPr>
            <p:spPr bwMode="auto">
              <a:xfrm>
                <a:off x="2309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3" name="Freeform 2403"/>
              <p:cNvSpPr>
                <a:spLocks/>
              </p:cNvSpPr>
              <p:nvPr/>
            </p:nvSpPr>
            <p:spPr bwMode="auto">
              <a:xfrm>
                <a:off x="2315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4" name="Freeform 2404"/>
              <p:cNvSpPr>
                <a:spLocks/>
              </p:cNvSpPr>
              <p:nvPr/>
            </p:nvSpPr>
            <p:spPr bwMode="auto">
              <a:xfrm>
                <a:off x="2201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5" name="Freeform 2405"/>
              <p:cNvSpPr>
                <a:spLocks/>
              </p:cNvSpPr>
              <p:nvPr/>
            </p:nvSpPr>
            <p:spPr bwMode="auto">
              <a:xfrm>
                <a:off x="2458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6" name="Freeform 2406"/>
              <p:cNvSpPr>
                <a:spLocks/>
              </p:cNvSpPr>
              <p:nvPr/>
            </p:nvSpPr>
            <p:spPr bwMode="auto">
              <a:xfrm>
                <a:off x="2410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7" name="Freeform 2407"/>
              <p:cNvSpPr>
                <a:spLocks/>
              </p:cNvSpPr>
              <p:nvPr/>
            </p:nvSpPr>
            <p:spPr bwMode="auto">
              <a:xfrm>
                <a:off x="2380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8" name="Freeform 2408"/>
              <p:cNvSpPr>
                <a:spLocks/>
              </p:cNvSpPr>
              <p:nvPr/>
            </p:nvSpPr>
            <p:spPr bwMode="auto">
              <a:xfrm>
                <a:off x="2213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199" name="Freeform 2409"/>
              <p:cNvSpPr>
                <a:spLocks/>
              </p:cNvSpPr>
              <p:nvPr/>
            </p:nvSpPr>
            <p:spPr bwMode="auto">
              <a:xfrm>
                <a:off x="2524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00" name="Freeform 2410"/>
              <p:cNvSpPr>
                <a:spLocks/>
              </p:cNvSpPr>
              <p:nvPr/>
            </p:nvSpPr>
            <p:spPr bwMode="auto">
              <a:xfrm>
                <a:off x="2464" y="17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01" name="Freeform 2411"/>
              <p:cNvSpPr>
                <a:spLocks/>
              </p:cNvSpPr>
              <p:nvPr/>
            </p:nvSpPr>
            <p:spPr bwMode="auto">
              <a:xfrm>
                <a:off x="2344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02" name="Freeform 2412"/>
              <p:cNvSpPr>
                <a:spLocks/>
              </p:cNvSpPr>
              <p:nvPr/>
            </p:nvSpPr>
            <p:spPr bwMode="auto">
              <a:xfrm>
                <a:off x="2632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03" name="Freeform 2413"/>
              <p:cNvSpPr>
                <a:spLocks/>
              </p:cNvSpPr>
              <p:nvPr/>
            </p:nvSpPr>
            <p:spPr bwMode="auto">
              <a:xfrm>
                <a:off x="2153" y="22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04" name="Freeform 2414"/>
              <p:cNvSpPr>
                <a:spLocks/>
              </p:cNvSpPr>
              <p:nvPr/>
            </p:nvSpPr>
            <p:spPr bwMode="auto">
              <a:xfrm>
                <a:off x="2440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205" name="Freeform 2415"/>
              <p:cNvSpPr>
                <a:spLocks/>
              </p:cNvSpPr>
              <p:nvPr/>
            </p:nvSpPr>
            <p:spPr bwMode="auto">
              <a:xfrm>
                <a:off x="2207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6" name="Group 2617"/>
            <p:cNvGrpSpPr>
              <a:grpSpLocks/>
            </p:cNvGrpSpPr>
            <p:nvPr/>
          </p:nvGrpSpPr>
          <p:grpSpPr bwMode="auto">
            <a:xfrm>
              <a:off x="1668" y="1665"/>
              <a:ext cx="1245" cy="1029"/>
              <a:chOff x="1668" y="1665"/>
              <a:chExt cx="1245" cy="1029"/>
            </a:xfrm>
          </p:grpSpPr>
          <p:sp>
            <p:nvSpPr>
              <p:cNvPr id="60806" name="Freeform 2417"/>
              <p:cNvSpPr>
                <a:spLocks/>
              </p:cNvSpPr>
              <p:nvPr/>
            </p:nvSpPr>
            <p:spPr bwMode="auto">
              <a:xfrm>
                <a:off x="2392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07" name="Freeform 2418"/>
              <p:cNvSpPr>
                <a:spLocks/>
              </p:cNvSpPr>
              <p:nvPr/>
            </p:nvSpPr>
            <p:spPr bwMode="auto">
              <a:xfrm>
                <a:off x="2380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08" name="Freeform 2419"/>
              <p:cNvSpPr>
                <a:spLocks/>
              </p:cNvSpPr>
              <p:nvPr/>
            </p:nvSpPr>
            <p:spPr bwMode="auto">
              <a:xfrm>
                <a:off x="1764" y="24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09" name="Freeform 2420"/>
              <p:cNvSpPr>
                <a:spLocks/>
              </p:cNvSpPr>
              <p:nvPr/>
            </p:nvSpPr>
            <p:spPr bwMode="auto">
              <a:xfrm>
                <a:off x="2081" y="17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0" name="Freeform 2421"/>
              <p:cNvSpPr>
                <a:spLocks/>
              </p:cNvSpPr>
              <p:nvPr/>
            </p:nvSpPr>
            <p:spPr bwMode="auto">
              <a:xfrm>
                <a:off x="2249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1" name="Freeform 2422"/>
              <p:cNvSpPr>
                <a:spLocks/>
              </p:cNvSpPr>
              <p:nvPr/>
            </p:nvSpPr>
            <p:spPr bwMode="auto">
              <a:xfrm>
                <a:off x="2315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2" name="Freeform 2423"/>
              <p:cNvSpPr>
                <a:spLocks/>
              </p:cNvSpPr>
              <p:nvPr/>
            </p:nvSpPr>
            <p:spPr bwMode="auto">
              <a:xfrm>
                <a:off x="2434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3" name="Freeform 2424"/>
              <p:cNvSpPr>
                <a:spLocks/>
              </p:cNvSpPr>
              <p:nvPr/>
            </p:nvSpPr>
            <p:spPr bwMode="auto">
              <a:xfrm>
                <a:off x="2297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4" name="Freeform 2425"/>
              <p:cNvSpPr>
                <a:spLocks/>
              </p:cNvSpPr>
              <p:nvPr/>
            </p:nvSpPr>
            <p:spPr bwMode="auto">
              <a:xfrm>
                <a:off x="2093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5" name="Freeform 2426"/>
              <p:cNvSpPr>
                <a:spLocks/>
              </p:cNvSpPr>
              <p:nvPr/>
            </p:nvSpPr>
            <p:spPr bwMode="auto">
              <a:xfrm>
                <a:off x="2291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6" name="Freeform 2427"/>
              <p:cNvSpPr>
                <a:spLocks/>
              </p:cNvSpPr>
              <p:nvPr/>
            </p:nvSpPr>
            <p:spPr bwMode="auto">
              <a:xfrm>
                <a:off x="2111" y="23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7" name="Freeform 2428"/>
              <p:cNvSpPr>
                <a:spLocks/>
              </p:cNvSpPr>
              <p:nvPr/>
            </p:nvSpPr>
            <p:spPr bwMode="auto">
              <a:xfrm>
                <a:off x="2368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8" name="Freeform 2429"/>
              <p:cNvSpPr>
                <a:spLocks/>
              </p:cNvSpPr>
              <p:nvPr/>
            </p:nvSpPr>
            <p:spPr bwMode="auto">
              <a:xfrm>
                <a:off x="2219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19" name="Freeform 2430"/>
              <p:cNvSpPr>
                <a:spLocks/>
              </p:cNvSpPr>
              <p:nvPr/>
            </p:nvSpPr>
            <p:spPr bwMode="auto">
              <a:xfrm>
                <a:off x="229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0" name="Freeform 2431"/>
              <p:cNvSpPr>
                <a:spLocks/>
              </p:cNvSpPr>
              <p:nvPr/>
            </p:nvSpPr>
            <p:spPr bwMode="auto">
              <a:xfrm>
                <a:off x="2261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1" name="Freeform 2432"/>
              <p:cNvSpPr>
                <a:spLocks/>
              </p:cNvSpPr>
              <p:nvPr/>
            </p:nvSpPr>
            <p:spPr bwMode="auto">
              <a:xfrm>
                <a:off x="2225" y="17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2" name="Freeform 2433"/>
              <p:cNvSpPr>
                <a:spLocks/>
              </p:cNvSpPr>
              <p:nvPr/>
            </p:nvSpPr>
            <p:spPr bwMode="auto">
              <a:xfrm>
                <a:off x="2213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3" name="Freeform 2434"/>
              <p:cNvSpPr>
                <a:spLocks/>
              </p:cNvSpPr>
              <p:nvPr/>
            </p:nvSpPr>
            <p:spPr bwMode="auto">
              <a:xfrm>
                <a:off x="2608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4" name="Freeform 2435"/>
              <p:cNvSpPr>
                <a:spLocks/>
              </p:cNvSpPr>
              <p:nvPr/>
            </p:nvSpPr>
            <p:spPr bwMode="auto">
              <a:xfrm>
                <a:off x="2386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5" name="Freeform 2436"/>
              <p:cNvSpPr>
                <a:spLocks/>
              </p:cNvSpPr>
              <p:nvPr/>
            </p:nvSpPr>
            <p:spPr bwMode="auto">
              <a:xfrm>
                <a:off x="2339" y="2090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6" name="Freeform 2437"/>
              <p:cNvSpPr>
                <a:spLocks/>
              </p:cNvSpPr>
              <p:nvPr/>
            </p:nvSpPr>
            <p:spPr bwMode="auto">
              <a:xfrm>
                <a:off x="2901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7" name="Freeform 2438"/>
              <p:cNvSpPr>
                <a:spLocks/>
              </p:cNvSpPr>
              <p:nvPr/>
            </p:nvSpPr>
            <p:spPr bwMode="auto">
              <a:xfrm>
                <a:off x="2141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8" name="Freeform 2439"/>
              <p:cNvSpPr>
                <a:spLocks/>
              </p:cNvSpPr>
              <p:nvPr/>
            </p:nvSpPr>
            <p:spPr bwMode="auto">
              <a:xfrm>
                <a:off x="2344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29" name="Freeform 2440"/>
              <p:cNvSpPr>
                <a:spLocks/>
              </p:cNvSpPr>
              <p:nvPr/>
            </p:nvSpPr>
            <p:spPr bwMode="auto">
              <a:xfrm>
                <a:off x="2309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0" name="Freeform 2441"/>
              <p:cNvSpPr>
                <a:spLocks/>
              </p:cNvSpPr>
              <p:nvPr/>
            </p:nvSpPr>
            <p:spPr bwMode="auto">
              <a:xfrm>
                <a:off x="1871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1" name="Freeform 2442"/>
              <p:cNvSpPr>
                <a:spLocks/>
              </p:cNvSpPr>
              <p:nvPr/>
            </p:nvSpPr>
            <p:spPr bwMode="auto">
              <a:xfrm>
                <a:off x="2249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2" name="Freeform 2443"/>
              <p:cNvSpPr>
                <a:spLocks/>
              </p:cNvSpPr>
              <p:nvPr/>
            </p:nvSpPr>
            <p:spPr bwMode="auto">
              <a:xfrm>
                <a:off x="2458" y="18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3" name="Freeform 2444"/>
              <p:cNvSpPr>
                <a:spLocks/>
              </p:cNvSpPr>
              <p:nvPr/>
            </p:nvSpPr>
            <p:spPr bwMode="auto">
              <a:xfrm>
                <a:off x="2279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4" name="Freeform 2445"/>
              <p:cNvSpPr>
                <a:spLocks/>
              </p:cNvSpPr>
              <p:nvPr/>
            </p:nvSpPr>
            <p:spPr bwMode="auto">
              <a:xfrm>
                <a:off x="2339" y="2000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5" name="Freeform 2446"/>
              <p:cNvSpPr>
                <a:spLocks/>
              </p:cNvSpPr>
              <p:nvPr/>
            </p:nvSpPr>
            <p:spPr bwMode="auto">
              <a:xfrm>
                <a:off x="2374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6" name="Freeform 2447"/>
              <p:cNvSpPr>
                <a:spLocks/>
              </p:cNvSpPr>
              <p:nvPr/>
            </p:nvSpPr>
            <p:spPr bwMode="auto">
              <a:xfrm>
                <a:off x="2297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7" name="Freeform 2448"/>
              <p:cNvSpPr>
                <a:spLocks/>
              </p:cNvSpPr>
              <p:nvPr/>
            </p:nvSpPr>
            <p:spPr bwMode="auto">
              <a:xfrm>
                <a:off x="2243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8" name="Freeform 2449"/>
              <p:cNvSpPr>
                <a:spLocks/>
              </p:cNvSpPr>
              <p:nvPr/>
            </p:nvSpPr>
            <p:spPr bwMode="auto">
              <a:xfrm>
                <a:off x="2123" y="23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39" name="Freeform 2450"/>
              <p:cNvSpPr>
                <a:spLocks/>
              </p:cNvSpPr>
              <p:nvPr/>
            </p:nvSpPr>
            <p:spPr bwMode="auto">
              <a:xfrm>
                <a:off x="2237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0" name="Freeform 2451"/>
              <p:cNvSpPr>
                <a:spLocks/>
              </p:cNvSpPr>
              <p:nvPr/>
            </p:nvSpPr>
            <p:spPr bwMode="auto">
              <a:xfrm>
                <a:off x="2350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1" name="Freeform 2452"/>
              <p:cNvSpPr>
                <a:spLocks/>
              </p:cNvSpPr>
              <p:nvPr/>
            </p:nvSpPr>
            <p:spPr bwMode="auto">
              <a:xfrm>
                <a:off x="2350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2" name="Freeform 2453"/>
              <p:cNvSpPr>
                <a:spLocks/>
              </p:cNvSpPr>
              <p:nvPr/>
            </p:nvSpPr>
            <p:spPr bwMode="auto">
              <a:xfrm>
                <a:off x="2207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3" name="Freeform 2454"/>
              <p:cNvSpPr>
                <a:spLocks/>
              </p:cNvSpPr>
              <p:nvPr/>
            </p:nvSpPr>
            <p:spPr bwMode="auto">
              <a:xfrm>
                <a:off x="2327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4" name="Freeform 2455"/>
              <p:cNvSpPr>
                <a:spLocks/>
              </p:cNvSpPr>
              <p:nvPr/>
            </p:nvSpPr>
            <p:spPr bwMode="auto">
              <a:xfrm>
                <a:off x="1967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5" name="Freeform 2456"/>
              <p:cNvSpPr>
                <a:spLocks/>
              </p:cNvSpPr>
              <p:nvPr/>
            </p:nvSpPr>
            <p:spPr bwMode="auto">
              <a:xfrm>
                <a:off x="2189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6" name="Freeform 2457"/>
              <p:cNvSpPr>
                <a:spLocks/>
              </p:cNvSpPr>
              <p:nvPr/>
            </p:nvSpPr>
            <p:spPr bwMode="auto">
              <a:xfrm>
                <a:off x="2602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7" name="Freeform 2458"/>
              <p:cNvSpPr>
                <a:spLocks/>
              </p:cNvSpPr>
              <p:nvPr/>
            </p:nvSpPr>
            <p:spPr bwMode="auto">
              <a:xfrm>
                <a:off x="2380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8" name="Freeform 2459"/>
              <p:cNvSpPr>
                <a:spLocks/>
              </p:cNvSpPr>
              <p:nvPr/>
            </p:nvSpPr>
            <p:spPr bwMode="auto">
              <a:xfrm>
                <a:off x="2177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49" name="Freeform 2460"/>
              <p:cNvSpPr>
                <a:spLocks/>
              </p:cNvSpPr>
              <p:nvPr/>
            </p:nvSpPr>
            <p:spPr bwMode="auto">
              <a:xfrm>
                <a:off x="2153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0" name="Freeform 2461"/>
              <p:cNvSpPr>
                <a:spLocks/>
              </p:cNvSpPr>
              <p:nvPr/>
            </p:nvSpPr>
            <p:spPr bwMode="auto">
              <a:xfrm>
                <a:off x="2386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1" name="Freeform 2462"/>
              <p:cNvSpPr>
                <a:spLocks/>
              </p:cNvSpPr>
              <p:nvPr/>
            </p:nvSpPr>
            <p:spPr bwMode="auto">
              <a:xfrm>
                <a:off x="2410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2" name="Freeform 2463"/>
              <p:cNvSpPr>
                <a:spLocks/>
              </p:cNvSpPr>
              <p:nvPr/>
            </p:nvSpPr>
            <p:spPr bwMode="auto">
              <a:xfrm>
                <a:off x="2315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3" name="Freeform 2464"/>
              <p:cNvSpPr>
                <a:spLocks/>
              </p:cNvSpPr>
              <p:nvPr/>
            </p:nvSpPr>
            <p:spPr bwMode="auto">
              <a:xfrm>
                <a:off x="2488" y="17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4" name="Freeform 2465"/>
              <p:cNvSpPr>
                <a:spLocks/>
              </p:cNvSpPr>
              <p:nvPr/>
            </p:nvSpPr>
            <p:spPr bwMode="auto">
              <a:xfrm>
                <a:off x="2021" y="23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5" name="Freeform 2466"/>
              <p:cNvSpPr>
                <a:spLocks/>
              </p:cNvSpPr>
              <p:nvPr/>
            </p:nvSpPr>
            <p:spPr bwMode="auto">
              <a:xfrm>
                <a:off x="2315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6" name="Freeform 2467"/>
              <p:cNvSpPr>
                <a:spLocks/>
              </p:cNvSpPr>
              <p:nvPr/>
            </p:nvSpPr>
            <p:spPr bwMode="auto">
              <a:xfrm>
                <a:off x="2518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7" name="Freeform 2468"/>
              <p:cNvSpPr>
                <a:spLocks/>
              </p:cNvSpPr>
              <p:nvPr/>
            </p:nvSpPr>
            <p:spPr bwMode="auto">
              <a:xfrm>
                <a:off x="2291" y="17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8" name="Freeform 2469"/>
              <p:cNvSpPr>
                <a:spLocks/>
              </p:cNvSpPr>
              <p:nvPr/>
            </p:nvSpPr>
            <p:spPr bwMode="auto">
              <a:xfrm>
                <a:off x="2003" y="23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59" name="Freeform 2470"/>
              <p:cNvSpPr>
                <a:spLocks/>
              </p:cNvSpPr>
              <p:nvPr/>
            </p:nvSpPr>
            <p:spPr bwMode="auto">
              <a:xfrm>
                <a:off x="2512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0" name="Freeform 2471"/>
              <p:cNvSpPr>
                <a:spLocks/>
              </p:cNvSpPr>
              <p:nvPr/>
            </p:nvSpPr>
            <p:spPr bwMode="auto">
              <a:xfrm>
                <a:off x="2380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1" name="Freeform 2472"/>
              <p:cNvSpPr>
                <a:spLocks/>
              </p:cNvSpPr>
              <p:nvPr/>
            </p:nvSpPr>
            <p:spPr bwMode="auto">
              <a:xfrm>
                <a:off x="2374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2" name="Freeform 2473"/>
              <p:cNvSpPr>
                <a:spLocks/>
              </p:cNvSpPr>
              <p:nvPr/>
            </p:nvSpPr>
            <p:spPr bwMode="auto">
              <a:xfrm>
                <a:off x="2153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3" name="Freeform 2474"/>
              <p:cNvSpPr>
                <a:spLocks/>
              </p:cNvSpPr>
              <p:nvPr/>
            </p:nvSpPr>
            <p:spPr bwMode="auto">
              <a:xfrm>
                <a:off x="2333" y="225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4" name="Freeform 2475"/>
              <p:cNvSpPr>
                <a:spLocks/>
              </p:cNvSpPr>
              <p:nvPr/>
            </p:nvSpPr>
            <p:spPr bwMode="auto">
              <a:xfrm>
                <a:off x="2434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5" name="Freeform 2476"/>
              <p:cNvSpPr>
                <a:spLocks/>
              </p:cNvSpPr>
              <p:nvPr/>
            </p:nvSpPr>
            <p:spPr bwMode="auto">
              <a:xfrm>
                <a:off x="2626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6" name="Freeform 2477"/>
              <p:cNvSpPr>
                <a:spLocks/>
              </p:cNvSpPr>
              <p:nvPr/>
            </p:nvSpPr>
            <p:spPr bwMode="auto">
              <a:xfrm>
                <a:off x="2267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7" name="Freeform 2478"/>
              <p:cNvSpPr>
                <a:spLocks/>
              </p:cNvSpPr>
              <p:nvPr/>
            </p:nvSpPr>
            <p:spPr bwMode="auto">
              <a:xfrm>
                <a:off x="2081" y="235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8" name="Freeform 2479"/>
              <p:cNvSpPr>
                <a:spLocks/>
              </p:cNvSpPr>
              <p:nvPr/>
            </p:nvSpPr>
            <p:spPr bwMode="auto">
              <a:xfrm>
                <a:off x="2380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69" name="Freeform 2480"/>
              <p:cNvSpPr>
                <a:spLocks/>
              </p:cNvSpPr>
              <p:nvPr/>
            </p:nvSpPr>
            <p:spPr bwMode="auto">
              <a:xfrm>
                <a:off x="2327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0" name="Freeform 2481"/>
              <p:cNvSpPr>
                <a:spLocks/>
              </p:cNvSpPr>
              <p:nvPr/>
            </p:nvSpPr>
            <p:spPr bwMode="auto">
              <a:xfrm>
                <a:off x="2422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1" name="Freeform 2482"/>
              <p:cNvSpPr>
                <a:spLocks/>
              </p:cNvSpPr>
              <p:nvPr/>
            </p:nvSpPr>
            <p:spPr bwMode="auto">
              <a:xfrm>
                <a:off x="2374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2" name="Freeform 2483"/>
              <p:cNvSpPr>
                <a:spLocks/>
              </p:cNvSpPr>
              <p:nvPr/>
            </p:nvSpPr>
            <p:spPr bwMode="auto">
              <a:xfrm>
                <a:off x="2177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3" name="Freeform 2484"/>
              <p:cNvSpPr>
                <a:spLocks/>
              </p:cNvSpPr>
              <p:nvPr/>
            </p:nvSpPr>
            <p:spPr bwMode="auto">
              <a:xfrm>
                <a:off x="2410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4" name="Freeform 2485"/>
              <p:cNvSpPr>
                <a:spLocks/>
              </p:cNvSpPr>
              <p:nvPr/>
            </p:nvSpPr>
            <p:spPr bwMode="auto">
              <a:xfrm>
                <a:off x="2374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5" name="Freeform 2486"/>
              <p:cNvSpPr>
                <a:spLocks/>
              </p:cNvSpPr>
              <p:nvPr/>
            </p:nvSpPr>
            <p:spPr bwMode="auto">
              <a:xfrm>
                <a:off x="2141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6" name="Freeform 2487"/>
              <p:cNvSpPr>
                <a:spLocks/>
              </p:cNvSpPr>
              <p:nvPr/>
            </p:nvSpPr>
            <p:spPr bwMode="auto">
              <a:xfrm>
                <a:off x="2560" y="18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7" name="Freeform 2488"/>
              <p:cNvSpPr>
                <a:spLocks/>
              </p:cNvSpPr>
              <p:nvPr/>
            </p:nvSpPr>
            <p:spPr bwMode="auto">
              <a:xfrm>
                <a:off x="2309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8" name="Freeform 2489"/>
              <p:cNvSpPr>
                <a:spLocks/>
              </p:cNvSpPr>
              <p:nvPr/>
            </p:nvSpPr>
            <p:spPr bwMode="auto">
              <a:xfrm>
                <a:off x="2303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79" name="Freeform 2490"/>
              <p:cNvSpPr>
                <a:spLocks/>
              </p:cNvSpPr>
              <p:nvPr/>
            </p:nvSpPr>
            <p:spPr bwMode="auto">
              <a:xfrm>
                <a:off x="2135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0" name="Freeform 2491"/>
              <p:cNvSpPr>
                <a:spLocks/>
              </p:cNvSpPr>
              <p:nvPr/>
            </p:nvSpPr>
            <p:spPr bwMode="auto">
              <a:xfrm>
                <a:off x="2237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1" name="Freeform 2492"/>
              <p:cNvSpPr>
                <a:spLocks/>
              </p:cNvSpPr>
              <p:nvPr/>
            </p:nvSpPr>
            <p:spPr bwMode="auto">
              <a:xfrm>
                <a:off x="2183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2" name="Freeform 2493"/>
              <p:cNvSpPr>
                <a:spLocks/>
              </p:cNvSpPr>
              <p:nvPr/>
            </p:nvSpPr>
            <p:spPr bwMode="auto">
              <a:xfrm>
                <a:off x="2333" y="210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3" name="Freeform 2494"/>
              <p:cNvSpPr>
                <a:spLocks/>
              </p:cNvSpPr>
              <p:nvPr/>
            </p:nvSpPr>
            <p:spPr bwMode="auto">
              <a:xfrm>
                <a:off x="2350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4" name="Freeform 2495"/>
              <p:cNvSpPr>
                <a:spLocks/>
              </p:cNvSpPr>
              <p:nvPr/>
            </p:nvSpPr>
            <p:spPr bwMode="auto">
              <a:xfrm>
                <a:off x="2261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5" name="Freeform 2496"/>
              <p:cNvSpPr>
                <a:spLocks/>
              </p:cNvSpPr>
              <p:nvPr/>
            </p:nvSpPr>
            <p:spPr bwMode="auto">
              <a:xfrm>
                <a:off x="2027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6" name="Freeform 2497"/>
              <p:cNvSpPr>
                <a:spLocks/>
              </p:cNvSpPr>
              <p:nvPr/>
            </p:nvSpPr>
            <p:spPr bwMode="auto">
              <a:xfrm>
                <a:off x="2434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7" name="Freeform 2498"/>
              <p:cNvSpPr>
                <a:spLocks/>
              </p:cNvSpPr>
              <p:nvPr/>
            </p:nvSpPr>
            <p:spPr bwMode="auto">
              <a:xfrm>
                <a:off x="1913" y="2282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8" name="Freeform 2499"/>
              <p:cNvSpPr>
                <a:spLocks/>
              </p:cNvSpPr>
              <p:nvPr/>
            </p:nvSpPr>
            <p:spPr bwMode="auto">
              <a:xfrm>
                <a:off x="2297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89" name="Freeform 2500"/>
              <p:cNvSpPr>
                <a:spLocks/>
              </p:cNvSpPr>
              <p:nvPr/>
            </p:nvSpPr>
            <p:spPr bwMode="auto">
              <a:xfrm>
                <a:off x="2219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0" name="Freeform 2501"/>
              <p:cNvSpPr>
                <a:spLocks/>
              </p:cNvSpPr>
              <p:nvPr/>
            </p:nvSpPr>
            <p:spPr bwMode="auto">
              <a:xfrm>
                <a:off x="2207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1" name="Freeform 2502"/>
              <p:cNvSpPr>
                <a:spLocks/>
              </p:cNvSpPr>
              <p:nvPr/>
            </p:nvSpPr>
            <p:spPr bwMode="auto">
              <a:xfrm>
                <a:off x="2285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2" name="Freeform 2503"/>
              <p:cNvSpPr>
                <a:spLocks/>
              </p:cNvSpPr>
              <p:nvPr/>
            </p:nvSpPr>
            <p:spPr bwMode="auto">
              <a:xfrm>
                <a:off x="1877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3" name="Freeform 2504"/>
              <p:cNvSpPr>
                <a:spLocks/>
              </p:cNvSpPr>
              <p:nvPr/>
            </p:nvSpPr>
            <p:spPr bwMode="auto">
              <a:xfrm>
                <a:off x="2291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4" name="Freeform 2505"/>
              <p:cNvSpPr>
                <a:spLocks/>
              </p:cNvSpPr>
              <p:nvPr/>
            </p:nvSpPr>
            <p:spPr bwMode="auto">
              <a:xfrm>
                <a:off x="2303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5" name="Freeform 2506"/>
              <p:cNvSpPr>
                <a:spLocks/>
              </p:cNvSpPr>
              <p:nvPr/>
            </p:nvSpPr>
            <p:spPr bwMode="auto">
              <a:xfrm>
                <a:off x="2201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6" name="Freeform 2507"/>
              <p:cNvSpPr>
                <a:spLocks/>
              </p:cNvSpPr>
              <p:nvPr/>
            </p:nvSpPr>
            <p:spPr bwMode="auto">
              <a:xfrm>
                <a:off x="2464" y="16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7" name="Freeform 2508"/>
              <p:cNvSpPr>
                <a:spLocks/>
              </p:cNvSpPr>
              <p:nvPr/>
            </p:nvSpPr>
            <p:spPr bwMode="auto">
              <a:xfrm>
                <a:off x="2171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8" name="Freeform 2509"/>
              <p:cNvSpPr>
                <a:spLocks/>
              </p:cNvSpPr>
              <p:nvPr/>
            </p:nvSpPr>
            <p:spPr bwMode="auto">
              <a:xfrm>
                <a:off x="2428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99" name="Freeform 2510"/>
              <p:cNvSpPr>
                <a:spLocks/>
              </p:cNvSpPr>
              <p:nvPr/>
            </p:nvSpPr>
            <p:spPr bwMode="auto">
              <a:xfrm>
                <a:off x="2518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0" name="Freeform 2511"/>
              <p:cNvSpPr>
                <a:spLocks/>
              </p:cNvSpPr>
              <p:nvPr/>
            </p:nvSpPr>
            <p:spPr bwMode="auto">
              <a:xfrm>
                <a:off x="2123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1" name="Freeform 2512"/>
              <p:cNvSpPr>
                <a:spLocks/>
              </p:cNvSpPr>
              <p:nvPr/>
            </p:nvSpPr>
            <p:spPr bwMode="auto">
              <a:xfrm>
                <a:off x="2452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2" name="Freeform 2513"/>
              <p:cNvSpPr>
                <a:spLocks/>
              </p:cNvSpPr>
              <p:nvPr/>
            </p:nvSpPr>
            <p:spPr bwMode="auto">
              <a:xfrm>
                <a:off x="2339" y="218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3" name="Freeform 2514"/>
              <p:cNvSpPr>
                <a:spLocks/>
              </p:cNvSpPr>
              <p:nvPr/>
            </p:nvSpPr>
            <p:spPr bwMode="auto">
              <a:xfrm>
                <a:off x="2297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4" name="Freeform 2515"/>
              <p:cNvSpPr>
                <a:spLocks/>
              </p:cNvSpPr>
              <p:nvPr/>
            </p:nvSpPr>
            <p:spPr bwMode="auto">
              <a:xfrm>
                <a:off x="2105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5" name="Freeform 2516"/>
              <p:cNvSpPr>
                <a:spLocks/>
              </p:cNvSpPr>
              <p:nvPr/>
            </p:nvSpPr>
            <p:spPr bwMode="auto">
              <a:xfrm>
                <a:off x="2339" y="203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6" name="Freeform 2517"/>
              <p:cNvSpPr>
                <a:spLocks/>
              </p:cNvSpPr>
              <p:nvPr/>
            </p:nvSpPr>
            <p:spPr bwMode="auto">
              <a:xfrm>
                <a:off x="2189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7" name="Freeform 2518"/>
              <p:cNvSpPr>
                <a:spLocks/>
              </p:cNvSpPr>
              <p:nvPr/>
            </p:nvSpPr>
            <p:spPr bwMode="auto">
              <a:xfrm>
                <a:off x="2045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8" name="Freeform 2519"/>
              <p:cNvSpPr>
                <a:spLocks/>
              </p:cNvSpPr>
              <p:nvPr/>
            </p:nvSpPr>
            <p:spPr bwMode="auto">
              <a:xfrm>
                <a:off x="1973" y="26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09" name="Freeform 2520"/>
              <p:cNvSpPr>
                <a:spLocks/>
              </p:cNvSpPr>
              <p:nvPr/>
            </p:nvSpPr>
            <p:spPr bwMode="auto">
              <a:xfrm>
                <a:off x="2416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0" name="Freeform 2521"/>
              <p:cNvSpPr>
                <a:spLocks/>
              </p:cNvSpPr>
              <p:nvPr/>
            </p:nvSpPr>
            <p:spPr bwMode="auto">
              <a:xfrm>
                <a:off x="1668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1" name="Freeform 2522"/>
              <p:cNvSpPr>
                <a:spLocks/>
              </p:cNvSpPr>
              <p:nvPr/>
            </p:nvSpPr>
            <p:spPr bwMode="auto">
              <a:xfrm>
                <a:off x="2213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2" name="Freeform 2523"/>
              <p:cNvSpPr>
                <a:spLocks/>
              </p:cNvSpPr>
              <p:nvPr/>
            </p:nvSpPr>
            <p:spPr bwMode="auto">
              <a:xfrm>
                <a:off x="2153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3" name="Freeform 2524"/>
              <p:cNvSpPr>
                <a:spLocks/>
              </p:cNvSpPr>
              <p:nvPr/>
            </p:nvSpPr>
            <p:spPr bwMode="auto">
              <a:xfrm>
                <a:off x="2327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4" name="Freeform 2525"/>
              <p:cNvSpPr>
                <a:spLocks/>
              </p:cNvSpPr>
              <p:nvPr/>
            </p:nvSpPr>
            <p:spPr bwMode="auto">
              <a:xfrm>
                <a:off x="2297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5" name="Freeform 2526"/>
              <p:cNvSpPr>
                <a:spLocks/>
              </p:cNvSpPr>
              <p:nvPr/>
            </p:nvSpPr>
            <p:spPr bwMode="auto">
              <a:xfrm>
                <a:off x="2303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6" name="Freeform 2527"/>
              <p:cNvSpPr>
                <a:spLocks/>
              </p:cNvSpPr>
              <p:nvPr/>
            </p:nvSpPr>
            <p:spPr bwMode="auto">
              <a:xfrm>
                <a:off x="2356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7" name="Freeform 2528"/>
              <p:cNvSpPr>
                <a:spLocks/>
              </p:cNvSpPr>
              <p:nvPr/>
            </p:nvSpPr>
            <p:spPr bwMode="auto">
              <a:xfrm>
                <a:off x="2458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8" name="Freeform 2529"/>
              <p:cNvSpPr>
                <a:spLocks/>
              </p:cNvSpPr>
              <p:nvPr/>
            </p:nvSpPr>
            <p:spPr bwMode="auto">
              <a:xfrm>
                <a:off x="2464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19" name="Freeform 2530"/>
              <p:cNvSpPr>
                <a:spLocks/>
              </p:cNvSpPr>
              <p:nvPr/>
            </p:nvSpPr>
            <p:spPr bwMode="auto">
              <a:xfrm>
                <a:off x="2554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0" name="Freeform 2531"/>
              <p:cNvSpPr>
                <a:spLocks/>
              </p:cNvSpPr>
              <p:nvPr/>
            </p:nvSpPr>
            <p:spPr bwMode="auto">
              <a:xfrm>
                <a:off x="2297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1" name="Freeform 2532"/>
              <p:cNvSpPr>
                <a:spLocks/>
              </p:cNvSpPr>
              <p:nvPr/>
            </p:nvSpPr>
            <p:spPr bwMode="auto">
              <a:xfrm>
                <a:off x="2213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2" name="Freeform 2533"/>
              <p:cNvSpPr>
                <a:spLocks/>
              </p:cNvSpPr>
              <p:nvPr/>
            </p:nvSpPr>
            <p:spPr bwMode="auto">
              <a:xfrm>
                <a:off x="2015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3" name="Freeform 2534"/>
              <p:cNvSpPr>
                <a:spLocks/>
              </p:cNvSpPr>
              <p:nvPr/>
            </p:nvSpPr>
            <p:spPr bwMode="auto">
              <a:xfrm>
                <a:off x="2123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4" name="Freeform 2535"/>
              <p:cNvSpPr>
                <a:spLocks/>
              </p:cNvSpPr>
              <p:nvPr/>
            </p:nvSpPr>
            <p:spPr bwMode="auto">
              <a:xfrm>
                <a:off x="2404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5" name="Freeform 2536"/>
              <p:cNvSpPr>
                <a:spLocks/>
              </p:cNvSpPr>
              <p:nvPr/>
            </p:nvSpPr>
            <p:spPr bwMode="auto">
              <a:xfrm>
                <a:off x="2506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6" name="Freeform 2537"/>
              <p:cNvSpPr>
                <a:spLocks/>
              </p:cNvSpPr>
              <p:nvPr/>
            </p:nvSpPr>
            <p:spPr bwMode="auto">
              <a:xfrm>
                <a:off x="2159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7" name="Freeform 2538"/>
              <p:cNvSpPr>
                <a:spLocks/>
              </p:cNvSpPr>
              <p:nvPr/>
            </p:nvSpPr>
            <p:spPr bwMode="auto">
              <a:xfrm>
                <a:off x="2237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8" name="Freeform 2539"/>
              <p:cNvSpPr>
                <a:spLocks/>
              </p:cNvSpPr>
              <p:nvPr/>
            </p:nvSpPr>
            <p:spPr bwMode="auto">
              <a:xfrm>
                <a:off x="2225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29" name="Freeform 2540"/>
              <p:cNvSpPr>
                <a:spLocks/>
              </p:cNvSpPr>
              <p:nvPr/>
            </p:nvSpPr>
            <p:spPr bwMode="auto">
              <a:xfrm>
                <a:off x="2003" y="17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0" name="Freeform 2541"/>
              <p:cNvSpPr>
                <a:spLocks/>
              </p:cNvSpPr>
              <p:nvPr/>
            </p:nvSpPr>
            <p:spPr bwMode="auto">
              <a:xfrm>
                <a:off x="2470" y="18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1" name="Freeform 2542"/>
              <p:cNvSpPr>
                <a:spLocks/>
              </p:cNvSpPr>
              <p:nvPr/>
            </p:nvSpPr>
            <p:spPr bwMode="auto">
              <a:xfrm>
                <a:off x="2201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2" name="Freeform 2543"/>
              <p:cNvSpPr>
                <a:spLocks/>
              </p:cNvSpPr>
              <p:nvPr/>
            </p:nvSpPr>
            <p:spPr bwMode="auto">
              <a:xfrm>
                <a:off x="2524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3" name="Freeform 2544"/>
              <p:cNvSpPr>
                <a:spLocks/>
              </p:cNvSpPr>
              <p:nvPr/>
            </p:nvSpPr>
            <p:spPr bwMode="auto">
              <a:xfrm>
                <a:off x="2039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4" name="Freeform 2545"/>
              <p:cNvSpPr>
                <a:spLocks/>
              </p:cNvSpPr>
              <p:nvPr/>
            </p:nvSpPr>
            <p:spPr bwMode="auto">
              <a:xfrm>
                <a:off x="2213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5" name="Freeform 2546"/>
              <p:cNvSpPr>
                <a:spLocks/>
              </p:cNvSpPr>
              <p:nvPr/>
            </p:nvSpPr>
            <p:spPr bwMode="auto">
              <a:xfrm>
                <a:off x="1985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6" name="Freeform 2547"/>
              <p:cNvSpPr>
                <a:spLocks/>
              </p:cNvSpPr>
              <p:nvPr/>
            </p:nvSpPr>
            <p:spPr bwMode="auto">
              <a:xfrm>
                <a:off x="2273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7" name="Freeform 2548"/>
              <p:cNvSpPr>
                <a:spLocks/>
              </p:cNvSpPr>
              <p:nvPr/>
            </p:nvSpPr>
            <p:spPr bwMode="auto">
              <a:xfrm>
                <a:off x="2219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8" name="Freeform 2549"/>
              <p:cNvSpPr>
                <a:spLocks/>
              </p:cNvSpPr>
              <p:nvPr/>
            </p:nvSpPr>
            <p:spPr bwMode="auto">
              <a:xfrm>
                <a:off x="2297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39" name="Freeform 2550"/>
              <p:cNvSpPr>
                <a:spLocks/>
              </p:cNvSpPr>
              <p:nvPr/>
            </p:nvSpPr>
            <p:spPr bwMode="auto">
              <a:xfrm>
                <a:off x="2327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0" name="Freeform 2551"/>
              <p:cNvSpPr>
                <a:spLocks/>
              </p:cNvSpPr>
              <p:nvPr/>
            </p:nvSpPr>
            <p:spPr bwMode="auto">
              <a:xfrm>
                <a:off x="2524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1" name="Freeform 2552"/>
              <p:cNvSpPr>
                <a:spLocks/>
              </p:cNvSpPr>
              <p:nvPr/>
            </p:nvSpPr>
            <p:spPr bwMode="auto">
              <a:xfrm>
                <a:off x="2398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2" name="Freeform 2553"/>
              <p:cNvSpPr>
                <a:spLocks/>
              </p:cNvSpPr>
              <p:nvPr/>
            </p:nvSpPr>
            <p:spPr bwMode="auto">
              <a:xfrm>
                <a:off x="2494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3" name="Freeform 2554"/>
              <p:cNvSpPr>
                <a:spLocks/>
              </p:cNvSpPr>
              <p:nvPr/>
            </p:nvSpPr>
            <p:spPr bwMode="auto">
              <a:xfrm>
                <a:off x="2386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4" name="Freeform 2555"/>
              <p:cNvSpPr>
                <a:spLocks/>
              </p:cNvSpPr>
              <p:nvPr/>
            </p:nvSpPr>
            <p:spPr bwMode="auto">
              <a:xfrm>
                <a:off x="2327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5" name="Freeform 2556"/>
              <p:cNvSpPr>
                <a:spLocks/>
              </p:cNvSpPr>
              <p:nvPr/>
            </p:nvSpPr>
            <p:spPr bwMode="auto">
              <a:xfrm>
                <a:off x="2422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6" name="Freeform 2557"/>
              <p:cNvSpPr>
                <a:spLocks/>
              </p:cNvSpPr>
              <p:nvPr/>
            </p:nvSpPr>
            <p:spPr bwMode="auto">
              <a:xfrm>
                <a:off x="2207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7" name="Freeform 2558"/>
              <p:cNvSpPr>
                <a:spLocks/>
              </p:cNvSpPr>
              <p:nvPr/>
            </p:nvSpPr>
            <p:spPr bwMode="auto">
              <a:xfrm>
                <a:off x="1973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8" name="Freeform 2559"/>
              <p:cNvSpPr>
                <a:spLocks/>
              </p:cNvSpPr>
              <p:nvPr/>
            </p:nvSpPr>
            <p:spPr bwMode="auto">
              <a:xfrm>
                <a:off x="2398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49" name="Freeform 2560"/>
              <p:cNvSpPr>
                <a:spLocks/>
              </p:cNvSpPr>
              <p:nvPr/>
            </p:nvSpPr>
            <p:spPr bwMode="auto">
              <a:xfrm>
                <a:off x="2327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50" name="Freeform 2561"/>
              <p:cNvSpPr>
                <a:spLocks/>
              </p:cNvSpPr>
              <p:nvPr/>
            </p:nvSpPr>
            <p:spPr bwMode="auto">
              <a:xfrm>
                <a:off x="2644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51" name="Freeform 2562"/>
              <p:cNvSpPr>
                <a:spLocks/>
              </p:cNvSpPr>
              <p:nvPr/>
            </p:nvSpPr>
            <p:spPr bwMode="auto">
              <a:xfrm>
                <a:off x="2297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52" name="Freeform 2563"/>
              <p:cNvSpPr>
                <a:spLocks/>
              </p:cNvSpPr>
              <p:nvPr/>
            </p:nvSpPr>
            <p:spPr bwMode="auto">
              <a:xfrm>
                <a:off x="2321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53" name="Freeform 2564"/>
              <p:cNvSpPr>
                <a:spLocks/>
              </p:cNvSpPr>
              <p:nvPr/>
            </p:nvSpPr>
            <p:spPr bwMode="auto">
              <a:xfrm>
                <a:off x="2297" y="17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54" name="Freeform 2565"/>
              <p:cNvSpPr>
                <a:spLocks/>
              </p:cNvSpPr>
              <p:nvPr/>
            </p:nvSpPr>
            <p:spPr bwMode="auto">
              <a:xfrm>
                <a:off x="2063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55" name="Freeform 2566"/>
              <p:cNvSpPr>
                <a:spLocks/>
              </p:cNvSpPr>
              <p:nvPr/>
            </p:nvSpPr>
            <p:spPr bwMode="auto">
              <a:xfrm>
                <a:off x="1782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56" name="Freeform 2567"/>
              <p:cNvSpPr>
                <a:spLocks/>
              </p:cNvSpPr>
              <p:nvPr/>
            </p:nvSpPr>
            <p:spPr bwMode="auto">
              <a:xfrm>
                <a:off x="2135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57" name="Freeform 2568"/>
              <p:cNvSpPr>
                <a:spLocks/>
              </p:cNvSpPr>
              <p:nvPr/>
            </p:nvSpPr>
            <p:spPr bwMode="auto">
              <a:xfrm>
                <a:off x="1937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58" name="Freeform 2569"/>
              <p:cNvSpPr>
                <a:spLocks/>
              </p:cNvSpPr>
              <p:nvPr/>
            </p:nvSpPr>
            <p:spPr bwMode="auto">
              <a:xfrm>
                <a:off x="2291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59" name="Freeform 2570"/>
              <p:cNvSpPr>
                <a:spLocks/>
              </p:cNvSpPr>
              <p:nvPr/>
            </p:nvSpPr>
            <p:spPr bwMode="auto">
              <a:xfrm>
                <a:off x="2237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0" name="Freeform 2571"/>
              <p:cNvSpPr>
                <a:spLocks/>
              </p:cNvSpPr>
              <p:nvPr/>
            </p:nvSpPr>
            <p:spPr bwMode="auto">
              <a:xfrm>
                <a:off x="2350" y="18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1" name="Freeform 2572"/>
              <p:cNvSpPr>
                <a:spLocks/>
              </p:cNvSpPr>
              <p:nvPr/>
            </p:nvSpPr>
            <p:spPr bwMode="auto">
              <a:xfrm>
                <a:off x="2285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2" name="Freeform 2573"/>
              <p:cNvSpPr>
                <a:spLocks/>
              </p:cNvSpPr>
              <p:nvPr/>
            </p:nvSpPr>
            <p:spPr bwMode="auto">
              <a:xfrm>
                <a:off x="2183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3" name="Freeform 2574"/>
              <p:cNvSpPr>
                <a:spLocks/>
              </p:cNvSpPr>
              <p:nvPr/>
            </p:nvSpPr>
            <p:spPr bwMode="auto">
              <a:xfrm>
                <a:off x="2225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4" name="Freeform 2575"/>
              <p:cNvSpPr>
                <a:spLocks/>
              </p:cNvSpPr>
              <p:nvPr/>
            </p:nvSpPr>
            <p:spPr bwMode="auto">
              <a:xfrm>
                <a:off x="2213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5" name="Freeform 2576"/>
              <p:cNvSpPr>
                <a:spLocks/>
              </p:cNvSpPr>
              <p:nvPr/>
            </p:nvSpPr>
            <p:spPr bwMode="auto">
              <a:xfrm>
                <a:off x="2189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6" name="Freeform 2577"/>
              <p:cNvSpPr>
                <a:spLocks/>
              </p:cNvSpPr>
              <p:nvPr/>
            </p:nvSpPr>
            <p:spPr bwMode="auto">
              <a:xfrm>
                <a:off x="2309" y="17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7" name="Freeform 2578"/>
              <p:cNvSpPr>
                <a:spLocks/>
              </p:cNvSpPr>
              <p:nvPr/>
            </p:nvSpPr>
            <p:spPr bwMode="auto">
              <a:xfrm>
                <a:off x="2327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8" name="Freeform 2579"/>
              <p:cNvSpPr>
                <a:spLocks/>
              </p:cNvSpPr>
              <p:nvPr/>
            </p:nvSpPr>
            <p:spPr bwMode="auto">
              <a:xfrm>
                <a:off x="2542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69" name="Freeform 2580"/>
              <p:cNvSpPr>
                <a:spLocks/>
              </p:cNvSpPr>
              <p:nvPr/>
            </p:nvSpPr>
            <p:spPr bwMode="auto">
              <a:xfrm>
                <a:off x="2189" y="22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0" name="Freeform 2581"/>
              <p:cNvSpPr>
                <a:spLocks/>
              </p:cNvSpPr>
              <p:nvPr/>
            </p:nvSpPr>
            <p:spPr bwMode="auto">
              <a:xfrm>
                <a:off x="2710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1" name="Freeform 2582"/>
              <p:cNvSpPr>
                <a:spLocks/>
              </p:cNvSpPr>
              <p:nvPr/>
            </p:nvSpPr>
            <p:spPr bwMode="auto">
              <a:xfrm>
                <a:off x="2285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2" name="Freeform 2583"/>
              <p:cNvSpPr>
                <a:spLocks/>
              </p:cNvSpPr>
              <p:nvPr/>
            </p:nvSpPr>
            <p:spPr bwMode="auto">
              <a:xfrm>
                <a:off x="2177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3" name="Freeform 2584"/>
              <p:cNvSpPr>
                <a:spLocks/>
              </p:cNvSpPr>
              <p:nvPr/>
            </p:nvSpPr>
            <p:spPr bwMode="auto">
              <a:xfrm>
                <a:off x="2225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4" name="Freeform 2585"/>
              <p:cNvSpPr>
                <a:spLocks/>
              </p:cNvSpPr>
              <p:nvPr/>
            </p:nvSpPr>
            <p:spPr bwMode="auto">
              <a:xfrm>
                <a:off x="2255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5" name="Freeform 2586"/>
              <p:cNvSpPr>
                <a:spLocks/>
              </p:cNvSpPr>
              <p:nvPr/>
            </p:nvSpPr>
            <p:spPr bwMode="auto">
              <a:xfrm>
                <a:off x="2315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6" name="Freeform 2587"/>
              <p:cNvSpPr>
                <a:spLocks/>
              </p:cNvSpPr>
              <p:nvPr/>
            </p:nvSpPr>
            <p:spPr bwMode="auto">
              <a:xfrm>
                <a:off x="2153" y="23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7" name="Freeform 2588"/>
              <p:cNvSpPr>
                <a:spLocks/>
              </p:cNvSpPr>
              <p:nvPr/>
            </p:nvSpPr>
            <p:spPr bwMode="auto">
              <a:xfrm>
                <a:off x="2297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8" name="Freeform 2589"/>
              <p:cNvSpPr>
                <a:spLocks/>
              </p:cNvSpPr>
              <p:nvPr/>
            </p:nvSpPr>
            <p:spPr bwMode="auto">
              <a:xfrm>
                <a:off x="2398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79" name="Freeform 2590"/>
              <p:cNvSpPr>
                <a:spLocks/>
              </p:cNvSpPr>
              <p:nvPr/>
            </p:nvSpPr>
            <p:spPr bwMode="auto">
              <a:xfrm>
                <a:off x="2440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0" name="Freeform 2591"/>
              <p:cNvSpPr>
                <a:spLocks/>
              </p:cNvSpPr>
              <p:nvPr/>
            </p:nvSpPr>
            <p:spPr bwMode="auto">
              <a:xfrm>
                <a:off x="2123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1" name="Freeform 2592"/>
              <p:cNvSpPr>
                <a:spLocks/>
              </p:cNvSpPr>
              <p:nvPr/>
            </p:nvSpPr>
            <p:spPr bwMode="auto">
              <a:xfrm>
                <a:off x="2195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2" name="Freeform 2593"/>
              <p:cNvSpPr>
                <a:spLocks/>
              </p:cNvSpPr>
              <p:nvPr/>
            </p:nvSpPr>
            <p:spPr bwMode="auto">
              <a:xfrm>
                <a:off x="2075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3" name="Freeform 2594"/>
              <p:cNvSpPr>
                <a:spLocks/>
              </p:cNvSpPr>
              <p:nvPr/>
            </p:nvSpPr>
            <p:spPr bwMode="auto">
              <a:xfrm>
                <a:off x="2177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4" name="Freeform 2595"/>
              <p:cNvSpPr>
                <a:spLocks/>
              </p:cNvSpPr>
              <p:nvPr/>
            </p:nvSpPr>
            <p:spPr bwMode="auto">
              <a:xfrm>
                <a:off x="2315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5" name="Freeform 2596"/>
              <p:cNvSpPr>
                <a:spLocks/>
              </p:cNvSpPr>
              <p:nvPr/>
            </p:nvSpPr>
            <p:spPr bwMode="auto">
              <a:xfrm>
                <a:off x="2207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6" name="Freeform 2597"/>
              <p:cNvSpPr>
                <a:spLocks/>
              </p:cNvSpPr>
              <p:nvPr/>
            </p:nvSpPr>
            <p:spPr bwMode="auto">
              <a:xfrm>
                <a:off x="2309" y="17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7" name="Freeform 2598"/>
              <p:cNvSpPr>
                <a:spLocks/>
              </p:cNvSpPr>
              <p:nvPr/>
            </p:nvSpPr>
            <p:spPr bwMode="auto">
              <a:xfrm>
                <a:off x="2416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8" name="Freeform 2599"/>
              <p:cNvSpPr>
                <a:spLocks/>
              </p:cNvSpPr>
              <p:nvPr/>
            </p:nvSpPr>
            <p:spPr bwMode="auto">
              <a:xfrm>
                <a:off x="2374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89" name="Freeform 2600"/>
              <p:cNvSpPr>
                <a:spLocks/>
              </p:cNvSpPr>
              <p:nvPr/>
            </p:nvSpPr>
            <p:spPr bwMode="auto">
              <a:xfrm>
                <a:off x="2183" y="22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0" name="Freeform 2601"/>
              <p:cNvSpPr>
                <a:spLocks/>
              </p:cNvSpPr>
              <p:nvPr/>
            </p:nvSpPr>
            <p:spPr bwMode="auto">
              <a:xfrm>
                <a:off x="2440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1" name="Freeform 2602"/>
              <p:cNvSpPr>
                <a:spLocks/>
              </p:cNvSpPr>
              <p:nvPr/>
            </p:nvSpPr>
            <p:spPr bwMode="auto">
              <a:xfrm>
                <a:off x="2255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2" name="Freeform 2603"/>
              <p:cNvSpPr>
                <a:spLocks/>
              </p:cNvSpPr>
              <p:nvPr/>
            </p:nvSpPr>
            <p:spPr bwMode="auto">
              <a:xfrm>
                <a:off x="2416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3" name="Freeform 2604"/>
              <p:cNvSpPr>
                <a:spLocks/>
              </p:cNvSpPr>
              <p:nvPr/>
            </p:nvSpPr>
            <p:spPr bwMode="auto">
              <a:xfrm>
                <a:off x="2614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4" name="Freeform 2605"/>
              <p:cNvSpPr>
                <a:spLocks/>
              </p:cNvSpPr>
              <p:nvPr/>
            </p:nvSpPr>
            <p:spPr bwMode="auto">
              <a:xfrm>
                <a:off x="2356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5" name="Freeform 2606"/>
              <p:cNvSpPr>
                <a:spLocks/>
              </p:cNvSpPr>
              <p:nvPr/>
            </p:nvSpPr>
            <p:spPr bwMode="auto">
              <a:xfrm>
                <a:off x="2105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6" name="Freeform 2607"/>
              <p:cNvSpPr>
                <a:spLocks/>
              </p:cNvSpPr>
              <p:nvPr/>
            </p:nvSpPr>
            <p:spPr bwMode="auto">
              <a:xfrm>
                <a:off x="2195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7" name="Freeform 2608"/>
              <p:cNvSpPr>
                <a:spLocks/>
              </p:cNvSpPr>
              <p:nvPr/>
            </p:nvSpPr>
            <p:spPr bwMode="auto">
              <a:xfrm>
                <a:off x="2327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8" name="Freeform 2609"/>
              <p:cNvSpPr>
                <a:spLocks/>
              </p:cNvSpPr>
              <p:nvPr/>
            </p:nvSpPr>
            <p:spPr bwMode="auto">
              <a:xfrm>
                <a:off x="2231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999" name="Freeform 2610"/>
              <p:cNvSpPr>
                <a:spLocks/>
              </p:cNvSpPr>
              <p:nvPr/>
            </p:nvSpPr>
            <p:spPr bwMode="auto">
              <a:xfrm>
                <a:off x="2560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00" name="Freeform 2611"/>
              <p:cNvSpPr>
                <a:spLocks/>
              </p:cNvSpPr>
              <p:nvPr/>
            </p:nvSpPr>
            <p:spPr bwMode="auto">
              <a:xfrm>
                <a:off x="2165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01" name="Freeform 2612"/>
              <p:cNvSpPr>
                <a:spLocks/>
              </p:cNvSpPr>
              <p:nvPr/>
            </p:nvSpPr>
            <p:spPr bwMode="auto">
              <a:xfrm>
                <a:off x="2327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02" name="Freeform 2613"/>
              <p:cNvSpPr>
                <a:spLocks/>
              </p:cNvSpPr>
              <p:nvPr/>
            </p:nvSpPr>
            <p:spPr bwMode="auto">
              <a:xfrm>
                <a:off x="2368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03" name="Freeform 2614"/>
              <p:cNvSpPr>
                <a:spLocks/>
              </p:cNvSpPr>
              <p:nvPr/>
            </p:nvSpPr>
            <p:spPr bwMode="auto">
              <a:xfrm>
                <a:off x="2159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04" name="Freeform 2615"/>
              <p:cNvSpPr>
                <a:spLocks/>
              </p:cNvSpPr>
              <p:nvPr/>
            </p:nvSpPr>
            <p:spPr bwMode="auto">
              <a:xfrm>
                <a:off x="232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1005" name="Freeform 2616"/>
              <p:cNvSpPr>
                <a:spLocks/>
              </p:cNvSpPr>
              <p:nvPr/>
            </p:nvSpPr>
            <p:spPr bwMode="auto">
              <a:xfrm>
                <a:off x="2009" y="23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7" name="Group 2818"/>
            <p:cNvGrpSpPr>
              <a:grpSpLocks/>
            </p:cNvGrpSpPr>
            <p:nvPr/>
          </p:nvGrpSpPr>
          <p:grpSpPr bwMode="auto">
            <a:xfrm>
              <a:off x="2009" y="1683"/>
              <a:ext cx="982" cy="760"/>
              <a:chOff x="2009" y="1683"/>
              <a:chExt cx="982" cy="760"/>
            </a:xfrm>
          </p:grpSpPr>
          <p:sp>
            <p:nvSpPr>
              <p:cNvPr id="60606" name="Freeform 2618"/>
              <p:cNvSpPr>
                <a:spLocks/>
              </p:cNvSpPr>
              <p:nvPr/>
            </p:nvSpPr>
            <p:spPr bwMode="auto">
              <a:xfrm>
                <a:off x="2273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07" name="Freeform 2619"/>
              <p:cNvSpPr>
                <a:spLocks/>
              </p:cNvSpPr>
              <p:nvPr/>
            </p:nvSpPr>
            <p:spPr bwMode="auto">
              <a:xfrm>
                <a:off x="2327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08" name="Freeform 2620"/>
              <p:cNvSpPr>
                <a:spLocks/>
              </p:cNvSpPr>
              <p:nvPr/>
            </p:nvSpPr>
            <p:spPr bwMode="auto">
              <a:xfrm>
                <a:off x="2464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09" name="Freeform 2621"/>
              <p:cNvSpPr>
                <a:spLocks/>
              </p:cNvSpPr>
              <p:nvPr/>
            </p:nvSpPr>
            <p:spPr bwMode="auto">
              <a:xfrm>
                <a:off x="2410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0" name="Freeform 2622"/>
              <p:cNvSpPr>
                <a:spLocks/>
              </p:cNvSpPr>
              <p:nvPr/>
            </p:nvSpPr>
            <p:spPr bwMode="auto">
              <a:xfrm>
                <a:off x="2273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1" name="Freeform 2623"/>
              <p:cNvSpPr>
                <a:spLocks/>
              </p:cNvSpPr>
              <p:nvPr/>
            </p:nvSpPr>
            <p:spPr bwMode="auto">
              <a:xfrm>
                <a:off x="2344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2" name="Freeform 2624"/>
              <p:cNvSpPr>
                <a:spLocks/>
              </p:cNvSpPr>
              <p:nvPr/>
            </p:nvSpPr>
            <p:spPr bwMode="auto">
              <a:xfrm>
                <a:off x="2374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3" name="Freeform 2625"/>
              <p:cNvSpPr>
                <a:spLocks/>
              </p:cNvSpPr>
              <p:nvPr/>
            </p:nvSpPr>
            <p:spPr bwMode="auto">
              <a:xfrm>
                <a:off x="2159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4" name="Freeform 2626"/>
              <p:cNvSpPr>
                <a:spLocks/>
              </p:cNvSpPr>
              <p:nvPr/>
            </p:nvSpPr>
            <p:spPr bwMode="auto">
              <a:xfrm>
                <a:off x="2506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5" name="Freeform 2627"/>
              <p:cNvSpPr>
                <a:spLocks/>
              </p:cNvSpPr>
              <p:nvPr/>
            </p:nvSpPr>
            <p:spPr bwMode="auto">
              <a:xfrm>
                <a:off x="2344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6" name="Freeform 2628"/>
              <p:cNvSpPr>
                <a:spLocks/>
              </p:cNvSpPr>
              <p:nvPr/>
            </p:nvSpPr>
            <p:spPr bwMode="auto">
              <a:xfrm>
                <a:off x="2267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7" name="Freeform 2629"/>
              <p:cNvSpPr>
                <a:spLocks/>
              </p:cNvSpPr>
              <p:nvPr/>
            </p:nvSpPr>
            <p:spPr bwMode="auto">
              <a:xfrm>
                <a:off x="2207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8" name="Freeform 2630"/>
              <p:cNvSpPr>
                <a:spLocks/>
              </p:cNvSpPr>
              <p:nvPr/>
            </p:nvSpPr>
            <p:spPr bwMode="auto">
              <a:xfrm>
                <a:off x="2261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19" name="Freeform 2631"/>
              <p:cNvSpPr>
                <a:spLocks/>
              </p:cNvSpPr>
              <p:nvPr/>
            </p:nvSpPr>
            <p:spPr bwMode="auto">
              <a:xfrm>
                <a:off x="2105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0" name="Freeform 2632"/>
              <p:cNvSpPr>
                <a:spLocks/>
              </p:cNvSpPr>
              <p:nvPr/>
            </p:nvSpPr>
            <p:spPr bwMode="auto">
              <a:xfrm>
                <a:off x="2219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1" name="Freeform 2633"/>
              <p:cNvSpPr>
                <a:spLocks/>
              </p:cNvSpPr>
              <p:nvPr/>
            </p:nvSpPr>
            <p:spPr bwMode="auto">
              <a:xfrm>
                <a:off x="2452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2" name="Freeform 2634"/>
              <p:cNvSpPr>
                <a:spLocks/>
              </p:cNvSpPr>
              <p:nvPr/>
            </p:nvSpPr>
            <p:spPr bwMode="auto">
              <a:xfrm>
                <a:off x="2219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3" name="Freeform 2635"/>
              <p:cNvSpPr>
                <a:spLocks/>
              </p:cNvSpPr>
              <p:nvPr/>
            </p:nvSpPr>
            <p:spPr bwMode="auto">
              <a:xfrm>
                <a:off x="2135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4" name="Freeform 2636"/>
              <p:cNvSpPr>
                <a:spLocks/>
              </p:cNvSpPr>
              <p:nvPr/>
            </p:nvSpPr>
            <p:spPr bwMode="auto">
              <a:xfrm>
                <a:off x="220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5" name="Freeform 2637"/>
              <p:cNvSpPr>
                <a:spLocks/>
              </p:cNvSpPr>
              <p:nvPr/>
            </p:nvSpPr>
            <p:spPr bwMode="auto">
              <a:xfrm>
                <a:off x="2392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6" name="Freeform 2638"/>
              <p:cNvSpPr>
                <a:spLocks/>
              </p:cNvSpPr>
              <p:nvPr/>
            </p:nvSpPr>
            <p:spPr bwMode="auto">
              <a:xfrm>
                <a:off x="223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7" name="Freeform 2639"/>
              <p:cNvSpPr>
                <a:spLocks/>
              </p:cNvSpPr>
              <p:nvPr/>
            </p:nvSpPr>
            <p:spPr bwMode="auto">
              <a:xfrm>
                <a:off x="2249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8" name="Freeform 2640"/>
              <p:cNvSpPr>
                <a:spLocks/>
              </p:cNvSpPr>
              <p:nvPr/>
            </p:nvSpPr>
            <p:spPr bwMode="auto">
              <a:xfrm>
                <a:off x="2267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29" name="Freeform 2641"/>
              <p:cNvSpPr>
                <a:spLocks/>
              </p:cNvSpPr>
              <p:nvPr/>
            </p:nvSpPr>
            <p:spPr bwMode="auto">
              <a:xfrm>
                <a:off x="2422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0" name="Freeform 2642"/>
              <p:cNvSpPr>
                <a:spLocks/>
              </p:cNvSpPr>
              <p:nvPr/>
            </p:nvSpPr>
            <p:spPr bwMode="auto">
              <a:xfrm>
                <a:off x="2321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1" name="Freeform 2643"/>
              <p:cNvSpPr>
                <a:spLocks/>
              </p:cNvSpPr>
              <p:nvPr/>
            </p:nvSpPr>
            <p:spPr bwMode="auto">
              <a:xfrm>
                <a:off x="2267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2" name="Freeform 2644"/>
              <p:cNvSpPr>
                <a:spLocks/>
              </p:cNvSpPr>
              <p:nvPr/>
            </p:nvSpPr>
            <p:spPr bwMode="auto">
              <a:xfrm>
                <a:off x="2446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3" name="Freeform 2645"/>
              <p:cNvSpPr>
                <a:spLocks/>
              </p:cNvSpPr>
              <p:nvPr/>
            </p:nvSpPr>
            <p:spPr bwMode="auto">
              <a:xfrm>
                <a:off x="2446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4" name="Freeform 2646"/>
              <p:cNvSpPr>
                <a:spLocks/>
              </p:cNvSpPr>
              <p:nvPr/>
            </p:nvSpPr>
            <p:spPr bwMode="auto">
              <a:xfrm>
                <a:off x="2392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5" name="Freeform 2647"/>
              <p:cNvSpPr>
                <a:spLocks/>
              </p:cNvSpPr>
              <p:nvPr/>
            </p:nvSpPr>
            <p:spPr bwMode="auto">
              <a:xfrm>
                <a:off x="2386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6" name="Freeform 2648"/>
              <p:cNvSpPr>
                <a:spLocks/>
              </p:cNvSpPr>
              <p:nvPr/>
            </p:nvSpPr>
            <p:spPr bwMode="auto">
              <a:xfrm>
                <a:off x="2321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7" name="Freeform 2649"/>
              <p:cNvSpPr>
                <a:spLocks/>
              </p:cNvSpPr>
              <p:nvPr/>
            </p:nvSpPr>
            <p:spPr bwMode="auto">
              <a:xfrm>
                <a:off x="2333" y="213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8" name="Freeform 2650"/>
              <p:cNvSpPr>
                <a:spLocks/>
              </p:cNvSpPr>
              <p:nvPr/>
            </p:nvSpPr>
            <p:spPr bwMode="auto">
              <a:xfrm>
                <a:off x="2243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39" name="Freeform 2651"/>
              <p:cNvSpPr>
                <a:spLocks/>
              </p:cNvSpPr>
              <p:nvPr/>
            </p:nvSpPr>
            <p:spPr bwMode="auto">
              <a:xfrm>
                <a:off x="2339" y="197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0" name="Freeform 2652"/>
              <p:cNvSpPr>
                <a:spLocks/>
              </p:cNvSpPr>
              <p:nvPr/>
            </p:nvSpPr>
            <p:spPr bwMode="auto">
              <a:xfrm>
                <a:off x="2231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1" name="Freeform 2653"/>
              <p:cNvSpPr>
                <a:spLocks/>
              </p:cNvSpPr>
              <p:nvPr/>
            </p:nvSpPr>
            <p:spPr bwMode="auto">
              <a:xfrm>
                <a:off x="2327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2" name="Freeform 2654"/>
              <p:cNvSpPr>
                <a:spLocks/>
              </p:cNvSpPr>
              <p:nvPr/>
            </p:nvSpPr>
            <p:spPr bwMode="auto">
              <a:xfrm>
                <a:off x="2315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3" name="Freeform 2655"/>
              <p:cNvSpPr>
                <a:spLocks/>
              </p:cNvSpPr>
              <p:nvPr/>
            </p:nvSpPr>
            <p:spPr bwMode="auto">
              <a:xfrm>
                <a:off x="2189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4" name="Freeform 2656"/>
              <p:cNvSpPr>
                <a:spLocks/>
              </p:cNvSpPr>
              <p:nvPr/>
            </p:nvSpPr>
            <p:spPr bwMode="auto">
              <a:xfrm>
                <a:off x="2380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5" name="Freeform 2657"/>
              <p:cNvSpPr>
                <a:spLocks/>
              </p:cNvSpPr>
              <p:nvPr/>
            </p:nvSpPr>
            <p:spPr bwMode="auto">
              <a:xfrm>
                <a:off x="2464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6" name="Freeform 2658"/>
              <p:cNvSpPr>
                <a:spLocks/>
              </p:cNvSpPr>
              <p:nvPr/>
            </p:nvSpPr>
            <p:spPr bwMode="auto">
              <a:xfrm>
                <a:off x="2339" y="2311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7" name="Freeform 2659"/>
              <p:cNvSpPr>
                <a:spLocks/>
              </p:cNvSpPr>
              <p:nvPr/>
            </p:nvSpPr>
            <p:spPr bwMode="auto">
              <a:xfrm>
                <a:off x="2099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8" name="Freeform 2660"/>
              <p:cNvSpPr>
                <a:spLocks/>
              </p:cNvSpPr>
              <p:nvPr/>
            </p:nvSpPr>
            <p:spPr bwMode="auto">
              <a:xfrm>
                <a:off x="2297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49" name="Freeform 2661"/>
              <p:cNvSpPr>
                <a:spLocks/>
              </p:cNvSpPr>
              <p:nvPr/>
            </p:nvSpPr>
            <p:spPr bwMode="auto">
              <a:xfrm>
                <a:off x="2333" y="214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0" name="Freeform 2662"/>
              <p:cNvSpPr>
                <a:spLocks/>
              </p:cNvSpPr>
              <p:nvPr/>
            </p:nvSpPr>
            <p:spPr bwMode="auto">
              <a:xfrm>
                <a:off x="2440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1" name="Freeform 2663"/>
              <p:cNvSpPr>
                <a:spLocks/>
              </p:cNvSpPr>
              <p:nvPr/>
            </p:nvSpPr>
            <p:spPr bwMode="auto">
              <a:xfrm>
                <a:off x="2273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2" name="Freeform 2664"/>
              <p:cNvSpPr>
                <a:spLocks/>
              </p:cNvSpPr>
              <p:nvPr/>
            </p:nvSpPr>
            <p:spPr bwMode="auto">
              <a:xfrm>
                <a:off x="2638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3" name="Freeform 2665"/>
              <p:cNvSpPr>
                <a:spLocks/>
              </p:cNvSpPr>
              <p:nvPr/>
            </p:nvSpPr>
            <p:spPr bwMode="auto">
              <a:xfrm>
                <a:off x="2339" y="2042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4" name="Freeform 2666"/>
              <p:cNvSpPr>
                <a:spLocks/>
              </p:cNvSpPr>
              <p:nvPr/>
            </p:nvSpPr>
            <p:spPr bwMode="auto">
              <a:xfrm>
                <a:off x="2524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5" name="Freeform 2667"/>
              <p:cNvSpPr>
                <a:spLocks/>
              </p:cNvSpPr>
              <p:nvPr/>
            </p:nvSpPr>
            <p:spPr bwMode="auto">
              <a:xfrm>
                <a:off x="2039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6" name="Freeform 2668"/>
              <p:cNvSpPr>
                <a:spLocks/>
              </p:cNvSpPr>
              <p:nvPr/>
            </p:nvSpPr>
            <p:spPr bwMode="auto">
              <a:xfrm>
                <a:off x="2327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7" name="Freeform 2669"/>
              <p:cNvSpPr>
                <a:spLocks/>
              </p:cNvSpPr>
              <p:nvPr/>
            </p:nvSpPr>
            <p:spPr bwMode="auto">
              <a:xfrm>
                <a:off x="2506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8" name="Freeform 2670"/>
              <p:cNvSpPr>
                <a:spLocks/>
              </p:cNvSpPr>
              <p:nvPr/>
            </p:nvSpPr>
            <p:spPr bwMode="auto">
              <a:xfrm>
                <a:off x="2398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59" name="Freeform 2671"/>
              <p:cNvSpPr>
                <a:spLocks/>
              </p:cNvSpPr>
              <p:nvPr/>
            </p:nvSpPr>
            <p:spPr bwMode="auto">
              <a:xfrm>
                <a:off x="2171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0" name="Freeform 2672"/>
              <p:cNvSpPr>
                <a:spLocks/>
              </p:cNvSpPr>
              <p:nvPr/>
            </p:nvSpPr>
            <p:spPr bwMode="auto">
              <a:xfrm>
                <a:off x="2039" y="24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1" name="Freeform 2673"/>
              <p:cNvSpPr>
                <a:spLocks/>
              </p:cNvSpPr>
              <p:nvPr/>
            </p:nvSpPr>
            <p:spPr bwMode="auto">
              <a:xfrm>
                <a:off x="2243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2" name="Freeform 2674"/>
              <p:cNvSpPr>
                <a:spLocks/>
              </p:cNvSpPr>
              <p:nvPr/>
            </p:nvSpPr>
            <p:spPr bwMode="auto">
              <a:xfrm>
                <a:off x="2153" y="2288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3" name="Freeform 2675"/>
              <p:cNvSpPr>
                <a:spLocks/>
              </p:cNvSpPr>
              <p:nvPr/>
            </p:nvSpPr>
            <p:spPr bwMode="auto">
              <a:xfrm>
                <a:off x="2249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4" name="Freeform 2676"/>
              <p:cNvSpPr>
                <a:spLocks/>
              </p:cNvSpPr>
              <p:nvPr/>
            </p:nvSpPr>
            <p:spPr bwMode="auto">
              <a:xfrm>
                <a:off x="2321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5" name="Freeform 2677"/>
              <p:cNvSpPr>
                <a:spLocks/>
              </p:cNvSpPr>
              <p:nvPr/>
            </p:nvSpPr>
            <p:spPr bwMode="auto">
              <a:xfrm>
                <a:off x="2416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6" name="Freeform 2678"/>
              <p:cNvSpPr>
                <a:spLocks/>
              </p:cNvSpPr>
              <p:nvPr/>
            </p:nvSpPr>
            <p:spPr bwMode="auto">
              <a:xfrm>
                <a:off x="2350" y="16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7" name="Freeform 2679"/>
              <p:cNvSpPr>
                <a:spLocks/>
              </p:cNvSpPr>
              <p:nvPr/>
            </p:nvSpPr>
            <p:spPr bwMode="auto">
              <a:xfrm>
                <a:off x="2027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8" name="Freeform 2680"/>
              <p:cNvSpPr>
                <a:spLocks/>
              </p:cNvSpPr>
              <p:nvPr/>
            </p:nvSpPr>
            <p:spPr bwMode="auto">
              <a:xfrm>
                <a:off x="2476" y="176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69" name="Freeform 2681"/>
              <p:cNvSpPr>
                <a:spLocks/>
              </p:cNvSpPr>
              <p:nvPr/>
            </p:nvSpPr>
            <p:spPr bwMode="auto">
              <a:xfrm>
                <a:off x="2183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0" name="Freeform 2682"/>
              <p:cNvSpPr>
                <a:spLocks/>
              </p:cNvSpPr>
              <p:nvPr/>
            </p:nvSpPr>
            <p:spPr bwMode="auto">
              <a:xfrm>
                <a:off x="2165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1" name="Freeform 2683"/>
              <p:cNvSpPr>
                <a:spLocks/>
              </p:cNvSpPr>
              <p:nvPr/>
            </p:nvSpPr>
            <p:spPr bwMode="auto">
              <a:xfrm>
                <a:off x="2686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2" name="Freeform 2684"/>
              <p:cNvSpPr>
                <a:spLocks/>
              </p:cNvSpPr>
              <p:nvPr/>
            </p:nvSpPr>
            <p:spPr bwMode="auto">
              <a:xfrm>
                <a:off x="2213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3" name="Freeform 2685"/>
              <p:cNvSpPr>
                <a:spLocks/>
              </p:cNvSpPr>
              <p:nvPr/>
            </p:nvSpPr>
            <p:spPr bwMode="auto">
              <a:xfrm>
                <a:off x="2464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4" name="Freeform 2686"/>
              <p:cNvSpPr>
                <a:spLocks/>
              </p:cNvSpPr>
              <p:nvPr/>
            </p:nvSpPr>
            <p:spPr bwMode="auto">
              <a:xfrm>
                <a:off x="2171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5" name="Freeform 2687"/>
              <p:cNvSpPr>
                <a:spLocks/>
              </p:cNvSpPr>
              <p:nvPr/>
            </p:nvSpPr>
            <p:spPr bwMode="auto">
              <a:xfrm>
                <a:off x="2440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6" name="Freeform 2688"/>
              <p:cNvSpPr>
                <a:spLocks/>
              </p:cNvSpPr>
              <p:nvPr/>
            </p:nvSpPr>
            <p:spPr bwMode="auto">
              <a:xfrm>
                <a:off x="2177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7" name="Freeform 2689"/>
              <p:cNvSpPr>
                <a:spLocks/>
              </p:cNvSpPr>
              <p:nvPr/>
            </p:nvSpPr>
            <p:spPr bwMode="auto">
              <a:xfrm>
                <a:off x="2416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8" name="Freeform 2690"/>
              <p:cNvSpPr>
                <a:spLocks/>
              </p:cNvSpPr>
              <p:nvPr/>
            </p:nvSpPr>
            <p:spPr bwMode="auto">
              <a:xfrm>
                <a:off x="2237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79" name="Freeform 2691"/>
              <p:cNvSpPr>
                <a:spLocks/>
              </p:cNvSpPr>
              <p:nvPr/>
            </p:nvSpPr>
            <p:spPr bwMode="auto">
              <a:xfrm>
                <a:off x="2386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0" name="Freeform 2692"/>
              <p:cNvSpPr>
                <a:spLocks/>
              </p:cNvSpPr>
              <p:nvPr/>
            </p:nvSpPr>
            <p:spPr bwMode="auto">
              <a:xfrm>
                <a:off x="2285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1" name="Freeform 2693"/>
              <p:cNvSpPr>
                <a:spLocks/>
              </p:cNvSpPr>
              <p:nvPr/>
            </p:nvSpPr>
            <p:spPr bwMode="auto">
              <a:xfrm>
                <a:off x="2333" y="1970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2" name="Freeform 2694"/>
              <p:cNvSpPr>
                <a:spLocks/>
              </p:cNvSpPr>
              <p:nvPr/>
            </p:nvSpPr>
            <p:spPr bwMode="auto">
              <a:xfrm>
                <a:off x="2303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3" name="Freeform 2695"/>
              <p:cNvSpPr>
                <a:spLocks/>
              </p:cNvSpPr>
              <p:nvPr/>
            </p:nvSpPr>
            <p:spPr bwMode="auto">
              <a:xfrm>
                <a:off x="2081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4" name="Freeform 2696"/>
              <p:cNvSpPr>
                <a:spLocks/>
              </p:cNvSpPr>
              <p:nvPr/>
            </p:nvSpPr>
            <p:spPr bwMode="auto">
              <a:xfrm>
                <a:off x="2333" y="211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5" name="Freeform 2697"/>
              <p:cNvSpPr>
                <a:spLocks/>
              </p:cNvSpPr>
              <p:nvPr/>
            </p:nvSpPr>
            <p:spPr bwMode="auto">
              <a:xfrm>
                <a:off x="2374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6" name="Freeform 2698"/>
              <p:cNvSpPr>
                <a:spLocks/>
              </p:cNvSpPr>
              <p:nvPr/>
            </p:nvSpPr>
            <p:spPr bwMode="auto">
              <a:xfrm>
                <a:off x="2279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7" name="Freeform 2699"/>
              <p:cNvSpPr>
                <a:spLocks/>
              </p:cNvSpPr>
              <p:nvPr/>
            </p:nvSpPr>
            <p:spPr bwMode="auto">
              <a:xfrm>
                <a:off x="2291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8" name="Freeform 2700"/>
              <p:cNvSpPr>
                <a:spLocks/>
              </p:cNvSpPr>
              <p:nvPr/>
            </p:nvSpPr>
            <p:spPr bwMode="auto">
              <a:xfrm>
                <a:off x="2327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89" name="Freeform 2701"/>
              <p:cNvSpPr>
                <a:spLocks/>
              </p:cNvSpPr>
              <p:nvPr/>
            </p:nvSpPr>
            <p:spPr bwMode="auto">
              <a:xfrm>
                <a:off x="2362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0" name="Freeform 2702"/>
              <p:cNvSpPr>
                <a:spLocks/>
              </p:cNvSpPr>
              <p:nvPr/>
            </p:nvSpPr>
            <p:spPr bwMode="auto">
              <a:xfrm>
                <a:off x="2273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1" name="Freeform 2703"/>
              <p:cNvSpPr>
                <a:spLocks/>
              </p:cNvSpPr>
              <p:nvPr/>
            </p:nvSpPr>
            <p:spPr bwMode="auto">
              <a:xfrm>
                <a:off x="2398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2" name="Freeform 2704"/>
              <p:cNvSpPr>
                <a:spLocks/>
              </p:cNvSpPr>
              <p:nvPr/>
            </p:nvSpPr>
            <p:spPr bwMode="auto">
              <a:xfrm>
                <a:off x="2147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3" name="Freeform 2705"/>
              <p:cNvSpPr>
                <a:spLocks/>
              </p:cNvSpPr>
              <p:nvPr/>
            </p:nvSpPr>
            <p:spPr bwMode="auto">
              <a:xfrm>
                <a:off x="2069" y="22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4" name="Freeform 2706"/>
              <p:cNvSpPr>
                <a:spLocks/>
              </p:cNvSpPr>
              <p:nvPr/>
            </p:nvSpPr>
            <p:spPr bwMode="auto">
              <a:xfrm>
                <a:off x="2321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5" name="Freeform 2707"/>
              <p:cNvSpPr>
                <a:spLocks/>
              </p:cNvSpPr>
              <p:nvPr/>
            </p:nvSpPr>
            <p:spPr bwMode="auto">
              <a:xfrm>
                <a:off x="2237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6" name="Freeform 2708"/>
              <p:cNvSpPr>
                <a:spLocks/>
              </p:cNvSpPr>
              <p:nvPr/>
            </p:nvSpPr>
            <p:spPr bwMode="auto">
              <a:xfrm>
                <a:off x="2333" y="2126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7" name="Freeform 2709"/>
              <p:cNvSpPr>
                <a:spLocks/>
              </p:cNvSpPr>
              <p:nvPr/>
            </p:nvSpPr>
            <p:spPr bwMode="auto">
              <a:xfrm>
                <a:off x="2506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8" name="Freeform 2710"/>
              <p:cNvSpPr>
                <a:spLocks/>
              </p:cNvSpPr>
              <p:nvPr/>
            </p:nvSpPr>
            <p:spPr bwMode="auto">
              <a:xfrm>
                <a:off x="2434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99" name="Freeform 2711"/>
              <p:cNvSpPr>
                <a:spLocks/>
              </p:cNvSpPr>
              <p:nvPr/>
            </p:nvSpPr>
            <p:spPr bwMode="auto">
              <a:xfrm>
                <a:off x="2422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0" name="Freeform 2712"/>
              <p:cNvSpPr>
                <a:spLocks/>
              </p:cNvSpPr>
              <p:nvPr/>
            </p:nvSpPr>
            <p:spPr bwMode="auto">
              <a:xfrm>
                <a:off x="2255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1" name="Freeform 2713"/>
              <p:cNvSpPr>
                <a:spLocks/>
              </p:cNvSpPr>
              <p:nvPr/>
            </p:nvSpPr>
            <p:spPr bwMode="auto">
              <a:xfrm>
                <a:off x="2392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2" name="Freeform 2714"/>
              <p:cNvSpPr>
                <a:spLocks/>
              </p:cNvSpPr>
              <p:nvPr/>
            </p:nvSpPr>
            <p:spPr bwMode="auto">
              <a:xfrm>
                <a:off x="2339" y="1994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3" name="Freeform 2715"/>
              <p:cNvSpPr>
                <a:spLocks/>
              </p:cNvSpPr>
              <p:nvPr/>
            </p:nvSpPr>
            <p:spPr bwMode="auto">
              <a:xfrm>
                <a:off x="2482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4" name="Freeform 2716"/>
              <p:cNvSpPr>
                <a:spLocks/>
              </p:cNvSpPr>
              <p:nvPr/>
            </p:nvSpPr>
            <p:spPr bwMode="auto">
              <a:xfrm>
                <a:off x="2386" y="16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5" name="Freeform 2717"/>
              <p:cNvSpPr>
                <a:spLocks/>
              </p:cNvSpPr>
              <p:nvPr/>
            </p:nvSpPr>
            <p:spPr bwMode="auto">
              <a:xfrm>
                <a:off x="2416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6" name="Freeform 2718"/>
              <p:cNvSpPr>
                <a:spLocks/>
              </p:cNvSpPr>
              <p:nvPr/>
            </p:nvSpPr>
            <p:spPr bwMode="auto">
              <a:xfrm>
                <a:off x="2333" y="2066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7" name="Freeform 2719"/>
              <p:cNvSpPr>
                <a:spLocks/>
              </p:cNvSpPr>
              <p:nvPr/>
            </p:nvSpPr>
            <p:spPr bwMode="auto">
              <a:xfrm>
                <a:off x="2398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8" name="Freeform 2720"/>
              <p:cNvSpPr>
                <a:spLocks/>
              </p:cNvSpPr>
              <p:nvPr/>
            </p:nvSpPr>
            <p:spPr bwMode="auto">
              <a:xfrm>
                <a:off x="2213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09" name="Freeform 2721"/>
              <p:cNvSpPr>
                <a:spLocks/>
              </p:cNvSpPr>
              <p:nvPr/>
            </p:nvSpPr>
            <p:spPr bwMode="auto">
              <a:xfrm>
                <a:off x="2398" y="17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0" name="Freeform 2722"/>
              <p:cNvSpPr>
                <a:spLocks/>
              </p:cNvSpPr>
              <p:nvPr/>
            </p:nvSpPr>
            <p:spPr bwMode="auto">
              <a:xfrm>
                <a:off x="2273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1" name="Freeform 2723"/>
              <p:cNvSpPr>
                <a:spLocks/>
              </p:cNvSpPr>
              <p:nvPr/>
            </p:nvSpPr>
            <p:spPr bwMode="auto">
              <a:xfrm>
                <a:off x="2500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2" name="Freeform 2724"/>
              <p:cNvSpPr>
                <a:spLocks/>
              </p:cNvSpPr>
              <p:nvPr/>
            </p:nvSpPr>
            <p:spPr bwMode="auto">
              <a:xfrm>
                <a:off x="2542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3" name="Freeform 2725"/>
              <p:cNvSpPr>
                <a:spLocks/>
              </p:cNvSpPr>
              <p:nvPr/>
            </p:nvSpPr>
            <p:spPr bwMode="auto">
              <a:xfrm>
                <a:off x="2219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4" name="Freeform 2726"/>
              <p:cNvSpPr>
                <a:spLocks/>
              </p:cNvSpPr>
              <p:nvPr/>
            </p:nvSpPr>
            <p:spPr bwMode="auto">
              <a:xfrm>
                <a:off x="2368" y="18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5" name="Freeform 2727"/>
              <p:cNvSpPr>
                <a:spLocks/>
              </p:cNvSpPr>
              <p:nvPr/>
            </p:nvSpPr>
            <p:spPr bwMode="auto">
              <a:xfrm>
                <a:off x="2291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6" name="Freeform 2728"/>
              <p:cNvSpPr>
                <a:spLocks/>
              </p:cNvSpPr>
              <p:nvPr/>
            </p:nvSpPr>
            <p:spPr bwMode="auto">
              <a:xfrm>
                <a:off x="2177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7" name="Freeform 2729"/>
              <p:cNvSpPr>
                <a:spLocks/>
              </p:cNvSpPr>
              <p:nvPr/>
            </p:nvSpPr>
            <p:spPr bwMode="auto">
              <a:xfrm>
                <a:off x="2494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8" name="Freeform 2730"/>
              <p:cNvSpPr>
                <a:spLocks/>
              </p:cNvSpPr>
              <p:nvPr/>
            </p:nvSpPr>
            <p:spPr bwMode="auto">
              <a:xfrm>
                <a:off x="2327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19" name="Freeform 2731"/>
              <p:cNvSpPr>
                <a:spLocks/>
              </p:cNvSpPr>
              <p:nvPr/>
            </p:nvSpPr>
            <p:spPr bwMode="auto">
              <a:xfrm>
                <a:off x="2021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0" name="Freeform 2732"/>
              <p:cNvSpPr>
                <a:spLocks/>
              </p:cNvSpPr>
              <p:nvPr/>
            </p:nvSpPr>
            <p:spPr bwMode="auto">
              <a:xfrm>
                <a:off x="2255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1" name="Freeform 2733"/>
              <p:cNvSpPr>
                <a:spLocks/>
              </p:cNvSpPr>
              <p:nvPr/>
            </p:nvSpPr>
            <p:spPr bwMode="auto">
              <a:xfrm>
                <a:off x="2291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2" name="Freeform 2734"/>
              <p:cNvSpPr>
                <a:spLocks/>
              </p:cNvSpPr>
              <p:nvPr/>
            </p:nvSpPr>
            <p:spPr bwMode="auto">
              <a:xfrm>
                <a:off x="2416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3" name="Freeform 2735"/>
              <p:cNvSpPr>
                <a:spLocks/>
              </p:cNvSpPr>
              <p:nvPr/>
            </p:nvSpPr>
            <p:spPr bwMode="auto">
              <a:xfrm>
                <a:off x="2255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4" name="Freeform 2736"/>
              <p:cNvSpPr>
                <a:spLocks/>
              </p:cNvSpPr>
              <p:nvPr/>
            </p:nvSpPr>
            <p:spPr bwMode="auto">
              <a:xfrm>
                <a:off x="2225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5" name="Freeform 2737"/>
              <p:cNvSpPr>
                <a:spLocks/>
              </p:cNvSpPr>
              <p:nvPr/>
            </p:nvSpPr>
            <p:spPr bwMode="auto">
              <a:xfrm>
                <a:off x="219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6" name="Freeform 2738"/>
              <p:cNvSpPr>
                <a:spLocks/>
              </p:cNvSpPr>
              <p:nvPr/>
            </p:nvSpPr>
            <p:spPr bwMode="auto">
              <a:xfrm>
                <a:off x="2386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7" name="Freeform 2739"/>
              <p:cNvSpPr>
                <a:spLocks/>
              </p:cNvSpPr>
              <p:nvPr/>
            </p:nvSpPr>
            <p:spPr bwMode="auto">
              <a:xfrm>
                <a:off x="2333" y="195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8" name="Freeform 2740"/>
              <p:cNvSpPr>
                <a:spLocks/>
              </p:cNvSpPr>
              <p:nvPr/>
            </p:nvSpPr>
            <p:spPr bwMode="auto">
              <a:xfrm>
                <a:off x="2524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29" name="Freeform 2741"/>
              <p:cNvSpPr>
                <a:spLocks/>
              </p:cNvSpPr>
              <p:nvPr/>
            </p:nvSpPr>
            <p:spPr bwMode="auto">
              <a:xfrm>
                <a:off x="2297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0" name="Freeform 2742"/>
              <p:cNvSpPr>
                <a:spLocks/>
              </p:cNvSpPr>
              <p:nvPr/>
            </p:nvSpPr>
            <p:spPr bwMode="auto">
              <a:xfrm>
                <a:off x="2333" y="2066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1" name="Freeform 2743"/>
              <p:cNvSpPr>
                <a:spLocks/>
              </p:cNvSpPr>
              <p:nvPr/>
            </p:nvSpPr>
            <p:spPr bwMode="auto">
              <a:xfrm>
                <a:off x="2339" y="201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2" name="Freeform 2744"/>
              <p:cNvSpPr>
                <a:spLocks/>
              </p:cNvSpPr>
              <p:nvPr/>
            </p:nvSpPr>
            <p:spPr bwMode="auto">
              <a:xfrm>
                <a:off x="2183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3" name="Freeform 2745"/>
              <p:cNvSpPr>
                <a:spLocks/>
              </p:cNvSpPr>
              <p:nvPr/>
            </p:nvSpPr>
            <p:spPr bwMode="auto">
              <a:xfrm>
                <a:off x="2285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4" name="Freeform 2746"/>
              <p:cNvSpPr>
                <a:spLocks/>
              </p:cNvSpPr>
              <p:nvPr/>
            </p:nvSpPr>
            <p:spPr bwMode="auto">
              <a:xfrm>
                <a:off x="2344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5" name="Freeform 2747"/>
              <p:cNvSpPr>
                <a:spLocks/>
              </p:cNvSpPr>
              <p:nvPr/>
            </p:nvSpPr>
            <p:spPr bwMode="auto">
              <a:xfrm>
                <a:off x="2207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6" name="Freeform 2748"/>
              <p:cNvSpPr>
                <a:spLocks/>
              </p:cNvSpPr>
              <p:nvPr/>
            </p:nvSpPr>
            <p:spPr bwMode="auto">
              <a:xfrm>
                <a:off x="2452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7" name="Freeform 2749"/>
              <p:cNvSpPr>
                <a:spLocks/>
              </p:cNvSpPr>
              <p:nvPr/>
            </p:nvSpPr>
            <p:spPr bwMode="auto">
              <a:xfrm>
                <a:off x="2883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8" name="Freeform 2750"/>
              <p:cNvSpPr>
                <a:spLocks/>
              </p:cNvSpPr>
              <p:nvPr/>
            </p:nvSpPr>
            <p:spPr bwMode="auto">
              <a:xfrm>
                <a:off x="2315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39" name="Freeform 2751"/>
              <p:cNvSpPr>
                <a:spLocks/>
              </p:cNvSpPr>
              <p:nvPr/>
            </p:nvSpPr>
            <p:spPr bwMode="auto">
              <a:xfrm>
                <a:off x="2153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0" name="Freeform 2752"/>
              <p:cNvSpPr>
                <a:spLocks/>
              </p:cNvSpPr>
              <p:nvPr/>
            </p:nvSpPr>
            <p:spPr bwMode="auto">
              <a:xfrm>
                <a:off x="2009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1" name="Freeform 2753"/>
              <p:cNvSpPr>
                <a:spLocks/>
              </p:cNvSpPr>
              <p:nvPr/>
            </p:nvSpPr>
            <p:spPr bwMode="auto">
              <a:xfrm>
                <a:off x="2273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2" name="Freeform 2754"/>
              <p:cNvSpPr>
                <a:spLocks/>
              </p:cNvSpPr>
              <p:nvPr/>
            </p:nvSpPr>
            <p:spPr bwMode="auto">
              <a:xfrm>
                <a:off x="2458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3" name="Freeform 2755"/>
              <p:cNvSpPr>
                <a:spLocks/>
              </p:cNvSpPr>
              <p:nvPr/>
            </p:nvSpPr>
            <p:spPr bwMode="auto">
              <a:xfrm>
                <a:off x="2255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4" name="Freeform 2756"/>
              <p:cNvSpPr>
                <a:spLocks/>
              </p:cNvSpPr>
              <p:nvPr/>
            </p:nvSpPr>
            <p:spPr bwMode="auto">
              <a:xfrm>
                <a:off x="2452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5" name="Freeform 2757"/>
              <p:cNvSpPr>
                <a:spLocks/>
              </p:cNvSpPr>
              <p:nvPr/>
            </p:nvSpPr>
            <p:spPr bwMode="auto">
              <a:xfrm>
                <a:off x="2033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6" name="Freeform 2758"/>
              <p:cNvSpPr>
                <a:spLocks/>
              </p:cNvSpPr>
              <p:nvPr/>
            </p:nvSpPr>
            <p:spPr bwMode="auto">
              <a:xfrm>
                <a:off x="2488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7" name="Freeform 2759"/>
              <p:cNvSpPr>
                <a:spLocks/>
              </p:cNvSpPr>
              <p:nvPr/>
            </p:nvSpPr>
            <p:spPr bwMode="auto">
              <a:xfrm>
                <a:off x="2189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8" name="Freeform 2760"/>
              <p:cNvSpPr>
                <a:spLocks/>
              </p:cNvSpPr>
              <p:nvPr/>
            </p:nvSpPr>
            <p:spPr bwMode="auto">
              <a:xfrm>
                <a:off x="2428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49" name="Freeform 2761"/>
              <p:cNvSpPr>
                <a:spLocks/>
              </p:cNvSpPr>
              <p:nvPr/>
            </p:nvSpPr>
            <p:spPr bwMode="auto">
              <a:xfrm>
                <a:off x="2350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50" name="Freeform 2762"/>
              <p:cNvSpPr>
                <a:spLocks/>
              </p:cNvSpPr>
              <p:nvPr/>
            </p:nvSpPr>
            <p:spPr bwMode="auto">
              <a:xfrm>
                <a:off x="2458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51" name="Freeform 2763"/>
              <p:cNvSpPr>
                <a:spLocks/>
              </p:cNvSpPr>
              <p:nvPr/>
            </p:nvSpPr>
            <p:spPr bwMode="auto">
              <a:xfrm>
                <a:off x="2243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52" name="Freeform 2764"/>
              <p:cNvSpPr>
                <a:spLocks/>
              </p:cNvSpPr>
              <p:nvPr/>
            </p:nvSpPr>
            <p:spPr bwMode="auto">
              <a:xfrm>
                <a:off x="2446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53" name="Freeform 2765"/>
              <p:cNvSpPr>
                <a:spLocks/>
              </p:cNvSpPr>
              <p:nvPr/>
            </p:nvSpPr>
            <p:spPr bwMode="auto">
              <a:xfrm>
                <a:off x="2362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54" name="Freeform 2766"/>
              <p:cNvSpPr>
                <a:spLocks/>
              </p:cNvSpPr>
              <p:nvPr/>
            </p:nvSpPr>
            <p:spPr bwMode="auto">
              <a:xfrm>
                <a:off x="2279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55" name="Freeform 2767"/>
              <p:cNvSpPr>
                <a:spLocks/>
              </p:cNvSpPr>
              <p:nvPr/>
            </p:nvSpPr>
            <p:spPr bwMode="auto">
              <a:xfrm>
                <a:off x="2321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56" name="Freeform 2768"/>
              <p:cNvSpPr>
                <a:spLocks/>
              </p:cNvSpPr>
              <p:nvPr/>
            </p:nvSpPr>
            <p:spPr bwMode="auto">
              <a:xfrm>
                <a:off x="2267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57" name="Freeform 2769"/>
              <p:cNvSpPr>
                <a:spLocks/>
              </p:cNvSpPr>
              <p:nvPr/>
            </p:nvSpPr>
            <p:spPr bwMode="auto">
              <a:xfrm>
                <a:off x="2249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58" name="Freeform 2770"/>
              <p:cNvSpPr>
                <a:spLocks/>
              </p:cNvSpPr>
              <p:nvPr/>
            </p:nvSpPr>
            <p:spPr bwMode="auto">
              <a:xfrm>
                <a:off x="2440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59" name="Freeform 2771"/>
              <p:cNvSpPr>
                <a:spLocks/>
              </p:cNvSpPr>
              <p:nvPr/>
            </p:nvSpPr>
            <p:spPr bwMode="auto">
              <a:xfrm>
                <a:off x="2141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0" name="Freeform 2772"/>
              <p:cNvSpPr>
                <a:spLocks/>
              </p:cNvSpPr>
              <p:nvPr/>
            </p:nvSpPr>
            <p:spPr bwMode="auto">
              <a:xfrm>
                <a:off x="2398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1" name="Freeform 2773"/>
              <p:cNvSpPr>
                <a:spLocks/>
              </p:cNvSpPr>
              <p:nvPr/>
            </p:nvSpPr>
            <p:spPr bwMode="auto">
              <a:xfrm>
                <a:off x="2225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2" name="Freeform 2774"/>
              <p:cNvSpPr>
                <a:spLocks/>
              </p:cNvSpPr>
              <p:nvPr/>
            </p:nvSpPr>
            <p:spPr bwMode="auto">
              <a:xfrm>
                <a:off x="2075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3" name="Freeform 2775"/>
              <p:cNvSpPr>
                <a:spLocks/>
              </p:cNvSpPr>
              <p:nvPr/>
            </p:nvSpPr>
            <p:spPr bwMode="auto">
              <a:xfrm>
                <a:off x="2159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4" name="Freeform 2776"/>
              <p:cNvSpPr>
                <a:spLocks/>
              </p:cNvSpPr>
              <p:nvPr/>
            </p:nvSpPr>
            <p:spPr bwMode="auto">
              <a:xfrm>
                <a:off x="2183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5" name="Freeform 2777"/>
              <p:cNvSpPr>
                <a:spLocks/>
              </p:cNvSpPr>
              <p:nvPr/>
            </p:nvSpPr>
            <p:spPr bwMode="auto">
              <a:xfrm>
                <a:off x="2350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6" name="Freeform 2778"/>
              <p:cNvSpPr>
                <a:spLocks/>
              </p:cNvSpPr>
              <p:nvPr/>
            </p:nvSpPr>
            <p:spPr bwMode="auto">
              <a:xfrm>
                <a:off x="2093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7" name="Freeform 2779"/>
              <p:cNvSpPr>
                <a:spLocks/>
              </p:cNvSpPr>
              <p:nvPr/>
            </p:nvSpPr>
            <p:spPr bwMode="auto">
              <a:xfrm>
                <a:off x="2434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8" name="Freeform 2780"/>
              <p:cNvSpPr>
                <a:spLocks/>
              </p:cNvSpPr>
              <p:nvPr/>
            </p:nvSpPr>
            <p:spPr bwMode="auto">
              <a:xfrm>
                <a:off x="2392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69" name="Freeform 2781"/>
              <p:cNvSpPr>
                <a:spLocks/>
              </p:cNvSpPr>
              <p:nvPr/>
            </p:nvSpPr>
            <p:spPr bwMode="auto">
              <a:xfrm>
                <a:off x="2344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0" name="Freeform 2782"/>
              <p:cNvSpPr>
                <a:spLocks/>
              </p:cNvSpPr>
              <p:nvPr/>
            </p:nvSpPr>
            <p:spPr bwMode="auto">
              <a:xfrm>
                <a:off x="2201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1" name="Freeform 2783"/>
              <p:cNvSpPr>
                <a:spLocks/>
              </p:cNvSpPr>
              <p:nvPr/>
            </p:nvSpPr>
            <p:spPr bwMode="auto">
              <a:xfrm>
                <a:off x="2500" y="18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2" name="Freeform 2784"/>
              <p:cNvSpPr>
                <a:spLocks/>
              </p:cNvSpPr>
              <p:nvPr/>
            </p:nvSpPr>
            <p:spPr bwMode="auto">
              <a:xfrm>
                <a:off x="2285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3" name="Freeform 2785"/>
              <p:cNvSpPr>
                <a:spLocks/>
              </p:cNvSpPr>
              <p:nvPr/>
            </p:nvSpPr>
            <p:spPr bwMode="auto">
              <a:xfrm>
                <a:off x="2333" y="219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4" name="Freeform 2786"/>
              <p:cNvSpPr>
                <a:spLocks/>
              </p:cNvSpPr>
              <p:nvPr/>
            </p:nvSpPr>
            <p:spPr bwMode="auto">
              <a:xfrm>
                <a:off x="2327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5" name="Freeform 2787"/>
              <p:cNvSpPr>
                <a:spLocks/>
              </p:cNvSpPr>
              <p:nvPr/>
            </p:nvSpPr>
            <p:spPr bwMode="auto">
              <a:xfrm>
                <a:off x="2446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6" name="Freeform 2788"/>
              <p:cNvSpPr>
                <a:spLocks/>
              </p:cNvSpPr>
              <p:nvPr/>
            </p:nvSpPr>
            <p:spPr bwMode="auto">
              <a:xfrm>
                <a:off x="2356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7" name="Freeform 2789"/>
              <p:cNvSpPr>
                <a:spLocks/>
              </p:cNvSpPr>
              <p:nvPr/>
            </p:nvSpPr>
            <p:spPr bwMode="auto">
              <a:xfrm>
                <a:off x="2279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8" name="Freeform 2790"/>
              <p:cNvSpPr>
                <a:spLocks/>
              </p:cNvSpPr>
              <p:nvPr/>
            </p:nvSpPr>
            <p:spPr bwMode="auto">
              <a:xfrm>
                <a:off x="2285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79" name="Freeform 2791"/>
              <p:cNvSpPr>
                <a:spLocks/>
              </p:cNvSpPr>
              <p:nvPr/>
            </p:nvSpPr>
            <p:spPr bwMode="auto">
              <a:xfrm>
                <a:off x="2548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0" name="Freeform 2792"/>
              <p:cNvSpPr>
                <a:spLocks/>
              </p:cNvSpPr>
              <p:nvPr/>
            </p:nvSpPr>
            <p:spPr bwMode="auto">
              <a:xfrm>
                <a:off x="2087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1" name="Freeform 2793"/>
              <p:cNvSpPr>
                <a:spLocks/>
              </p:cNvSpPr>
              <p:nvPr/>
            </p:nvSpPr>
            <p:spPr bwMode="auto">
              <a:xfrm>
                <a:off x="2105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2" name="Freeform 2794"/>
              <p:cNvSpPr>
                <a:spLocks/>
              </p:cNvSpPr>
              <p:nvPr/>
            </p:nvSpPr>
            <p:spPr bwMode="auto">
              <a:xfrm>
                <a:off x="2392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3" name="Freeform 2795"/>
              <p:cNvSpPr>
                <a:spLocks/>
              </p:cNvSpPr>
              <p:nvPr/>
            </p:nvSpPr>
            <p:spPr bwMode="auto">
              <a:xfrm>
                <a:off x="2368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4" name="Freeform 2796"/>
              <p:cNvSpPr>
                <a:spLocks/>
              </p:cNvSpPr>
              <p:nvPr/>
            </p:nvSpPr>
            <p:spPr bwMode="auto">
              <a:xfrm>
                <a:off x="2177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5" name="Freeform 2797"/>
              <p:cNvSpPr>
                <a:spLocks/>
              </p:cNvSpPr>
              <p:nvPr/>
            </p:nvSpPr>
            <p:spPr bwMode="auto">
              <a:xfrm>
                <a:off x="2291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6" name="Freeform 2798"/>
              <p:cNvSpPr>
                <a:spLocks/>
              </p:cNvSpPr>
              <p:nvPr/>
            </p:nvSpPr>
            <p:spPr bwMode="auto">
              <a:xfrm>
                <a:off x="232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7" name="Freeform 2799"/>
              <p:cNvSpPr>
                <a:spLocks/>
              </p:cNvSpPr>
              <p:nvPr/>
            </p:nvSpPr>
            <p:spPr bwMode="auto">
              <a:xfrm>
                <a:off x="2225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8" name="Freeform 2800"/>
              <p:cNvSpPr>
                <a:spLocks/>
              </p:cNvSpPr>
              <p:nvPr/>
            </p:nvSpPr>
            <p:spPr bwMode="auto">
              <a:xfrm>
                <a:off x="2542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89" name="Freeform 2801"/>
              <p:cNvSpPr>
                <a:spLocks/>
              </p:cNvSpPr>
              <p:nvPr/>
            </p:nvSpPr>
            <p:spPr bwMode="auto">
              <a:xfrm>
                <a:off x="2285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0" name="Freeform 2802"/>
              <p:cNvSpPr>
                <a:spLocks/>
              </p:cNvSpPr>
              <p:nvPr/>
            </p:nvSpPr>
            <p:spPr bwMode="auto">
              <a:xfrm>
                <a:off x="2368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1" name="Freeform 2803"/>
              <p:cNvSpPr>
                <a:spLocks/>
              </p:cNvSpPr>
              <p:nvPr/>
            </p:nvSpPr>
            <p:spPr bwMode="auto">
              <a:xfrm>
                <a:off x="2315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2" name="Freeform 2804"/>
              <p:cNvSpPr>
                <a:spLocks/>
              </p:cNvSpPr>
              <p:nvPr/>
            </p:nvSpPr>
            <p:spPr bwMode="auto">
              <a:xfrm>
                <a:off x="2339" y="227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3" name="Freeform 2805"/>
              <p:cNvSpPr>
                <a:spLocks/>
              </p:cNvSpPr>
              <p:nvPr/>
            </p:nvSpPr>
            <p:spPr bwMode="auto">
              <a:xfrm>
                <a:off x="2380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4" name="Freeform 2806"/>
              <p:cNvSpPr>
                <a:spLocks/>
              </p:cNvSpPr>
              <p:nvPr/>
            </p:nvSpPr>
            <p:spPr bwMode="auto">
              <a:xfrm>
                <a:off x="2686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5" name="Freeform 2807"/>
              <p:cNvSpPr>
                <a:spLocks/>
              </p:cNvSpPr>
              <p:nvPr/>
            </p:nvSpPr>
            <p:spPr bwMode="auto">
              <a:xfrm>
                <a:off x="2470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6" name="Freeform 2808"/>
              <p:cNvSpPr>
                <a:spLocks/>
              </p:cNvSpPr>
              <p:nvPr/>
            </p:nvSpPr>
            <p:spPr bwMode="auto">
              <a:xfrm>
                <a:off x="2979" y="18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7" name="Freeform 2809"/>
              <p:cNvSpPr>
                <a:spLocks/>
              </p:cNvSpPr>
              <p:nvPr/>
            </p:nvSpPr>
            <p:spPr bwMode="auto">
              <a:xfrm>
                <a:off x="2608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8" name="Freeform 2810"/>
              <p:cNvSpPr>
                <a:spLocks/>
              </p:cNvSpPr>
              <p:nvPr/>
            </p:nvSpPr>
            <p:spPr bwMode="auto">
              <a:xfrm>
                <a:off x="2434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799" name="Freeform 2811"/>
              <p:cNvSpPr>
                <a:spLocks/>
              </p:cNvSpPr>
              <p:nvPr/>
            </p:nvSpPr>
            <p:spPr bwMode="auto">
              <a:xfrm>
                <a:off x="2165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00" name="Freeform 2812"/>
              <p:cNvSpPr>
                <a:spLocks/>
              </p:cNvSpPr>
              <p:nvPr/>
            </p:nvSpPr>
            <p:spPr bwMode="auto">
              <a:xfrm>
                <a:off x="2171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01" name="Freeform 2813"/>
              <p:cNvSpPr>
                <a:spLocks/>
              </p:cNvSpPr>
              <p:nvPr/>
            </p:nvSpPr>
            <p:spPr bwMode="auto">
              <a:xfrm>
                <a:off x="2153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02" name="Freeform 2814"/>
              <p:cNvSpPr>
                <a:spLocks/>
              </p:cNvSpPr>
              <p:nvPr/>
            </p:nvSpPr>
            <p:spPr bwMode="auto">
              <a:xfrm>
                <a:off x="2404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03" name="Freeform 2815"/>
              <p:cNvSpPr>
                <a:spLocks/>
              </p:cNvSpPr>
              <p:nvPr/>
            </p:nvSpPr>
            <p:spPr bwMode="auto">
              <a:xfrm>
                <a:off x="2171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04" name="Freeform 2816"/>
              <p:cNvSpPr>
                <a:spLocks/>
              </p:cNvSpPr>
              <p:nvPr/>
            </p:nvSpPr>
            <p:spPr bwMode="auto">
              <a:xfrm>
                <a:off x="2392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805" name="Freeform 2817"/>
              <p:cNvSpPr>
                <a:spLocks/>
              </p:cNvSpPr>
              <p:nvPr/>
            </p:nvSpPr>
            <p:spPr bwMode="auto">
              <a:xfrm>
                <a:off x="2374" y="17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8" name="Group 3019"/>
            <p:cNvGrpSpPr>
              <a:grpSpLocks/>
            </p:cNvGrpSpPr>
            <p:nvPr/>
          </p:nvGrpSpPr>
          <p:grpSpPr bwMode="auto">
            <a:xfrm>
              <a:off x="1931" y="1521"/>
              <a:ext cx="1096" cy="1227"/>
              <a:chOff x="1931" y="1521"/>
              <a:chExt cx="1096" cy="1227"/>
            </a:xfrm>
          </p:grpSpPr>
          <p:sp>
            <p:nvSpPr>
              <p:cNvPr id="60406" name="Freeform 2819"/>
              <p:cNvSpPr>
                <a:spLocks/>
              </p:cNvSpPr>
              <p:nvPr/>
            </p:nvSpPr>
            <p:spPr bwMode="auto">
              <a:xfrm>
                <a:off x="2321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07" name="Freeform 2820"/>
              <p:cNvSpPr>
                <a:spLocks/>
              </p:cNvSpPr>
              <p:nvPr/>
            </p:nvSpPr>
            <p:spPr bwMode="auto">
              <a:xfrm>
                <a:off x="2464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08" name="Freeform 2821"/>
              <p:cNvSpPr>
                <a:spLocks/>
              </p:cNvSpPr>
              <p:nvPr/>
            </p:nvSpPr>
            <p:spPr bwMode="auto">
              <a:xfrm>
                <a:off x="2219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09" name="Freeform 2822"/>
              <p:cNvSpPr>
                <a:spLocks/>
              </p:cNvSpPr>
              <p:nvPr/>
            </p:nvSpPr>
            <p:spPr bwMode="auto">
              <a:xfrm>
                <a:off x="2327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0" name="Freeform 2823"/>
              <p:cNvSpPr>
                <a:spLocks/>
              </p:cNvSpPr>
              <p:nvPr/>
            </p:nvSpPr>
            <p:spPr bwMode="auto">
              <a:xfrm>
                <a:off x="2315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1" name="Freeform 2824"/>
              <p:cNvSpPr>
                <a:spLocks/>
              </p:cNvSpPr>
              <p:nvPr/>
            </p:nvSpPr>
            <p:spPr bwMode="auto">
              <a:xfrm>
                <a:off x="2189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2" name="Freeform 2825"/>
              <p:cNvSpPr>
                <a:spLocks/>
              </p:cNvSpPr>
              <p:nvPr/>
            </p:nvSpPr>
            <p:spPr bwMode="auto">
              <a:xfrm>
                <a:off x="2470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3" name="Freeform 2826"/>
              <p:cNvSpPr>
                <a:spLocks/>
              </p:cNvSpPr>
              <p:nvPr/>
            </p:nvSpPr>
            <p:spPr bwMode="auto">
              <a:xfrm>
                <a:off x="2327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4" name="Freeform 2827"/>
              <p:cNvSpPr>
                <a:spLocks/>
              </p:cNvSpPr>
              <p:nvPr/>
            </p:nvSpPr>
            <p:spPr bwMode="auto">
              <a:xfrm>
                <a:off x="2195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5" name="Freeform 2828"/>
              <p:cNvSpPr>
                <a:spLocks/>
              </p:cNvSpPr>
              <p:nvPr/>
            </p:nvSpPr>
            <p:spPr bwMode="auto">
              <a:xfrm>
                <a:off x="2380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6" name="Freeform 2829"/>
              <p:cNvSpPr>
                <a:spLocks/>
              </p:cNvSpPr>
              <p:nvPr/>
            </p:nvSpPr>
            <p:spPr bwMode="auto">
              <a:xfrm>
                <a:off x="2356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7" name="Freeform 2830"/>
              <p:cNvSpPr>
                <a:spLocks/>
              </p:cNvSpPr>
              <p:nvPr/>
            </p:nvSpPr>
            <p:spPr bwMode="auto">
              <a:xfrm>
                <a:off x="2153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8" name="Freeform 2831"/>
              <p:cNvSpPr>
                <a:spLocks/>
              </p:cNvSpPr>
              <p:nvPr/>
            </p:nvSpPr>
            <p:spPr bwMode="auto">
              <a:xfrm>
                <a:off x="2237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19" name="Freeform 2832"/>
              <p:cNvSpPr>
                <a:spLocks/>
              </p:cNvSpPr>
              <p:nvPr/>
            </p:nvSpPr>
            <p:spPr bwMode="auto">
              <a:xfrm>
                <a:off x="2159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0" name="Freeform 2833"/>
              <p:cNvSpPr>
                <a:spLocks/>
              </p:cNvSpPr>
              <p:nvPr/>
            </p:nvSpPr>
            <p:spPr bwMode="auto">
              <a:xfrm>
                <a:off x="2261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1" name="Freeform 2834"/>
              <p:cNvSpPr>
                <a:spLocks/>
              </p:cNvSpPr>
              <p:nvPr/>
            </p:nvSpPr>
            <p:spPr bwMode="auto">
              <a:xfrm>
                <a:off x="2303" y="23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2" name="Freeform 2835"/>
              <p:cNvSpPr>
                <a:spLocks/>
              </p:cNvSpPr>
              <p:nvPr/>
            </p:nvSpPr>
            <p:spPr bwMode="auto">
              <a:xfrm>
                <a:off x="2339" y="2060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3" name="Freeform 2836"/>
              <p:cNvSpPr>
                <a:spLocks/>
              </p:cNvSpPr>
              <p:nvPr/>
            </p:nvSpPr>
            <p:spPr bwMode="auto">
              <a:xfrm>
                <a:off x="2362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4" name="Freeform 2837"/>
              <p:cNvSpPr>
                <a:spLocks/>
              </p:cNvSpPr>
              <p:nvPr/>
            </p:nvSpPr>
            <p:spPr bwMode="auto">
              <a:xfrm>
                <a:off x="2350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5" name="Freeform 2838"/>
              <p:cNvSpPr>
                <a:spLocks/>
              </p:cNvSpPr>
              <p:nvPr/>
            </p:nvSpPr>
            <p:spPr bwMode="auto">
              <a:xfrm>
                <a:off x="2135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6" name="Freeform 2839"/>
              <p:cNvSpPr>
                <a:spLocks/>
              </p:cNvSpPr>
              <p:nvPr/>
            </p:nvSpPr>
            <p:spPr bwMode="auto">
              <a:xfrm>
                <a:off x="2243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7" name="Freeform 2840"/>
              <p:cNvSpPr>
                <a:spLocks/>
              </p:cNvSpPr>
              <p:nvPr/>
            </p:nvSpPr>
            <p:spPr bwMode="auto">
              <a:xfrm>
                <a:off x="2297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8" name="Freeform 2841"/>
              <p:cNvSpPr>
                <a:spLocks/>
              </p:cNvSpPr>
              <p:nvPr/>
            </p:nvSpPr>
            <p:spPr bwMode="auto">
              <a:xfrm>
                <a:off x="2189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29" name="Freeform 2842"/>
              <p:cNvSpPr>
                <a:spLocks/>
              </p:cNvSpPr>
              <p:nvPr/>
            </p:nvSpPr>
            <p:spPr bwMode="auto">
              <a:xfrm>
                <a:off x="2386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0" name="Freeform 2843"/>
              <p:cNvSpPr>
                <a:spLocks/>
              </p:cNvSpPr>
              <p:nvPr/>
            </p:nvSpPr>
            <p:spPr bwMode="auto">
              <a:xfrm>
                <a:off x="2081" y="25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1" name="Freeform 2844"/>
              <p:cNvSpPr>
                <a:spLocks/>
              </p:cNvSpPr>
              <p:nvPr/>
            </p:nvSpPr>
            <p:spPr bwMode="auto">
              <a:xfrm>
                <a:off x="2368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2" name="Freeform 2845"/>
              <p:cNvSpPr>
                <a:spLocks/>
              </p:cNvSpPr>
              <p:nvPr/>
            </p:nvSpPr>
            <p:spPr bwMode="auto">
              <a:xfrm>
                <a:off x="2135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3" name="Freeform 2846"/>
              <p:cNvSpPr>
                <a:spLocks/>
              </p:cNvSpPr>
              <p:nvPr/>
            </p:nvSpPr>
            <p:spPr bwMode="auto">
              <a:xfrm>
                <a:off x="2207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4" name="Freeform 2847"/>
              <p:cNvSpPr>
                <a:spLocks/>
              </p:cNvSpPr>
              <p:nvPr/>
            </p:nvSpPr>
            <p:spPr bwMode="auto">
              <a:xfrm>
                <a:off x="2356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5" name="Freeform 2848"/>
              <p:cNvSpPr>
                <a:spLocks/>
              </p:cNvSpPr>
              <p:nvPr/>
            </p:nvSpPr>
            <p:spPr bwMode="auto">
              <a:xfrm>
                <a:off x="2494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6" name="Freeform 2849"/>
              <p:cNvSpPr>
                <a:spLocks/>
              </p:cNvSpPr>
              <p:nvPr/>
            </p:nvSpPr>
            <p:spPr bwMode="auto">
              <a:xfrm>
                <a:off x="2422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7" name="Freeform 2850"/>
              <p:cNvSpPr>
                <a:spLocks/>
              </p:cNvSpPr>
              <p:nvPr/>
            </p:nvSpPr>
            <p:spPr bwMode="auto">
              <a:xfrm>
                <a:off x="2488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8" name="Freeform 2851"/>
              <p:cNvSpPr>
                <a:spLocks/>
              </p:cNvSpPr>
              <p:nvPr/>
            </p:nvSpPr>
            <p:spPr bwMode="auto">
              <a:xfrm>
                <a:off x="2410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39" name="Freeform 2852"/>
              <p:cNvSpPr>
                <a:spLocks/>
              </p:cNvSpPr>
              <p:nvPr/>
            </p:nvSpPr>
            <p:spPr bwMode="auto">
              <a:xfrm>
                <a:off x="2165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0" name="Freeform 2853"/>
              <p:cNvSpPr>
                <a:spLocks/>
              </p:cNvSpPr>
              <p:nvPr/>
            </p:nvSpPr>
            <p:spPr bwMode="auto">
              <a:xfrm>
                <a:off x="2243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1" name="Freeform 2854"/>
              <p:cNvSpPr>
                <a:spLocks/>
              </p:cNvSpPr>
              <p:nvPr/>
            </p:nvSpPr>
            <p:spPr bwMode="auto">
              <a:xfrm>
                <a:off x="229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2" name="Freeform 2855"/>
              <p:cNvSpPr>
                <a:spLocks/>
              </p:cNvSpPr>
              <p:nvPr/>
            </p:nvSpPr>
            <p:spPr bwMode="auto">
              <a:xfrm>
                <a:off x="2422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3" name="Freeform 2856"/>
              <p:cNvSpPr>
                <a:spLocks/>
              </p:cNvSpPr>
              <p:nvPr/>
            </p:nvSpPr>
            <p:spPr bwMode="auto">
              <a:xfrm>
                <a:off x="2339" y="195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4" name="Freeform 2857"/>
              <p:cNvSpPr>
                <a:spLocks/>
              </p:cNvSpPr>
              <p:nvPr/>
            </p:nvSpPr>
            <p:spPr bwMode="auto">
              <a:xfrm>
                <a:off x="2285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5" name="Freeform 2858"/>
              <p:cNvSpPr>
                <a:spLocks/>
              </p:cNvSpPr>
              <p:nvPr/>
            </p:nvSpPr>
            <p:spPr bwMode="auto">
              <a:xfrm>
                <a:off x="2219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6" name="Freeform 2859"/>
              <p:cNvSpPr>
                <a:spLocks/>
              </p:cNvSpPr>
              <p:nvPr/>
            </p:nvSpPr>
            <p:spPr bwMode="auto">
              <a:xfrm>
                <a:off x="2309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7" name="Freeform 2860"/>
              <p:cNvSpPr>
                <a:spLocks/>
              </p:cNvSpPr>
              <p:nvPr/>
            </p:nvSpPr>
            <p:spPr bwMode="auto">
              <a:xfrm>
                <a:off x="2195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8" name="Freeform 2861"/>
              <p:cNvSpPr>
                <a:spLocks/>
              </p:cNvSpPr>
              <p:nvPr/>
            </p:nvSpPr>
            <p:spPr bwMode="auto">
              <a:xfrm>
                <a:off x="2386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49" name="Freeform 2862"/>
              <p:cNvSpPr>
                <a:spLocks/>
              </p:cNvSpPr>
              <p:nvPr/>
            </p:nvSpPr>
            <p:spPr bwMode="auto">
              <a:xfrm>
                <a:off x="2350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0" name="Freeform 2863"/>
              <p:cNvSpPr>
                <a:spLocks/>
              </p:cNvSpPr>
              <p:nvPr/>
            </p:nvSpPr>
            <p:spPr bwMode="auto">
              <a:xfrm>
                <a:off x="2153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1" name="Freeform 2864"/>
              <p:cNvSpPr>
                <a:spLocks/>
              </p:cNvSpPr>
              <p:nvPr/>
            </p:nvSpPr>
            <p:spPr bwMode="auto">
              <a:xfrm>
                <a:off x="2362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2" name="Freeform 2865"/>
              <p:cNvSpPr>
                <a:spLocks/>
              </p:cNvSpPr>
              <p:nvPr/>
            </p:nvSpPr>
            <p:spPr bwMode="auto">
              <a:xfrm>
                <a:off x="2255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3" name="Freeform 2866"/>
              <p:cNvSpPr>
                <a:spLocks/>
              </p:cNvSpPr>
              <p:nvPr/>
            </p:nvSpPr>
            <p:spPr bwMode="auto">
              <a:xfrm>
                <a:off x="2303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4" name="Freeform 2867"/>
              <p:cNvSpPr>
                <a:spLocks/>
              </p:cNvSpPr>
              <p:nvPr/>
            </p:nvSpPr>
            <p:spPr bwMode="auto">
              <a:xfrm>
                <a:off x="2231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5" name="Freeform 2868"/>
              <p:cNvSpPr>
                <a:spLocks/>
              </p:cNvSpPr>
              <p:nvPr/>
            </p:nvSpPr>
            <p:spPr bwMode="auto">
              <a:xfrm>
                <a:off x="2410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6" name="Freeform 2869"/>
              <p:cNvSpPr>
                <a:spLocks/>
              </p:cNvSpPr>
              <p:nvPr/>
            </p:nvSpPr>
            <p:spPr bwMode="auto">
              <a:xfrm>
                <a:off x="2380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7" name="Freeform 2870"/>
              <p:cNvSpPr>
                <a:spLocks/>
              </p:cNvSpPr>
              <p:nvPr/>
            </p:nvSpPr>
            <p:spPr bwMode="auto">
              <a:xfrm>
                <a:off x="2398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8" name="Freeform 2871"/>
              <p:cNvSpPr>
                <a:spLocks/>
              </p:cNvSpPr>
              <p:nvPr/>
            </p:nvSpPr>
            <p:spPr bwMode="auto">
              <a:xfrm>
                <a:off x="2297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59" name="Freeform 2872"/>
              <p:cNvSpPr>
                <a:spLocks/>
              </p:cNvSpPr>
              <p:nvPr/>
            </p:nvSpPr>
            <p:spPr bwMode="auto">
              <a:xfrm>
                <a:off x="2380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0" name="Freeform 2873"/>
              <p:cNvSpPr>
                <a:spLocks/>
              </p:cNvSpPr>
              <p:nvPr/>
            </p:nvSpPr>
            <p:spPr bwMode="auto">
              <a:xfrm>
                <a:off x="2321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1" name="Freeform 2874"/>
              <p:cNvSpPr>
                <a:spLocks/>
              </p:cNvSpPr>
              <p:nvPr/>
            </p:nvSpPr>
            <p:spPr bwMode="auto">
              <a:xfrm>
                <a:off x="2303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2" name="Freeform 2875"/>
              <p:cNvSpPr>
                <a:spLocks/>
              </p:cNvSpPr>
              <p:nvPr/>
            </p:nvSpPr>
            <p:spPr bwMode="auto">
              <a:xfrm>
                <a:off x="2350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3" name="Freeform 2876"/>
              <p:cNvSpPr>
                <a:spLocks/>
              </p:cNvSpPr>
              <p:nvPr/>
            </p:nvSpPr>
            <p:spPr bwMode="auto">
              <a:xfrm>
                <a:off x="2117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4" name="Freeform 2877"/>
              <p:cNvSpPr>
                <a:spLocks/>
              </p:cNvSpPr>
              <p:nvPr/>
            </p:nvSpPr>
            <p:spPr bwMode="auto">
              <a:xfrm>
                <a:off x="2315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5" name="Freeform 2878"/>
              <p:cNvSpPr>
                <a:spLocks/>
              </p:cNvSpPr>
              <p:nvPr/>
            </p:nvSpPr>
            <p:spPr bwMode="auto">
              <a:xfrm>
                <a:off x="2243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6" name="Freeform 2879"/>
              <p:cNvSpPr>
                <a:spLocks/>
              </p:cNvSpPr>
              <p:nvPr/>
            </p:nvSpPr>
            <p:spPr bwMode="auto">
              <a:xfrm>
                <a:off x="2368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7" name="Freeform 2880"/>
              <p:cNvSpPr>
                <a:spLocks/>
              </p:cNvSpPr>
              <p:nvPr/>
            </p:nvSpPr>
            <p:spPr bwMode="auto">
              <a:xfrm>
                <a:off x="2374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8" name="Freeform 2881"/>
              <p:cNvSpPr>
                <a:spLocks/>
              </p:cNvSpPr>
              <p:nvPr/>
            </p:nvSpPr>
            <p:spPr bwMode="auto">
              <a:xfrm>
                <a:off x="2350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69" name="Freeform 2882"/>
              <p:cNvSpPr>
                <a:spLocks/>
              </p:cNvSpPr>
              <p:nvPr/>
            </p:nvSpPr>
            <p:spPr bwMode="auto">
              <a:xfrm>
                <a:off x="2303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0" name="Freeform 2883"/>
              <p:cNvSpPr>
                <a:spLocks/>
              </p:cNvSpPr>
              <p:nvPr/>
            </p:nvSpPr>
            <p:spPr bwMode="auto">
              <a:xfrm>
                <a:off x="2333" y="2036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1" name="Freeform 2884"/>
              <p:cNvSpPr>
                <a:spLocks/>
              </p:cNvSpPr>
              <p:nvPr/>
            </p:nvSpPr>
            <p:spPr bwMode="auto">
              <a:xfrm>
                <a:off x="2410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2" name="Freeform 2885"/>
              <p:cNvSpPr>
                <a:spLocks/>
              </p:cNvSpPr>
              <p:nvPr/>
            </p:nvSpPr>
            <p:spPr bwMode="auto">
              <a:xfrm>
                <a:off x="229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3" name="Freeform 2886"/>
              <p:cNvSpPr>
                <a:spLocks/>
              </p:cNvSpPr>
              <p:nvPr/>
            </p:nvSpPr>
            <p:spPr bwMode="auto">
              <a:xfrm>
                <a:off x="2404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4" name="Freeform 2887"/>
              <p:cNvSpPr>
                <a:spLocks/>
              </p:cNvSpPr>
              <p:nvPr/>
            </p:nvSpPr>
            <p:spPr bwMode="auto">
              <a:xfrm>
                <a:off x="2159" y="24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5" name="Freeform 2888"/>
              <p:cNvSpPr>
                <a:spLocks/>
              </p:cNvSpPr>
              <p:nvPr/>
            </p:nvSpPr>
            <p:spPr bwMode="auto">
              <a:xfrm>
                <a:off x="2243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6" name="Freeform 2889"/>
              <p:cNvSpPr>
                <a:spLocks/>
              </p:cNvSpPr>
              <p:nvPr/>
            </p:nvSpPr>
            <p:spPr bwMode="auto">
              <a:xfrm>
                <a:off x="2321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7" name="Freeform 2890"/>
              <p:cNvSpPr>
                <a:spLocks/>
              </p:cNvSpPr>
              <p:nvPr/>
            </p:nvSpPr>
            <p:spPr bwMode="auto">
              <a:xfrm>
                <a:off x="2362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8" name="Freeform 2891"/>
              <p:cNvSpPr>
                <a:spLocks/>
              </p:cNvSpPr>
              <p:nvPr/>
            </p:nvSpPr>
            <p:spPr bwMode="auto">
              <a:xfrm>
                <a:off x="2255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79" name="Freeform 2892"/>
              <p:cNvSpPr>
                <a:spLocks/>
              </p:cNvSpPr>
              <p:nvPr/>
            </p:nvSpPr>
            <p:spPr bwMode="auto">
              <a:xfrm>
                <a:off x="2374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0" name="Freeform 2893"/>
              <p:cNvSpPr>
                <a:spLocks/>
              </p:cNvSpPr>
              <p:nvPr/>
            </p:nvSpPr>
            <p:spPr bwMode="auto">
              <a:xfrm>
                <a:off x="2195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1" name="Freeform 2894"/>
              <p:cNvSpPr>
                <a:spLocks/>
              </p:cNvSpPr>
              <p:nvPr/>
            </p:nvSpPr>
            <p:spPr bwMode="auto">
              <a:xfrm>
                <a:off x="2249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2" name="Freeform 2895"/>
              <p:cNvSpPr>
                <a:spLocks/>
              </p:cNvSpPr>
              <p:nvPr/>
            </p:nvSpPr>
            <p:spPr bwMode="auto">
              <a:xfrm>
                <a:off x="2440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3" name="Freeform 2896"/>
              <p:cNvSpPr>
                <a:spLocks/>
              </p:cNvSpPr>
              <p:nvPr/>
            </p:nvSpPr>
            <p:spPr bwMode="auto">
              <a:xfrm>
                <a:off x="2368" y="17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4" name="Freeform 2897"/>
              <p:cNvSpPr>
                <a:spLocks/>
              </p:cNvSpPr>
              <p:nvPr/>
            </p:nvSpPr>
            <p:spPr bwMode="auto">
              <a:xfrm>
                <a:off x="2177" y="23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5" name="Freeform 2898"/>
              <p:cNvSpPr>
                <a:spLocks/>
              </p:cNvSpPr>
              <p:nvPr/>
            </p:nvSpPr>
            <p:spPr bwMode="auto">
              <a:xfrm>
                <a:off x="1931" y="27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6" name="Freeform 2899"/>
              <p:cNvSpPr>
                <a:spLocks/>
              </p:cNvSpPr>
              <p:nvPr/>
            </p:nvSpPr>
            <p:spPr bwMode="auto">
              <a:xfrm>
                <a:off x="2141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7" name="Freeform 2900"/>
              <p:cNvSpPr>
                <a:spLocks/>
              </p:cNvSpPr>
              <p:nvPr/>
            </p:nvSpPr>
            <p:spPr bwMode="auto">
              <a:xfrm>
                <a:off x="232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8" name="Freeform 2901"/>
              <p:cNvSpPr>
                <a:spLocks/>
              </p:cNvSpPr>
              <p:nvPr/>
            </p:nvSpPr>
            <p:spPr bwMode="auto">
              <a:xfrm>
                <a:off x="2291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89" name="Freeform 2902"/>
              <p:cNvSpPr>
                <a:spLocks/>
              </p:cNvSpPr>
              <p:nvPr/>
            </p:nvSpPr>
            <p:spPr bwMode="auto">
              <a:xfrm>
                <a:off x="2225" y="15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0" name="Freeform 2903"/>
              <p:cNvSpPr>
                <a:spLocks/>
              </p:cNvSpPr>
              <p:nvPr/>
            </p:nvSpPr>
            <p:spPr bwMode="auto">
              <a:xfrm>
                <a:off x="2368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1" name="Freeform 2904"/>
              <p:cNvSpPr>
                <a:spLocks/>
              </p:cNvSpPr>
              <p:nvPr/>
            </p:nvSpPr>
            <p:spPr bwMode="auto">
              <a:xfrm>
                <a:off x="2255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2" name="Freeform 2905"/>
              <p:cNvSpPr>
                <a:spLocks/>
              </p:cNvSpPr>
              <p:nvPr/>
            </p:nvSpPr>
            <p:spPr bwMode="auto">
              <a:xfrm>
                <a:off x="2261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3" name="Freeform 2906"/>
              <p:cNvSpPr>
                <a:spLocks/>
              </p:cNvSpPr>
              <p:nvPr/>
            </p:nvSpPr>
            <p:spPr bwMode="auto">
              <a:xfrm>
                <a:off x="2392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4" name="Freeform 2907"/>
              <p:cNvSpPr>
                <a:spLocks/>
              </p:cNvSpPr>
              <p:nvPr/>
            </p:nvSpPr>
            <p:spPr bwMode="auto">
              <a:xfrm>
                <a:off x="2231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5" name="Freeform 2908"/>
              <p:cNvSpPr>
                <a:spLocks/>
              </p:cNvSpPr>
              <p:nvPr/>
            </p:nvSpPr>
            <p:spPr bwMode="auto">
              <a:xfrm>
                <a:off x="2350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6" name="Freeform 2909"/>
              <p:cNvSpPr>
                <a:spLocks/>
              </p:cNvSpPr>
              <p:nvPr/>
            </p:nvSpPr>
            <p:spPr bwMode="auto">
              <a:xfrm>
                <a:off x="2350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7" name="Freeform 2910"/>
              <p:cNvSpPr>
                <a:spLocks/>
              </p:cNvSpPr>
              <p:nvPr/>
            </p:nvSpPr>
            <p:spPr bwMode="auto">
              <a:xfrm>
                <a:off x="2333" y="1893"/>
                <a:ext cx="11" cy="11"/>
              </a:xfrm>
              <a:custGeom>
                <a:avLst/>
                <a:gdLst>
                  <a:gd name="T0" fmla="*/ 6 w 11"/>
                  <a:gd name="T1" fmla="*/ 0 h 11"/>
                  <a:gd name="T2" fmla="*/ 11 w 11"/>
                  <a:gd name="T3" fmla="*/ 6 h 11"/>
                  <a:gd name="T4" fmla="*/ 6 w 11"/>
                  <a:gd name="T5" fmla="*/ 11 h 11"/>
                  <a:gd name="T6" fmla="*/ 0 w 11"/>
                  <a:gd name="T7" fmla="*/ 6 h 11"/>
                  <a:gd name="T8" fmla="*/ 6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11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8" name="Freeform 2911"/>
              <p:cNvSpPr>
                <a:spLocks/>
              </p:cNvSpPr>
              <p:nvPr/>
            </p:nvSpPr>
            <p:spPr bwMode="auto">
              <a:xfrm>
                <a:off x="2291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99" name="Freeform 2912"/>
              <p:cNvSpPr>
                <a:spLocks/>
              </p:cNvSpPr>
              <p:nvPr/>
            </p:nvSpPr>
            <p:spPr bwMode="auto">
              <a:xfrm>
                <a:off x="2327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0" name="Freeform 2913"/>
              <p:cNvSpPr>
                <a:spLocks/>
              </p:cNvSpPr>
              <p:nvPr/>
            </p:nvSpPr>
            <p:spPr bwMode="auto">
              <a:xfrm>
                <a:off x="2063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1" name="Freeform 2914"/>
              <p:cNvSpPr>
                <a:spLocks/>
              </p:cNvSpPr>
              <p:nvPr/>
            </p:nvSpPr>
            <p:spPr bwMode="auto">
              <a:xfrm>
                <a:off x="2380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2" name="Freeform 2915"/>
              <p:cNvSpPr>
                <a:spLocks/>
              </p:cNvSpPr>
              <p:nvPr/>
            </p:nvSpPr>
            <p:spPr bwMode="auto">
              <a:xfrm>
                <a:off x="2315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3" name="Freeform 2916"/>
              <p:cNvSpPr>
                <a:spLocks/>
              </p:cNvSpPr>
              <p:nvPr/>
            </p:nvSpPr>
            <p:spPr bwMode="auto">
              <a:xfrm>
                <a:off x="2470" y="17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4" name="Freeform 2917"/>
              <p:cNvSpPr>
                <a:spLocks/>
              </p:cNvSpPr>
              <p:nvPr/>
            </p:nvSpPr>
            <p:spPr bwMode="auto">
              <a:xfrm>
                <a:off x="2123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5" name="Freeform 2918"/>
              <p:cNvSpPr>
                <a:spLocks/>
              </p:cNvSpPr>
              <p:nvPr/>
            </p:nvSpPr>
            <p:spPr bwMode="auto">
              <a:xfrm>
                <a:off x="2099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6" name="Freeform 2919"/>
              <p:cNvSpPr>
                <a:spLocks/>
              </p:cNvSpPr>
              <p:nvPr/>
            </p:nvSpPr>
            <p:spPr bwMode="auto">
              <a:xfrm>
                <a:off x="2213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7" name="Freeform 2920"/>
              <p:cNvSpPr>
                <a:spLocks/>
              </p:cNvSpPr>
              <p:nvPr/>
            </p:nvSpPr>
            <p:spPr bwMode="auto">
              <a:xfrm>
                <a:off x="2333" y="2060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8" name="Freeform 2921"/>
              <p:cNvSpPr>
                <a:spLocks/>
              </p:cNvSpPr>
              <p:nvPr/>
            </p:nvSpPr>
            <p:spPr bwMode="auto">
              <a:xfrm>
                <a:off x="2344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09" name="Freeform 2922"/>
              <p:cNvSpPr>
                <a:spLocks/>
              </p:cNvSpPr>
              <p:nvPr/>
            </p:nvSpPr>
            <p:spPr bwMode="auto">
              <a:xfrm>
                <a:off x="2261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0" name="Freeform 2923"/>
              <p:cNvSpPr>
                <a:spLocks/>
              </p:cNvSpPr>
              <p:nvPr/>
            </p:nvSpPr>
            <p:spPr bwMode="auto">
              <a:xfrm>
                <a:off x="2183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1" name="Freeform 2924"/>
              <p:cNvSpPr>
                <a:spLocks/>
              </p:cNvSpPr>
              <p:nvPr/>
            </p:nvSpPr>
            <p:spPr bwMode="auto">
              <a:xfrm>
                <a:off x="2171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2" name="Freeform 2925"/>
              <p:cNvSpPr>
                <a:spLocks/>
              </p:cNvSpPr>
              <p:nvPr/>
            </p:nvSpPr>
            <p:spPr bwMode="auto">
              <a:xfrm>
                <a:off x="2488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3" name="Freeform 2926"/>
              <p:cNvSpPr>
                <a:spLocks/>
              </p:cNvSpPr>
              <p:nvPr/>
            </p:nvSpPr>
            <p:spPr bwMode="auto">
              <a:xfrm>
                <a:off x="2255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4" name="Freeform 2927"/>
              <p:cNvSpPr>
                <a:spLocks/>
              </p:cNvSpPr>
              <p:nvPr/>
            </p:nvSpPr>
            <p:spPr bwMode="auto">
              <a:xfrm>
                <a:off x="2416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5" name="Freeform 2928"/>
              <p:cNvSpPr>
                <a:spLocks/>
              </p:cNvSpPr>
              <p:nvPr/>
            </p:nvSpPr>
            <p:spPr bwMode="auto">
              <a:xfrm>
                <a:off x="2267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6" name="Freeform 2929"/>
              <p:cNvSpPr>
                <a:spLocks/>
              </p:cNvSpPr>
              <p:nvPr/>
            </p:nvSpPr>
            <p:spPr bwMode="auto">
              <a:xfrm>
                <a:off x="2344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7" name="Freeform 2930"/>
              <p:cNvSpPr>
                <a:spLocks/>
              </p:cNvSpPr>
              <p:nvPr/>
            </p:nvSpPr>
            <p:spPr bwMode="auto">
              <a:xfrm>
                <a:off x="2386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8" name="Freeform 2931"/>
              <p:cNvSpPr>
                <a:spLocks/>
              </p:cNvSpPr>
              <p:nvPr/>
            </p:nvSpPr>
            <p:spPr bwMode="auto">
              <a:xfrm>
                <a:off x="2512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19" name="Freeform 2932"/>
              <p:cNvSpPr>
                <a:spLocks/>
              </p:cNvSpPr>
              <p:nvPr/>
            </p:nvSpPr>
            <p:spPr bwMode="auto">
              <a:xfrm>
                <a:off x="2566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0" name="Freeform 2933"/>
              <p:cNvSpPr>
                <a:spLocks/>
              </p:cNvSpPr>
              <p:nvPr/>
            </p:nvSpPr>
            <p:spPr bwMode="auto">
              <a:xfrm>
                <a:off x="2123" y="22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1" name="Freeform 2934"/>
              <p:cNvSpPr>
                <a:spLocks/>
              </p:cNvSpPr>
              <p:nvPr/>
            </p:nvSpPr>
            <p:spPr bwMode="auto">
              <a:xfrm>
                <a:off x="2434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2" name="Freeform 2935"/>
              <p:cNvSpPr>
                <a:spLocks/>
              </p:cNvSpPr>
              <p:nvPr/>
            </p:nvSpPr>
            <p:spPr bwMode="auto">
              <a:xfrm>
                <a:off x="2321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3" name="Freeform 2936"/>
              <p:cNvSpPr>
                <a:spLocks/>
              </p:cNvSpPr>
              <p:nvPr/>
            </p:nvSpPr>
            <p:spPr bwMode="auto">
              <a:xfrm>
                <a:off x="2470" y="17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4" name="Freeform 2937"/>
              <p:cNvSpPr>
                <a:spLocks/>
              </p:cNvSpPr>
              <p:nvPr/>
            </p:nvSpPr>
            <p:spPr bwMode="auto">
              <a:xfrm>
                <a:off x="2243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5" name="Freeform 2938"/>
              <p:cNvSpPr>
                <a:spLocks/>
              </p:cNvSpPr>
              <p:nvPr/>
            </p:nvSpPr>
            <p:spPr bwMode="auto">
              <a:xfrm>
                <a:off x="2297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6" name="Freeform 2939"/>
              <p:cNvSpPr>
                <a:spLocks/>
              </p:cNvSpPr>
              <p:nvPr/>
            </p:nvSpPr>
            <p:spPr bwMode="auto">
              <a:xfrm>
                <a:off x="2350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7" name="Freeform 2940"/>
              <p:cNvSpPr>
                <a:spLocks/>
              </p:cNvSpPr>
              <p:nvPr/>
            </p:nvSpPr>
            <p:spPr bwMode="auto">
              <a:xfrm>
                <a:off x="2189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8" name="Freeform 2941"/>
              <p:cNvSpPr>
                <a:spLocks/>
              </p:cNvSpPr>
              <p:nvPr/>
            </p:nvSpPr>
            <p:spPr bwMode="auto">
              <a:xfrm>
                <a:off x="235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29" name="Freeform 2942"/>
              <p:cNvSpPr>
                <a:spLocks/>
              </p:cNvSpPr>
              <p:nvPr/>
            </p:nvSpPr>
            <p:spPr bwMode="auto">
              <a:xfrm>
                <a:off x="2219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0" name="Freeform 2943"/>
              <p:cNvSpPr>
                <a:spLocks/>
              </p:cNvSpPr>
              <p:nvPr/>
            </p:nvSpPr>
            <p:spPr bwMode="auto">
              <a:xfrm>
                <a:off x="2315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1" name="Freeform 2944"/>
              <p:cNvSpPr>
                <a:spLocks/>
              </p:cNvSpPr>
              <p:nvPr/>
            </p:nvSpPr>
            <p:spPr bwMode="auto">
              <a:xfrm>
                <a:off x="2315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2" name="Freeform 2945"/>
              <p:cNvSpPr>
                <a:spLocks/>
              </p:cNvSpPr>
              <p:nvPr/>
            </p:nvSpPr>
            <p:spPr bwMode="auto">
              <a:xfrm>
                <a:off x="2410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3" name="Freeform 2946"/>
              <p:cNvSpPr>
                <a:spLocks/>
              </p:cNvSpPr>
              <p:nvPr/>
            </p:nvSpPr>
            <p:spPr bwMode="auto">
              <a:xfrm>
                <a:off x="2099" y="23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4" name="Freeform 2947"/>
              <p:cNvSpPr>
                <a:spLocks/>
              </p:cNvSpPr>
              <p:nvPr/>
            </p:nvSpPr>
            <p:spPr bwMode="auto">
              <a:xfrm>
                <a:off x="2063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5" name="Freeform 2948"/>
              <p:cNvSpPr>
                <a:spLocks/>
              </p:cNvSpPr>
              <p:nvPr/>
            </p:nvSpPr>
            <p:spPr bwMode="auto">
              <a:xfrm>
                <a:off x="2213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6" name="Freeform 2949"/>
              <p:cNvSpPr>
                <a:spLocks/>
              </p:cNvSpPr>
              <p:nvPr/>
            </p:nvSpPr>
            <p:spPr bwMode="auto">
              <a:xfrm>
                <a:off x="2285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7" name="Freeform 2950"/>
              <p:cNvSpPr>
                <a:spLocks/>
              </p:cNvSpPr>
              <p:nvPr/>
            </p:nvSpPr>
            <p:spPr bwMode="auto">
              <a:xfrm>
                <a:off x="2165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8" name="Freeform 2951"/>
              <p:cNvSpPr>
                <a:spLocks/>
              </p:cNvSpPr>
              <p:nvPr/>
            </p:nvSpPr>
            <p:spPr bwMode="auto">
              <a:xfrm>
                <a:off x="2255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39" name="Freeform 2952"/>
              <p:cNvSpPr>
                <a:spLocks/>
              </p:cNvSpPr>
              <p:nvPr/>
            </p:nvSpPr>
            <p:spPr bwMode="auto">
              <a:xfrm>
                <a:off x="2315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0" name="Freeform 2953"/>
              <p:cNvSpPr>
                <a:spLocks/>
              </p:cNvSpPr>
              <p:nvPr/>
            </p:nvSpPr>
            <p:spPr bwMode="auto">
              <a:xfrm>
                <a:off x="2434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1" name="Freeform 2954"/>
              <p:cNvSpPr>
                <a:spLocks/>
              </p:cNvSpPr>
              <p:nvPr/>
            </p:nvSpPr>
            <p:spPr bwMode="auto">
              <a:xfrm>
                <a:off x="2344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2" name="Freeform 2955"/>
              <p:cNvSpPr>
                <a:spLocks/>
              </p:cNvSpPr>
              <p:nvPr/>
            </p:nvSpPr>
            <p:spPr bwMode="auto">
              <a:xfrm>
                <a:off x="2183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3" name="Freeform 2956"/>
              <p:cNvSpPr>
                <a:spLocks/>
              </p:cNvSpPr>
              <p:nvPr/>
            </p:nvSpPr>
            <p:spPr bwMode="auto">
              <a:xfrm>
                <a:off x="2321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4" name="Freeform 2957"/>
              <p:cNvSpPr>
                <a:spLocks/>
              </p:cNvSpPr>
              <p:nvPr/>
            </p:nvSpPr>
            <p:spPr bwMode="auto">
              <a:xfrm>
                <a:off x="2327" y="22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5" name="Freeform 2958"/>
              <p:cNvSpPr>
                <a:spLocks/>
              </p:cNvSpPr>
              <p:nvPr/>
            </p:nvSpPr>
            <p:spPr bwMode="auto">
              <a:xfrm>
                <a:off x="2339" y="207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6" name="Freeform 2959"/>
              <p:cNvSpPr>
                <a:spLocks/>
              </p:cNvSpPr>
              <p:nvPr/>
            </p:nvSpPr>
            <p:spPr bwMode="auto">
              <a:xfrm>
                <a:off x="2434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7" name="Freeform 2960"/>
              <p:cNvSpPr>
                <a:spLocks/>
              </p:cNvSpPr>
              <p:nvPr/>
            </p:nvSpPr>
            <p:spPr bwMode="auto">
              <a:xfrm>
                <a:off x="2255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8" name="Freeform 2961"/>
              <p:cNvSpPr>
                <a:spLocks/>
              </p:cNvSpPr>
              <p:nvPr/>
            </p:nvSpPr>
            <p:spPr bwMode="auto">
              <a:xfrm>
                <a:off x="2386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49" name="Freeform 2962"/>
              <p:cNvSpPr>
                <a:spLocks/>
              </p:cNvSpPr>
              <p:nvPr/>
            </p:nvSpPr>
            <p:spPr bwMode="auto">
              <a:xfrm>
                <a:off x="2303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50" name="Freeform 2963"/>
              <p:cNvSpPr>
                <a:spLocks/>
              </p:cNvSpPr>
              <p:nvPr/>
            </p:nvSpPr>
            <p:spPr bwMode="auto">
              <a:xfrm>
                <a:off x="2291" y="17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51" name="Freeform 2964"/>
              <p:cNvSpPr>
                <a:spLocks/>
              </p:cNvSpPr>
              <p:nvPr/>
            </p:nvSpPr>
            <p:spPr bwMode="auto">
              <a:xfrm>
                <a:off x="2350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52" name="Freeform 2965"/>
              <p:cNvSpPr>
                <a:spLocks/>
              </p:cNvSpPr>
              <p:nvPr/>
            </p:nvSpPr>
            <p:spPr bwMode="auto">
              <a:xfrm>
                <a:off x="2165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53" name="Freeform 2966"/>
              <p:cNvSpPr>
                <a:spLocks/>
              </p:cNvSpPr>
              <p:nvPr/>
            </p:nvSpPr>
            <p:spPr bwMode="auto">
              <a:xfrm>
                <a:off x="2285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54" name="Freeform 2967"/>
              <p:cNvSpPr>
                <a:spLocks/>
              </p:cNvSpPr>
              <p:nvPr/>
            </p:nvSpPr>
            <p:spPr bwMode="auto">
              <a:xfrm>
                <a:off x="2339" y="2240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55" name="Freeform 2968"/>
              <p:cNvSpPr>
                <a:spLocks/>
              </p:cNvSpPr>
              <p:nvPr/>
            </p:nvSpPr>
            <p:spPr bwMode="auto">
              <a:xfrm>
                <a:off x="2386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56" name="Freeform 2969"/>
              <p:cNvSpPr>
                <a:spLocks/>
              </p:cNvSpPr>
              <p:nvPr/>
            </p:nvSpPr>
            <p:spPr bwMode="auto">
              <a:xfrm>
                <a:off x="2081" y="23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57" name="Freeform 2970"/>
              <p:cNvSpPr>
                <a:spLocks/>
              </p:cNvSpPr>
              <p:nvPr/>
            </p:nvSpPr>
            <p:spPr bwMode="auto">
              <a:xfrm>
                <a:off x="2494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58" name="Freeform 2971"/>
              <p:cNvSpPr>
                <a:spLocks/>
              </p:cNvSpPr>
              <p:nvPr/>
            </p:nvSpPr>
            <p:spPr bwMode="auto">
              <a:xfrm>
                <a:off x="2285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59" name="Freeform 2972"/>
              <p:cNvSpPr>
                <a:spLocks/>
              </p:cNvSpPr>
              <p:nvPr/>
            </p:nvSpPr>
            <p:spPr bwMode="auto">
              <a:xfrm>
                <a:off x="2464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0" name="Freeform 2973"/>
              <p:cNvSpPr>
                <a:spLocks/>
              </p:cNvSpPr>
              <p:nvPr/>
            </p:nvSpPr>
            <p:spPr bwMode="auto">
              <a:xfrm>
                <a:off x="2201" y="23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1" name="Freeform 2974"/>
              <p:cNvSpPr>
                <a:spLocks/>
              </p:cNvSpPr>
              <p:nvPr/>
            </p:nvSpPr>
            <p:spPr bwMode="auto">
              <a:xfrm>
                <a:off x="2219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2" name="Freeform 2975"/>
              <p:cNvSpPr>
                <a:spLocks/>
              </p:cNvSpPr>
              <p:nvPr/>
            </p:nvSpPr>
            <p:spPr bwMode="auto">
              <a:xfrm>
                <a:off x="2398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3" name="Freeform 2976"/>
              <p:cNvSpPr>
                <a:spLocks/>
              </p:cNvSpPr>
              <p:nvPr/>
            </p:nvSpPr>
            <p:spPr bwMode="auto">
              <a:xfrm>
                <a:off x="2309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4" name="Freeform 2977"/>
              <p:cNvSpPr>
                <a:spLocks/>
              </p:cNvSpPr>
              <p:nvPr/>
            </p:nvSpPr>
            <p:spPr bwMode="auto">
              <a:xfrm>
                <a:off x="2249" y="23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5" name="Freeform 2978"/>
              <p:cNvSpPr>
                <a:spLocks/>
              </p:cNvSpPr>
              <p:nvPr/>
            </p:nvSpPr>
            <p:spPr bwMode="auto">
              <a:xfrm>
                <a:off x="2716" y="16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6" name="Freeform 2979"/>
              <p:cNvSpPr>
                <a:spLocks/>
              </p:cNvSpPr>
              <p:nvPr/>
            </p:nvSpPr>
            <p:spPr bwMode="auto">
              <a:xfrm>
                <a:off x="2380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7" name="Freeform 2980"/>
              <p:cNvSpPr>
                <a:spLocks/>
              </p:cNvSpPr>
              <p:nvPr/>
            </p:nvSpPr>
            <p:spPr bwMode="auto">
              <a:xfrm>
                <a:off x="2081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8" name="Freeform 2981"/>
              <p:cNvSpPr>
                <a:spLocks/>
              </p:cNvSpPr>
              <p:nvPr/>
            </p:nvSpPr>
            <p:spPr bwMode="auto">
              <a:xfrm>
                <a:off x="2141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69" name="Freeform 2982"/>
              <p:cNvSpPr>
                <a:spLocks/>
              </p:cNvSpPr>
              <p:nvPr/>
            </p:nvSpPr>
            <p:spPr bwMode="auto">
              <a:xfrm>
                <a:off x="2386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0" name="Freeform 2983"/>
              <p:cNvSpPr>
                <a:spLocks/>
              </p:cNvSpPr>
              <p:nvPr/>
            </p:nvSpPr>
            <p:spPr bwMode="auto">
              <a:xfrm>
                <a:off x="2638" y="15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1" name="Freeform 2984"/>
              <p:cNvSpPr>
                <a:spLocks/>
              </p:cNvSpPr>
              <p:nvPr/>
            </p:nvSpPr>
            <p:spPr bwMode="auto">
              <a:xfrm>
                <a:off x="2309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2" name="Freeform 2985"/>
              <p:cNvSpPr>
                <a:spLocks/>
              </p:cNvSpPr>
              <p:nvPr/>
            </p:nvSpPr>
            <p:spPr bwMode="auto">
              <a:xfrm>
                <a:off x="2464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3" name="Freeform 2986"/>
              <p:cNvSpPr>
                <a:spLocks/>
              </p:cNvSpPr>
              <p:nvPr/>
            </p:nvSpPr>
            <p:spPr bwMode="auto">
              <a:xfrm>
                <a:off x="2339" y="2395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4" name="Freeform 2987"/>
              <p:cNvSpPr>
                <a:spLocks/>
              </p:cNvSpPr>
              <p:nvPr/>
            </p:nvSpPr>
            <p:spPr bwMode="auto">
              <a:xfrm>
                <a:off x="2380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5" name="Freeform 2988"/>
              <p:cNvSpPr>
                <a:spLocks/>
              </p:cNvSpPr>
              <p:nvPr/>
            </p:nvSpPr>
            <p:spPr bwMode="auto">
              <a:xfrm>
                <a:off x="2374" y="17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6" name="Freeform 2989"/>
              <p:cNvSpPr>
                <a:spLocks/>
              </p:cNvSpPr>
              <p:nvPr/>
            </p:nvSpPr>
            <p:spPr bwMode="auto">
              <a:xfrm>
                <a:off x="2548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7" name="Freeform 2990"/>
              <p:cNvSpPr>
                <a:spLocks/>
              </p:cNvSpPr>
              <p:nvPr/>
            </p:nvSpPr>
            <p:spPr bwMode="auto">
              <a:xfrm>
                <a:off x="2297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8" name="Freeform 2991"/>
              <p:cNvSpPr>
                <a:spLocks/>
              </p:cNvSpPr>
              <p:nvPr/>
            </p:nvSpPr>
            <p:spPr bwMode="auto">
              <a:xfrm>
                <a:off x="2404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79" name="Freeform 2992"/>
              <p:cNvSpPr>
                <a:spLocks/>
              </p:cNvSpPr>
              <p:nvPr/>
            </p:nvSpPr>
            <p:spPr bwMode="auto">
              <a:xfrm>
                <a:off x="2213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0" name="Freeform 2993"/>
              <p:cNvSpPr>
                <a:spLocks/>
              </p:cNvSpPr>
              <p:nvPr/>
            </p:nvSpPr>
            <p:spPr bwMode="auto">
              <a:xfrm>
                <a:off x="2339" y="2024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1" name="Freeform 2994"/>
              <p:cNvSpPr>
                <a:spLocks/>
              </p:cNvSpPr>
              <p:nvPr/>
            </p:nvSpPr>
            <p:spPr bwMode="auto">
              <a:xfrm>
                <a:off x="3015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2" name="Freeform 2995"/>
              <p:cNvSpPr>
                <a:spLocks/>
              </p:cNvSpPr>
              <p:nvPr/>
            </p:nvSpPr>
            <p:spPr bwMode="auto">
              <a:xfrm>
                <a:off x="2129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3" name="Freeform 2996"/>
              <p:cNvSpPr>
                <a:spLocks/>
              </p:cNvSpPr>
              <p:nvPr/>
            </p:nvSpPr>
            <p:spPr bwMode="auto">
              <a:xfrm>
                <a:off x="2285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4" name="Freeform 2997"/>
              <p:cNvSpPr>
                <a:spLocks/>
              </p:cNvSpPr>
              <p:nvPr/>
            </p:nvSpPr>
            <p:spPr bwMode="auto">
              <a:xfrm>
                <a:off x="2339" y="2000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5" name="Freeform 2998"/>
              <p:cNvSpPr>
                <a:spLocks/>
              </p:cNvSpPr>
              <p:nvPr/>
            </p:nvSpPr>
            <p:spPr bwMode="auto">
              <a:xfrm>
                <a:off x="2590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6" name="Freeform 2999"/>
              <p:cNvSpPr>
                <a:spLocks/>
              </p:cNvSpPr>
              <p:nvPr/>
            </p:nvSpPr>
            <p:spPr bwMode="auto">
              <a:xfrm>
                <a:off x="2033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7" name="Freeform 3000"/>
              <p:cNvSpPr>
                <a:spLocks/>
              </p:cNvSpPr>
              <p:nvPr/>
            </p:nvSpPr>
            <p:spPr bwMode="auto">
              <a:xfrm>
                <a:off x="2398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8" name="Freeform 3001"/>
              <p:cNvSpPr>
                <a:spLocks/>
              </p:cNvSpPr>
              <p:nvPr/>
            </p:nvSpPr>
            <p:spPr bwMode="auto">
              <a:xfrm>
                <a:off x="2261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89" name="Freeform 3002"/>
              <p:cNvSpPr>
                <a:spLocks/>
              </p:cNvSpPr>
              <p:nvPr/>
            </p:nvSpPr>
            <p:spPr bwMode="auto">
              <a:xfrm>
                <a:off x="2231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0" name="Freeform 3003"/>
              <p:cNvSpPr>
                <a:spLocks/>
              </p:cNvSpPr>
              <p:nvPr/>
            </p:nvSpPr>
            <p:spPr bwMode="auto">
              <a:xfrm>
                <a:off x="2219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1" name="Freeform 3004"/>
              <p:cNvSpPr>
                <a:spLocks/>
              </p:cNvSpPr>
              <p:nvPr/>
            </p:nvSpPr>
            <p:spPr bwMode="auto">
              <a:xfrm>
                <a:off x="217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2" name="Freeform 3005"/>
              <p:cNvSpPr>
                <a:spLocks/>
              </p:cNvSpPr>
              <p:nvPr/>
            </p:nvSpPr>
            <p:spPr bwMode="auto">
              <a:xfrm>
                <a:off x="2356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3" name="Freeform 3006"/>
              <p:cNvSpPr>
                <a:spLocks/>
              </p:cNvSpPr>
              <p:nvPr/>
            </p:nvSpPr>
            <p:spPr bwMode="auto">
              <a:xfrm>
                <a:off x="2225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4" name="Freeform 3007"/>
              <p:cNvSpPr>
                <a:spLocks/>
              </p:cNvSpPr>
              <p:nvPr/>
            </p:nvSpPr>
            <p:spPr bwMode="auto">
              <a:xfrm>
                <a:off x="2350" y="22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5" name="Freeform 3008"/>
              <p:cNvSpPr>
                <a:spLocks/>
              </p:cNvSpPr>
              <p:nvPr/>
            </p:nvSpPr>
            <p:spPr bwMode="auto">
              <a:xfrm>
                <a:off x="2255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6" name="Freeform 3009"/>
              <p:cNvSpPr>
                <a:spLocks/>
              </p:cNvSpPr>
              <p:nvPr/>
            </p:nvSpPr>
            <p:spPr bwMode="auto">
              <a:xfrm>
                <a:off x="2273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7" name="Freeform 3010"/>
              <p:cNvSpPr>
                <a:spLocks/>
              </p:cNvSpPr>
              <p:nvPr/>
            </p:nvSpPr>
            <p:spPr bwMode="auto">
              <a:xfrm>
                <a:off x="2398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8" name="Freeform 3011"/>
              <p:cNvSpPr>
                <a:spLocks/>
              </p:cNvSpPr>
              <p:nvPr/>
            </p:nvSpPr>
            <p:spPr bwMode="auto">
              <a:xfrm>
                <a:off x="2356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599" name="Freeform 3012"/>
              <p:cNvSpPr>
                <a:spLocks/>
              </p:cNvSpPr>
              <p:nvPr/>
            </p:nvSpPr>
            <p:spPr bwMode="auto">
              <a:xfrm>
                <a:off x="2303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00" name="Freeform 3013"/>
              <p:cNvSpPr>
                <a:spLocks/>
              </p:cNvSpPr>
              <p:nvPr/>
            </p:nvSpPr>
            <p:spPr bwMode="auto">
              <a:xfrm>
                <a:off x="2458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01" name="Freeform 3014"/>
              <p:cNvSpPr>
                <a:spLocks/>
              </p:cNvSpPr>
              <p:nvPr/>
            </p:nvSpPr>
            <p:spPr bwMode="auto">
              <a:xfrm>
                <a:off x="2416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02" name="Freeform 3015"/>
              <p:cNvSpPr>
                <a:spLocks/>
              </p:cNvSpPr>
              <p:nvPr/>
            </p:nvSpPr>
            <p:spPr bwMode="auto">
              <a:xfrm>
                <a:off x="2321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03" name="Freeform 3016"/>
              <p:cNvSpPr>
                <a:spLocks/>
              </p:cNvSpPr>
              <p:nvPr/>
            </p:nvSpPr>
            <p:spPr bwMode="auto">
              <a:xfrm>
                <a:off x="2297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04" name="Freeform 3017"/>
              <p:cNvSpPr>
                <a:spLocks/>
              </p:cNvSpPr>
              <p:nvPr/>
            </p:nvSpPr>
            <p:spPr bwMode="auto">
              <a:xfrm>
                <a:off x="2171" y="2288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605" name="Freeform 3018"/>
              <p:cNvSpPr>
                <a:spLocks/>
              </p:cNvSpPr>
              <p:nvPr/>
            </p:nvSpPr>
            <p:spPr bwMode="auto">
              <a:xfrm>
                <a:off x="2087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19" name="Group 3220"/>
            <p:cNvGrpSpPr>
              <a:grpSpLocks/>
            </p:cNvGrpSpPr>
            <p:nvPr/>
          </p:nvGrpSpPr>
          <p:grpSpPr bwMode="auto">
            <a:xfrm>
              <a:off x="1662" y="1737"/>
              <a:ext cx="1401" cy="808"/>
              <a:chOff x="1662" y="1737"/>
              <a:chExt cx="1401" cy="808"/>
            </a:xfrm>
          </p:grpSpPr>
          <p:sp>
            <p:nvSpPr>
              <p:cNvPr id="60206" name="Freeform 3020"/>
              <p:cNvSpPr>
                <a:spLocks/>
              </p:cNvSpPr>
              <p:nvPr/>
            </p:nvSpPr>
            <p:spPr bwMode="auto">
              <a:xfrm>
                <a:off x="2386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07" name="Freeform 3021"/>
              <p:cNvSpPr>
                <a:spLocks/>
              </p:cNvSpPr>
              <p:nvPr/>
            </p:nvSpPr>
            <p:spPr bwMode="auto">
              <a:xfrm>
                <a:off x="2111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08" name="Freeform 3022"/>
              <p:cNvSpPr>
                <a:spLocks/>
              </p:cNvSpPr>
              <p:nvPr/>
            </p:nvSpPr>
            <p:spPr bwMode="auto">
              <a:xfrm>
                <a:off x="2470" y="18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09" name="Freeform 3023"/>
              <p:cNvSpPr>
                <a:spLocks/>
              </p:cNvSpPr>
              <p:nvPr/>
            </p:nvSpPr>
            <p:spPr bwMode="auto">
              <a:xfrm>
                <a:off x="2434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0" name="Freeform 3024"/>
              <p:cNvSpPr>
                <a:spLocks/>
              </p:cNvSpPr>
              <p:nvPr/>
            </p:nvSpPr>
            <p:spPr bwMode="auto">
              <a:xfrm>
                <a:off x="2195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1" name="Freeform 3025"/>
              <p:cNvSpPr>
                <a:spLocks/>
              </p:cNvSpPr>
              <p:nvPr/>
            </p:nvSpPr>
            <p:spPr bwMode="auto">
              <a:xfrm>
                <a:off x="2392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2" name="Freeform 3026"/>
              <p:cNvSpPr>
                <a:spLocks/>
              </p:cNvSpPr>
              <p:nvPr/>
            </p:nvSpPr>
            <p:spPr bwMode="auto">
              <a:xfrm>
                <a:off x="2386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3" name="Freeform 3027"/>
              <p:cNvSpPr>
                <a:spLocks/>
              </p:cNvSpPr>
              <p:nvPr/>
            </p:nvSpPr>
            <p:spPr bwMode="auto">
              <a:xfrm>
                <a:off x="2470" y="17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4" name="Freeform 3028"/>
              <p:cNvSpPr>
                <a:spLocks/>
              </p:cNvSpPr>
              <p:nvPr/>
            </p:nvSpPr>
            <p:spPr bwMode="auto">
              <a:xfrm>
                <a:off x="2147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5" name="Freeform 3029"/>
              <p:cNvSpPr>
                <a:spLocks/>
              </p:cNvSpPr>
              <p:nvPr/>
            </p:nvSpPr>
            <p:spPr bwMode="auto">
              <a:xfrm>
                <a:off x="2291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6" name="Freeform 3030"/>
              <p:cNvSpPr>
                <a:spLocks/>
              </p:cNvSpPr>
              <p:nvPr/>
            </p:nvSpPr>
            <p:spPr bwMode="auto">
              <a:xfrm>
                <a:off x="2392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7" name="Freeform 3031"/>
              <p:cNvSpPr>
                <a:spLocks/>
              </p:cNvSpPr>
              <p:nvPr/>
            </p:nvSpPr>
            <p:spPr bwMode="auto">
              <a:xfrm>
                <a:off x="2219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8" name="Freeform 3032"/>
              <p:cNvSpPr>
                <a:spLocks/>
              </p:cNvSpPr>
              <p:nvPr/>
            </p:nvSpPr>
            <p:spPr bwMode="auto">
              <a:xfrm>
                <a:off x="2464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19" name="Freeform 3033"/>
              <p:cNvSpPr>
                <a:spLocks/>
              </p:cNvSpPr>
              <p:nvPr/>
            </p:nvSpPr>
            <p:spPr bwMode="auto">
              <a:xfrm>
                <a:off x="2309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0" name="Freeform 3034"/>
              <p:cNvSpPr>
                <a:spLocks/>
              </p:cNvSpPr>
              <p:nvPr/>
            </p:nvSpPr>
            <p:spPr bwMode="auto">
              <a:xfrm>
                <a:off x="2374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1" name="Freeform 3035"/>
              <p:cNvSpPr>
                <a:spLocks/>
              </p:cNvSpPr>
              <p:nvPr/>
            </p:nvSpPr>
            <p:spPr bwMode="auto">
              <a:xfrm>
                <a:off x="2578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2" name="Freeform 3036"/>
              <p:cNvSpPr>
                <a:spLocks/>
              </p:cNvSpPr>
              <p:nvPr/>
            </p:nvSpPr>
            <p:spPr bwMode="auto">
              <a:xfrm>
                <a:off x="2339" y="197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3" name="Freeform 3037"/>
              <p:cNvSpPr>
                <a:spLocks/>
              </p:cNvSpPr>
              <p:nvPr/>
            </p:nvSpPr>
            <p:spPr bwMode="auto">
              <a:xfrm>
                <a:off x="2333" y="214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4" name="Freeform 3038"/>
              <p:cNvSpPr>
                <a:spLocks/>
              </p:cNvSpPr>
              <p:nvPr/>
            </p:nvSpPr>
            <p:spPr bwMode="auto">
              <a:xfrm>
                <a:off x="2147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5" name="Freeform 3039"/>
              <p:cNvSpPr>
                <a:spLocks/>
              </p:cNvSpPr>
              <p:nvPr/>
            </p:nvSpPr>
            <p:spPr bwMode="auto">
              <a:xfrm>
                <a:off x="2380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6" name="Freeform 3040"/>
              <p:cNvSpPr>
                <a:spLocks/>
              </p:cNvSpPr>
              <p:nvPr/>
            </p:nvSpPr>
            <p:spPr bwMode="auto">
              <a:xfrm>
                <a:off x="2674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7" name="Freeform 3041"/>
              <p:cNvSpPr>
                <a:spLocks/>
              </p:cNvSpPr>
              <p:nvPr/>
            </p:nvSpPr>
            <p:spPr bwMode="auto">
              <a:xfrm>
                <a:off x="2368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8" name="Freeform 3042"/>
              <p:cNvSpPr>
                <a:spLocks/>
              </p:cNvSpPr>
              <p:nvPr/>
            </p:nvSpPr>
            <p:spPr bwMode="auto">
              <a:xfrm>
                <a:off x="2416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29" name="Freeform 3043"/>
              <p:cNvSpPr>
                <a:spLocks/>
              </p:cNvSpPr>
              <p:nvPr/>
            </p:nvSpPr>
            <p:spPr bwMode="auto">
              <a:xfrm>
                <a:off x="2350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0" name="Freeform 3044"/>
              <p:cNvSpPr>
                <a:spLocks/>
              </p:cNvSpPr>
              <p:nvPr/>
            </p:nvSpPr>
            <p:spPr bwMode="auto">
              <a:xfrm>
                <a:off x="2434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1" name="Freeform 3045"/>
              <p:cNvSpPr>
                <a:spLocks/>
              </p:cNvSpPr>
              <p:nvPr/>
            </p:nvSpPr>
            <p:spPr bwMode="auto">
              <a:xfrm>
                <a:off x="2410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2" name="Freeform 3046"/>
              <p:cNvSpPr>
                <a:spLocks/>
              </p:cNvSpPr>
              <p:nvPr/>
            </p:nvSpPr>
            <p:spPr bwMode="auto">
              <a:xfrm>
                <a:off x="2362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3" name="Freeform 3047"/>
              <p:cNvSpPr>
                <a:spLocks/>
              </p:cNvSpPr>
              <p:nvPr/>
            </p:nvSpPr>
            <p:spPr bwMode="auto">
              <a:xfrm>
                <a:off x="2350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4" name="Freeform 3048"/>
              <p:cNvSpPr>
                <a:spLocks/>
              </p:cNvSpPr>
              <p:nvPr/>
            </p:nvSpPr>
            <p:spPr bwMode="auto">
              <a:xfrm>
                <a:off x="2171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5" name="Freeform 3049"/>
              <p:cNvSpPr>
                <a:spLocks/>
              </p:cNvSpPr>
              <p:nvPr/>
            </p:nvSpPr>
            <p:spPr bwMode="auto">
              <a:xfrm>
                <a:off x="1937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6" name="Freeform 3050"/>
              <p:cNvSpPr>
                <a:spLocks/>
              </p:cNvSpPr>
              <p:nvPr/>
            </p:nvSpPr>
            <p:spPr bwMode="auto">
              <a:xfrm>
                <a:off x="2303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7" name="Freeform 3051"/>
              <p:cNvSpPr>
                <a:spLocks/>
              </p:cNvSpPr>
              <p:nvPr/>
            </p:nvSpPr>
            <p:spPr bwMode="auto">
              <a:xfrm>
                <a:off x="2488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8" name="Freeform 3052"/>
              <p:cNvSpPr>
                <a:spLocks/>
              </p:cNvSpPr>
              <p:nvPr/>
            </p:nvSpPr>
            <p:spPr bwMode="auto">
              <a:xfrm>
                <a:off x="2249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39" name="Freeform 3053"/>
              <p:cNvSpPr>
                <a:spLocks/>
              </p:cNvSpPr>
              <p:nvPr/>
            </p:nvSpPr>
            <p:spPr bwMode="auto">
              <a:xfrm>
                <a:off x="2063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0" name="Freeform 3054"/>
              <p:cNvSpPr>
                <a:spLocks/>
              </p:cNvSpPr>
              <p:nvPr/>
            </p:nvSpPr>
            <p:spPr bwMode="auto">
              <a:xfrm>
                <a:off x="1853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1" name="Freeform 3055"/>
              <p:cNvSpPr>
                <a:spLocks/>
              </p:cNvSpPr>
              <p:nvPr/>
            </p:nvSpPr>
            <p:spPr bwMode="auto">
              <a:xfrm>
                <a:off x="2285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2" name="Freeform 3056"/>
              <p:cNvSpPr>
                <a:spLocks/>
              </p:cNvSpPr>
              <p:nvPr/>
            </p:nvSpPr>
            <p:spPr bwMode="auto">
              <a:xfrm>
                <a:off x="2279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3" name="Freeform 3057"/>
              <p:cNvSpPr>
                <a:spLocks/>
              </p:cNvSpPr>
              <p:nvPr/>
            </p:nvSpPr>
            <p:spPr bwMode="auto">
              <a:xfrm>
                <a:off x="2195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4" name="Freeform 3058"/>
              <p:cNvSpPr>
                <a:spLocks/>
              </p:cNvSpPr>
              <p:nvPr/>
            </p:nvSpPr>
            <p:spPr bwMode="auto">
              <a:xfrm>
                <a:off x="2093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5" name="Freeform 3059"/>
              <p:cNvSpPr>
                <a:spLocks/>
              </p:cNvSpPr>
              <p:nvPr/>
            </p:nvSpPr>
            <p:spPr bwMode="auto">
              <a:xfrm>
                <a:off x="2171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6" name="Freeform 3060"/>
              <p:cNvSpPr>
                <a:spLocks/>
              </p:cNvSpPr>
              <p:nvPr/>
            </p:nvSpPr>
            <p:spPr bwMode="auto">
              <a:xfrm>
                <a:off x="2428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7" name="Freeform 3061"/>
              <p:cNvSpPr>
                <a:spLocks/>
              </p:cNvSpPr>
              <p:nvPr/>
            </p:nvSpPr>
            <p:spPr bwMode="auto">
              <a:xfrm>
                <a:off x="2171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8" name="Freeform 3062"/>
              <p:cNvSpPr>
                <a:spLocks/>
              </p:cNvSpPr>
              <p:nvPr/>
            </p:nvSpPr>
            <p:spPr bwMode="auto">
              <a:xfrm>
                <a:off x="2416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49" name="Freeform 3063"/>
              <p:cNvSpPr>
                <a:spLocks/>
              </p:cNvSpPr>
              <p:nvPr/>
            </p:nvSpPr>
            <p:spPr bwMode="auto">
              <a:xfrm>
                <a:off x="2291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0" name="Freeform 3064"/>
              <p:cNvSpPr>
                <a:spLocks/>
              </p:cNvSpPr>
              <p:nvPr/>
            </p:nvSpPr>
            <p:spPr bwMode="auto">
              <a:xfrm>
                <a:off x="2315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1" name="Freeform 3065"/>
              <p:cNvSpPr>
                <a:spLocks/>
              </p:cNvSpPr>
              <p:nvPr/>
            </p:nvSpPr>
            <p:spPr bwMode="auto">
              <a:xfrm>
                <a:off x="2159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2" name="Freeform 3066"/>
              <p:cNvSpPr>
                <a:spLocks/>
              </p:cNvSpPr>
              <p:nvPr/>
            </p:nvSpPr>
            <p:spPr bwMode="auto">
              <a:xfrm>
                <a:off x="2297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3" name="Freeform 3067"/>
              <p:cNvSpPr>
                <a:spLocks/>
              </p:cNvSpPr>
              <p:nvPr/>
            </p:nvSpPr>
            <p:spPr bwMode="auto">
              <a:xfrm>
                <a:off x="2350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4" name="Freeform 3068"/>
              <p:cNvSpPr>
                <a:spLocks/>
              </p:cNvSpPr>
              <p:nvPr/>
            </p:nvSpPr>
            <p:spPr bwMode="auto">
              <a:xfrm>
                <a:off x="2512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5" name="Freeform 3069"/>
              <p:cNvSpPr>
                <a:spLocks/>
              </p:cNvSpPr>
              <p:nvPr/>
            </p:nvSpPr>
            <p:spPr bwMode="auto">
              <a:xfrm>
                <a:off x="2249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6" name="Freeform 3070"/>
              <p:cNvSpPr>
                <a:spLocks/>
              </p:cNvSpPr>
              <p:nvPr/>
            </p:nvSpPr>
            <p:spPr bwMode="auto">
              <a:xfrm>
                <a:off x="2153" y="23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7" name="Freeform 3071"/>
              <p:cNvSpPr>
                <a:spLocks/>
              </p:cNvSpPr>
              <p:nvPr/>
            </p:nvSpPr>
            <p:spPr bwMode="auto">
              <a:xfrm>
                <a:off x="2255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8" name="Freeform 3072"/>
              <p:cNvSpPr>
                <a:spLocks/>
              </p:cNvSpPr>
              <p:nvPr/>
            </p:nvSpPr>
            <p:spPr bwMode="auto">
              <a:xfrm>
                <a:off x="2350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59" name="Freeform 3073"/>
              <p:cNvSpPr>
                <a:spLocks/>
              </p:cNvSpPr>
              <p:nvPr/>
            </p:nvSpPr>
            <p:spPr bwMode="auto">
              <a:xfrm>
                <a:off x="2362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0" name="Freeform 3074"/>
              <p:cNvSpPr>
                <a:spLocks/>
              </p:cNvSpPr>
              <p:nvPr/>
            </p:nvSpPr>
            <p:spPr bwMode="auto">
              <a:xfrm>
                <a:off x="2237" y="17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1" name="Freeform 3075"/>
              <p:cNvSpPr>
                <a:spLocks/>
              </p:cNvSpPr>
              <p:nvPr/>
            </p:nvSpPr>
            <p:spPr bwMode="auto">
              <a:xfrm>
                <a:off x="2231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2" name="Freeform 3076"/>
              <p:cNvSpPr>
                <a:spLocks/>
              </p:cNvSpPr>
              <p:nvPr/>
            </p:nvSpPr>
            <p:spPr bwMode="auto">
              <a:xfrm>
                <a:off x="2249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3" name="Freeform 3077"/>
              <p:cNvSpPr>
                <a:spLocks/>
              </p:cNvSpPr>
              <p:nvPr/>
            </p:nvSpPr>
            <p:spPr bwMode="auto">
              <a:xfrm>
                <a:off x="2171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4" name="Freeform 3078"/>
              <p:cNvSpPr>
                <a:spLocks/>
              </p:cNvSpPr>
              <p:nvPr/>
            </p:nvSpPr>
            <p:spPr bwMode="auto">
              <a:xfrm>
                <a:off x="2213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5" name="Freeform 3079"/>
              <p:cNvSpPr>
                <a:spLocks/>
              </p:cNvSpPr>
              <p:nvPr/>
            </p:nvSpPr>
            <p:spPr bwMode="auto">
              <a:xfrm>
                <a:off x="2500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6" name="Freeform 3080"/>
              <p:cNvSpPr>
                <a:spLocks/>
              </p:cNvSpPr>
              <p:nvPr/>
            </p:nvSpPr>
            <p:spPr bwMode="auto">
              <a:xfrm>
                <a:off x="2141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7" name="Freeform 3081"/>
              <p:cNvSpPr>
                <a:spLocks/>
              </p:cNvSpPr>
              <p:nvPr/>
            </p:nvSpPr>
            <p:spPr bwMode="auto">
              <a:xfrm>
                <a:off x="2309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8" name="Freeform 3082"/>
              <p:cNvSpPr>
                <a:spLocks/>
              </p:cNvSpPr>
              <p:nvPr/>
            </p:nvSpPr>
            <p:spPr bwMode="auto">
              <a:xfrm>
                <a:off x="2147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69" name="Freeform 3083"/>
              <p:cNvSpPr>
                <a:spLocks/>
              </p:cNvSpPr>
              <p:nvPr/>
            </p:nvSpPr>
            <p:spPr bwMode="auto">
              <a:xfrm>
                <a:off x="2482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0" name="Freeform 3084"/>
              <p:cNvSpPr>
                <a:spLocks/>
              </p:cNvSpPr>
              <p:nvPr/>
            </p:nvSpPr>
            <p:spPr bwMode="auto">
              <a:xfrm>
                <a:off x="2183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1" name="Freeform 3085"/>
              <p:cNvSpPr>
                <a:spLocks/>
              </p:cNvSpPr>
              <p:nvPr/>
            </p:nvSpPr>
            <p:spPr bwMode="auto">
              <a:xfrm>
                <a:off x="2243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2" name="Freeform 3086"/>
              <p:cNvSpPr>
                <a:spLocks/>
              </p:cNvSpPr>
              <p:nvPr/>
            </p:nvSpPr>
            <p:spPr bwMode="auto">
              <a:xfrm>
                <a:off x="2440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3" name="Freeform 3087"/>
              <p:cNvSpPr>
                <a:spLocks/>
              </p:cNvSpPr>
              <p:nvPr/>
            </p:nvSpPr>
            <p:spPr bwMode="auto">
              <a:xfrm>
                <a:off x="2285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4" name="Freeform 3088"/>
              <p:cNvSpPr>
                <a:spLocks/>
              </p:cNvSpPr>
              <p:nvPr/>
            </p:nvSpPr>
            <p:spPr bwMode="auto">
              <a:xfrm>
                <a:off x="2129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5" name="Freeform 3089"/>
              <p:cNvSpPr>
                <a:spLocks/>
              </p:cNvSpPr>
              <p:nvPr/>
            </p:nvSpPr>
            <p:spPr bwMode="auto">
              <a:xfrm>
                <a:off x="2668" y="17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6" name="Freeform 3090"/>
              <p:cNvSpPr>
                <a:spLocks/>
              </p:cNvSpPr>
              <p:nvPr/>
            </p:nvSpPr>
            <p:spPr bwMode="auto">
              <a:xfrm>
                <a:off x="2410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7" name="Freeform 3091"/>
              <p:cNvSpPr>
                <a:spLocks/>
              </p:cNvSpPr>
              <p:nvPr/>
            </p:nvSpPr>
            <p:spPr bwMode="auto">
              <a:xfrm>
                <a:off x="2362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8" name="Freeform 3092"/>
              <p:cNvSpPr>
                <a:spLocks/>
              </p:cNvSpPr>
              <p:nvPr/>
            </p:nvSpPr>
            <p:spPr bwMode="auto">
              <a:xfrm>
                <a:off x="2111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79" name="Freeform 3093"/>
              <p:cNvSpPr>
                <a:spLocks/>
              </p:cNvSpPr>
              <p:nvPr/>
            </p:nvSpPr>
            <p:spPr bwMode="auto">
              <a:xfrm>
                <a:off x="2434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0" name="Freeform 3094"/>
              <p:cNvSpPr>
                <a:spLocks/>
              </p:cNvSpPr>
              <p:nvPr/>
            </p:nvSpPr>
            <p:spPr bwMode="auto">
              <a:xfrm>
                <a:off x="2231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1" name="Freeform 3095"/>
              <p:cNvSpPr>
                <a:spLocks/>
              </p:cNvSpPr>
              <p:nvPr/>
            </p:nvSpPr>
            <p:spPr bwMode="auto">
              <a:xfrm>
                <a:off x="2422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2" name="Freeform 3096"/>
              <p:cNvSpPr>
                <a:spLocks/>
              </p:cNvSpPr>
              <p:nvPr/>
            </p:nvSpPr>
            <p:spPr bwMode="auto">
              <a:xfrm>
                <a:off x="2422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3" name="Freeform 3097"/>
              <p:cNvSpPr>
                <a:spLocks/>
              </p:cNvSpPr>
              <p:nvPr/>
            </p:nvSpPr>
            <p:spPr bwMode="auto">
              <a:xfrm>
                <a:off x="2392" y="17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4" name="Freeform 3098"/>
              <p:cNvSpPr>
                <a:spLocks/>
              </p:cNvSpPr>
              <p:nvPr/>
            </p:nvSpPr>
            <p:spPr bwMode="auto">
              <a:xfrm>
                <a:off x="2386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5" name="Freeform 3099"/>
              <p:cNvSpPr>
                <a:spLocks/>
              </p:cNvSpPr>
              <p:nvPr/>
            </p:nvSpPr>
            <p:spPr bwMode="auto">
              <a:xfrm>
                <a:off x="2189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6" name="Freeform 3100"/>
              <p:cNvSpPr>
                <a:spLocks/>
              </p:cNvSpPr>
              <p:nvPr/>
            </p:nvSpPr>
            <p:spPr bwMode="auto">
              <a:xfrm>
                <a:off x="2063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7" name="Freeform 3101"/>
              <p:cNvSpPr>
                <a:spLocks/>
              </p:cNvSpPr>
              <p:nvPr/>
            </p:nvSpPr>
            <p:spPr bwMode="auto">
              <a:xfrm>
                <a:off x="2219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8" name="Freeform 3102"/>
              <p:cNvSpPr>
                <a:spLocks/>
              </p:cNvSpPr>
              <p:nvPr/>
            </p:nvSpPr>
            <p:spPr bwMode="auto">
              <a:xfrm>
                <a:off x="2470" y="18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89" name="Freeform 3103"/>
              <p:cNvSpPr>
                <a:spLocks/>
              </p:cNvSpPr>
              <p:nvPr/>
            </p:nvSpPr>
            <p:spPr bwMode="auto">
              <a:xfrm>
                <a:off x="2141" y="22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0" name="Freeform 3104"/>
              <p:cNvSpPr>
                <a:spLocks/>
              </p:cNvSpPr>
              <p:nvPr/>
            </p:nvSpPr>
            <p:spPr bwMode="auto">
              <a:xfrm>
                <a:off x="2177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1" name="Freeform 3105"/>
              <p:cNvSpPr>
                <a:spLocks/>
              </p:cNvSpPr>
              <p:nvPr/>
            </p:nvSpPr>
            <p:spPr bwMode="auto">
              <a:xfrm>
                <a:off x="3051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2" name="Freeform 3106"/>
              <p:cNvSpPr>
                <a:spLocks/>
              </p:cNvSpPr>
              <p:nvPr/>
            </p:nvSpPr>
            <p:spPr bwMode="auto">
              <a:xfrm>
                <a:off x="2368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3" name="Freeform 3107"/>
              <p:cNvSpPr>
                <a:spLocks/>
              </p:cNvSpPr>
              <p:nvPr/>
            </p:nvSpPr>
            <p:spPr bwMode="auto">
              <a:xfrm>
                <a:off x="2165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4" name="Freeform 3108"/>
              <p:cNvSpPr>
                <a:spLocks/>
              </p:cNvSpPr>
              <p:nvPr/>
            </p:nvSpPr>
            <p:spPr bwMode="auto">
              <a:xfrm>
                <a:off x="2219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5" name="Freeform 3109"/>
              <p:cNvSpPr>
                <a:spLocks/>
              </p:cNvSpPr>
              <p:nvPr/>
            </p:nvSpPr>
            <p:spPr bwMode="auto">
              <a:xfrm>
                <a:off x="2344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6" name="Freeform 3110"/>
              <p:cNvSpPr>
                <a:spLocks/>
              </p:cNvSpPr>
              <p:nvPr/>
            </p:nvSpPr>
            <p:spPr bwMode="auto">
              <a:xfrm>
                <a:off x="2344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7" name="Freeform 3111"/>
              <p:cNvSpPr>
                <a:spLocks/>
              </p:cNvSpPr>
              <p:nvPr/>
            </p:nvSpPr>
            <p:spPr bwMode="auto">
              <a:xfrm>
                <a:off x="2350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8" name="Freeform 3112"/>
              <p:cNvSpPr>
                <a:spLocks/>
              </p:cNvSpPr>
              <p:nvPr/>
            </p:nvSpPr>
            <p:spPr bwMode="auto">
              <a:xfrm>
                <a:off x="2566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99" name="Freeform 3113"/>
              <p:cNvSpPr>
                <a:spLocks/>
              </p:cNvSpPr>
              <p:nvPr/>
            </p:nvSpPr>
            <p:spPr bwMode="auto">
              <a:xfrm>
                <a:off x="2291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0" name="Freeform 3114"/>
              <p:cNvSpPr>
                <a:spLocks/>
              </p:cNvSpPr>
              <p:nvPr/>
            </p:nvSpPr>
            <p:spPr bwMode="auto">
              <a:xfrm>
                <a:off x="2291" y="17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1" name="Freeform 3115"/>
              <p:cNvSpPr>
                <a:spLocks/>
              </p:cNvSpPr>
              <p:nvPr/>
            </p:nvSpPr>
            <p:spPr bwMode="auto">
              <a:xfrm>
                <a:off x="2207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2" name="Freeform 3116"/>
              <p:cNvSpPr>
                <a:spLocks/>
              </p:cNvSpPr>
              <p:nvPr/>
            </p:nvSpPr>
            <p:spPr bwMode="auto">
              <a:xfrm>
                <a:off x="2656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3" name="Freeform 3117"/>
              <p:cNvSpPr>
                <a:spLocks/>
              </p:cNvSpPr>
              <p:nvPr/>
            </p:nvSpPr>
            <p:spPr bwMode="auto">
              <a:xfrm>
                <a:off x="2261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4" name="Freeform 3118"/>
              <p:cNvSpPr>
                <a:spLocks/>
              </p:cNvSpPr>
              <p:nvPr/>
            </p:nvSpPr>
            <p:spPr bwMode="auto">
              <a:xfrm>
                <a:off x="2339" y="204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5" name="Freeform 3119"/>
              <p:cNvSpPr>
                <a:spLocks/>
              </p:cNvSpPr>
              <p:nvPr/>
            </p:nvSpPr>
            <p:spPr bwMode="auto">
              <a:xfrm>
                <a:off x="2458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6" name="Freeform 3120"/>
              <p:cNvSpPr>
                <a:spLocks/>
              </p:cNvSpPr>
              <p:nvPr/>
            </p:nvSpPr>
            <p:spPr bwMode="auto">
              <a:xfrm>
                <a:off x="2285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7" name="Freeform 3121"/>
              <p:cNvSpPr>
                <a:spLocks/>
              </p:cNvSpPr>
              <p:nvPr/>
            </p:nvSpPr>
            <p:spPr bwMode="auto">
              <a:xfrm>
                <a:off x="2494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8" name="Freeform 3122"/>
              <p:cNvSpPr>
                <a:spLocks/>
              </p:cNvSpPr>
              <p:nvPr/>
            </p:nvSpPr>
            <p:spPr bwMode="auto">
              <a:xfrm>
                <a:off x="2344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09" name="Freeform 3123"/>
              <p:cNvSpPr>
                <a:spLocks/>
              </p:cNvSpPr>
              <p:nvPr/>
            </p:nvSpPr>
            <p:spPr bwMode="auto">
              <a:xfrm>
                <a:off x="2434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0" name="Freeform 3124"/>
              <p:cNvSpPr>
                <a:spLocks/>
              </p:cNvSpPr>
              <p:nvPr/>
            </p:nvSpPr>
            <p:spPr bwMode="auto">
              <a:xfrm>
                <a:off x="2195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1" name="Freeform 3125"/>
              <p:cNvSpPr>
                <a:spLocks/>
              </p:cNvSpPr>
              <p:nvPr/>
            </p:nvSpPr>
            <p:spPr bwMode="auto">
              <a:xfrm>
                <a:off x="2488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2" name="Freeform 3126"/>
              <p:cNvSpPr>
                <a:spLocks/>
              </p:cNvSpPr>
              <p:nvPr/>
            </p:nvSpPr>
            <p:spPr bwMode="auto">
              <a:xfrm>
                <a:off x="2165" y="25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3" name="Freeform 3127"/>
              <p:cNvSpPr>
                <a:spLocks/>
              </p:cNvSpPr>
              <p:nvPr/>
            </p:nvSpPr>
            <p:spPr bwMode="auto">
              <a:xfrm>
                <a:off x="2410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4" name="Freeform 3128"/>
              <p:cNvSpPr>
                <a:spLocks/>
              </p:cNvSpPr>
              <p:nvPr/>
            </p:nvSpPr>
            <p:spPr bwMode="auto">
              <a:xfrm>
                <a:off x="2111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5" name="Freeform 3129"/>
              <p:cNvSpPr>
                <a:spLocks/>
              </p:cNvSpPr>
              <p:nvPr/>
            </p:nvSpPr>
            <p:spPr bwMode="auto">
              <a:xfrm>
                <a:off x="2350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6" name="Freeform 3130"/>
              <p:cNvSpPr>
                <a:spLocks/>
              </p:cNvSpPr>
              <p:nvPr/>
            </p:nvSpPr>
            <p:spPr bwMode="auto">
              <a:xfrm>
                <a:off x="2243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7" name="Freeform 3131"/>
              <p:cNvSpPr>
                <a:spLocks/>
              </p:cNvSpPr>
              <p:nvPr/>
            </p:nvSpPr>
            <p:spPr bwMode="auto">
              <a:xfrm>
                <a:off x="2231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8" name="Freeform 3132"/>
              <p:cNvSpPr>
                <a:spLocks/>
              </p:cNvSpPr>
              <p:nvPr/>
            </p:nvSpPr>
            <p:spPr bwMode="auto">
              <a:xfrm>
                <a:off x="2560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19" name="Freeform 3133"/>
              <p:cNvSpPr>
                <a:spLocks/>
              </p:cNvSpPr>
              <p:nvPr/>
            </p:nvSpPr>
            <p:spPr bwMode="auto">
              <a:xfrm>
                <a:off x="2303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0" name="Freeform 3134"/>
              <p:cNvSpPr>
                <a:spLocks/>
              </p:cNvSpPr>
              <p:nvPr/>
            </p:nvSpPr>
            <p:spPr bwMode="auto">
              <a:xfrm>
                <a:off x="2279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1" name="Freeform 3135"/>
              <p:cNvSpPr>
                <a:spLocks/>
              </p:cNvSpPr>
              <p:nvPr/>
            </p:nvSpPr>
            <p:spPr bwMode="auto">
              <a:xfrm>
                <a:off x="2087" y="22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2" name="Freeform 3136"/>
              <p:cNvSpPr>
                <a:spLocks/>
              </p:cNvSpPr>
              <p:nvPr/>
            </p:nvSpPr>
            <p:spPr bwMode="auto">
              <a:xfrm>
                <a:off x="2327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3" name="Freeform 3137"/>
              <p:cNvSpPr>
                <a:spLocks/>
              </p:cNvSpPr>
              <p:nvPr/>
            </p:nvSpPr>
            <p:spPr bwMode="auto">
              <a:xfrm>
                <a:off x="217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4" name="Freeform 3138"/>
              <p:cNvSpPr>
                <a:spLocks/>
              </p:cNvSpPr>
              <p:nvPr/>
            </p:nvSpPr>
            <p:spPr bwMode="auto">
              <a:xfrm>
                <a:off x="2309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5" name="Freeform 3139"/>
              <p:cNvSpPr>
                <a:spLocks/>
              </p:cNvSpPr>
              <p:nvPr/>
            </p:nvSpPr>
            <p:spPr bwMode="auto">
              <a:xfrm>
                <a:off x="2255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6" name="Freeform 3140"/>
              <p:cNvSpPr>
                <a:spLocks/>
              </p:cNvSpPr>
              <p:nvPr/>
            </p:nvSpPr>
            <p:spPr bwMode="auto">
              <a:xfrm>
                <a:off x="2309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7" name="Freeform 3141"/>
              <p:cNvSpPr>
                <a:spLocks/>
              </p:cNvSpPr>
              <p:nvPr/>
            </p:nvSpPr>
            <p:spPr bwMode="auto">
              <a:xfrm>
                <a:off x="2303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8" name="Freeform 3142"/>
              <p:cNvSpPr>
                <a:spLocks/>
              </p:cNvSpPr>
              <p:nvPr/>
            </p:nvSpPr>
            <p:spPr bwMode="auto">
              <a:xfrm>
                <a:off x="2129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29" name="Freeform 3143"/>
              <p:cNvSpPr>
                <a:spLocks/>
              </p:cNvSpPr>
              <p:nvPr/>
            </p:nvSpPr>
            <p:spPr bwMode="auto">
              <a:xfrm>
                <a:off x="2339" y="200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0" name="Freeform 3144"/>
              <p:cNvSpPr>
                <a:spLocks/>
              </p:cNvSpPr>
              <p:nvPr/>
            </p:nvSpPr>
            <p:spPr bwMode="auto">
              <a:xfrm>
                <a:off x="2291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1" name="Freeform 3145"/>
              <p:cNvSpPr>
                <a:spLocks/>
              </p:cNvSpPr>
              <p:nvPr/>
            </p:nvSpPr>
            <p:spPr bwMode="auto">
              <a:xfrm>
                <a:off x="2285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2" name="Freeform 3146"/>
              <p:cNvSpPr>
                <a:spLocks/>
              </p:cNvSpPr>
              <p:nvPr/>
            </p:nvSpPr>
            <p:spPr bwMode="auto">
              <a:xfrm>
                <a:off x="2482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3" name="Freeform 3147"/>
              <p:cNvSpPr>
                <a:spLocks/>
              </p:cNvSpPr>
              <p:nvPr/>
            </p:nvSpPr>
            <p:spPr bwMode="auto">
              <a:xfrm>
                <a:off x="2219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4" name="Freeform 3148"/>
              <p:cNvSpPr>
                <a:spLocks/>
              </p:cNvSpPr>
              <p:nvPr/>
            </p:nvSpPr>
            <p:spPr bwMode="auto">
              <a:xfrm>
                <a:off x="2392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5" name="Freeform 3149"/>
              <p:cNvSpPr>
                <a:spLocks/>
              </p:cNvSpPr>
              <p:nvPr/>
            </p:nvSpPr>
            <p:spPr bwMode="auto">
              <a:xfrm>
                <a:off x="2512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6" name="Freeform 3150"/>
              <p:cNvSpPr>
                <a:spLocks/>
              </p:cNvSpPr>
              <p:nvPr/>
            </p:nvSpPr>
            <p:spPr bwMode="auto">
              <a:xfrm>
                <a:off x="2339" y="2461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7" name="Freeform 3151"/>
              <p:cNvSpPr>
                <a:spLocks/>
              </p:cNvSpPr>
              <p:nvPr/>
            </p:nvSpPr>
            <p:spPr bwMode="auto">
              <a:xfrm>
                <a:off x="2303" y="23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8" name="Freeform 3152"/>
              <p:cNvSpPr>
                <a:spLocks/>
              </p:cNvSpPr>
              <p:nvPr/>
            </p:nvSpPr>
            <p:spPr bwMode="auto">
              <a:xfrm>
                <a:off x="2291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39" name="Freeform 3153"/>
              <p:cNvSpPr>
                <a:spLocks/>
              </p:cNvSpPr>
              <p:nvPr/>
            </p:nvSpPr>
            <p:spPr bwMode="auto">
              <a:xfrm>
                <a:off x="2333" y="204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0" name="Freeform 3154"/>
              <p:cNvSpPr>
                <a:spLocks/>
              </p:cNvSpPr>
              <p:nvPr/>
            </p:nvSpPr>
            <p:spPr bwMode="auto">
              <a:xfrm>
                <a:off x="2039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1" name="Freeform 3155"/>
              <p:cNvSpPr>
                <a:spLocks/>
              </p:cNvSpPr>
              <p:nvPr/>
            </p:nvSpPr>
            <p:spPr bwMode="auto">
              <a:xfrm>
                <a:off x="2165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2" name="Freeform 3156"/>
              <p:cNvSpPr>
                <a:spLocks/>
              </p:cNvSpPr>
              <p:nvPr/>
            </p:nvSpPr>
            <p:spPr bwMode="auto">
              <a:xfrm>
                <a:off x="2165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3" name="Freeform 3157"/>
              <p:cNvSpPr>
                <a:spLocks/>
              </p:cNvSpPr>
              <p:nvPr/>
            </p:nvSpPr>
            <p:spPr bwMode="auto">
              <a:xfrm>
                <a:off x="2237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4" name="Freeform 3158"/>
              <p:cNvSpPr>
                <a:spLocks/>
              </p:cNvSpPr>
              <p:nvPr/>
            </p:nvSpPr>
            <p:spPr bwMode="auto">
              <a:xfrm>
                <a:off x="2231" y="18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5" name="Freeform 3159"/>
              <p:cNvSpPr>
                <a:spLocks/>
              </p:cNvSpPr>
              <p:nvPr/>
            </p:nvSpPr>
            <p:spPr bwMode="auto">
              <a:xfrm>
                <a:off x="2333" y="1755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6" name="Freeform 3160"/>
              <p:cNvSpPr>
                <a:spLocks/>
              </p:cNvSpPr>
              <p:nvPr/>
            </p:nvSpPr>
            <p:spPr bwMode="auto">
              <a:xfrm>
                <a:off x="2422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7" name="Freeform 3161"/>
              <p:cNvSpPr>
                <a:spLocks/>
              </p:cNvSpPr>
              <p:nvPr/>
            </p:nvSpPr>
            <p:spPr bwMode="auto">
              <a:xfrm>
                <a:off x="2470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8" name="Freeform 3162"/>
              <p:cNvSpPr>
                <a:spLocks/>
              </p:cNvSpPr>
              <p:nvPr/>
            </p:nvSpPr>
            <p:spPr bwMode="auto">
              <a:xfrm>
                <a:off x="2219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49" name="Freeform 3163"/>
              <p:cNvSpPr>
                <a:spLocks/>
              </p:cNvSpPr>
              <p:nvPr/>
            </p:nvSpPr>
            <p:spPr bwMode="auto">
              <a:xfrm>
                <a:off x="2189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50" name="Freeform 3164"/>
              <p:cNvSpPr>
                <a:spLocks/>
              </p:cNvSpPr>
              <p:nvPr/>
            </p:nvSpPr>
            <p:spPr bwMode="auto">
              <a:xfrm>
                <a:off x="2344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51" name="Freeform 3165"/>
              <p:cNvSpPr>
                <a:spLocks/>
              </p:cNvSpPr>
              <p:nvPr/>
            </p:nvSpPr>
            <p:spPr bwMode="auto">
              <a:xfrm>
                <a:off x="2237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52" name="Freeform 3166"/>
              <p:cNvSpPr>
                <a:spLocks/>
              </p:cNvSpPr>
              <p:nvPr/>
            </p:nvSpPr>
            <p:spPr bwMode="auto">
              <a:xfrm>
                <a:off x="229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53" name="Freeform 3167"/>
              <p:cNvSpPr>
                <a:spLocks/>
              </p:cNvSpPr>
              <p:nvPr/>
            </p:nvSpPr>
            <p:spPr bwMode="auto">
              <a:xfrm>
                <a:off x="2452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54" name="Freeform 3168"/>
              <p:cNvSpPr>
                <a:spLocks/>
              </p:cNvSpPr>
              <p:nvPr/>
            </p:nvSpPr>
            <p:spPr bwMode="auto">
              <a:xfrm>
                <a:off x="2386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55" name="Freeform 3169"/>
              <p:cNvSpPr>
                <a:spLocks/>
              </p:cNvSpPr>
              <p:nvPr/>
            </p:nvSpPr>
            <p:spPr bwMode="auto">
              <a:xfrm>
                <a:off x="2189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56" name="Freeform 3170"/>
              <p:cNvSpPr>
                <a:spLocks/>
              </p:cNvSpPr>
              <p:nvPr/>
            </p:nvSpPr>
            <p:spPr bwMode="auto">
              <a:xfrm>
                <a:off x="2231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57" name="Freeform 3171"/>
              <p:cNvSpPr>
                <a:spLocks/>
              </p:cNvSpPr>
              <p:nvPr/>
            </p:nvSpPr>
            <p:spPr bwMode="auto">
              <a:xfrm>
                <a:off x="2165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58" name="Freeform 3172"/>
              <p:cNvSpPr>
                <a:spLocks/>
              </p:cNvSpPr>
              <p:nvPr/>
            </p:nvSpPr>
            <p:spPr bwMode="auto">
              <a:xfrm>
                <a:off x="2422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59" name="Freeform 3173"/>
              <p:cNvSpPr>
                <a:spLocks/>
              </p:cNvSpPr>
              <p:nvPr/>
            </p:nvSpPr>
            <p:spPr bwMode="auto">
              <a:xfrm>
                <a:off x="217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0" name="Freeform 3174"/>
              <p:cNvSpPr>
                <a:spLocks/>
              </p:cNvSpPr>
              <p:nvPr/>
            </p:nvSpPr>
            <p:spPr bwMode="auto">
              <a:xfrm>
                <a:off x="2315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1" name="Freeform 3175"/>
              <p:cNvSpPr>
                <a:spLocks/>
              </p:cNvSpPr>
              <p:nvPr/>
            </p:nvSpPr>
            <p:spPr bwMode="auto">
              <a:xfrm>
                <a:off x="2267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2" name="Freeform 3176"/>
              <p:cNvSpPr>
                <a:spLocks/>
              </p:cNvSpPr>
              <p:nvPr/>
            </p:nvSpPr>
            <p:spPr bwMode="auto">
              <a:xfrm>
                <a:off x="2428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3" name="Freeform 3177"/>
              <p:cNvSpPr>
                <a:spLocks/>
              </p:cNvSpPr>
              <p:nvPr/>
            </p:nvSpPr>
            <p:spPr bwMode="auto">
              <a:xfrm>
                <a:off x="2195" y="2288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4" name="Freeform 3178"/>
              <p:cNvSpPr>
                <a:spLocks/>
              </p:cNvSpPr>
              <p:nvPr/>
            </p:nvSpPr>
            <p:spPr bwMode="auto">
              <a:xfrm>
                <a:off x="2333" y="2030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5" name="Freeform 3179"/>
              <p:cNvSpPr>
                <a:spLocks/>
              </p:cNvSpPr>
              <p:nvPr/>
            </p:nvSpPr>
            <p:spPr bwMode="auto">
              <a:xfrm>
                <a:off x="2374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6" name="Freeform 3180"/>
              <p:cNvSpPr>
                <a:spLocks/>
              </p:cNvSpPr>
              <p:nvPr/>
            </p:nvSpPr>
            <p:spPr bwMode="auto">
              <a:xfrm>
                <a:off x="2644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7" name="Freeform 3181"/>
              <p:cNvSpPr>
                <a:spLocks/>
              </p:cNvSpPr>
              <p:nvPr/>
            </p:nvSpPr>
            <p:spPr bwMode="auto">
              <a:xfrm>
                <a:off x="2159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8" name="Freeform 3182"/>
              <p:cNvSpPr>
                <a:spLocks/>
              </p:cNvSpPr>
              <p:nvPr/>
            </p:nvSpPr>
            <p:spPr bwMode="auto">
              <a:xfrm>
                <a:off x="2662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69" name="Freeform 3183"/>
              <p:cNvSpPr>
                <a:spLocks/>
              </p:cNvSpPr>
              <p:nvPr/>
            </p:nvSpPr>
            <p:spPr bwMode="auto">
              <a:xfrm>
                <a:off x="2386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0" name="Freeform 3184"/>
              <p:cNvSpPr>
                <a:spLocks/>
              </p:cNvSpPr>
              <p:nvPr/>
            </p:nvSpPr>
            <p:spPr bwMode="auto">
              <a:xfrm>
                <a:off x="2374" y="18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1" name="Freeform 3185"/>
              <p:cNvSpPr>
                <a:spLocks/>
              </p:cNvSpPr>
              <p:nvPr/>
            </p:nvSpPr>
            <p:spPr bwMode="auto">
              <a:xfrm>
                <a:off x="2638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2" name="Freeform 3186"/>
              <p:cNvSpPr>
                <a:spLocks/>
              </p:cNvSpPr>
              <p:nvPr/>
            </p:nvSpPr>
            <p:spPr bwMode="auto">
              <a:xfrm>
                <a:off x="2428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3" name="Freeform 3187"/>
              <p:cNvSpPr>
                <a:spLocks/>
              </p:cNvSpPr>
              <p:nvPr/>
            </p:nvSpPr>
            <p:spPr bwMode="auto">
              <a:xfrm>
                <a:off x="1662" y="17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4" name="Freeform 3188"/>
              <p:cNvSpPr>
                <a:spLocks/>
              </p:cNvSpPr>
              <p:nvPr/>
            </p:nvSpPr>
            <p:spPr bwMode="auto">
              <a:xfrm>
                <a:off x="2512" y="18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5" name="Freeform 3189"/>
              <p:cNvSpPr>
                <a:spLocks/>
              </p:cNvSpPr>
              <p:nvPr/>
            </p:nvSpPr>
            <p:spPr bwMode="auto">
              <a:xfrm>
                <a:off x="2135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6" name="Freeform 3190"/>
              <p:cNvSpPr>
                <a:spLocks/>
              </p:cNvSpPr>
              <p:nvPr/>
            </p:nvSpPr>
            <p:spPr bwMode="auto">
              <a:xfrm>
                <a:off x="2213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7" name="Freeform 3191"/>
              <p:cNvSpPr>
                <a:spLocks/>
              </p:cNvSpPr>
              <p:nvPr/>
            </p:nvSpPr>
            <p:spPr bwMode="auto">
              <a:xfrm>
                <a:off x="2285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8" name="Freeform 3192"/>
              <p:cNvSpPr>
                <a:spLocks/>
              </p:cNvSpPr>
              <p:nvPr/>
            </p:nvSpPr>
            <p:spPr bwMode="auto">
              <a:xfrm>
                <a:off x="2285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79" name="Freeform 3193"/>
              <p:cNvSpPr>
                <a:spLocks/>
              </p:cNvSpPr>
              <p:nvPr/>
            </p:nvSpPr>
            <p:spPr bwMode="auto">
              <a:xfrm>
                <a:off x="2279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0" name="Freeform 3194"/>
              <p:cNvSpPr>
                <a:spLocks/>
              </p:cNvSpPr>
              <p:nvPr/>
            </p:nvSpPr>
            <p:spPr bwMode="auto">
              <a:xfrm>
                <a:off x="2303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1" name="Freeform 3195"/>
              <p:cNvSpPr>
                <a:spLocks/>
              </p:cNvSpPr>
              <p:nvPr/>
            </p:nvSpPr>
            <p:spPr bwMode="auto">
              <a:xfrm>
                <a:off x="2279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2" name="Freeform 3196"/>
              <p:cNvSpPr>
                <a:spLocks/>
              </p:cNvSpPr>
              <p:nvPr/>
            </p:nvSpPr>
            <p:spPr bwMode="auto">
              <a:xfrm>
                <a:off x="2165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3" name="Freeform 3197"/>
              <p:cNvSpPr>
                <a:spLocks/>
              </p:cNvSpPr>
              <p:nvPr/>
            </p:nvSpPr>
            <p:spPr bwMode="auto">
              <a:xfrm>
                <a:off x="2386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4" name="Freeform 3198"/>
              <p:cNvSpPr>
                <a:spLocks/>
              </p:cNvSpPr>
              <p:nvPr/>
            </p:nvSpPr>
            <p:spPr bwMode="auto">
              <a:xfrm>
                <a:off x="2183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5" name="Freeform 3199"/>
              <p:cNvSpPr>
                <a:spLocks/>
              </p:cNvSpPr>
              <p:nvPr/>
            </p:nvSpPr>
            <p:spPr bwMode="auto">
              <a:xfrm>
                <a:off x="2410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6" name="Freeform 3200"/>
              <p:cNvSpPr>
                <a:spLocks/>
              </p:cNvSpPr>
              <p:nvPr/>
            </p:nvSpPr>
            <p:spPr bwMode="auto">
              <a:xfrm>
                <a:off x="2368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7" name="Freeform 3201"/>
              <p:cNvSpPr>
                <a:spLocks/>
              </p:cNvSpPr>
              <p:nvPr/>
            </p:nvSpPr>
            <p:spPr bwMode="auto">
              <a:xfrm>
                <a:off x="2141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8" name="Freeform 3202"/>
              <p:cNvSpPr>
                <a:spLocks/>
              </p:cNvSpPr>
              <p:nvPr/>
            </p:nvSpPr>
            <p:spPr bwMode="auto">
              <a:xfrm>
                <a:off x="2716" y="18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89" name="Freeform 3203"/>
              <p:cNvSpPr>
                <a:spLocks/>
              </p:cNvSpPr>
              <p:nvPr/>
            </p:nvSpPr>
            <p:spPr bwMode="auto">
              <a:xfrm>
                <a:off x="2488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0" name="Freeform 3204"/>
              <p:cNvSpPr>
                <a:spLocks/>
              </p:cNvSpPr>
              <p:nvPr/>
            </p:nvSpPr>
            <p:spPr bwMode="auto">
              <a:xfrm>
                <a:off x="2219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1" name="Freeform 3205"/>
              <p:cNvSpPr>
                <a:spLocks/>
              </p:cNvSpPr>
              <p:nvPr/>
            </p:nvSpPr>
            <p:spPr bwMode="auto">
              <a:xfrm>
                <a:off x="2303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2" name="Freeform 3206"/>
              <p:cNvSpPr>
                <a:spLocks/>
              </p:cNvSpPr>
              <p:nvPr/>
            </p:nvSpPr>
            <p:spPr bwMode="auto">
              <a:xfrm>
                <a:off x="2261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3" name="Freeform 3207"/>
              <p:cNvSpPr>
                <a:spLocks/>
              </p:cNvSpPr>
              <p:nvPr/>
            </p:nvSpPr>
            <p:spPr bwMode="auto">
              <a:xfrm>
                <a:off x="2069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4" name="Freeform 3208"/>
              <p:cNvSpPr>
                <a:spLocks/>
              </p:cNvSpPr>
              <p:nvPr/>
            </p:nvSpPr>
            <p:spPr bwMode="auto">
              <a:xfrm>
                <a:off x="2153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5" name="Freeform 3209"/>
              <p:cNvSpPr>
                <a:spLocks/>
              </p:cNvSpPr>
              <p:nvPr/>
            </p:nvSpPr>
            <p:spPr bwMode="auto">
              <a:xfrm>
                <a:off x="2644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6" name="Freeform 3210"/>
              <p:cNvSpPr>
                <a:spLocks/>
              </p:cNvSpPr>
              <p:nvPr/>
            </p:nvSpPr>
            <p:spPr bwMode="auto">
              <a:xfrm>
                <a:off x="2309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7" name="Freeform 3211"/>
              <p:cNvSpPr>
                <a:spLocks/>
              </p:cNvSpPr>
              <p:nvPr/>
            </p:nvSpPr>
            <p:spPr bwMode="auto">
              <a:xfrm>
                <a:off x="2243" y="23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8" name="Freeform 3212"/>
              <p:cNvSpPr>
                <a:spLocks/>
              </p:cNvSpPr>
              <p:nvPr/>
            </p:nvSpPr>
            <p:spPr bwMode="auto">
              <a:xfrm>
                <a:off x="2578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399" name="Freeform 3213"/>
              <p:cNvSpPr>
                <a:spLocks/>
              </p:cNvSpPr>
              <p:nvPr/>
            </p:nvSpPr>
            <p:spPr bwMode="auto">
              <a:xfrm>
                <a:off x="2237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00" name="Freeform 3214"/>
              <p:cNvSpPr>
                <a:spLocks/>
              </p:cNvSpPr>
              <p:nvPr/>
            </p:nvSpPr>
            <p:spPr bwMode="auto">
              <a:xfrm>
                <a:off x="2261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01" name="Freeform 3215"/>
              <p:cNvSpPr>
                <a:spLocks/>
              </p:cNvSpPr>
              <p:nvPr/>
            </p:nvSpPr>
            <p:spPr bwMode="auto">
              <a:xfrm>
                <a:off x="2207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02" name="Freeform 3216"/>
              <p:cNvSpPr>
                <a:spLocks/>
              </p:cNvSpPr>
              <p:nvPr/>
            </p:nvSpPr>
            <p:spPr bwMode="auto">
              <a:xfrm>
                <a:off x="2536" y="18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03" name="Freeform 3217"/>
              <p:cNvSpPr>
                <a:spLocks/>
              </p:cNvSpPr>
              <p:nvPr/>
            </p:nvSpPr>
            <p:spPr bwMode="auto">
              <a:xfrm>
                <a:off x="2464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04" name="Freeform 3218"/>
              <p:cNvSpPr>
                <a:spLocks/>
              </p:cNvSpPr>
              <p:nvPr/>
            </p:nvSpPr>
            <p:spPr bwMode="auto">
              <a:xfrm>
                <a:off x="2410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405" name="Freeform 3219"/>
              <p:cNvSpPr>
                <a:spLocks/>
              </p:cNvSpPr>
              <p:nvPr/>
            </p:nvSpPr>
            <p:spPr bwMode="auto">
              <a:xfrm>
                <a:off x="2339" y="2042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20" name="Group 3421"/>
            <p:cNvGrpSpPr>
              <a:grpSpLocks/>
            </p:cNvGrpSpPr>
            <p:nvPr/>
          </p:nvGrpSpPr>
          <p:grpSpPr bwMode="auto">
            <a:xfrm>
              <a:off x="1782" y="1629"/>
              <a:ext cx="988" cy="1065"/>
              <a:chOff x="1782" y="1629"/>
              <a:chExt cx="988" cy="1065"/>
            </a:xfrm>
          </p:grpSpPr>
          <p:sp>
            <p:nvSpPr>
              <p:cNvPr id="60006" name="Freeform 3221"/>
              <p:cNvSpPr>
                <a:spLocks/>
              </p:cNvSpPr>
              <p:nvPr/>
            </p:nvSpPr>
            <p:spPr bwMode="auto">
              <a:xfrm>
                <a:off x="2075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07" name="Freeform 3222"/>
              <p:cNvSpPr>
                <a:spLocks/>
              </p:cNvSpPr>
              <p:nvPr/>
            </p:nvSpPr>
            <p:spPr bwMode="auto">
              <a:xfrm>
                <a:off x="2063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08" name="Freeform 3223"/>
              <p:cNvSpPr>
                <a:spLocks/>
              </p:cNvSpPr>
              <p:nvPr/>
            </p:nvSpPr>
            <p:spPr bwMode="auto">
              <a:xfrm>
                <a:off x="2339" y="210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09" name="Freeform 3224"/>
              <p:cNvSpPr>
                <a:spLocks/>
              </p:cNvSpPr>
              <p:nvPr/>
            </p:nvSpPr>
            <p:spPr bwMode="auto">
              <a:xfrm>
                <a:off x="2129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0" name="Freeform 3225"/>
              <p:cNvSpPr>
                <a:spLocks/>
              </p:cNvSpPr>
              <p:nvPr/>
            </p:nvSpPr>
            <p:spPr bwMode="auto">
              <a:xfrm>
                <a:off x="2201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1" name="Freeform 3226"/>
              <p:cNvSpPr>
                <a:spLocks/>
              </p:cNvSpPr>
              <p:nvPr/>
            </p:nvSpPr>
            <p:spPr bwMode="auto">
              <a:xfrm>
                <a:off x="2392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2" name="Freeform 3227"/>
              <p:cNvSpPr>
                <a:spLocks/>
              </p:cNvSpPr>
              <p:nvPr/>
            </p:nvSpPr>
            <p:spPr bwMode="auto">
              <a:xfrm>
                <a:off x="2440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3" name="Freeform 3228"/>
              <p:cNvSpPr>
                <a:spLocks/>
              </p:cNvSpPr>
              <p:nvPr/>
            </p:nvSpPr>
            <p:spPr bwMode="auto">
              <a:xfrm>
                <a:off x="2255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4" name="Freeform 3229"/>
              <p:cNvSpPr>
                <a:spLocks/>
              </p:cNvSpPr>
              <p:nvPr/>
            </p:nvSpPr>
            <p:spPr bwMode="auto">
              <a:xfrm>
                <a:off x="2105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5" name="Freeform 3230"/>
              <p:cNvSpPr>
                <a:spLocks/>
              </p:cNvSpPr>
              <p:nvPr/>
            </p:nvSpPr>
            <p:spPr bwMode="auto">
              <a:xfrm>
                <a:off x="2566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6" name="Freeform 3231"/>
              <p:cNvSpPr>
                <a:spLocks/>
              </p:cNvSpPr>
              <p:nvPr/>
            </p:nvSpPr>
            <p:spPr bwMode="auto">
              <a:xfrm>
                <a:off x="2297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7" name="Freeform 3232"/>
              <p:cNvSpPr>
                <a:spLocks/>
              </p:cNvSpPr>
              <p:nvPr/>
            </p:nvSpPr>
            <p:spPr bwMode="auto">
              <a:xfrm>
                <a:off x="2327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8" name="Freeform 3233"/>
              <p:cNvSpPr>
                <a:spLocks/>
              </p:cNvSpPr>
              <p:nvPr/>
            </p:nvSpPr>
            <p:spPr bwMode="auto">
              <a:xfrm>
                <a:off x="232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19" name="Freeform 3234"/>
              <p:cNvSpPr>
                <a:spLocks/>
              </p:cNvSpPr>
              <p:nvPr/>
            </p:nvSpPr>
            <p:spPr bwMode="auto">
              <a:xfrm>
                <a:off x="2201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0" name="Freeform 3235"/>
              <p:cNvSpPr>
                <a:spLocks/>
              </p:cNvSpPr>
              <p:nvPr/>
            </p:nvSpPr>
            <p:spPr bwMode="auto">
              <a:xfrm>
                <a:off x="2141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1" name="Freeform 3236"/>
              <p:cNvSpPr>
                <a:spLocks/>
              </p:cNvSpPr>
              <p:nvPr/>
            </p:nvSpPr>
            <p:spPr bwMode="auto">
              <a:xfrm>
                <a:off x="2219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2" name="Freeform 3237"/>
              <p:cNvSpPr>
                <a:spLocks/>
              </p:cNvSpPr>
              <p:nvPr/>
            </p:nvSpPr>
            <p:spPr bwMode="auto">
              <a:xfrm>
                <a:off x="2273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3" name="Freeform 3238"/>
              <p:cNvSpPr>
                <a:spLocks/>
              </p:cNvSpPr>
              <p:nvPr/>
            </p:nvSpPr>
            <p:spPr bwMode="auto">
              <a:xfrm>
                <a:off x="2560" y="17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4" name="Freeform 3239"/>
              <p:cNvSpPr>
                <a:spLocks/>
              </p:cNvSpPr>
              <p:nvPr/>
            </p:nvSpPr>
            <p:spPr bwMode="auto">
              <a:xfrm>
                <a:off x="2045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5" name="Freeform 3240"/>
              <p:cNvSpPr>
                <a:spLocks/>
              </p:cNvSpPr>
              <p:nvPr/>
            </p:nvSpPr>
            <p:spPr bwMode="auto">
              <a:xfrm>
                <a:off x="2572" y="18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6" name="Freeform 3241"/>
              <p:cNvSpPr>
                <a:spLocks/>
              </p:cNvSpPr>
              <p:nvPr/>
            </p:nvSpPr>
            <p:spPr bwMode="auto">
              <a:xfrm>
                <a:off x="2344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7" name="Freeform 3242"/>
              <p:cNvSpPr>
                <a:spLocks/>
              </p:cNvSpPr>
              <p:nvPr/>
            </p:nvSpPr>
            <p:spPr bwMode="auto">
              <a:xfrm>
                <a:off x="2129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8" name="Freeform 3243"/>
              <p:cNvSpPr>
                <a:spLocks/>
              </p:cNvSpPr>
              <p:nvPr/>
            </p:nvSpPr>
            <p:spPr bwMode="auto">
              <a:xfrm>
                <a:off x="2303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29" name="Freeform 3244"/>
              <p:cNvSpPr>
                <a:spLocks/>
              </p:cNvSpPr>
              <p:nvPr/>
            </p:nvSpPr>
            <p:spPr bwMode="auto">
              <a:xfrm>
                <a:off x="2626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0" name="Freeform 3245"/>
              <p:cNvSpPr>
                <a:spLocks/>
              </p:cNvSpPr>
              <p:nvPr/>
            </p:nvSpPr>
            <p:spPr bwMode="auto">
              <a:xfrm>
                <a:off x="2237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1" name="Freeform 3246"/>
              <p:cNvSpPr>
                <a:spLocks/>
              </p:cNvSpPr>
              <p:nvPr/>
            </p:nvSpPr>
            <p:spPr bwMode="auto">
              <a:xfrm>
                <a:off x="2410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2" name="Freeform 3247"/>
              <p:cNvSpPr>
                <a:spLocks/>
              </p:cNvSpPr>
              <p:nvPr/>
            </p:nvSpPr>
            <p:spPr bwMode="auto">
              <a:xfrm>
                <a:off x="2452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3" name="Freeform 3248"/>
              <p:cNvSpPr>
                <a:spLocks/>
              </p:cNvSpPr>
              <p:nvPr/>
            </p:nvSpPr>
            <p:spPr bwMode="auto">
              <a:xfrm>
                <a:off x="2093" y="22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4" name="Freeform 3249"/>
              <p:cNvSpPr>
                <a:spLocks/>
              </p:cNvSpPr>
              <p:nvPr/>
            </p:nvSpPr>
            <p:spPr bwMode="auto">
              <a:xfrm>
                <a:off x="2099" y="16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5" name="Freeform 3250"/>
              <p:cNvSpPr>
                <a:spLocks/>
              </p:cNvSpPr>
              <p:nvPr/>
            </p:nvSpPr>
            <p:spPr bwMode="auto">
              <a:xfrm>
                <a:off x="2488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6" name="Freeform 3251"/>
              <p:cNvSpPr>
                <a:spLocks/>
              </p:cNvSpPr>
              <p:nvPr/>
            </p:nvSpPr>
            <p:spPr bwMode="auto">
              <a:xfrm>
                <a:off x="2428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7" name="Freeform 3252"/>
              <p:cNvSpPr>
                <a:spLocks/>
              </p:cNvSpPr>
              <p:nvPr/>
            </p:nvSpPr>
            <p:spPr bwMode="auto">
              <a:xfrm>
                <a:off x="2482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8" name="Freeform 3253"/>
              <p:cNvSpPr>
                <a:spLocks/>
              </p:cNvSpPr>
              <p:nvPr/>
            </p:nvSpPr>
            <p:spPr bwMode="auto">
              <a:xfrm>
                <a:off x="2339" y="2144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39" name="Freeform 3254"/>
              <p:cNvSpPr>
                <a:spLocks/>
              </p:cNvSpPr>
              <p:nvPr/>
            </p:nvSpPr>
            <p:spPr bwMode="auto">
              <a:xfrm>
                <a:off x="2440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0" name="Freeform 3255"/>
              <p:cNvSpPr>
                <a:spLocks/>
              </p:cNvSpPr>
              <p:nvPr/>
            </p:nvSpPr>
            <p:spPr bwMode="auto">
              <a:xfrm>
                <a:off x="2422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1" name="Freeform 3256"/>
              <p:cNvSpPr>
                <a:spLocks/>
              </p:cNvSpPr>
              <p:nvPr/>
            </p:nvSpPr>
            <p:spPr bwMode="auto">
              <a:xfrm>
                <a:off x="2279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2" name="Freeform 3257"/>
              <p:cNvSpPr>
                <a:spLocks/>
              </p:cNvSpPr>
              <p:nvPr/>
            </p:nvSpPr>
            <p:spPr bwMode="auto">
              <a:xfrm>
                <a:off x="2303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3" name="Freeform 3258"/>
              <p:cNvSpPr>
                <a:spLocks/>
              </p:cNvSpPr>
              <p:nvPr/>
            </p:nvSpPr>
            <p:spPr bwMode="auto">
              <a:xfrm>
                <a:off x="2512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4" name="Freeform 3259"/>
              <p:cNvSpPr>
                <a:spLocks/>
              </p:cNvSpPr>
              <p:nvPr/>
            </p:nvSpPr>
            <p:spPr bwMode="auto">
              <a:xfrm>
                <a:off x="2183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5" name="Freeform 3260"/>
              <p:cNvSpPr>
                <a:spLocks/>
              </p:cNvSpPr>
              <p:nvPr/>
            </p:nvSpPr>
            <p:spPr bwMode="auto">
              <a:xfrm>
                <a:off x="2279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6" name="Freeform 3261"/>
              <p:cNvSpPr>
                <a:spLocks/>
              </p:cNvSpPr>
              <p:nvPr/>
            </p:nvSpPr>
            <p:spPr bwMode="auto">
              <a:xfrm>
                <a:off x="2321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7" name="Freeform 3262"/>
              <p:cNvSpPr>
                <a:spLocks/>
              </p:cNvSpPr>
              <p:nvPr/>
            </p:nvSpPr>
            <p:spPr bwMode="auto">
              <a:xfrm>
                <a:off x="2147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8" name="Freeform 3263"/>
              <p:cNvSpPr>
                <a:spLocks/>
              </p:cNvSpPr>
              <p:nvPr/>
            </p:nvSpPr>
            <p:spPr bwMode="auto">
              <a:xfrm>
                <a:off x="2380" y="18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49" name="Freeform 3264"/>
              <p:cNvSpPr>
                <a:spLocks/>
              </p:cNvSpPr>
              <p:nvPr/>
            </p:nvSpPr>
            <p:spPr bwMode="auto">
              <a:xfrm>
                <a:off x="2231" y="18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0" name="Freeform 3265"/>
              <p:cNvSpPr>
                <a:spLocks/>
              </p:cNvSpPr>
              <p:nvPr/>
            </p:nvSpPr>
            <p:spPr bwMode="auto">
              <a:xfrm>
                <a:off x="2404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1" name="Freeform 3266"/>
              <p:cNvSpPr>
                <a:spLocks/>
              </p:cNvSpPr>
              <p:nvPr/>
            </p:nvSpPr>
            <p:spPr bwMode="auto">
              <a:xfrm>
                <a:off x="2099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2" name="Freeform 3267"/>
              <p:cNvSpPr>
                <a:spLocks/>
              </p:cNvSpPr>
              <p:nvPr/>
            </p:nvSpPr>
            <p:spPr bwMode="auto">
              <a:xfrm>
                <a:off x="2362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3" name="Freeform 3268"/>
              <p:cNvSpPr>
                <a:spLocks/>
              </p:cNvSpPr>
              <p:nvPr/>
            </p:nvSpPr>
            <p:spPr bwMode="auto">
              <a:xfrm>
                <a:off x="2386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4" name="Freeform 3269"/>
              <p:cNvSpPr>
                <a:spLocks/>
              </p:cNvSpPr>
              <p:nvPr/>
            </p:nvSpPr>
            <p:spPr bwMode="auto">
              <a:xfrm>
                <a:off x="232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5" name="Freeform 3270"/>
              <p:cNvSpPr>
                <a:spLocks/>
              </p:cNvSpPr>
              <p:nvPr/>
            </p:nvSpPr>
            <p:spPr bwMode="auto">
              <a:xfrm>
                <a:off x="2422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6" name="Freeform 3271"/>
              <p:cNvSpPr>
                <a:spLocks/>
              </p:cNvSpPr>
              <p:nvPr/>
            </p:nvSpPr>
            <p:spPr bwMode="auto">
              <a:xfrm>
                <a:off x="2297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7" name="Freeform 3272"/>
              <p:cNvSpPr>
                <a:spLocks/>
              </p:cNvSpPr>
              <p:nvPr/>
            </p:nvSpPr>
            <p:spPr bwMode="auto">
              <a:xfrm>
                <a:off x="2297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8" name="Freeform 3273"/>
              <p:cNvSpPr>
                <a:spLocks/>
              </p:cNvSpPr>
              <p:nvPr/>
            </p:nvSpPr>
            <p:spPr bwMode="auto">
              <a:xfrm>
                <a:off x="2237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59" name="Freeform 3274"/>
              <p:cNvSpPr>
                <a:spLocks/>
              </p:cNvSpPr>
              <p:nvPr/>
            </p:nvSpPr>
            <p:spPr bwMode="auto">
              <a:xfrm>
                <a:off x="2554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0" name="Freeform 3275"/>
              <p:cNvSpPr>
                <a:spLocks/>
              </p:cNvSpPr>
              <p:nvPr/>
            </p:nvSpPr>
            <p:spPr bwMode="auto">
              <a:xfrm>
                <a:off x="2512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1" name="Freeform 3276"/>
              <p:cNvSpPr>
                <a:spLocks/>
              </p:cNvSpPr>
              <p:nvPr/>
            </p:nvSpPr>
            <p:spPr bwMode="auto">
              <a:xfrm>
                <a:off x="2494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2" name="Freeform 3277"/>
              <p:cNvSpPr>
                <a:spLocks/>
              </p:cNvSpPr>
              <p:nvPr/>
            </p:nvSpPr>
            <p:spPr bwMode="auto">
              <a:xfrm>
                <a:off x="2362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3" name="Freeform 3278"/>
              <p:cNvSpPr>
                <a:spLocks/>
              </p:cNvSpPr>
              <p:nvPr/>
            </p:nvSpPr>
            <p:spPr bwMode="auto">
              <a:xfrm>
                <a:off x="2291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4" name="Freeform 3279"/>
              <p:cNvSpPr>
                <a:spLocks/>
              </p:cNvSpPr>
              <p:nvPr/>
            </p:nvSpPr>
            <p:spPr bwMode="auto">
              <a:xfrm>
                <a:off x="2195" y="23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5" name="Freeform 3280"/>
              <p:cNvSpPr>
                <a:spLocks/>
              </p:cNvSpPr>
              <p:nvPr/>
            </p:nvSpPr>
            <p:spPr bwMode="auto">
              <a:xfrm>
                <a:off x="2243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6" name="Freeform 3281"/>
              <p:cNvSpPr>
                <a:spLocks/>
              </p:cNvSpPr>
              <p:nvPr/>
            </p:nvSpPr>
            <p:spPr bwMode="auto">
              <a:xfrm>
                <a:off x="2392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7" name="Freeform 3282"/>
              <p:cNvSpPr>
                <a:spLocks/>
              </p:cNvSpPr>
              <p:nvPr/>
            </p:nvSpPr>
            <p:spPr bwMode="auto">
              <a:xfrm>
                <a:off x="2440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8" name="Freeform 3283"/>
              <p:cNvSpPr>
                <a:spLocks/>
              </p:cNvSpPr>
              <p:nvPr/>
            </p:nvSpPr>
            <p:spPr bwMode="auto">
              <a:xfrm>
                <a:off x="2045" y="23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69" name="Freeform 3284"/>
              <p:cNvSpPr>
                <a:spLocks/>
              </p:cNvSpPr>
              <p:nvPr/>
            </p:nvSpPr>
            <p:spPr bwMode="auto">
              <a:xfrm>
                <a:off x="2153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0" name="Freeform 3285"/>
              <p:cNvSpPr>
                <a:spLocks/>
              </p:cNvSpPr>
              <p:nvPr/>
            </p:nvSpPr>
            <p:spPr bwMode="auto">
              <a:xfrm>
                <a:off x="2291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1" name="Freeform 3286"/>
              <p:cNvSpPr>
                <a:spLocks/>
              </p:cNvSpPr>
              <p:nvPr/>
            </p:nvSpPr>
            <p:spPr bwMode="auto">
              <a:xfrm>
                <a:off x="2231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2" name="Freeform 3287"/>
              <p:cNvSpPr>
                <a:spLocks/>
              </p:cNvSpPr>
              <p:nvPr/>
            </p:nvSpPr>
            <p:spPr bwMode="auto">
              <a:xfrm>
                <a:off x="2177" y="22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3" name="Freeform 3288"/>
              <p:cNvSpPr>
                <a:spLocks/>
              </p:cNvSpPr>
              <p:nvPr/>
            </p:nvSpPr>
            <p:spPr bwMode="auto">
              <a:xfrm>
                <a:off x="2189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4" name="Freeform 3289"/>
              <p:cNvSpPr>
                <a:spLocks/>
              </p:cNvSpPr>
              <p:nvPr/>
            </p:nvSpPr>
            <p:spPr bwMode="auto">
              <a:xfrm>
                <a:off x="2255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5" name="Freeform 3290"/>
              <p:cNvSpPr>
                <a:spLocks/>
              </p:cNvSpPr>
              <p:nvPr/>
            </p:nvSpPr>
            <p:spPr bwMode="auto">
              <a:xfrm>
                <a:off x="2291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6" name="Freeform 3291"/>
              <p:cNvSpPr>
                <a:spLocks/>
              </p:cNvSpPr>
              <p:nvPr/>
            </p:nvSpPr>
            <p:spPr bwMode="auto">
              <a:xfrm>
                <a:off x="2165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7" name="Freeform 3292"/>
              <p:cNvSpPr>
                <a:spLocks/>
              </p:cNvSpPr>
              <p:nvPr/>
            </p:nvSpPr>
            <p:spPr bwMode="auto">
              <a:xfrm>
                <a:off x="2039" y="23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8" name="Freeform 3293"/>
              <p:cNvSpPr>
                <a:spLocks/>
              </p:cNvSpPr>
              <p:nvPr/>
            </p:nvSpPr>
            <p:spPr bwMode="auto">
              <a:xfrm>
                <a:off x="2291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79" name="Freeform 3294"/>
              <p:cNvSpPr>
                <a:spLocks/>
              </p:cNvSpPr>
              <p:nvPr/>
            </p:nvSpPr>
            <p:spPr bwMode="auto">
              <a:xfrm>
                <a:off x="2297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0" name="Freeform 3295"/>
              <p:cNvSpPr>
                <a:spLocks/>
              </p:cNvSpPr>
              <p:nvPr/>
            </p:nvSpPr>
            <p:spPr bwMode="auto">
              <a:xfrm>
                <a:off x="2237" y="23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1" name="Freeform 3296"/>
              <p:cNvSpPr>
                <a:spLocks/>
              </p:cNvSpPr>
              <p:nvPr/>
            </p:nvSpPr>
            <p:spPr bwMode="auto">
              <a:xfrm>
                <a:off x="2243" y="22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2" name="Freeform 3297"/>
              <p:cNvSpPr>
                <a:spLocks/>
              </p:cNvSpPr>
              <p:nvPr/>
            </p:nvSpPr>
            <p:spPr bwMode="auto">
              <a:xfrm>
                <a:off x="2309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3" name="Freeform 3298"/>
              <p:cNvSpPr>
                <a:spLocks/>
              </p:cNvSpPr>
              <p:nvPr/>
            </p:nvSpPr>
            <p:spPr bwMode="auto">
              <a:xfrm>
                <a:off x="2386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4" name="Freeform 3299"/>
              <p:cNvSpPr>
                <a:spLocks/>
              </p:cNvSpPr>
              <p:nvPr/>
            </p:nvSpPr>
            <p:spPr bwMode="auto">
              <a:xfrm>
                <a:off x="2470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5" name="Freeform 3300"/>
              <p:cNvSpPr>
                <a:spLocks/>
              </p:cNvSpPr>
              <p:nvPr/>
            </p:nvSpPr>
            <p:spPr bwMode="auto">
              <a:xfrm>
                <a:off x="2333" y="2096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6" name="Freeform 3301"/>
              <p:cNvSpPr>
                <a:spLocks/>
              </p:cNvSpPr>
              <p:nvPr/>
            </p:nvSpPr>
            <p:spPr bwMode="auto">
              <a:xfrm>
                <a:off x="2434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7" name="Freeform 3302"/>
              <p:cNvSpPr>
                <a:spLocks/>
              </p:cNvSpPr>
              <p:nvPr/>
            </p:nvSpPr>
            <p:spPr bwMode="auto">
              <a:xfrm>
                <a:off x="2321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8" name="Freeform 3303"/>
              <p:cNvSpPr>
                <a:spLocks/>
              </p:cNvSpPr>
              <p:nvPr/>
            </p:nvSpPr>
            <p:spPr bwMode="auto">
              <a:xfrm>
                <a:off x="2207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89" name="Freeform 3304"/>
              <p:cNvSpPr>
                <a:spLocks/>
              </p:cNvSpPr>
              <p:nvPr/>
            </p:nvSpPr>
            <p:spPr bwMode="auto">
              <a:xfrm>
                <a:off x="2171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0" name="Freeform 3305"/>
              <p:cNvSpPr>
                <a:spLocks/>
              </p:cNvSpPr>
              <p:nvPr/>
            </p:nvSpPr>
            <p:spPr bwMode="auto">
              <a:xfrm>
                <a:off x="2333" y="202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1" name="Freeform 3306"/>
              <p:cNvSpPr>
                <a:spLocks/>
              </p:cNvSpPr>
              <p:nvPr/>
            </p:nvSpPr>
            <p:spPr bwMode="auto">
              <a:xfrm>
                <a:off x="2009" y="22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2" name="Freeform 3307"/>
              <p:cNvSpPr>
                <a:spLocks/>
              </p:cNvSpPr>
              <p:nvPr/>
            </p:nvSpPr>
            <p:spPr bwMode="auto">
              <a:xfrm>
                <a:off x="2291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3" name="Freeform 3308"/>
              <p:cNvSpPr>
                <a:spLocks/>
              </p:cNvSpPr>
              <p:nvPr/>
            </p:nvSpPr>
            <p:spPr bwMode="auto">
              <a:xfrm>
                <a:off x="2434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4" name="Freeform 3309"/>
              <p:cNvSpPr>
                <a:spLocks/>
              </p:cNvSpPr>
              <p:nvPr/>
            </p:nvSpPr>
            <p:spPr bwMode="auto">
              <a:xfrm>
                <a:off x="2368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5" name="Freeform 3310"/>
              <p:cNvSpPr>
                <a:spLocks/>
              </p:cNvSpPr>
              <p:nvPr/>
            </p:nvSpPr>
            <p:spPr bwMode="auto">
              <a:xfrm>
                <a:off x="2566" y="17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6" name="Freeform 3311"/>
              <p:cNvSpPr>
                <a:spLocks/>
              </p:cNvSpPr>
              <p:nvPr/>
            </p:nvSpPr>
            <p:spPr bwMode="auto">
              <a:xfrm>
                <a:off x="2362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7" name="Freeform 3312"/>
              <p:cNvSpPr>
                <a:spLocks/>
              </p:cNvSpPr>
              <p:nvPr/>
            </p:nvSpPr>
            <p:spPr bwMode="auto">
              <a:xfrm>
                <a:off x="2279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8" name="Freeform 3313"/>
              <p:cNvSpPr>
                <a:spLocks/>
              </p:cNvSpPr>
              <p:nvPr/>
            </p:nvSpPr>
            <p:spPr bwMode="auto">
              <a:xfrm>
                <a:off x="2698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99" name="Freeform 3314"/>
              <p:cNvSpPr>
                <a:spLocks/>
              </p:cNvSpPr>
              <p:nvPr/>
            </p:nvSpPr>
            <p:spPr bwMode="auto">
              <a:xfrm>
                <a:off x="2512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0" name="Freeform 3315"/>
              <p:cNvSpPr>
                <a:spLocks/>
              </p:cNvSpPr>
              <p:nvPr/>
            </p:nvSpPr>
            <p:spPr bwMode="auto">
              <a:xfrm>
                <a:off x="2542" y="22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1" name="Freeform 3316"/>
              <p:cNvSpPr>
                <a:spLocks/>
              </p:cNvSpPr>
              <p:nvPr/>
            </p:nvSpPr>
            <p:spPr bwMode="auto">
              <a:xfrm>
                <a:off x="2392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2" name="Freeform 3317"/>
              <p:cNvSpPr>
                <a:spLocks/>
              </p:cNvSpPr>
              <p:nvPr/>
            </p:nvSpPr>
            <p:spPr bwMode="auto">
              <a:xfrm>
                <a:off x="232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3" name="Freeform 3318"/>
              <p:cNvSpPr>
                <a:spLocks/>
              </p:cNvSpPr>
              <p:nvPr/>
            </p:nvSpPr>
            <p:spPr bwMode="auto">
              <a:xfrm>
                <a:off x="2350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4" name="Freeform 3319"/>
              <p:cNvSpPr>
                <a:spLocks/>
              </p:cNvSpPr>
              <p:nvPr/>
            </p:nvSpPr>
            <p:spPr bwMode="auto">
              <a:xfrm>
                <a:off x="2273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5" name="Freeform 3320"/>
              <p:cNvSpPr>
                <a:spLocks/>
              </p:cNvSpPr>
              <p:nvPr/>
            </p:nvSpPr>
            <p:spPr bwMode="auto">
              <a:xfrm>
                <a:off x="2237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6" name="Freeform 3321"/>
              <p:cNvSpPr>
                <a:spLocks/>
              </p:cNvSpPr>
              <p:nvPr/>
            </p:nvSpPr>
            <p:spPr bwMode="auto">
              <a:xfrm>
                <a:off x="2321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7" name="Freeform 3322"/>
              <p:cNvSpPr>
                <a:spLocks/>
              </p:cNvSpPr>
              <p:nvPr/>
            </p:nvSpPr>
            <p:spPr bwMode="auto">
              <a:xfrm>
                <a:off x="225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8" name="Freeform 3323"/>
              <p:cNvSpPr>
                <a:spLocks/>
              </p:cNvSpPr>
              <p:nvPr/>
            </p:nvSpPr>
            <p:spPr bwMode="auto">
              <a:xfrm>
                <a:off x="2303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09" name="Freeform 3324"/>
              <p:cNvSpPr>
                <a:spLocks/>
              </p:cNvSpPr>
              <p:nvPr/>
            </p:nvSpPr>
            <p:spPr bwMode="auto">
              <a:xfrm>
                <a:off x="2087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0" name="Freeform 3325"/>
              <p:cNvSpPr>
                <a:spLocks/>
              </p:cNvSpPr>
              <p:nvPr/>
            </p:nvSpPr>
            <p:spPr bwMode="auto">
              <a:xfrm>
                <a:off x="2350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1" name="Freeform 3326"/>
              <p:cNvSpPr>
                <a:spLocks/>
              </p:cNvSpPr>
              <p:nvPr/>
            </p:nvSpPr>
            <p:spPr bwMode="auto">
              <a:xfrm>
                <a:off x="2165" y="22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2" name="Freeform 3327"/>
              <p:cNvSpPr>
                <a:spLocks/>
              </p:cNvSpPr>
              <p:nvPr/>
            </p:nvSpPr>
            <p:spPr bwMode="auto">
              <a:xfrm>
                <a:off x="2183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3" name="Freeform 3328"/>
              <p:cNvSpPr>
                <a:spLocks/>
              </p:cNvSpPr>
              <p:nvPr/>
            </p:nvSpPr>
            <p:spPr bwMode="auto">
              <a:xfrm>
                <a:off x="2231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4" name="Freeform 3329"/>
              <p:cNvSpPr>
                <a:spLocks/>
              </p:cNvSpPr>
              <p:nvPr/>
            </p:nvSpPr>
            <p:spPr bwMode="auto">
              <a:xfrm>
                <a:off x="2590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5" name="Freeform 3330"/>
              <p:cNvSpPr>
                <a:spLocks/>
              </p:cNvSpPr>
              <p:nvPr/>
            </p:nvSpPr>
            <p:spPr bwMode="auto">
              <a:xfrm>
                <a:off x="2350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6" name="Freeform 3331"/>
              <p:cNvSpPr>
                <a:spLocks/>
              </p:cNvSpPr>
              <p:nvPr/>
            </p:nvSpPr>
            <p:spPr bwMode="auto">
              <a:xfrm>
                <a:off x="2428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7" name="Freeform 3332"/>
              <p:cNvSpPr>
                <a:spLocks/>
              </p:cNvSpPr>
              <p:nvPr/>
            </p:nvSpPr>
            <p:spPr bwMode="auto">
              <a:xfrm>
                <a:off x="2530" y="16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8" name="Freeform 3333"/>
              <p:cNvSpPr>
                <a:spLocks/>
              </p:cNvSpPr>
              <p:nvPr/>
            </p:nvSpPr>
            <p:spPr bwMode="auto">
              <a:xfrm>
                <a:off x="2392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19" name="Freeform 3334"/>
              <p:cNvSpPr>
                <a:spLocks/>
              </p:cNvSpPr>
              <p:nvPr/>
            </p:nvSpPr>
            <p:spPr bwMode="auto">
              <a:xfrm>
                <a:off x="2021" y="23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0" name="Freeform 3335"/>
              <p:cNvSpPr>
                <a:spLocks/>
              </p:cNvSpPr>
              <p:nvPr/>
            </p:nvSpPr>
            <p:spPr bwMode="auto">
              <a:xfrm>
                <a:off x="2368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1" name="Freeform 3336"/>
              <p:cNvSpPr>
                <a:spLocks/>
              </p:cNvSpPr>
              <p:nvPr/>
            </p:nvSpPr>
            <p:spPr bwMode="auto">
              <a:xfrm>
                <a:off x="2404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2" name="Freeform 3337"/>
              <p:cNvSpPr>
                <a:spLocks/>
              </p:cNvSpPr>
              <p:nvPr/>
            </p:nvSpPr>
            <p:spPr bwMode="auto">
              <a:xfrm>
                <a:off x="2339" y="1982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3" name="Freeform 3338"/>
              <p:cNvSpPr>
                <a:spLocks/>
              </p:cNvSpPr>
              <p:nvPr/>
            </p:nvSpPr>
            <p:spPr bwMode="auto">
              <a:xfrm>
                <a:off x="2261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4" name="Freeform 3339"/>
              <p:cNvSpPr>
                <a:spLocks/>
              </p:cNvSpPr>
              <p:nvPr/>
            </p:nvSpPr>
            <p:spPr bwMode="auto">
              <a:xfrm>
                <a:off x="2440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5" name="Freeform 3340"/>
              <p:cNvSpPr>
                <a:spLocks/>
              </p:cNvSpPr>
              <p:nvPr/>
            </p:nvSpPr>
            <p:spPr bwMode="auto">
              <a:xfrm>
                <a:off x="2758" y="16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6" name="Freeform 3341"/>
              <p:cNvSpPr>
                <a:spLocks/>
              </p:cNvSpPr>
              <p:nvPr/>
            </p:nvSpPr>
            <p:spPr bwMode="auto">
              <a:xfrm>
                <a:off x="2213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7" name="Freeform 3342"/>
              <p:cNvSpPr>
                <a:spLocks/>
              </p:cNvSpPr>
              <p:nvPr/>
            </p:nvSpPr>
            <p:spPr bwMode="auto">
              <a:xfrm>
                <a:off x="2386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8" name="Freeform 3343"/>
              <p:cNvSpPr>
                <a:spLocks/>
              </p:cNvSpPr>
              <p:nvPr/>
            </p:nvSpPr>
            <p:spPr bwMode="auto">
              <a:xfrm>
                <a:off x="2267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29" name="Freeform 3344"/>
              <p:cNvSpPr>
                <a:spLocks/>
              </p:cNvSpPr>
              <p:nvPr/>
            </p:nvSpPr>
            <p:spPr bwMode="auto">
              <a:xfrm>
                <a:off x="2297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0" name="Freeform 3345"/>
              <p:cNvSpPr>
                <a:spLocks/>
              </p:cNvSpPr>
              <p:nvPr/>
            </p:nvSpPr>
            <p:spPr bwMode="auto">
              <a:xfrm>
                <a:off x="2344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1" name="Freeform 3346"/>
              <p:cNvSpPr>
                <a:spLocks/>
              </p:cNvSpPr>
              <p:nvPr/>
            </p:nvSpPr>
            <p:spPr bwMode="auto">
              <a:xfrm>
                <a:off x="2261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2" name="Freeform 3347"/>
              <p:cNvSpPr>
                <a:spLocks/>
              </p:cNvSpPr>
              <p:nvPr/>
            </p:nvSpPr>
            <p:spPr bwMode="auto">
              <a:xfrm>
                <a:off x="2231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3" name="Freeform 3348"/>
              <p:cNvSpPr>
                <a:spLocks/>
              </p:cNvSpPr>
              <p:nvPr/>
            </p:nvSpPr>
            <p:spPr bwMode="auto">
              <a:xfrm>
                <a:off x="2333" y="2000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4" name="Freeform 3349"/>
              <p:cNvSpPr>
                <a:spLocks/>
              </p:cNvSpPr>
              <p:nvPr/>
            </p:nvSpPr>
            <p:spPr bwMode="auto">
              <a:xfrm>
                <a:off x="2279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5" name="Freeform 3350"/>
              <p:cNvSpPr>
                <a:spLocks/>
              </p:cNvSpPr>
              <p:nvPr/>
            </p:nvSpPr>
            <p:spPr bwMode="auto">
              <a:xfrm>
                <a:off x="2243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6" name="Freeform 3351"/>
              <p:cNvSpPr>
                <a:spLocks/>
              </p:cNvSpPr>
              <p:nvPr/>
            </p:nvSpPr>
            <p:spPr bwMode="auto">
              <a:xfrm>
                <a:off x="2129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7" name="Freeform 3352"/>
              <p:cNvSpPr>
                <a:spLocks/>
              </p:cNvSpPr>
              <p:nvPr/>
            </p:nvSpPr>
            <p:spPr bwMode="auto">
              <a:xfrm>
                <a:off x="2315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8" name="Freeform 3353"/>
              <p:cNvSpPr>
                <a:spLocks/>
              </p:cNvSpPr>
              <p:nvPr/>
            </p:nvSpPr>
            <p:spPr bwMode="auto">
              <a:xfrm>
                <a:off x="2422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39" name="Freeform 3354"/>
              <p:cNvSpPr>
                <a:spLocks/>
              </p:cNvSpPr>
              <p:nvPr/>
            </p:nvSpPr>
            <p:spPr bwMode="auto">
              <a:xfrm>
                <a:off x="2410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0" name="Freeform 3355"/>
              <p:cNvSpPr>
                <a:spLocks/>
              </p:cNvSpPr>
              <p:nvPr/>
            </p:nvSpPr>
            <p:spPr bwMode="auto">
              <a:xfrm>
                <a:off x="2327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1" name="Freeform 3356"/>
              <p:cNvSpPr>
                <a:spLocks/>
              </p:cNvSpPr>
              <p:nvPr/>
            </p:nvSpPr>
            <p:spPr bwMode="auto">
              <a:xfrm>
                <a:off x="2171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2" name="Freeform 3357"/>
              <p:cNvSpPr>
                <a:spLocks/>
              </p:cNvSpPr>
              <p:nvPr/>
            </p:nvSpPr>
            <p:spPr bwMode="auto">
              <a:xfrm>
                <a:off x="2554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3" name="Freeform 3358"/>
              <p:cNvSpPr>
                <a:spLocks/>
              </p:cNvSpPr>
              <p:nvPr/>
            </p:nvSpPr>
            <p:spPr bwMode="auto">
              <a:xfrm>
                <a:off x="2362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4" name="Freeform 3359"/>
              <p:cNvSpPr>
                <a:spLocks/>
              </p:cNvSpPr>
              <p:nvPr/>
            </p:nvSpPr>
            <p:spPr bwMode="auto">
              <a:xfrm>
                <a:off x="2344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5" name="Freeform 3360"/>
              <p:cNvSpPr>
                <a:spLocks/>
              </p:cNvSpPr>
              <p:nvPr/>
            </p:nvSpPr>
            <p:spPr bwMode="auto">
              <a:xfrm>
                <a:off x="2309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6" name="Freeform 3361"/>
              <p:cNvSpPr>
                <a:spLocks/>
              </p:cNvSpPr>
              <p:nvPr/>
            </p:nvSpPr>
            <p:spPr bwMode="auto">
              <a:xfrm>
                <a:off x="2321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7" name="Freeform 3362"/>
              <p:cNvSpPr>
                <a:spLocks/>
              </p:cNvSpPr>
              <p:nvPr/>
            </p:nvSpPr>
            <p:spPr bwMode="auto">
              <a:xfrm>
                <a:off x="2356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8" name="Freeform 3363"/>
              <p:cNvSpPr>
                <a:spLocks/>
              </p:cNvSpPr>
              <p:nvPr/>
            </p:nvSpPr>
            <p:spPr bwMode="auto">
              <a:xfrm>
                <a:off x="2333" y="207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49" name="Freeform 3364"/>
              <p:cNvSpPr>
                <a:spLocks/>
              </p:cNvSpPr>
              <p:nvPr/>
            </p:nvSpPr>
            <p:spPr bwMode="auto">
              <a:xfrm>
                <a:off x="2404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50" name="Freeform 3365"/>
              <p:cNvSpPr>
                <a:spLocks/>
              </p:cNvSpPr>
              <p:nvPr/>
            </p:nvSpPr>
            <p:spPr bwMode="auto">
              <a:xfrm>
                <a:off x="2273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51" name="Freeform 3366"/>
              <p:cNvSpPr>
                <a:spLocks/>
              </p:cNvSpPr>
              <p:nvPr/>
            </p:nvSpPr>
            <p:spPr bwMode="auto">
              <a:xfrm>
                <a:off x="2386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52" name="Freeform 3367"/>
              <p:cNvSpPr>
                <a:spLocks/>
              </p:cNvSpPr>
              <p:nvPr/>
            </p:nvSpPr>
            <p:spPr bwMode="auto">
              <a:xfrm>
                <a:off x="2165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53" name="Freeform 3368"/>
              <p:cNvSpPr>
                <a:spLocks/>
              </p:cNvSpPr>
              <p:nvPr/>
            </p:nvSpPr>
            <p:spPr bwMode="auto">
              <a:xfrm>
                <a:off x="2572" y="26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54" name="Freeform 3369"/>
              <p:cNvSpPr>
                <a:spLocks/>
              </p:cNvSpPr>
              <p:nvPr/>
            </p:nvSpPr>
            <p:spPr bwMode="auto">
              <a:xfrm>
                <a:off x="2333" y="2120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55" name="Freeform 3370"/>
              <p:cNvSpPr>
                <a:spLocks/>
              </p:cNvSpPr>
              <p:nvPr/>
            </p:nvSpPr>
            <p:spPr bwMode="auto">
              <a:xfrm>
                <a:off x="2344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56" name="Freeform 3371"/>
              <p:cNvSpPr>
                <a:spLocks/>
              </p:cNvSpPr>
              <p:nvPr/>
            </p:nvSpPr>
            <p:spPr bwMode="auto">
              <a:xfrm>
                <a:off x="2416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57" name="Freeform 3372"/>
              <p:cNvSpPr>
                <a:spLocks/>
              </p:cNvSpPr>
              <p:nvPr/>
            </p:nvSpPr>
            <p:spPr bwMode="auto">
              <a:xfrm>
                <a:off x="2380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58" name="Freeform 3373"/>
              <p:cNvSpPr>
                <a:spLocks/>
              </p:cNvSpPr>
              <p:nvPr/>
            </p:nvSpPr>
            <p:spPr bwMode="auto">
              <a:xfrm>
                <a:off x="2165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59" name="Freeform 3374"/>
              <p:cNvSpPr>
                <a:spLocks/>
              </p:cNvSpPr>
              <p:nvPr/>
            </p:nvSpPr>
            <p:spPr bwMode="auto">
              <a:xfrm>
                <a:off x="2057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0" name="Freeform 3375"/>
              <p:cNvSpPr>
                <a:spLocks/>
              </p:cNvSpPr>
              <p:nvPr/>
            </p:nvSpPr>
            <p:spPr bwMode="auto">
              <a:xfrm>
                <a:off x="2446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1" name="Freeform 3376"/>
              <p:cNvSpPr>
                <a:spLocks/>
              </p:cNvSpPr>
              <p:nvPr/>
            </p:nvSpPr>
            <p:spPr bwMode="auto">
              <a:xfrm>
                <a:off x="2428" y="18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2" name="Freeform 3377"/>
              <p:cNvSpPr>
                <a:spLocks/>
              </p:cNvSpPr>
              <p:nvPr/>
            </p:nvSpPr>
            <p:spPr bwMode="auto">
              <a:xfrm>
                <a:off x="2309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3" name="Freeform 3378"/>
              <p:cNvSpPr>
                <a:spLocks/>
              </p:cNvSpPr>
              <p:nvPr/>
            </p:nvSpPr>
            <p:spPr bwMode="auto">
              <a:xfrm>
                <a:off x="2297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4" name="Freeform 3379"/>
              <p:cNvSpPr>
                <a:spLocks/>
              </p:cNvSpPr>
              <p:nvPr/>
            </p:nvSpPr>
            <p:spPr bwMode="auto">
              <a:xfrm>
                <a:off x="2105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5" name="Freeform 3380"/>
              <p:cNvSpPr>
                <a:spLocks/>
              </p:cNvSpPr>
              <p:nvPr/>
            </p:nvSpPr>
            <p:spPr bwMode="auto">
              <a:xfrm>
                <a:off x="2566" y="18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6" name="Freeform 3381"/>
              <p:cNvSpPr>
                <a:spLocks/>
              </p:cNvSpPr>
              <p:nvPr/>
            </p:nvSpPr>
            <p:spPr bwMode="auto">
              <a:xfrm>
                <a:off x="2285" y="17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7" name="Freeform 3382"/>
              <p:cNvSpPr>
                <a:spLocks/>
              </p:cNvSpPr>
              <p:nvPr/>
            </p:nvSpPr>
            <p:spPr bwMode="auto">
              <a:xfrm>
                <a:off x="2303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8" name="Freeform 3383"/>
              <p:cNvSpPr>
                <a:spLocks/>
              </p:cNvSpPr>
              <p:nvPr/>
            </p:nvSpPr>
            <p:spPr bwMode="auto">
              <a:xfrm>
                <a:off x="2374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69" name="Freeform 3384"/>
              <p:cNvSpPr>
                <a:spLocks/>
              </p:cNvSpPr>
              <p:nvPr/>
            </p:nvSpPr>
            <p:spPr bwMode="auto">
              <a:xfrm>
                <a:off x="2356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0" name="Freeform 3385"/>
              <p:cNvSpPr>
                <a:spLocks/>
              </p:cNvSpPr>
              <p:nvPr/>
            </p:nvSpPr>
            <p:spPr bwMode="auto">
              <a:xfrm>
                <a:off x="2261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1" name="Freeform 3386"/>
              <p:cNvSpPr>
                <a:spLocks/>
              </p:cNvSpPr>
              <p:nvPr/>
            </p:nvSpPr>
            <p:spPr bwMode="auto">
              <a:xfrm>
                <a:off x="2267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2" name="Freeform 3387"/>
              <p:cNvSpPr>
                <a:spLocks/>
              </p:cNvSpPr>
              <p:nvPr/>
            </p:nvSpPr>
            <p:spPr bwMode="auto">
              <a:xfrm>
                <a:off x="2321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3" name="Freeform 3388"/>
              <p:cNvSpPr>
                <a:spLocks/>
              </p:cNvSpPr>
              <p:nvPr/>
            </p:nvSpPr>
            <p:spPr bwMode="auto">
              <a:xfrm>
                <a:off x="2129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4" name="Freeform 3389"/>
              <p:cNvSpPr>
                <a:spLocks/>
              </p:cNvSpPr>
              <p:nvPr/>
            </p:nvSpPr>
            <p:spPr bwMode="auto">
              <a:xfrm>
                <a:off x="2111" y="22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5" name="Freeform 3390"/>
              <p:cNvSpPr>
                <a:spLocks/>
              </p:cNvSpPr>
              <p:nvPr/>
            </p:nvSpPr>
            <p:spPr bwMode="auto">
              <a:xfrm>
                <a:off x="2261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6" name="Freeform 3391"/>
              <p:cNvSpPr>
                <a:spLocks/>
              </p:cNvSpPr>
              <p:nvPr/>
            </p:nvSpPr>
            <p:spPr bwMode="auto">
              <a:xfrm>
                <a:off x="1782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7" name="Freeform 3392"/>
              <p:cNvSpPr>
                <a:spLocks/>
              </p:cNvSpPr>
              <p:nvPr/>
            </p:nvSpPr>
            <p:spPr bwMode="auto">
              <a:xfrm>
                <a:off x="2380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8" name="Freeform 3393"/>
              <p:cNvSpPr>
                <a:spLocks/>
              </p:cNvSpPr>
              <p:nvPr/>
            </p:nvSpPr>
            <p:spPr bwMode="auto">
              <a:xfrm>
                <a:off x="2249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79" name="Freeform 3394"/>
              <p:cNvSpPr>
                <a:spLocks/>
              </p:cNvSpPr>
              <p:nvPr/>
            </p:nvSpPr>
            <p:spPr bwMode="auto">
              <a:xfrm>
                <a:off x="2398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0" name="Freeform 3395"/>
              <p:cNvSpPr>
                <a:spLocks/>
              </p:cNvSpPr>
              <p:nvPr/>
            </p:nvSpPr>
            <p:spPr bwMode="auto">
              <a:xfrm>
                <a:off x="2716" y="17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1" name="Freeform 3396"/>
              <p:cNvSpPr>
                <a:spLocks/>
              </p:cNvSpPr>
              <p:nvPr/>
            </p:nvSpPr>
            <p:spPr bwMode="auto">
              <a:xfrm>
                <a:off x="2129" y="2288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2" name="Freeform 3397"/>
              <p:cNvSpPr>
                <a:spLocks/>
              </p:cNvSpPr>
              <p:nvPr/>
            </p:nvSpPr>
            <p:spPr bwMode="auto">
              <a:xfrm>
                <a:off x="2171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3" name="Freeform 3398"/>
              <p:cNvSpPr>
                <a:spLocks/>
              </p:cNvSpPr>
              <p:nvPr/>
            </p:nvSpPr>
            <p:spPr bwMode="auto">
              <a:xfrm>
                <a:off x="2590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4" name="Freeform 3399"/>
              <p:cNvSpPr>
                <a:spLocks/>
              </p:cNvSpPr>
              <p:nvPr/>
            </p:nvSpPr>
            <p:spPr bwMode="auto">
              <a:xfrm>
                <a:off x="2063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5" name="Freeform 3400"/>
              <p:cNvSpPr>
                <a:spLocks/>
              </p:cNvSpPr>
              <p:nvPr/>
            </p:nvSpPr>
            <p:spPr bwMode="auto">
              <a:xfrm>
                <a:off x="2356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6" name="Freeform 3401"/>
              <p:cNvSpPr>
                <a:spLocks/>
              </p:cNvSpPr>
              <p:nvPr/>
            </p:nvSpPr>
            <p:spPr bwMode="auto">
              <a:xfrm>
                <a:off x="2321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7" name="Freeform 3402"/>
              <p:cNvSpPr>
                <a:spLocks/>
              </p:cNvSpPr>
              <p:nvPr/>
            </p:nvSpPr>
            <p:spPr bwMode="auto">
              <a:xfrm>
                <a:off x="2153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8" name="Freeform 3403"/>
              <p:cNvSpPr>
                <a:spLocks/>
              </p:cNvSpPr>
              <p:nvPr/>
            </p:nvSpPr>
            <p:spPr bwMode="auto">
              <a:xfrm>
                <a:off x="2392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89" name="Freeform 3404"/>
              <p:cNvSpPr>
                <a:spLocks/>
              </p:cNvSpPr>
              <p:nvPr/>
            </p:nvSpPr>
            <p:spPr bwMode="auto">
              <a:xfrm>
                <a:off x="2321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0" name="Freeform 3405"/>
              <p:cNvSpPr>
                <a:spLocks/>
              </p:cNvSpPr>
              <p:nvPr/>
            </p:nvSpPr>
            <p:spPr bwMode="auto">
              <a:xfrm>
                <a:off x="2410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1" name="Freeform 3406"/>
              <p:cNvSpPr>
                <a:spLocks/>
              </p:cNvSpPr>
              <p:nvPr/>
            </p:nvSpPr>
            <p:spPr bwMode="auto">
              <a:xfrm>
                <a:off x="2291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2" name="Freeform 3407"/>
              <p:cNvSpPr>
                <a:spLocks/>
              </p:cNvSpPr>
              <p:nvPr/>
            </p:nvSpPr>
            <p:spPr bwMode="auto">
              <a:xfrm>
                <a:off x="2189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3" name="Freeform 3408"/>
              <p:cNvSpPr>
                <a:spLocks/>
              </p:cNvSpPr>
              <p:nvPr/>
            </p:nvSpPr>
            <p:spPr bwMode="auto">
              <a:xfrm>
                <a:off x="2333" y="226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4" name="Freeform 3409"/>
              <p:cNvSpPr>
                <a:spLocks/>
              </p:cNvSpPr>
              <p:nvPr/>
            </p:nvSpPr>
            <p:spPr bwMode="auto">
              <a:xfrm>
                <a:off x="2315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5" name="Freeform 3410"/>
              <p:cNvSpPr>
                <a:spLocks/>
              </p:cNvSpPr>
              <p:nvPr/>
            </p:nvSpPr>
            <p:spPr bwMode="auto">
              <a:xfrm>
                <a:off x="2291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6" name="Freeform 3411"/>
              <p:cNvSpPr>
                <a:spLocks/>
              </p:cNvSpPr>
              <p:nvPr/>
            </p:nvSpPr>
            <p:spPr bwMode="auto">
              <a:xfrm>
                <a:off x="2446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7" name="Freeform 3412"/>
              <p:cNvSpPr>
                <a:spLocks/>
              </p:cNvSpPr>
              <p:nvPr/>
            </p:nvSpPr>
            <p:spPr bwMode="auto">
              <a:xfrm>
                <a:off x="2231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8" name="Freeform 3413"/>
              <p:cNvSpPr>
                <a:spLocks/>
              </p:cNvSpPr>
              <p:nvPr/>
            </p:nvSpPr>
            <p:spPr bwMode="auto">
              <a:xfrm>
                <a:off x="2129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199" name="Freeform 3414"/>
              <p:cNvSpPr>
                <a:spLocks/>
              </p:cNvSpPr>
              <p:nvPr/>
            </p:nvSpPr>
            <p:spPr bwMode="auto">
              <a:xfrm>
                <a:off x="2309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00" name="Freeform 3415"/>
              <p:cNvSpPr>
                <a:spLocks/>
              </p:cNvSpPr>
              <p:nvPr/>
            </p:nvSpPr>
            <p:spPr bwMode="auto">
              <a:xfrm>
                <a:off x="2356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01" name="Freeform 3416"/>
              <p:cNvSpPr>
                <a:spLocks/>
              </p:cNvSpPr>
              <p:nvPr/>
            </p:nvSpPr>
            <p:spPr bwMode="auto">
              <a:xfrm>
                <a:off x="2255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02" name="Freeform 3417"/>
              <p:cNvSpPr>
                <a:spLocks/>
              </p:cNvSpPr>
              <p:nvPr/>
            </p:nvSpPr>
            <p:spPr bwMode="auto">
              <a:xfrm>
                <a:off x="2386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03" name="Freeform 3418"/>
              <p:cNvSpPr>
                <a:spLocks/>
              </p:cNvSpPr>
              <p:nvPr/>
            </p:nvSpPr>
            <p:spPr bwMode="auto">
              <a:xfrm>
                <a:off x="2201" y="23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04" name="Freeform 3419"/>
              <p:cNvSpPr>
                <a:spLocks/>
              </p:cNvSpPr>
              <p:nvPr/>
            </p:nvSpPr>
            <p:spPr bwMode="auto">
              <a:xfrm>
                <a:off x="2249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205" name="Freeform 3420"/>
              <p:cNvSpPr>
                <a:spLocks/>
              </p:cNvSpPr>
              <p:nvPr/>
            </p:nvSpPr>
            <p:spPr bwMode="auto">
              <a:xfrm>
                <a:off x="2530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21" name="Group 3622"/>
            <p:cNvGrpSpPr>
              <a:grpSpLocks/>
            </p:cNvGrpSpPr>
            <p:nvPr/>
          </p:nvGrpSpPr>
          <p:grpSpPr bwMode="auto">
            <a:xfrm>
              <a:off x="1303" y="1587"/>
              <a:ext cx="1395" cy="1149"/>
              <a:chOff x="1303" y="1587"/>
              <a:chExt cx="1395" cy="1149"/>
            </a:xfrm>
          </p:grpSpPr>
          <p:sp>
            <p:nvSpPr>
              <p:cNvPr id="59806" name="Freeform 3422"/>
              <p:cNvSpPr>
                <a:spLocks/>
              </p:cNvSpPr>
              <p:nvPr/>
            </p:nvSpPr>
            <p:spPr bwMode="auto">
              <a:xfrm>
                <a:off x="2410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07" name="Freeform 3423"/>
              <p:cNvSpPr>
                <a:spLocks/>
              </p:cNvSpPr>
              <p:nvPr/>
            </p:nvSpPr>
            <p:spPr bwMode="auto">
              <a:xfrm>
                <a:off x="2159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08" name="Freeform 3424"/>
              <p:cNvSpPr>
                <a:spLocks/>
              </p:cNvSpPr>
              <p:nvPr/>
            </p:nvSpPr>
            <p:spPr bwMode="auto">
              <a:xfrm>
                <a:off x="2452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09" name="Freeform 3425"/>
              <p:cNvSpPr>
                <a:spLocks/>
              </p:cNvSpPr>
              <p:nvPr/>
            </p:nvSpPr>
            <p:spPr bwMode="auto">
              <a:xfrm>
                <a:off x="2530" y="18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0" name="Freeform 3426"/>
              <p:cNvSpPr>
                <a:spLocks/>
              </p:cNvSpPr>
              <p:nvPr/>
            </p:nvSpPr>
            <p:spPr bwMode="auto">
              <a:xfrm>
                <a:off x="2584" y="17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1" name="Freeform 3427"/>
              <p:cNvSpPr>
                <a:spLocks/>
              </p:cNvSpPr>
              <p:nvPr/>
            </p:nvSpPr>
            <p:spPr bwMode="auto">
              <a:xfrm>
                <a:off x="2177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2" name="Freeform 3428"/>
              <p:cNvSpPr>
                <a:spLocks/>
              </p:cNvSpPr>
              <p:nvPr/>
            </p:nvSpPr>
            <p:spPr bwMode="auto">
              <a:xfrm>
                <a:off x="2362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3" name="Freeform 3429"/>
              <p:cNvSpPr>
                <a:spLocks/>
              </p:cNvSpPr>
              <p:nvPr/>
            </p:nvSpPr>
            <p:spPr bwMode="auto">
              <a:xfrm>
                <a:off x="2279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4" name="Freeform 3430"/>
              <p:cNvSpPr>
                <a:spLocks/>
              </p:cNvSpPr>
              <p:nvPr/>
            </p:nvSpPr>
            <p:spPr bwMode="auto">
              <a:xfrm>
                <a:off x="2159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5" name="Freeform 3431"/>
              <p:cNvSpPr>
                <a:spLocks/>
              </p:cNvSpPr>
              <p:nvPr/>
            </p:nvSpPr>
            <p:spPr bwMode="auto">
              <a:xfrm>
                <a:off x="2662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6" name="Freeform 3432"/>
              <p:cNvSpPr>
                <a:spLocks/>
              </p:cNvSpPr>
              <p:nvPr/>
            </p:nvSpPr>
            <p:spPr bwMode="auto">
              <a:xfrm>
                <a:off x="2135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7" name="Freeform 3433"/>
              <p:cNvSpPr>
                <a:spLocks/>
              </p:cNvSpPr>
              <p:nvPr/>
            </p:nvSpPr>
            <p:spPr bwMode="auto">
              <a:xfrm>
                <a:off x="2500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8" name="Freeform 3434"/>
              <p:cNvSpPr>
                <a:spLocks/>
              </p:cNvSpPr>
              <p:nvPr/>
            </p:nvSpPr>
            <p:spPr bwMode="auto">
              <a:xfrm>
                <a:off x="2416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19" name="Freeform 3435"/>
              <p:cNvSpPr>
                <a:spLocks/>
              </p:cNvSpPr>
              <p:nvPr/>
            </p:nvSpPr>
            <p:spPr bwMode="auto">
              <a:xfrm>
                <a:off x="2207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0" name="Freeform 3436"/>
              <p:cNvSpPr>
                <a:spLocks/>
              </p:cNvSpPr>
              <p:nvPr/>
            </p:nvSpPr>
            <p:spPr bwMode="auto">
              <a:xfrm>
                <a:off x="2494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1" name="Freeform 3437"/>
              <p:cNvSpPr>
                <a:spLocks/>
              </p:cNvSpPr>
              <p:nvPr/>
            </p:nvSpPr>
            <p:spPr bwMode="auto">
              <a:xfrm>
                <a:off x="2309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2" name="Freeform 3438"/>
              <p:cNvSpPr>
                <a:spLocks/>
              </p:cNvSpPr>
              <p:nvPr/>
            </p:nvSpPr>
            <p:spPr bwMode="auto">
              <a:xfrm>
                <a:off x="2249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3" name="Freeform 3439"/>
              <p:cNvSpPr>
                <a:spLocks/>
              </p:cNvSpPr>
              <p:nvPr/>
            </p:nvSpPr>
            <p:spPr bwMode="auto">
              <a:xfrm>
                <a:off x="2285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4" name="Freeform 3440"/>
              <p:cNvSpPr>
                <a:spLocks/>
              </p:cNvSpPr>
              <p:nvPr/>
            </p:nvSpPr>
            <p:spPr bwMode="auto">
              <a:xfrm>
                <a:off x="1967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5" name="Freeform 3441"/>
              <p:cNvSpPr>
                <a:spLocks/>
              </p:cNvSpPr>
              <p:nvPr/>
            </p:nvSpPr>
            <p:spPr bwMode="auto">
              <a:xfrm>
                <a:off x="2297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6" name="Freeform 3442"/>
              <p:cNvSpPr>
                <a:spLocks/>
              </p:cNvSpPr>
              <p:nvPr/>
            </p:nvSpPr>
            <p:spPr bwMode="auto">
              <a:xfrm>
                <a:off x="2398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7" name="Freeform 3443"/>
              <p:cNvSpPr>
                <a:spLocks/>
              </p:cNvSpPr>
              <p:nvPr/>
            </p:nvSpPr>
            <p:spPr bwMode="auto">
              <a:xfrm>
                <a:off x="2111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8" name="Freeform 3444"/>
              <p:cNvSpPr>
                <a:spLocks/>
              </p:cNvSpPr>
              <p:nvPr/>
            </p:nvSpPr>
            <p:spPr bwMode="auto">
              <a:xfrm>
                <a:off x="2524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29" name="Freeform 3445"/>
              <p:cNvSpPr>
                <a:spLocks/>
              </p:cNvSpPr>
              <p:nvPr/>
            </p:nvSpPr>
            <p:spPr bwMode="auto">
              <a:xfrm>
                <a:off x="2231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0" name="Freeform 3446"/>
              <p:cNvSpPr>
                <a:spLocks/>
              </p:cNvSpPr>
              <p:nvPr/>
            </p:nvSpPr>
            <p:spPr bwMode="auto">
              <a:xfrm>
                <a:off x="2572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1" name="Freeform 3447"/>
              <p:cNvSpPr>
                <a:spLocks/>
              </p:cNvSpPr>
              <p:nvPr/>
            </p:nvSpPr>
            <p:spPr bwMode="auto">
              <a:xfrm>
                <a:off x="2153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2" name="Freeform 3448"/>
              <p:cNvSpPr>
                <a:spLocks/>
              </p:cNvSpPr>
              <p:nvPr/>
            </p:nvSpPr>
            <p:spPr bwMode="auto">
              <a:xfrm>
                <a:off x="2356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3" name="Freeform 3449"/>
              <p:cNvSpPr>
                <a:spLocks/>
              </p:cNvSpPr>
              <p:nvPr/>
            </p:nvSpPr>
            <p:spPr bwMode="auto">
              <a:xfrm>
                <a:off x="222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4" name="Freeform 3450"/>
              <p:cNvSpPr>
                <a:spLocks/>
              </p:cNvSpPr>
              <p:nvPr/>
            </p:nvSpPr>
            <p:spPr bwMode="auto">
              <a:xfrm>
                <a:off x="2506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5" name="Freeform 3451"/>
              <p:cNvSpPr>
                <a:spLocks/>
              </p:cNvSpPr>
              <p:nvPr/>
            </p:nvSpPr>
            <p:spPr bwMode="auto">
              <a:xfrm>
                <a:off x="2273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6" name="Freeform 3452"/>
              <p:cNvSpPr>
                <a:spLocks/>
              </p:cNvSpPr>
              <p:nvPr/>
            </p:nvSpPr>
            <p:spPr bwMode="auto">
              <a:xfrm>
                <a:off x="2285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7" name="Freeform 3453"/>
              <p:cNvSpPr>
                <a:spLocks/>
              </p:cNvSpPr>
              <p:nvPr/>
            </p:nvSpPr>
            <p:spPr bwMode="auto">
              <a:xfrm>
                <a:off x="2243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8" name="Freeform 3454"/>
              <p:cNvSpPr>
                <a:spLocks/>
              </p:cNvSpPr>
              <p:nvPr/>
            </p:nvSpPr>
            <p:spPr bwMode="auto">
              <a:xfrm>
                <a:off x="2434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39" name="Freeform 3455"/>
              <p:cNvSpPr>
                <a:spLocks/>
              </p:cNvSpPr>
              <p:nvPr/>
            </p:nvSpPr>
            <p:spPr bwMode="auto">
              <a:xfrm>
                <a:off x="2362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0" name="Freeform 3456"/>
              <p:cNvSpPr>
                <a:spLocks/>
              </p:cNvSpPr>
              <p:nvPr/>
            </p:nvSpPr>
            <p:spPr bwMode="auto">
              <a:xfrm>
                <a:off x="1303" y="27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1" name="Freeform 3457"/>
              <p:cNvSpPr>
                <a:spLocks/>
              </p:cNvSpPr>
              <p:nvPr/>
            </p:nvSpPr>
            <p:spPr bwMode="auto">
              <a:xfrm>
                <a:off x="2530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2" name="Freeform 3458"/>
              <p:cNvSpPr>
                <a:spLocks/>
              </p:cNvSpPr>
              <p:nvPr/>
            </p:nvSpPr>
            <p:spPr bwMode="auto">
              <a:xfrm>
                <a:off x="2285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3" name="Freeform 3459"/>
              <p:cNvSpPr>
                <a:spLocks/>
              </p:cNvSpPr>
              <p:nvPr/>
            </p:nvSpPr>
            <p:spPr bwMode="auto">
              <a:xfrm>
                <a:off x="247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4" name="Freeform 3460"/>
              <p:cNvSpPr>
                <a:spLocks/>
              </p:cNvSpPr>
              <p:nvPr/>
            </p:nvSpPr>
            <p:spPr bwMode="auto">
              <a:xfrm>
                <a:off x="2147" y="22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5" name="Freeform 3461"/>
              <p:cNvSpPr>
                <a:spLocks/>
              </p:cNvSpPr>
              <p:nvPr/>
            </p:nvSpPr>
            <p:spPr bwMode="auto">
              <a:xfrm>
                <a:off x="2668" y="15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6" name="Freeform 3462"/>
              <p:cNvSpPr>
                <a:spLocks/>
              </p:cNvSpPr>
              <p:nvPr/>
            </p:nvSpPr>
            <p:spPr bwMode="auto">
              <a:xfrm>
                <a:off x="2344" y="18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7" name="Freeform 3463"/>
              <p:cNvSpPr>
                <a:spLocks/>
              </p:cNvSpPr>
              <p:nvPr/>
            </p:nvSpPr>
            <p:spPr bwMode="auto">
              <a:xfrm>
                <a:off x="2039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8" name="Freeform 3464"/>
              <p:cNvSpPr>
                <a:spLocks/>
              </p:cNvSpPr>
              <p:nvPr/>
            </p:nvSpPr>
            <p:spPr bwMode="auto">
              <a:xfrm>
                <a:off x="2177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49" name="Freeform 3465"/>
              <p:cNvSpPr>
                <a:spLocks/>
              </p:cNvSpPr>
              <p:nvPr/>
            </p:nvSpPr>
            <p:spPr bwMode="auto">
              <a:xfrm>
                <a:off x="2368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0" name="Freeform 3466"/>
              <p:cNvSpPr>
                <a:spLocks/>
              </p:cNvSpPr>
              <p:nvPr/>
            </p:nvSpPr>
            <p:spPr bwMode="auto">
              <a:xfrm>
                <a:off x="2201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1" name="Freeform 3467"/>
              <p:cNvSpPr>
                <a:spLocks/>
              </p:cNvSpPr>
              <p:nvPr/>
            </p:nvSpPr>
            <p:spPr bwMode="auto">
              <a:xfrm>
                <a:off x="2213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2" name="Freeform 3468"/>
              <p:cNvSpPr>
                <a:spLocks/>
              </p:cNvSpPr>
              <p:nvPr/>
            </p:nvSpPr>
            <p:spPr bwMode="auto">
              <a:xfrm>
                <a:off x="2494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3" name="Freeform 3469"/>
              <p:cNvSpPr>
                <a:spLocks/>
              </p:cNvSpPr>
              <p:nvPr/>
            </p:nvSpPr>
            <p:spPr bwMode="auto">
              <a:xfrm>
                <a:off x="2021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4" name="Freeform 3470"/>
              <p:cNvSpPr>
                <a:spLocks/>
              </p:cNvSpPr>
              <p:nvPr/>
            </p:nvSpPr>
            <p:spPr bwMode="auto">
              <a:xfrm>
                <a:off x="2327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5" name="Freeform 3471"/>
              <p:cNvSpPr>
                <a:spLocks/>
              </p:cNvSpPr>
              <p:nvPr/>
            </p:nvSpPr>
            <p:spPr bwMode="auto">
              <a:xfrm>
                <a:off x="1979" y="17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6" name="Freeform 3472"/>
              <p:cNvSpPr>
                <a:spLocks/>
              </p:cNvSpPr>
              <p:nvPr/>
            </p:nvSpPr>
            <p:spPr bwMode="auto">
              <a:xfrm>
                <a:off x="2344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7" name="Freeform 3473"/>
              <p:cNvSpPr>
                <a:spLocks/>
              </p:cNvSpPr>
              <p:nvPr/>
            </p:nvSpPr>
            <p:spPr bwMode="auto">
              <a:xfrm>
                <a:off x="2015" y="25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8" name="Freeform 3474"/>
              <p:cNvSpPr>
                <a:spLocks/>
              </p:cNvSpPr>
              <p:nvPr/>
            </p:nvSpPr>
            <p:spPr bwMode="auto">
              <a:xfrm>
                <a:off x="2488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59" name="Freeform 3475"/>
              <p:cNvSpPr>
                <a:spLocks/>
              </p:cNvSpPr>
              <p:nvPr/>
            </p:nvSpPr>
            <p:spPr bwMode="auto">
              <a:xfrm>
                <a:off x="2327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0" name="Freeform 3476"/>
              <p:cNvSpPr>
                <a:spLocks/>
              </p:cNvSpPr>
              <p:nvPr/>
            </p:nvSpPr>
            <p:spPr bwMode="auto">
              <a:xfrm>
                <a:off x="2452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1" name="Freeform 3477"/>
              <p:cNvSpPr>
                <a:spLocks/>
              </p:cNvSpPr>
              <p:nvPr/>
            </p:nvSpPr>
            <p:spPr bwMode="auto">
              <a:xfrm>
                <a:off x="2428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2" name="Freeform 3478"/>
              <p:cNvSpPr>
                <a:spLocks/>
              </p:cNvSpPr>
              <p:nvPr/>
            </p:nvSpPr>
            <p:spPr bwMode="auto">
              <a:xfrm>
                <a:off x="2165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3" name="Freeform 3479"/>
              <p:cNvSpPr>
                <a:spLocks/>
              </p:cNvSpPr>
              <p:nvPr/>
            </p:nvSpPr>
            <p:spPr bwMode="auto">
              <a:xfrm>
                <a:off x="2512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4" name="Freeform 3480"/>
              <p:cNvSpPr>
                <a:spLocks/>
              </p:cNvSpPr>
              <p:nvPr/>
            </p:nvSpPr>
            <p:spPr bwMode="auto">
              <a:xfrm>
                <a:off x="2291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5" name="Freeform 3481"/>
              <p:cNvSpPr>
                <a:spLocks/>
              </p:cNvSpPr>
              <p:nvPr/>
            </p:nvSpPr>
            <p:spPr bwMode="auto">
              <a:xfrm>
                <a:off x="2374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6" name="Freeform 3482"/>
              <p:cNvSpPr>
                <a:spLocks/>
              </p:cNvSpPr>
              <p:nvPr/>
            </p:nvSpPr>
            <p:spPr bwMode="auto">
              <a:xfrm>
                <a:off x="2297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7" name="Freeform 3483"/>
              <p:cNvSpPr>
                <a:spLocks/>
              </p:cNvSpPr>
              <p:nvPr/>
            </p:nvSpPr>
            <p:spPr bwMode="auto">
              <a:xfrm>
                <a:off x="2135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8" name="Freeform 3484"/>
              <p:cNvSpPr>
                <a:spLocks/>
              </p:cNvSpPr>
              <p:nvPr/>
            </p:nvSpPr>
            <p:spPr bwMode="auto">
              <a:xfrm>
                <a:off x="2225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69" name="Freeform 3485"/>
              <p:cNvSpPr>
                <a:spLocks/>
              </p:cNvSpPr>
              <p:nvPr/>
            </p:nvSpPr>
            <p:spPr bwMode="auto">
              <a:xfrm>
                <a:off x="2243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0" name="Freeform 3486"/>
              <p:cNvSpPr>
                <a:spLocks/>
              </p:cNvSpPr>
              <p:nvPr/>
            </p:nvSpPr>
            <p:spPr bwMode="auto">
              <a:xfrm>
                <a:off x="2291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1" name="Freeform 3487"/>
              <p:cNvSpPr>
                <a:spLocks/>
              </p:cNvSpPr>
              <p:nvPr/>
            </p:nvSpPr>
            <p:spPr bwMode="auto">
              <a:xfrm>
                <a:off x="2464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2" name="Freeform 3488"/>
              <p:cNvSpPr>
                <a:spLocks/>
              </p:cNvSpPr>
              <p:nvPr/>
            </p:nvSpPr>
            <p:spPr bwMode="auto">
              <a:xfrm>
                <a:off x="2309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3" name="Freeform 3489"/>
              <p:cNvSpPr>
                <a:spLocks/>
              </p:cNvSpPr>
              <p:nvPr/>
            </p:nvSpPr>
            <p:spPr bwMode="auto">
              <a:xfrm>
                <a:off x="2482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4" name="Freeform 3490"/>
              <p:cNvSpPr>
                <a:spLocks/>
              </p:cNvSpPr>
              <p:nvPr/>
            </p:nvSpPr>
            <p:spPr bwMode="auto">
              <a:xfrm>
                <a:off x="2255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5" name="Freeform 3491"/>
              <p:cNvSpPr>
                <a:spLocks/>
              </p:cNvSpPr>
              <p:nvPr/>
            </p:nvSpPr>
            <p:spPr bwMode="auto">
              <a:xfrm>
                <a:off x="2482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6" name="Freeform 3492"/>
              <p:cNvSpPr>
                <a:spLocks/>
              </p:cNvSpPr>
              <p:nvPr/>
            </p:nvSpPr>
            <p:spPr bwMode="auto">
              <a:xfrm>
                <a:off x="2339" y="2180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7" name="Freeform 3493"/>
              <p:cNvSpPr>
                <a:spLocks/>
              </p:cNvSpPr>
              <p:nvPr/>
            </p:nvSpPr>
            <p:spPr bwMode="auto">
              <a:xfrm>
                <a:off x="2458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8" name="Freeform 3494"/>
              <p:cNvSpPr>
                <a:spLocks/>
              </p:cNvSpPr>
              <p:nvPr/>
            </p:nvSpPr>
            <p:spPr bwMode="auto">
              <a:xfrm>
                <a:off x="1842" y="2282"/>
                <a:ext cx="11" cy="11"/>
              </a:xfrm>
              <a:custGeom>
                <a:avLst/>
                <a:gdLst>
                  <a:gd name="T0" fmla="*/ 6 w 11"/>
                  <a:gd name="T1" fmla="*/ 0 h 11"/>
                  <a:gd name="T2" fmla="*/ 11 w 11"/>
                  <a:gd name="T3" fmla="*/ 6 h 11"/>
                  <a:gd name="T4" fmla="*/ 6 w 11"/>
                  <a:gd name="T5" fmla="*/ 11 h 11"/>
                  <a:gd name="T6" fmla="*/ 0 w 11"/>
                  <a:gd name="T7" fmla="*/ 6 h 11"/>
                  <a:gd name="T8" fmla="*/ 6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11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79" name="Freeform 3495"/>
              <p:cNvSpPr>
                <a:spLocks/>
              </p:cNvSpPr>
              <p:nvPr/>
            </p:nvSpPr>
            <p:spPr bwMode="auto">
              <a:xfrm>
                <a:off x="2458" y="25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0" name="Freeform 3496"/>
              <p:cNvSpPr>
                <a:spLocks/>
              </p:cNvSpPr>
              <p:nvPr/>
            </p:nvSpPr>
            <p:spPr bwMode="auto">
              <a:xfrm>
                <a:off x="2147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1" name="Freeform 3497"/>
              <p:cNvSpPr>
                <a:spLocks/>
              </p:cNvSpPr>
              <p:nvPr/>
            </p:nvSpPr>
            <p:spPr bwMode="auto">
              <a:xfrm>
                <a:off x="2327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2" name="Freeform 3498"/>
              <p:cNvSpPr>
                <a:spLocks/>
              </p:cNvSpPr>
              <p:nvPr/>
            </p:nvSpPr>
            <p:spPr bwMode="auto">
              <a:xfrm>
                <a:off x="2428" y="18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3" name="Freeform 3499"/>
              <p:cNvSpPr>
                <a:spLocks/>
              </p:cNvSpPr>
              <p:nvPr/>
            </p:nvSpPr>
            <p:spPr bwMode="auto">
              <a:xfrm>
                <a:off x="2147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4" name="Freeform 3500"/>
              <p:cNvSpPr>
                <a:spLocks/>
              </p:cNvSpPr>
              <p:nvPr/>
            </p:nvSpPr>
            <p:spPr bwMode="auto">
              <a:xfrm>
                <a:off x="2321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5" name="Freeform 3501"/>
              <p:cNvSpPr>
                <a:spLocks/>
              </p:cNvSpPr>
              <p:nvPr/>
            </p:nvSpPr>
            <p:spPr bwMode="auto">
              <a:xfrm>
                <a:off x="2267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6" name="Freeform 3502"/>
              <p:cNvSpPr>
                <a:spLocks/>
              </p:cNvSpPr>
              <p:nvPr/>
            </p:nvSpPr>
            <p:spPr bwMode="auto">
              <a:xfrm>
                <a:off x="235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7" name="Freeform 3503"/>
              <p:cNvSpPr>
                <a:spLocks/>
              </p:cNvSpPr>
              <p:nvPr/>
            </p:nvSpPr>
            <p:spPr bwMode="auto">
              <a:xfrm>
                <a:off x="2159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8" name="Freeform 3504"/>
              <p:cNvSpPr>
                <a:spLocks/>
              </p:cNvSpPr>
              <p:nvPr/>
            </p:nvSpPr>
            <p:spPr bwMode="auto">
              <a:xfrm>
                <a:off x="2129" y="2282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89" name="Freeform 3505"/>
              <p:cNvSpPr>
                <a:spLocks/>
              </p:cNvSpPr>
              <p:nvPr/>
            </p:nvSpPr>
            <p:spPr bwMode="auto">
              <a:xfrm>
                <a:off x="2333" y="1737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0" name="Freeform 3506"/>
              <p:cNvSpPr>
                <a:spLocks/>
              </p:cNvSpPr>
              <p:nvPr/>
            </p:nvSpPr>
            <p:spPr bwMode="auto">
              <a:xfrm>
                <a:off x="1961" y="18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1" name="Freeform 3507"/>
              <p:cNvSpPr>
                <a:spLocks/>
              </p:cNvSpPr>
              <p:nvPr/>
            </p:nvSpPr>
            <p:spPr bwMode="auto">
              <a:xfrm>
                <a:off x="2285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2" name="Freeform 3508"/>
              <p:cNvSpPr>
                <a:spLocks/>
              </p:cNvSpPr>
              <p:nvPr/>
            </p:nvSpPr>
            <p:spPr bwMode="auto">
              <a:xfrm>
                <a:off x="2315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3" name="Freeform 3509"/>
              <p:cNvSpPr>
                <a:spLocks/>
              </p:cNvSpPr>
              <p:nvPr/>
            </p:nvSpPr>
            <p:spPr bwMode="auto">
              <a:xfrm>
                <a:off x="2374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4" name="Freeform 3510"/>
              <p:cNvSpPr>
                <a:spLocks/>
              </p:cNvSpPr>
              <p:nvPr/>
            </p:nvSpPr>
            <p:spPr bwMode="auto">
              <a:xfrm>
                <a:off x="2117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5" name="Freeform 3511"/>
              <p:cNvSpPr>
                <a:spLocks/>
              </p:cNvSpPr>
              <p:nvPr/>
            </p:nvSpPr>
            <p:spPr bwMode="auto">
              <a:xfrm>
                <a:off x="2201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6" name="Freeform 3512"/>
              <p:cNvSpPr>
                <a:spLocks/>
              </p:cNvSpPr>
              <p:nvPr/>
            </p:nvSpPr>
            <p:spPr bwMode="auto">
              <a:xfrm>
                <a:off x="2339" y="207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7" name="Freeform 3513"/>
              <p:cNvSpPr>
                <a:spLocks/>
              </p:cNvSpPr>
              <p:nvPr/>
            </p:nvSpPr>
            <p:spPr bwMode="auto">
              <a:xfrm>
                <a:off x="2267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8" name="Freeform 3514"/>
              <p:cNvSpPr>
                <a:spLocks/>
              </p:cNvSpPr>
              <p:nvPr/>
            </p:nvSpPr>
            <p:spPr bwMode="auto">
              <a:xfrm>
                <a:off x="2422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99" name="Freeform 3515"/>
              <p:cNvSpPr>
                <a:spLocks/>
              </p:cNvSpPr>
              <p:nvPr/>
            </p:nvSpPr>
            <p:spPr bwMode="auto">
              <a:xfrm>
                <a:off x="2410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0" name="Freeform 3516"/>
              <p:cNvSpPr>
                <a:spLocks/>
              </p:cNvSpPr>
              <p:nvPr/>
            </p:nvSpPr>
            <p:spPr bwMode="auto">
              <a:xfrm>
                <a:off x="2297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1" name="Freeform 3517"/>
              <p:cNvSpPr>
                <a:spLocks/>
              </p:cNvSpPr>
              <p:nvPr/>
            </p:nvSpPr>
            <p:spPr bwMode="auto">
              <a:xfrm>
                <a:off x="2452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2" name="Freeform 3518"/>
              <p:cNvSpPr>
                <a:spLocks/>
              </p:cNvSpPr>
              <p:nvPr/>
            </p:nvSpPr>
            <p:spPr bwMode="auto">
              <a:xfrm>
                <a:off x="2476" y="16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3" name="Freeform 3519"/>
              <p:cNvSpPr>
                <a:spLocks/>
              </p:cNvSpPr>
              <p:nvPr/>
            </p:nvSpPr>
            <p:spPr bwMode="auto">
              <a:xfrm>
                <a:off x="2524" y="18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4" name="Freeform 3520"/>
              <p:cNvSpPr>
                <a:spLocks/>
              </p:cNvSpPr>
              <p:nvPr/>
            </p:nvSpPr>
            <p:spPr bwMode="auto">
              <a:xfrm>
                <a:off x="2321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5" name="Freeform 3521"/>
              <p:cNvSpPr>
                <a:spLocks/>
              </p:cNvSpPr>
              <p:nvPr/>
            </p:nvSpPr>
            <p:spPr bwMode="auto">
              <a:xfrm>
                <a:off x="2279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6" name="Freeform 3522"/>
              <p:cNvSpPr>
                <a:spLocks/>
              </p:cNvSpPr>
              <p:nvPr/>
            </p:nvSpPr>
            <p:spPr bwMode="auto">
              <a:xfrm>
                <a:off x="2285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7" name="Freeform 3523"/>
              <p:cNvSpPr>
                <a:spLocks/>
              </p:cNvSpPr>
              <p:nvPr/>
            </p:nvSpPr>
            <p:spPr bwMode="auto">
              <a:xfrm>
                <a:off x="2237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8" name="Freeform 3524"/>
              <p:cNvSpPr>
                <a:spLocks/>
              </p:cNvSpPr>
              <p:nvPr/>
            </p:nvSpPr>
            <p:spPr bwMode="auto">
              <a:xfrm>
                <a:off x="2356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09" name="Freeform 3525"/>
              <p:cNvSpPr>
                <a:spLocks/>
              </p:cNvSpPr>
              <p:nvPr/>
            </p:nvSpPr>
            <p:spPr bwMode="auto">
              <a:xfrm>
                <a:off x="2207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0" name="Freeform 3526"/>
              <p:cNvSpPr>
                <a:spLocks/>
              </p:cNvSpPr>
              <p:nvPr/>
            </p:nvSpPr>
            <p:spPr bwMode="auto">
              <a:xfrm>
                <a:off x="2117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1" name="Freeform 3527"/>
              <p:cNvSpPr>
                <a:spLocks/>
              </p:cNvSpPr>
              <p:nvPr/>
            </p:nvSpPr>
            <p:spPr bwMode="auto">
              <a:xfrm>
                <a:off x="2231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2" name="Freeform 3528"/>
              <p:cNvSpPr>
                <a:spLocks/>
              </p:cNvSpPr>
              <p:nvPr/>
            </p:nvSpPr>
            <p:spPr bwMode="auto">
              <a:xfrm>
                <a:off x="2231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3" name="Freeform 3529"/>
              <p:cNvSpPr>
                <a:spLocks/>
              </p:cNvSpPr>
              <p:nvPr/>
            </p:nvSpPr>
            <p:spPr bwMode="auto">
              <a:xfrm>
                <a:off x="2231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4" name="Freeform 3530"/>
              <p:cNvSpPr>
                <a:spLocks/>
              </p:cNvSpPr>
              <p:nvPr/>
            </p:nvSpPr>
            <p:spPr bwMode="auto">
              <a:xfrm>
                <a:off x="2333" y="2060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5" name="Freeform 3531"/>
              <p:cNvSpPr>
                <a:spLocks/>
              </p:cNvSpPr>
              <p:nvPr/>
            </p:nvSpPr>
            <p:spPr bwMode="auto">
              <a:xfrm>
                <a:off x="2303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6" name="Freeform 3532"/>
              <p:cNvSpPr>
                <a:spLocks/>
              </p:cNvSpPr>
              <p:nvPr/>
            </p:nvSpPr>
            <p:spPr bwMode="auto">
              <a:xfrm>
                <a:off x="2410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7" name="Freeform 3533"/>
              <p:cNvSpPr>
                <a:spLocks/>
              </p:cNvSpPr>
              <p:nvPr/>
            </p:nvSpPr>
            <p:spPr bwMode="auto">
              <a:xfrm>
                <a:off x="2356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8" name="Freeform 3534"/>
              <p:cNvSpPr>
                <a:spLocks/>
              </p:cNvSpPr>
              <p:nvPr/>
            </p:nvSpPr>
            <p:spPr bwMode="auto">
              <a:xfrm>
                <a:off x="232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19" name="Freeform 3535"/>
              <p:cNvSpPr>
                <a:spLocks/>
              </p:cNvSpPr>
              <p:nvPr/>
            </p:nvSpPr>
            <p:spPr bwMode="auto">
              <a:xfrm>
                <a:off x="2231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0" name="Freeform 3536"/>
              <p:cNvSpPr>
                <a:spLocks/>
              </p:cNvSpPr>
              <p:nvPr/>
            </p:nvSpPr>
            <p:spPr bwMode="auto">
              <a:xfrm>
                <a:off x="2099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1" name="Freeform 3537"/>
              <p:cNvSpPr>
                <a:spLocks/>
              </p:cNvSpPr>
              <p:nvPr/>
            </p:nvSpPr>
            <p:spPr bwMode="auto">
              <a:xfrm>
                <a:off x="2368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2" name="Freeform 3538"/>
              <p:cNvSpPr>
                <a:spLocks/>
              </p:cNvSpPr>
              <p:nvPr/>
            </p:nvSpPr>
            <p:spPr bwMode="auto">
              <a:xfrm>
                <a:off x="2285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3" name="Freeform 3539"/>
              <p:cNvSpPr>
                <a:spLocks/>
              </p:cNvSpPr>
              <p:nvPr/>
            </p:nvSpPr>
            <p:spPr bwMode="auto">
              <a:xfrm>
                <a:off x="1985" y="23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4" name="Freeform 3540"/>
              <p:cNvSpPr>
                <a:spLocks/>
              </p:cNvSpPr>
              <p:nvPr/>
            </p:nvSpPr>
            <p:spPr bwMode="auto">
              <a:xfrm>
                <a:off x="2201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5" name="Freeform 3541"/>
              <p:cNvSpPr>
                <a:spLocks/>
              </p:cNvSpPr>
              <p:nvPr/>
            </p:nvSpPr>
            <p:spPr bwMode="auto">
              <a:xfrm>
                <a:off x="2213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6" name="Freeform 3542"/>
              <p:cNvSpPr>
                <a:spLocks/>
              </p:cNvSpPr>
              <p:nvPr/>
            </p:nvSpPr>
            <p:spPr bwMode="auto">
              <a:xfrm>
                <a:off x="2231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7" name="Freeform 3543"/>
              <p:cNvSpPr>
                <a:spLocks/>
              </p:cNvSpPr>
              <p:nvPr/>
            </p:nvSpPr>
            <p:spPr bwMode="auto">
              <a:xfrm>
                <a:off x="2255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8" name="Freeform 3544"/>
              <p:cNvSpPr>
                <a:spLocks/>
              </p:cNvSpPr>
              <p:nvPr/>
            </p:nvSpPr>
            <p:spPr bwMode="auto">
              <a:xfrm>
                <a:off x="2374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29" name="Freeform 3545"/>
              <p:cNvSpPr>
                <a:spLocks/>
              </p:cNvSpPr>
              <p:nvPr/>
            </p:nvSpPr>
            <p:spPr bwMode="auto">
              <a:xfrm>
                <a:off x="2237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0" name="Freeform 3546"/>
              <p:cNvSpPr>
                <a:spLocks/>
              </p:cNvSpPr>
              <p:nvPr/>
            </p:nvSpPr>
            <p:spPr bwMode="auto">
              <a:xfrm>
                <a:off x="2303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1" name="Freeform 3547"/>
              <p:cNvSpPr>
                <a:spLocks/>
              </p:cNvSpPr>
              <p:nvPr/>
            </p:nvSpPr>
            <p:spPr bwMode="auto">
              <a:xfrm>
                <a:off x="2261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2" name="Freeform 3548"/>
              <p:cNvSpPr>
                <a:spLocks/>
              </p:cNvSpPr>
              <p:nvPr/>
            </p:nvSpPr>
            <p:spPr bwMode="auto">
              <a:xfrm>
                <a:off x="2231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3" name="Freeform 3549"/>
              <p:cNvSpPr>
                <a:spLocks/>
              </p:cNvSpPr>
              <p:nvPr/>
            </p:nvSpPr>
            <p:spPr bwMode="auto">
              <a:xfrm>
                <a:off x="2099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4" name="Freeform 3550"/>
              <p:cNvSpPr>
                <a:spLocks/>
              </p:cNvSpPr>
              <p:nvPr/>
            </p:nvSpPr>
            <p:spPr bwMode="auto">
              <a:xfrm>
                <a:off x="2327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5" name="Freeform 3551"/>
              <p:cNvSpPr>
                <a:spLocks/>
              </p:cNvSpPr>
              <p:nvPr/>
            </p:nvSpPr>
            <p:spPr bwMode="auto">
              <a:xfrm>
                <a:off x="2392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6" name="Freeform 3552"/>
              <p:cNvSpPr>
                <a:spLocks/>
              </p:cNvSpPr>
              <p:nvPr/>
            </p:nvSpPr>
            <p:spPr bwMode="auto">
              <a:xfrm>
                <a:off x="2518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7" name="Freeform 3553"/>
              <p:cNvSpPr>
                <a:spLocks/>
              </p:cNvSpPr>
              <p:nvPr/>
            </p:nvSpPr>
            <p:spPr bwMode="auto">
              <a:xfrm>
                <a:off x="2261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8" name="Freeform 3554"/>
              <p:cNvSpPr>
                <a:spLocks/>
              </p:cNvSpPr>
              <p:nvPr/>
            </p:nvSpPr>
            <p:spPr bwMode="auto">
              <a:xfrm>
                <a:off x="2285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39" name="Freeform 3555"/>
              <p:cNvSpPr>
                <a:spLocks/>
              </p:cNvSpPr>
              <p:nvPr/>
            </p:nvSpPr>
            <p:spPr bwMode="auto">
              <a:xfrm>
                <a:off x="2303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0" name="Freeform 3556"/>
              <p:cNvSpPr>
                <a:spLocks/>
              </p:cNvSpPr>
              <p:nvPr/>
            </p:nvSpPr>
            <p:spPr bwMode="auto">
              <a:xfrm>
                <a:off x="2237" y="178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1" name="Freeform 3557"/>
              <p:cNvSpPr>
                <a:spLocks/>
              </p:cNvSpPr>
              <p:nvPr/>
            </p:nvSpPr>
            <p:spPr bwMode="auto">
              <a:xfrm>
                <a:off x="223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2" name="Freeform 3558"/>
              <p:cNvSpPr>
                <a:spLocks/>
              </p:cNvSpPr>
              <p:nvPr/>
            </p:nvSpPr>
            <p:spPr bwMode="auto">
              <a:xfrm>
                <a:off x="1812" y="23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3" name="Freeform 3559"/>
              <p:cNvSpPr>
                <a:spLocks/>
              </p:cNvSpPr>
              <p:nvPr/>
            </p:nvSpPr>
            <p:spPr bwMode="auto">
              <a:xfrm>
                <a:off x="2339" y="204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4" name="Freeform 3560"/>
              <p:cNvSpPr>
                <a:spLocks/>
              </p:cNvSpPr>
              <p:nvPr/>
            </p:nvSpPr>
            <p:spPr bwMode="auto">
              <a:xfrm>
                <a:off x="2279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5" name="Freeform 3561"/>
              <p:cNvSpPr>
                <a:spLocks/>
              </p:cNvSpPr>
              <p:nvPr/>
            </p:nvSpPr>
            <p:spPr bwMode="auto">
              <a:xfrm>
                <a:off x="2135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6" name="Freeform 3562"/>
              <p:cNvSpPr>
                <a:spLocks/>
              </p:cNvSpPr>
              <p:nvPr/>
            </p:nvSpPr>
            <p:spPr bwMode="auto">
              <a:xfrm>
                <a:off x="2171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7" name="Freeform 3563"/>
              <p:cNvSpPr>
                <a:spLocks/>
              </p:cNvSpPr>
              <p:nvPr/>
            </p:nvSpPr>
            <p:spPr bwMode="auto">
              <a:xfrm>
                <a:off x="2201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8" name="Freeform 3564"/>
              <p:cNvSpPr>
                <a:spLocks/>
              </p:cNvSpPr>
              <p:nvPr/>
            </p:nvSpPr>
            <p:spPr bwMode="auto">
              <a:xfrm>
                <a:off x="2105" y="22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49" name="Freeform 3565"/>
              <p:cNvSpPr>
                <a:spLocks/>
              </p:cNvSpPr>
              <p:nvPr/>
            </p:nvSpPr>
            <p:spPr bwMode="auto">
              <a:xfrm>
                <a:off x="2404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50" name="Freeform 3566"/>
              <p:cNvSpPr>
                <a:spLocks/>
              </p:cNvSpPr>
              <p:nvPr/>
            </p:nvSpPr>
            <p:spPr bwMode="auto">
              <a:xfrm>
                <a:off x="2315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51" name="Freeform 3567"/>
              <p:cNvSpPr>
                <a:spLocks/>
              </p:cNvSpPr>
              <p:nvPr/>
            </p:nvSpPr>
            <p:spPr bwMode="auto">
              <a:xfrm>
                <a:off x="2273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52" name="Freeform 3568"/>
              <p:cNvSpPr>
                <a:spLocks/>
              </p:cNvSpPr>
              <p:nvPr/>
            </p:nvSpPr>
            <p:spPr bwMode="auto">
              <a:xfrm>
                <a:off x="2315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53" name="Freeform 3569"/>
              <p:cNvSpPr>
                <a:spLocks/>
              </p:cNvSpPr>
              <p:nvPr/>
            </p:nvSpPr>
            <p:spPr bwMode="auto">
              <a:xfrm>
                <a:off x="2207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54" name="Freeform 3570"/>
              <p:cNvSpPr>
                <a:spLocks/>
              </p:cNvSpPr>
              <p:nvPr/>
            </p:nvSpPr>
            <p:spPr bwMode="auto">
              <a:xfrm>
                <a:off x="2404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55" name="Freeform 3571"/>
              <p:cNvSpPr>
                <a:spLocks/>
              </p:cNvSpPr>
              <p:nvPr/>
            </p:nvSpPr>
            <p:spPr bwMode="auto">
              <a:xfrm>
                <a:off x="2321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56" name="Freeform 3572"/>
              <p:cNvSpPr>
                <a:spLocks/>
              </p:cNvSpPr>
              <p:nvPr/>
            </p:nvSpPr>
            <p:spPr bwMode="auto">
              <a:xfrm>
                <a:off x="2237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57" name="Freeform 3573"/>
              <p:cNvSpPr>
                <a:spLocks/>
              </p:cNvSpPr>
              <p:nvPr/>
            </p:nvSpPr>
            <p:spPr bwMode="auto">
              <a:xfrm>
                <a:off x="2285" y="22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58" name="Freeform 3574"/>
              <p:cNvSpPr>
                <a:spLocks/>
              </p:cNvSpPr>
              <p:nvPr/>
            </p:nvSpPr>
            <p:spPr bwMode="auto">
              <a:xfrm>
                <a:off x="2344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59" name="Freeform 3575"/>
              <p:cNvSpPr>
                <a:spLocks/>
              </p:cNvSpPr>
              <p:nvPr/>
            </p:nvSpPr>
            <p:spPr bwMode="auto">
              <a:xfrm>
                <a:off x="2201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0" name="Freeform 3576"/>
              <p:cNvSpPr>
                <a:spLocks/>
              </p:cNvSpPr>
              <p:nvPr/>
            </p:nvSpPr>
            <p:spPr bwMode="auto">
              <a:xfrm>
                <a:off x="2267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1" name="Freeform 3577"/>
              <p:cNvSpPr>
                <a:spLocks/>
              </p:cNvSpPr>
              <p:nvPr/>
            </p:nvSpPr>
            <p:spPr bwMode="auto">
              <a:xfrm>
                <a:off x="2225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2" name="Freeform 3578"/>
              <p:cNvSpPr>
                <a:spLocks/>
              </p:cNvSpPr>
              <p:nvPr/>
            </p:nvSpPr>
            <p:spPr bwMode="auto">
              <a:xfrm>
                <a:off x="2392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3" name="Freeform 3579"/>
              <p:cNvSpPr>
                <a:spLocks/>
              </p:cNvSpPr>
              <p:nvPr/>
            </p:nvSpPr>
            <p:spPr bwMode="auto">
              <a:xfrm>
                <a:off x="2446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4" name="Freeform 3580"/>
              <p:cNvSpPr>
                <a:spLocks/>
              </p:cNvSpPr>
              <p:nvPr/>
            </p:nvSpPr>
            <p:spPr bwMode="auto">
              <a:xfrm>
                <a:off x="2339" y="2054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5" name="Freeform 3581"/>
              <p:cNvSpPr>
                <a:spLocks/>
              </p:cNvSpPr>
              <p:nvPr/>
            </p:nvSpPr>
            <p:spPr bwMode="auto">
              <a:xfrm>
                <a:off x="2458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6" name="Freeform 3582"/>
              <p:cNvSpPr>
                <a:spLocks/>
              </p:cNvSpPr>
              <p:nvPr/>
            </p:nvSpPr>
            <p:spPr bwMode="auto">
              <a:xfrm>
                <a:off x="2327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7" name="Freeform 3583"/>
              <p:cNvSpPr>
                <a:spLocks/>
              </p:cNvSpPr>
              <p:nvPr/>
            </p:nvSpPr>
            <p:spPr bwMode="auto">
              <a:xfrm>
                <a:off x="2207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8" name="Freeform 3584"/>
              <p:cNvSpPr>
                <a:spLocks/>
              </p:cNvSpPr>
              <p:nvPr/>
            </p:nvSpPr>
            <p:spPr bwMode="auto">
              <a:xfrm>
                <a:off x="2434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69" name="Freeform 3585"/>
              <p:cNvSpPr>
                <a:spLocks/>
              </p:cNvSpPr>
              <p:nvPr/>
            </p:nvSpPr>
            <p:spPr bwMode="auto">
              <a:xfrm>
                <a:off x="2398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0" name="Freeform 3586"/>
              <p:cNvSpPr>
                <a:spLocks/>
              </p:cNvSpPr>
              <p:nvPr/>
            </p:nvSpPr>
            <p:spPr bwMode="auto">
              <a:xfrm>
                <a:off x="2291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1" name="Freeform 3587"/>
              <p:cNvSpPr>
                <a:spLocks/>
              </p:cNvSpPr>
              <p:nvPr/>
            </p:nvSpPr>
            <p:spPr bwMode="auto">
              <a:xfrm>
                <a:off x="2392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2" name="Freeform 3588"/>
              <p:cNvSpPr>
                <a:spLocks/>
              </p:cNvSpPr>
              <p:nvPr/>
            </p:nvSpPr>
            <p:spPr bwMode="auto">
              <a:xfrm>
                <a:off x="2279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3" name="Freeform 3589"/>
              <p:cNvSpPr>
                <a:spLocks/>
              </p:cNvSpPr>
              <p:nvPr/>
            </p:nvSpPr>
            <p:spPr bwMode="auto">
              <a:xfrm>
                <a:off x="2249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4" name="Freeform 3590"/>
              <p:cNvSpPr>
                <a:spLocks/>
              </p:cNvSpPr>
              <p:nvPr/>
            </p:nvSpPr>
            <p:spPr bwMode="auto">
              <a:xfrm>
                <a:off x="2153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5" name="Freeform 3591"/>
              <p:cNvSpPr>
                <a:spLocks/>
              </p:cNvSpPr>
              <p:nvPr/>
            </p:nvSpPr>
            <p:spPr bwMode="auto">
              <a:xfrm>
                <a:off x="2165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6" name="Freeform 3592"/>
              <p:cNvSpPr>
                <a:spLocks/>
              </p:cNvSpPr>
              <p:nvPr/>
            </p:nvSpPr>
            <p:spPr bwMode="auto">
              <a:xfrm>
                <a:off x="2039" y="23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7" name="Freeform 3593"/>
              <p:cNvSpPr>
                <a:spLocks/>
              </p:cNvSpPr>
              <p:nvPr/>
            </p:nvSpPr>
            <p:spPr bwMode="auto">
              <a:xfrm>
                <a:off x="2374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8" name="Freeform 3594"/>
              <p:cNvSpPr>
                <a:spLocks/>
              </p:cNvSpPr>
              <p:nvPr/>
            </p:nvSpPr>
            <p:spPr bwMode="auto">
              <a:xfrm>
                <a:off x="2327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79" name="Freeform 3595"/>
              <p:cNvSpPr>
                <a:spLocks/>
              </p:cNvSpPr>
              <p:nvPr/>
            </p:nvSpPr>
            <p:spPr bwMode="auto">
              <a:xfrm>
                <a:off x="2578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0" name="Freeform 3596"/>
              <p:cNvSpPr>
                <a:spLocks/>
              </p:cNvSpPr>
              <p:nvPr/>
            </p:nvSpPr>
            <p:spPr bwMode="auto">
              <a:xfrm>
                <a:off x="2458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1" name="Freeform 3597"/>
              <p:cNvSpPr>
                <a:spLocks/>
              </p:cNvSpPr>
              <p:nvPr/>
            </p:nvSpPr>
            <p:spPr bwMode="auto">
              <a:xfrm>
                <a:off x="2297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2" name="Freeform 3598"/>
              <p:cNvSpPr>
                <a:spLocks/>
              </p:cNvSpPr>
              <p:nvPr/>
            </p:nvSpPr>
            <p:spPr bwMode="auto">
              <a:xfrm>
                <a:off x="2392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3" name="Freeform 3599"/>
              <p:cNvSpPr>
                <a:spLocks/>
              </p:cNvSpPr>
              <p:nvPr/>
            </p:nvSpPr>
            <p:spPr bwMode="auto">
              <a:xfrm>
                <a:off x="229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4" name="Freeform 3600"/>
              <p:cNvSpPr>
                <a:spLocks/>
              </p:cNvSpPr>
              <p:nvPr/>
            </p:nvSpPr>
            <p:spPr bwMode="auto">
              <a:xfrm>
                <a:off x="2207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5" name="Freeform 3601"/>
              <p:cNvSpPr>
                <a:spLocks/>
              </p:cNvSpPr>
              <p:nvPr/>
            </p:nvSpPr>
            <p:spPr bwMode="auto">
              <a:xfrm>
                <a:off x="2309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6" name="Freeform 3602"/>
              <p:cNvSpPr>
                <a:spLocks/>
              </p:cNvSpPr>
              <p:nvPr/>
            </p:nvSpPr>
            <p:spPr bwMode="auto">
              <a:xfrm>
                <a:off x="2380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7" name="Freeform 3603"/>
              <p:cNvSpPr>
                <a:spLocks/>
              </p:cNvSpPr>
              <p:nvPr/>
            </p:nvSpPr>
            <p:spPr bwMode="auto">
              <a:xfrm>
                <a:off x="2285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8" name="Freeform 3604"/>
              <p:cNvSpPr>
                <a:spLocks/>
              </p:cNvSpPr>
              <p:nvPr/>
            </p:nvSpPr>
            <p:spPr bwMode="auto">
              <a:xfrm>
                <a:off x="2297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89" name="Freeform 3605"/>
              <p:cNvSpPr>
                <a:spLocks/>
              </p:cNvSpPr>
              <p:nvPr/>
            </p:nvSpPr>
            <p:spPr bwMode="auto">
              <a:xfrm>
                <a:off x="2380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0" name="Freeform 3606"/>
              <p:cNvSpPr>
                <a:spLocks/>
              </p:cNvSpPr>
              <p:nvPr/>
            </p:nvSpPr>
            <p:spPr bwMode="auto">
              <a:xfrm>
                <a:off x="2219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1" name="Freeform 3607"/>
              <p:cNvSpPr>
                <a:spLocks/>
              </p:cNvSpPr>
              <p:nvPr/>
            </p:nvSpPr>
            <p:spPr bwMode="auto">
              <a:xfrm>
                <a:off x="2129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2" name="Freeform 3608"/>
              <p:cNvSpPr>
                <a:spLocks/>
              </p:cNvSpPr>
              <p:nvPr/>
            </p:nvSpPr>
            <p:spPr bwMode="auto">
              <a:xfrm>
                <a:off x="2201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3" name="Freeform 3609"/>
              <p:cNvSpPr>
                <a:spLocks/>
              </p:cNvSpPr>
              <p:nvPr/>
            </p:nvSpPr>
            <p:spPr bwMode="auto">
              <a:xfrm>
                <a:off x="2153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4" name="Freeform 3610"/>
              <p:cNvSpPr>
                <a:spLocks/>
              </p:cNvSpPr>
              <p:nvPr/>
            </p:nvSpPr>
            <p:spPr bwMode="auto">
              <a:xfrm>
                <a:off x="2464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5" name="Freeform 3611"/>
              <p:cNvSpPr>
                <a:spLocks/>
              </p:cNvSpPr>
              <p:nvPr/>
            </p:nvSpPr>
            <p:spPr bwMode="auto">
              <a:xfrm>
                <a:off x="2297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6" name="Freeform 3612"/>
              <p:cNvSpPr>
                <a:spLocks/>
              </p:cNvSpPr>
              <p:nvPr/>
            </p:nvSpPr>
            <p:spPr bwMode="auto">
              <a:xfrm>
                <a:off x="2686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7" name="Freeform 3613"/>
              <p:cNvSpPr>
                <a:spLocks/>
              </p:cNvSpPr>
              <p:nvPr/>
            </p:nvSpPr>
            <p:spPr bwMode="auto">
              <a:xfrm>
                <a:off x="2422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8" name="Freeform 3614"/>
              <p:cNvSpPr>
                <a:spLocks/>
              </p:cNvSpPr>
              <p:nvPr/>
            </p:nvSpPr>
            <p:spPr bwMode="auto">
              <a:xfrm>
                <a:off x="2548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999" name="Freeform 3615"/>
              <p:cNvSpPr>
                <a:spLocks/>
              </p:cNvSpPr>
              <p:nvPr/>
            </p:nvSpPr>
            <p:spPr bwMode="auto">
              <a:xfrm>
                <a:off x="2171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00" name="Freeform 3616"/>
              <p:cNvSpPr>
                <a:spLocks/>
              </p:cNvSpPr>
              <p:nvPr/>
            </p:nvSpPr>
            <p:spPr bwMode="auto">
              <a:xfrm>
                <a:off x="1931" y="22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01" name="Freeform 3617"/>
              <p:cNvSpPr>
                <a:spLocks/>
              </p:cNvSpPr>
              <p:nvPr/>
            </p:nvSpPr>
            <p:spPr bwMode="auto">
              <a:xfrm>
                <a:off x="2129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02" name="Freeform 3618"/>
              <p:cNvSpPr>
                <a:spLocks/>
              </p:cNvSpPr>
              <p:nvPr/>
            </p:nvSpPr>
            <p:spPr bwMode="auto">
              <a:xfrm>
                <a:off x="2321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03" name="Freeform 3619"/>
              <p:cNvSpPr>
                <a:spLocks/>
              </p:cNvSpPr>
              <p:nvPr/>
            </p:nvSpPr>
            <p:spPr bwMode="auto">
              <a:xfrm>
                <a:off x="2356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04" name="Freeform 3620"/>
              <p:cNvSpPr>
                <a:spLocks/>
              </p:cNvSpPr>
              <p:nvPr/>
            </p:nvSpPr>
            <p:spPr bwMode="auto">
              <a:xfrm>
                <a:off x="2303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60005" name="Freeform 3621"/>
              <p:cNvSpPr>
                <a:spLocks/>
              </p:cNvSpPr>
              <p:nvPr/>
            </p:nvSpPr>
            <p:spPr bwMode="auto">
              <a:xfrm>
                <a:off x="2339" y="2024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22" name="Group 3823"/>
            <p:cNvGrpSpPr>
              <a:grpSpLocks/>
            </p:cNvGrpSpPr>
            <p:nvPr/>
          </p:nvGrpSpPr>
          <p:grpSpPr bwMode="auto">
            <a:xfrm>
              <a:off x="1907" y="1384"/>
              <a:ext cx="887" cy="1083"/>
              <a:chOff x="1907" y="1384"/>
              <a:chExt cx="887" cy="1083"/>
            </a:xfrm>
          </p:grpSpPr>
          <p:sp>
            <p:nvSpPr>
              <p:cNvPr id="59606" name="Freeform 3623"/>
              <p:cNvSpPr>
                <a:spLocks/>
              </p:cNvSpPr>
              <p:nvPr/>
            </p:nvSpPr>
            <p:spPr bwMode="auto">
              <a:xfrm>
                <a:off x="2261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07" name="Freeform 3624"/>
              <p:cNvSpPr>
                <a:spLocks/>
              </p:cNvSpPr>
              <p:nvPr/>
            </p:nvSpPr>
            <p:spPr bwMode="auto">
              <a:xfrm>
                <a:off x="2452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08" name="Freeform 3625"/>
              <p:cNvSpPr>
                <a:spLocks/>
              </p:cNvSpPr>
              <p:nvPr/>
            </p:nvSpPr>
            <p:spPr bwMode="auto">
              <a:xfrm>
                <a:off x="2404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09" name="Freeform 3626"/>
              <p:cNvSpPr>
                <a:spLocks/>
              </p:cNvSpPr>
              <p:nvPr/>
            </p:nvSpPr>
            <p:spPr bwMode="auto">
              <a:xfrm>
                <a:off x="2273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0" name="Freeform 3627"/>
              <p:cNvSpPr>
                <a:spLocks/>
              </p:cNvSpPr>
              <p:nvPr/>
            </p:nvSpPr>
            <p:spPr bwMode="auto">
              <a:xfrm>
                <a:off x="2339" y="2024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1" name="Freeform 3628"/>
              <p:cNvSpPr>
                <a:spLocks/>
              </p:cNvSpPr>
              <p:nvPr/>
            </p:nvSpPr>
            <p:spPr bwMode="auto">
              <a:xfrm>
                <a:off x="2632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2" name="Freeform 3629"/>
              <p:cNvSpPr>
                <a:spLocks/>
              </p:cNvSpPr>
              <p:nvPr/>
            </p:nvSpPr>
            <p:spPr bwMode="auto">
              <a:xfrm>
                <a:off x="2291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3" name="Freeform 3630"/>
              <p:cNvSpPr>
                <a:spLocks/>
              </p:cNvSpPr>
              <p:nvPr/>
            </p:nvSpPr>
            <p:spPr bwMode="auto">
              <a:xfrm>
                <a:off x="2374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4" name="Freeform 3631"/>
              <p:cNvSpPr>
                <a:spLocks/>
              </p:cNvSpPr>
              <p:nvPr/>
            </p:nvSpPr>
            <p:spPr bwMode="auto">
              <a:xfrm>
                <a:off x="2344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5" name="Freeform 3632"/>
              <p:cNvSpPr>
                <a:spLocks/>
              </p:cNvSpPr>
              <p:nvPr/>
            </p:nvSpPr>
            <p:spPr bwMode="auto">
              <a:xfrm>
                <a:off x="2368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6" name="Freeform 3633"/>
              <p:cNvSpPr>
                <a:spLocks/>
              </p:cNvSpPr>
              <p:nvPr/>
            </p:nvSpPr>
            <p:spPr bwMode="auto">
              <a:xfrm>
                <a:off x="244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7" name="Freeform 3634"/>
              <p:cNvSpPr>
                <a:spLocks/>
              </p:cNvSpPr>
              <p:nvPr/>
            </p:nvSpPr>
            <p:spPr bwMode="auto">
              <a:xfrm>
                <a:off x="2333" y="2006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8" name="Freeform 3635"/>
              <p:cNvSpPr>
                <a:spLocks/>
              </p:cNvSpPr>
              <p:nvPr/>
            </p:nvSpPr>
            <p:spPr bwMode="auto">
              <a:xfrm>
                <a:off x="2249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19" name="Freeform 3636"/>
              <p:cNvSpPr>
                <a:spLocks/>
              </p:cNvSpPr>
              <p:nvPr/>
            </p:nvSpPr>
            <p:spPr bwMode="auto">
              <a:xfrm>
                <a:off x="2434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0" name="Freeform 3637"/>
              <p:cNvSpPr>
                <a:spLocks/>
              </p:cNvSpPr>
              <p:nvPr/>
            </p:nvSpPr>
            <p:spPr bwMode="auto">
              <a:xfrm>
                <a:off x="2327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1" name="Freeform 3638"/>
              <p:cNvSpPr>
                <a:spLocks/>
              </p:cNvSpPr>
              <p:nvPr/>
            </p:nvSpPr>
            <p:spPr bwMode="auto">
              <a:xfrm>
                <a:off x="2099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2" name="Freeform 3639"/>
              <p:cNvSpPr>
                <a:spLocks/>
              </p:cNvSpPr>
              <p:nvPr/>
            </p:nvSpPr>
            <p:spPr bwMode="auto">
              <a:xfrm>
                <a:off x="2207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3" name="Freeform 3640"/>
              <p:cNvSpPr>
                <a:spLocks/>
              </p:cNvSpPr>
              <p:nvPr/>
            </p:nvSpPr>
            <p:spPr bwMode="auto">
              <a:xfrm>
                <a:off x="2261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4" name="Freeform 3641"/>
              <p:cNvSpPr>
                <a:spLocks/>
              </p:cNvSpPr>
              <p:nvPr/>
            </p:nvSpPr>
            <p:spPr bwMode="auto">
              <a:xfrm>
                <a:off x="2440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5" name="Freeform 3642"/>
              <p:cNvSpPr>
                <a:spLocks/>
              </p:cNvSpPr>
              <p:nvPr/>
            </p:nvSpPr>
            <p:spPr bwMode="auto">
              <a:xfrm>
                <a:off x="2434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6" name="Freeform 3643"/>
              <p:cNvSpPr>
                <a:spLocks/>
              </p:cNvSpPr>
              <p:nvPr/>
            </p:nvSpPr>
            <p:spPr bwMode="auto">
              <a:xfrm>
                <a:off x="2195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7" name="Freeform 3644"/>
              <p:cNvSpPr>
                <a:spLocks/>
              </p:cNvSpPr>
              <p:nvPr/>
            </p:nvSpPr>
            <p:spPr bwMode="auto">
              <a:xfrm>
                <a:off x="2344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8" name="Freeform 3645"/>
              <p:cNvSpPr>
                <a:spLocks/>
              </p:cNvSpPr>
              <p:nvPr/>
            </p:nvSpPr>
            <p:spPr bwMode="auto">
              <a:xfrm>
                <a:off x="2500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29" name="Freeform 3646"/>
              <p:cNvSpPr>
                <a:spLocks/>
              </p:cNvSpPr>
              <p:nvPr/>
            </p:nvSpPr>
            <p:spPr bwMode="auto">
              <a:xfrm>
                <a:off x="2572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0" name="Freeform 3647"/>
              <p:cNvSpPr>
                <a:spLocks/>
              </p:cNvSpPr>
              <p:nvPr/>
            </p:nvSpPr>
            <p:spPr bwMode="auto">
              <a:xfrm>
                <a:off x="2356" y="18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1" name="Freeform 3648"/>
              <p:cNvSpPr>
                <a:spLocks/>
              </p:cNvSpPr>
              <p:nvPr/>
            </p:nvSpPr>
            <p:spPr bwMode="auto">
              <a:xfrm>
                <a:off x="2333" y="199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2" name="Freeform 3649"/>
              <p:cNvSpPr>
                <a:spLocks/>
              </p:cNvSpPr>
              <p:nvPr/>
            </p:nvSpPr>
            <p:spPr bwMode="auto">
              <a:xfrm>
                <a:off x="2440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3" name="Freeform 3650"/>
              <p:cNvSpPr>
                <a:spLocks/>
              </p:cNvSpPr>
              <p:nvPr/>
            </p:nvSpPr>
            <p:spPr bwMode="auto">
              <a:xfrm>
                <a:off x="2249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4" name="Freeform 3651"/>
              <p:cNvSpPr>
                <a:spLocks/>
              </p:cNvSpPr>
              <p:nvPr/>
            </p:nvSpPr>
            <p:spPr bwMode="auto">
              <a:xfrm>
                <a:off x="2548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5" name="Freeform 3652"/>
              <p:cNvSpPr>
                <a:spLocks/>
              </p:cNvSpPr>
              <p:nvPr/>
            </p:nvSpPr>
            <p:spPr bwMode="auto">
              <a:xfrm>
                <a:off x="2374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6" name="Freeform 3653"/>
              <p:cNvSpPr>
                <a:spLocks/>
              </p:cNvSpPr>
              <p:nvPr/>
            </p:nvSpPr>
            <p:spPr bwMode="auto">
              <a:xfrm>
                <a:off x="2255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7" name="Freeform 3654"/>
              <p:cNvSpPr>
                <a:spLocks/>
              </p:cNvSpPr>
              <p:nvPr/>
            </p:nvSpPr>
            <p:spPr bwMode="auto">
              <a:xfrm>
                <a:off x="2446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8" name="Freeform 3655"/>
              <p:cNvSpPr>
                <a:spLocks/>
              </p:cNvSpPr>
              <p:nvPr/>
            </p:nvSpPr>
            <p:spPr bwMode="auto">
              <a:xfrm>
                <a:off x="2087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39" name="Freeform 3656"/>
              <p:cNvSpPr>
                <a:spLocks/>
              </p:cNvSpPr>
              <p:nvPr/>
            </p:nvSpPr>
            <p:spPr bwMode="auto">
              <a:xfrm>
                <a:off x="2249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0" name="Freeform 3657"/>
              <p:cNvSpPr>
                <a:spLocks/>
              </p:cNvSpPr>
              <p:nvPr/>
            </p:nvSpPr>
            <p:spPr bwMode="auto">
              <a:xfrm>
                <a:off x="2213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1" name="Freeform 3658"/>
              <p:cNvSpPr>
                <a:spLocks/>
              </p:cNvSpPr>
              <p:nvPr/>
            </p:nvSpPr>
            <p:spPr bwMode="auto">
              <a:xfrm>
                <a:off x="2279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2" name="Freeform 3659"/>
              <p:cNvSpPr>
                <a:spLocks/>
              </p:cNvSpPr>
              <p:nvPr/>
            </p:nvSpPr>
            <p:spPr bwMode="auto">
              <a:xfrm>
                <a:off x="2344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3" name="Freeform 3660"/>
              <p:cNvSpPr>
                <a:spLocks/>
              </p:cNvSpPr>
              <p:nvPr/>
            </p:nvSpPr>
            <p:spPr bwMode="auto">
              <a:xfrm>
                <a:off x="2309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4" name="Freeform 3661"/>
              <p:cNvSpPr>
                <a:spLocks/>
              </p:cNvSpPr>
              <p:nvPr/>
            </p:nvSpPr>
            <p:spPr bwMode="auto">
              <a:xfrm>
                <a:off x="2279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5" name="Freeform 3662"/>
              <p:cNvSpPr>
                <a:spLocks/>
              </p:cNvSpPr>
              <p:nvPr/>
            </p:nvSpPr>
            <p:spPr bwMode="auto">
              <a:xfrm>
                <a:off x="2321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6" name="Freeform 3663"/>
              <p:cNvSpPr>
                <a:spLocks/>
              </p:cNvSpPr>
              <p:nvPr/>
            </p:nvSpPr>
            <p:spPr bwMode="auto">
              <a:xfrm>
                <a:off x="2315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7" name="Freeform 3664"/>
              <p:cNvSpPr>
                <a:spLocks/>
              </p:cNvSpPr>
              <p:nvPr/>
            </p:nvSpPr>
            <p:spPr bwMode="auto">
              <a:xfrm>
                <a:off x="2452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8" name="Freeform 3665"/>
              <p:cNvSpPr>
                <a:spLocks/>
              </p:cNvSpPr>
              <p:nvPr/>
            </p:nvSpPr>
            <p:spPr bwMode="auto">
              <a:xfrm>
                <a:off x="2021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49" name="Freeform 3666"/>
              <p:cNvSpPr>
                <a:spLocks/>
              </p:cNvSpPr>
              <p:nvPr/>
            </p:nvSpPr>
            <p:spPr bwMode="auto">
              <a:xfrm>
                <a:off x="2147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0" name="Freeform 3667"/>
              <p:cNvSpPr>
                <a:spLocks/>
              </p:cNvSpPr>
              <p:nvPr/>
            </p:nvSpPr>
            <p:spPr bwMode="auto">
              <a:xfrm>
                <a:off x="2392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1" name="Freeform 3668"/>
              <p:cNvSpPr>
                <a:spLocks/>
              </p:cNvSpPr>
              <p:nvPr/>
            </p:nvSpPr>
            <p:spPr bwMode="auto">
              <a:xfrm>
                <a:off x="2243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2" name="Freeform 3669"/>
              <p:cNvSpPr>
                <a:spLocks/>
              </p:cNvSpPr>
              <p:nvPr/>
            </p:nvSpPr>
            <p:spPr bwMode="auto">
              <a:xfrm>
                <a:off x="2344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3" name="Freeform 3670"/>
              <p:cNvSpPr>
                <a:spLocks/>
              </p:cNvSpPr>
              <p:nvPr/>
            </p:nvSpPr>
            <p:spPr bwMode="auto">
              <a:xfrm>
                <a:off x="2362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4" name="Freeform 3671"/>
              <p:cNvSpPr>
                <a:spLocks/>
              </p:cNvSpPr>
              <p:nvPr/>
            </p:nvSpPr>
            <p:spPr bwMode="auto">
              <a:xfrm>
                <a:off x="2321" y="22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5" name="Freeform 3672"/>
              <p:cNvSpPr>
                <a:spLocks/>
              </p:cNvSpPr>
              <p:nvPr/>
            </p:nvSpPr>
            <p:spPr bwMode="auto">
              <a:xfrm>
                <a:off x="2195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6" name="Freeform 3673"/>
              <p:cNvSpPr>
                <a:spLocks/>
              </p:cNvSpPr>
              <p:nvPr/>
            </p:nvSpPr>
            <p:spPr bwMode="auto">
              <a:xfrm>
                <a:off x="2356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7" name="Freeform 3674"/>
              <p:cNvSpPr>
                <a:spLocks/>
              </p:cNvSpPr>
              <p:nvPr/>
            </p:nvSpPr>
            <p:spPr bwMode="auto">
              <a:xfrm>
                <a:off x="2344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8" name="Freeform 3675"/>
              <p:cNvSpPr>
                <a:spLocks/>
              </p:cNvSpPr>
              <p:nvPr/>
            </p:nvSpPr>
            <p:spPr bwMode="auto">
              <a:xfrm>
                <a:off x="2117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59" name="Freeform 3676"/>
              <p:cNvSpPr>
                <a:spLocks/>
              </p:cNvSpPr>
              <p:nvPr/>
            </p:nvSpPr>
            <p:spPr bwMode="auto">
              <a:xfrm>
                <a:off x="2291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0" name="Freeform 3677"/>
              <p:cNvSpPr>
                <a:spLocks/>
              </p:cNvSpPr>
              <p:nvPr/>
            </p:nvSpPr>
            <p:spPr bwMode="auto">
              <a:xfrm>
                <a:off x="2572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1" name="Freeform 3678"/>
              <p:cNvSpPr>
                <a:spLocks/>
              </p:cNvSpPr>
              <p:nvPr/>
            </p:nvSpPr>
            <p:spPr bwMode="auto">
              <a:xfrm>
                <a:off x="2075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2" name="Freeform 3679"/>
              <p:cNvSpPr>
                <a:spLocks/>
              </p:cNvSpPr>
              <p:nvPr/>
            </p:nvSpPr>
            <p:spPr bwMode="auto">
              <a:xfrm>
                <a:off x="2213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3" name="Freeform 3680"/>
              <p:cNvSpPr>
                <a:spLocks/>
              </p:cNvSpPr>
              <p:nvPr/>
            </p:nvSpPr>
            <p:spPr bwMode="auto">
              <a:xfrm>
                <a:off x="2219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4" name="Freeform 3681"/>
              <p:cNvSpPr>
                <a:spLocks/>
              </p:cNvSpPr>
              <p:nvPr/>
            </p:nvSpPr>
            <p:spPr bwMode="auto">
              <a:xfrm>
                <a:off x="2410" y="18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5" name="Freeform 3682"/>
              <p:cNvSpPr>
                <a:spLocks/>
              </p:cNvSpPr>
              <p:nvPr/>
            </p:nvSpPr>
            <p:spPr bwMode="auto">
              <a:xfrm>
                <a:off x="2003" y="23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6" name="Freeform 3683"/>
              <p:cNvSpPr>
                <a:spLocks/>
              </p:cNvSpPr>
              <p:nvPr/>
            </p:nvSpPr>
            <p:spPr bwMode="auto">
              <a:xfrm>
                <a:off x="2267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7" name="Freeform 3684"/>
              <p:cNvSpPr>
                <a:spLocks/>
              </p:cNvSpPr>
              <p:nvPr/>
            </p:nvSpPr>
            <p:spPr bwMode="auto">
              <a:xfrm>
                <a:off x="2422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8" name="Freeform 3685"/>
              <p:cNvSpPr>
                <a:spLocks/>
              </p:cNvSpPr>
              <p:nvPr/>
            </p:nvSpPr>
            <p:spPr bwMode="auto">
              <a:xfrm>
                <a:off x="2213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69" name="Freeform 3686"/>
              <p:cNvSpPr>
                <a:spLocks/>
              </p:cNvSpPr>
              <p:nvPr/>
            </p:nvSpPr>
            <p:spPr bwMode="auto">
              <a:xfrm>
                <a:off x="2129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0" name="Freeform 3687"/>
              <p:cNvSpPr>
                <a:spLocks/>
              </p:cNvSpPr>
              <p:nvPr/>
            </p:nvSpPr>
            <p:spPr bwMode="auto">
              <a:xfrm>
                <a:off x="2494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1" name="Freeform 3688"/>
              <p:cNvSpPr>
                <a:spLocks/>
              </p:cNvSpPr>
              <p:nvPr/>
            </p:nvSpPr>
            <p:spPr bwMode="auto">
              <a:xfrm>
                <a:off x="2327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2" name="Freeform 3689"/>
              <p:cNvSpPr>
                <a:spLocks/>
              </p:cNvSpPr>
              <p:nvPr/>
            </p:nvSpPr>
            <p:spPr bwMode="auto">
              <a:xfrm>
                <a:off x="2458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3" name="Freeform 3690"/>
              <p:cNvSpPr>
                <a:spLocks/>
              </p:cNvSpPr>
              <p:nvPr/>
            </p:nvSpPr>
            <p:spPr bwMode="auto">
              <a:xfrm>
                <a:off x="2368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4" name="Freeform 3691"/>
              <p:cNvSpPr>
                <a:spLocks/>
              </p:cNvSpPr>
              <p:nvPr/>
            </p:nvSpPr>
            <p:spPr bwMode="auto">
              <a:xfrm>
                <a:off x="2554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5" name="Freeform 3692"/>
              <p:cNvSpPr>
                <a:spLocks/>
              </p:cNvSpPr>
              <p:nvPr/>
            </p:nvSpPr>
            <p:spPr bwMode="auto">
              <a:xfrm>
                <a:off x="1937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6" name="Freeform 3693"/>
              <p:cNvSpPr>
                <a:spLocks/>
              </p:cNvSpPr>
              <p:nvPr/>
            </p:nvSpPr>
            <p:spPr bwMode="auto">
              <a:xfrm>
                <a:off x="2536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7" name="Freeform 3694"/>
              <p:cNvSpPr>
                <a:spLocks/>
              </p:cNvSpPr>
              <p:nvPr/>
            </p:nvSpPr>
            <p:spPr bwMode="auto">
              <a:xfrm>
                <a:off x="2386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8" name="Freeform 3695"/>
              <p:cNvSpPr>
                <a:spLocks/>
              </p:cNvSpPr>
              <p:nvPr/>
            </p:nvSpPr>
            <p:spPr bwMode="auto">
              <a:xfrm>
                <a:off x="2327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79" name="Freeform 3696"/>
              <p:cNvSpPr>
                <a:spLocks/>
              </p:cNvSpPr>
              <p:nvPr/>
            </p:nvSpPr>
            <p:spPr bwMode="auto">
              <a:xfrm>
                <a:off x="2267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0" name="Freeform 3697"/>
              <p:cNvSpPr>
                <a:spLocks/>
              </p:cNvSpPr>
              <p:nvPr/>
            </p:nvSpPr>
            <p:spPr bwMode="auto">
              <a:xfrm>
                <a:off x="2620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1" name="Freeform 3698"/>
              <p:cNvSpPr>
                <a:spLocks/>
              </p:cNvSpPr>
              <p:nvPr/>
            </p:nvSpPr>
            <p:spPr bwMode="auto">
              <a:xfrm>
                <a:off x="2416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2" name="Freeform 3699"/>
              <p:cNvSpPr>
                <a:spLocks/>
              </p:cNvSpPr>
              <p:nvPr/>
            </p:nvSpPr>
            <p:spPr bwMode="auto">
              <a:xfrm>
                <a:off x="2129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3" name="Freeform 3700"/>
              <p:cNvSpPr>
                <a:spLocks/>
              </p:cNvSpPr>
              <p:nvPr/>
            </p:nvSpPr>
            <p:spPr bwMode="auto">
              <a:xfrm>
                <a:off x="2488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4" name="Freeform 3701"/>
              <p:cNvSpPr>
                <a:spLocks/>
              </p:cNvSpPr>
              <p:nvPr/>
            </p:nvSpPr>
            <p:spPr bwMode="auto">
              <a:xfrm>
                <a:off x="2614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5" name="Freeform 3702"/>
              <p:cNvSpPr>
                <a:spLocks/>
              </p:cNvSpPr>
              <p:nvPr/>
            </p:nvSpPr>
            <p:spPr bwMode="auto">
              <a:xfrm>
                <a:off x="2291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6" name="Freeform 3703"/>
              <p:cNvSpPr>
                <a:spLocks/>
              </p:cNvSpPr>
              <p:nvPr/>
            </p:nvSpPr>
            <p:spPr bwMode="auto">
              <a:xfrm>
                <a:off x="2362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7" name="Freeform 3704"/>
              <p:cNvSpPr>
                <a:spLocks/>
              </p:cNvSpPr>
              <p:nvPr/>
            </p:nvSpPr>
            <p:spPr bwMode="auto">
              <a:xfrm>
                <a:off x="2291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8" name="Freeform 3705"/>
              <p:cNvSpPr>
                <a:spLocks/>
              </p:cNvSpPr>
              <p:nvPr/>
            </p:nvSpPr>
            <p:spPr bwMode="auto">
              <a:xfrm>
                <a:off x="2398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89" name="Freeform 3706"/>
              <p:cNvSpPr>
                <a:spLocks/>
              </p:cNvSpPr>
              <p:nvPr/>
            </p:nvSpPr>
            <p:spPr bwMode="auto">
              <a:xfrm>
                <a:off x="2069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0" name="Freeform 3707"/>
              <p:cNvSpPr>
                <a:spLocks/>
              </p:cNvSpPr>
              <p:nvPr/>
            </p:nvSpPr>
            <p:spPr bwMode="auto">
              <a:xfrm>
                <a:off x="2291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1" name="Freeform 3708"/>
              <p:cNvSpPr>
                <a:spLocks/>
              </p:cNvSpPr>
              <p:nvPr/>
            </p:nvSpPr>
            <p:spPr bwMode="auto">
              <a:xfrm>
                <a:off x="2356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2" name="Freeform 3709"/>
              <p:cNvSpPr>
                <a:spLocks/>
              </p:cNvSpPr>
              <p:nvPr/>
            </p:nvSpPr>
            <p:spPr bwMode="auto">
              <a:xfrm>
                <a:off x="2303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3" name="Freeform 3710"/>
              <p:cNvSpPr>
                <a:spLocks/>
              </p:cNvSpPr>
              <p:nvPr/>
            </p:nvSpPr>
            <p:spPr bwMode="auto">
              <a:xfrm>
                <a:off x="2261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4" name="Freeform 3711"/>
              <p:cNvSpPr>
                <a:spLocks/>
              </p:cNvSpPr>
              <p:nvPr/>
            </p:nvSpPr>
            <p:spPr bwMode="auto">
              <a:xfrm>
                <a:off x="2476" y="16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5" name="Freeform 3712"/>
              <p:cNvSpPr>
                <a:spLocks/>
              </p:cNvSpPr>
              <p:nvPr/>
            </p:nvSpPr>
            <p:spPr bwMode="auto">
              <a:xfrm>
                <a:off x="2303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6" name="Freeform 3713"/>
              <p:cNvSpPr>
                <a:spLocks/>
              </p:cNvSpPr>
              <p:nvPr/>
            </p:nvSpPr>
            <p:spPr bwMode="auto">
              <a:xfrm>
                <a:off x="2548" y="18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7" name="Freeform 3714"/>
              <p:cNvSpPr>
                <a:spLocks/>
              </p:cNvSpPr>
              <p:nvPr/>
            </p:nvSpPr>
            <p:spPr bwMode="auto">
              <a:xfrm>
                <a:off x="2261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8" name="Freeform 3715"/>
              <p:cNvSpPr>
                <a:spLocks/>
              </p:cNvSpPr>
              <p:nvPr/>
            </p:nvSpPr>
            <p:spPr bwMode="auto">
              <a:xfrm>
                <a:off x="2356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99" name="Freeform 3716"/>
              <p:cNvSpPr>
                <a:spLocks/>
              </p:cNvSpPr>
              <p:nvPr/>
            </p:nvSpPr>
            <p:spPr bwMode="auto">
              <a:xfrm>
                <a:off x="2452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0" name="Freeform 3717"/>
              <p:cNvSpPr>
                <a:spLocks/>
              </p:cNvSpPr>
              <p:nvPr/>
            </p:nvSpPr>
            <p:spPr bwMode="auto">
              <a:xfrm>
                <a:off x="2207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1" name="Freeform 3718"/>
              <p:cNvSpPr>
                <a:spLocks/>
              </p:cNvSpPr>
              <p:nvPr/>
            </p:nvSpPr>
            <p:spPr bwMode="auto">
              <a:xfrm>
                <a:off x="2279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2" name="Freeform 3719"/>
              <p:cNvSpPr>
                <a:spLocks/>
              </p:cNvSpPr>
              <p:nvPr/>
            </p:nvSpPr>
            <p:spPr bwMode="auto">
              <a:xfrm>
                <a:off x="232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3" name="Freeform 3720"/>
              <p:cNvSpPr>
                <a:spLocks/>
              </p:cNvSpPr>
              <p:nvPr/>
            </p:nvSpPr>
            <p:spPr bwMode="auto">
              <a:xfrm>
                <a:off x="2261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4" name="Freeform 3721"/>
              <p:cNvSpPr>
                <a:spLocks/>
              </p:cNvSpPr>
              <p:nvPr/>
            </p:nvSpPr>
            <p:spPr bwMode="auto">
              <a:xfrm>
                <a:off x="2321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5" name="Freeform 3722"/>
              <p:cNvSpPr>
                <a:spLocks/>
              </p:cNvSpPr>
              <p:nvPr/>
            </p:nvSpPr>
            <p:spPr bwMode="auto">
              <a:xfrm>
                <a:off x="2261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6" name="Freeform 3723"/>
              <p:cNvSpPr>
                <a:spLocks/>
              </p:cNvSpPr>
              <p:nvPr/>
            </p:nvSpPr>
            <p:spPr bwMode="auto">
              <a:xfrm>
                <a:off x="2003" y="23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7" name="Freeform 3724"/>
              <p:cNvSpPr>
                <a:spLocks/>
              </p:cNvSpPr>
              <p:nvPr/>
            </p:nvSpPr>
            <p:spPr bwMode="auto">
              <a:xfrm>
                <a:off x="2291" y="24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8" name="Freeform 3725"/>
              <p:cNvSpPr>
                <a:spLocks/>
              </p:cNvSpPr>
              <p:nvPr/>
            </p:nvSpPr>
            <p:spPr bwMode="auto">
              <a:xfrm>
                <a:off x="2315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09" name="Freeform 3726"/>
              <p:cNvSpPr>
                <a:spLocks/>
              </p:cNvSpPr>
              <p:nvPr/>
            </p:nvSpPr>
            <p:spPr bwMode="auto">
              <a:xfrm>
                <a:off x="2339" y="1982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0" name="Freeform 3727"/>
              <p:cNvSpPr>
                <a:spLocks/>
              </p:cNvSpPr>
              <p:nvPr/>
            </p:nvSpPr>
            <p:spPr bwMode="auto">
              <a:xfrm>
                <a:off x="2219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1" name="Freeform 3728"/>
              <p:cNvSpPr>
                <a:spLocks/>
              </p:cNvSpPr>
              <p:nvPr/>
            </p:nvSpPr>
            <p:spPr bwMode="auto">
              <a:xfrm>
                <a:off x="2303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2" name="Freeform 3729"/>
              <p:cNvSpPr>
                <a:spLocks/>
              </p:cNvSpPr>
              <p:nvPr/>
            </p:nvSpPr>
            <p:spPr bwMode="auto">
              <a:xfrm>
                <a:off x="2506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3" name="Freeform 3730"/>
              <p:cNvSpPr>
                <a:spLocks/>
              </p:cNvSpPr>
              <p:nvPr/>
            </p:nvSpPr>
            <p:spPr bwMode="auto">
              <a:xfrm>
                <a:off x="2339" y="2144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4" name="Freeform 3731"/>
              <p:cNvSpPr>
                <a:spLocks/>
              </p:cNvSpPr>
              <p:nvPr/>
            </p:nvSpPr>
            <p:spPr bwMode="auto">
              <a:xfrm>
                <a:off x="2267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5" name="Freeform 3732"/>
              <p:cNvSpPr>
                <a:spLocks/>
              </p:cNvSpPr>
              <p:nvPr/>
            </p:nvSpPr>
            <p:spPr bwMode="auto">
              <a:xfrm>
                <a:off x="2267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6" name="Freeform 3733"/>
              <p:cNvSpPr>
                <a:spLocks/>
              </p:cNvSpPr>
              <p:nvPr/>
            </p:nvSpPr>
            <p:spPr bwMode="auto">
              <a:xfrm>
                <a:off x="2339" y="203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7" name="Freeform 3734"/>
              <p:cNvSpPr>
                <a:spLocks/>
              </p:cNvSpPr>
              <p:nvPr/>
            </p:nvSpPr>
            <p:spPr bwMode="auto">
              <a:xfrm>
                <a:off x="2752" y="23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8" name="Freeform 3735"/>
              <p:cNvSpPr>
                <a:spLocks/>
              </p:cNvSpPr>
              <p:nvPr/>
            </p:nvSpPr>
            <p:spPr bwMode="auto">
              <a:xfrm>
                <a:off x="2512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19" name="Freeform 3736"/>
              <p:cNvSpPr>
                <a:spLocks/>
              </p:cNvSpPr>
              <p:nvPr/>
            </p:nvSpPr>
            <p:spPr bwMode="auto">
              <a:xfrm>
                <a:off x="2279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0" name="Freeform 3737"/>
              <p:cNvSpPr>
                <a:spLocks/>
              </p:cNvSpPr>
              <p:nvPr/>
            </p:nvSpPr>
            <p:spPr bwMode="auto">
              <a:xfrm>
                <a:off x="1979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1" name="Freeform 3738"/>
              <p:cNvSpPr>
                <a:spLocks/>
              </p:cNvSpPr>
              <p:nvPr/>
            </p:nvSpPr>
            <p:spPr bwMode="auto">
              <a:xfrm>
                <a:off x="2374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2" name="Freeform 3739"/>
              <p:cNvSpPr>
                <a:spLocks/>
              </p:cNvSpPr>
              <p:nvPr/>
            </p:nvSpPr>
            <p:spPr bwMode="auto">
              <a:xfrm>
                <a:off x="2231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3" name="Freeform 3740"/>
              <p:cNvSpPr>
                <a:spLocks/>
              </p:cNvSpPr>
              <p:nvPr/>
            </p:nvSpPr>
            <p:spPr bwMode="auto">
              <a:xfrm>
                <a:off x="2333" y="213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4" name="Freeform 3741"/>
              <p:cNvSpPr>
                <a:spLocks/>
              </p:cNvSpPr>
              <p:nvPr/>
            </p:nvSpPr>
            <p:spPr bwMode="auto">
              <a:xfrm>
                <a:off x="2362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5" name="Freeform 3742"/>
              <p:cNvSpPr>
                <a:spLocks/>
              </p:cNvSpPr>
              <p:nvPr/>
            </p:nvSpPr>
            <p:spPr bwMode="auto">
              <a:xfrm>
                <a:off x="2219" y="17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6" name="Freeform 3743"/>
              <p:cNvSpPr>
                <a:spLocks/>
              </p:cNvSpPr>
              <p:nvPr/>
            </p:nvSpPr>
            <p:spPr bwMode="auto">
              <a:xfrm>
                <a:off x="2356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7" name="Freeform 3744"/>
              <p:cNvSpPr>
                <a:spLocks/>
              </p:cNvSpPr>
              <p:nvPr/>
            </p:nvSpPr>
            <p:spPr bwMode="auto">
              <a:xfrm>
                <a:off x="2129" y="23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8" name="Freeform 3745"/>
              <p:cNvSpPr>
                <a:spLocks/>
              </p:cNvSpPr>
              <p:nvPr/>
            </p:nvSpPr>
            <p:spPr bwMode="auto">
              <a:xfrm>
                <a:off x="2476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29" name="Freeform 3746"/>
              <p:cNvSpPr>
                <a:spLocks/>
              </p:cNvSpPr>
              <p:nvPr/>
            </p:nvSpPr>
            <p:spPr bwMode="auto">
              <a:xfrm>
                <a:off x="2452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0" name="Freeform 3747"/>
              <p:cNvSpPr>
                <a:spLocks/>
              </p:cNvSpPr>
              <p:nvPr/>
            </p:nvSpPr>
            <p:spPr bwMode="auto">
              <a:xfrm>
                <a:off x="2428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1" name="Freeform 3748"/>
              <p:cNvSpPr>
                <a:spLocks/>
              </p:cNvSpPr>
              <p:nvPr/>
            </p:nvSpPr>
            <p:spPr bwMode="auto">
              <a:xfrm>
                <a:off x="2123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2" name="Freeform 3749"/>
              <p:cNvSpPr>
                <a:spLocks/>
              </p:cNvSpPr>
              <p:nvPr/>
            </p:nvSpPr>
            <p:spPr bwMode="auto">
              <a:xfrm>
                <a:off x="2362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3" name="Freeform 3750"/>
              <p:cNvSpPr>
                <a:spLocks/>
              </p:cNvSpPr>
              <p:nvPr/>
            </p:nvSpPr>
            <p:spPr bwMode="auto">
              <a:xfrm>
                <a:off x="2321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4" name="Freeform 3751"/>
              <p:cNvSpPr>
                <a:spLocks/>
              </p:cNvSpPr>
              <p:nvPr/>
            </p:nvSpPr>
            <p:spPr bwMode="auto">
              <a:xfrm>
                <a:off x="228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5" name="Freeform 3752"/>
              <p:cNvSpPr>
                <a:spLocks/>
              </p:cNvSpPr>
              <p:nvPr/>
            </p:nvSpPr>
            <p:spPr bwMode="auto">
              <a:xfrm>
                <a:off x="2063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6" name="Freeform 3753"/>
              <p:cNvSpPr>
                <a:spLocks/>
              </p:cNvSpPr>
              <p:nvPr/>
            </p:nvSpPr>
            <p:spPr bwMode="auto">
              <a:xfrm>
                <a:off x="2303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7" name="Freeform 3754"/>
              <p:cNvSpPr>
                <a:spLocks/>
              </p:cNvSpPr>
              <p:nvPr/>
            </p:nvSpPr>
            <p:spPr bwMode="auto">
              <a:xfrm>
                <a:off x="2201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8" name="Freeform 3755"/>
              <p:cNvSpPr>
                <a:spLocks/>
              </p:cNvSpPr>
              <p:nvPr/>
            </p:nvSpPr>
            <p:spPr bwMode="auto">
              <a:xfrm>
                <a:off x="2195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39" name="Freeform 3756"/>
              <p:cNvSpPr>
                <a:spLocks/>
              </p:cNvSpPr>
              <p:nvPr/>
            </p:nvSpPr>
            <p:spPr bwMode="auto">
              <a:xfrm>
                <a:off x="2506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0" name="Freeform 3757"/>
              <p:cNvSpPr>
                <a:spLocks/>
              </p:cNvSpPr>
              <p:nvPr/>
            </p:nvSpPr>
            <p:spPr bwMode="auto">
              <a:xfrm>
                <a:off x="1979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1" name="Freeform 3758"/>
              <p:cNvSpPr>
                <a:spLocks/>
              </p:cNvSpPr>
              <p:nvPr/>
            </p:nvSpPr>
            <p:spPr bwMode="auto">
              <a:xfrm>
                <a:off x="2105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2" name="Freeform 3759"/>
              <p:cNvSpPr>
                <a:spLocks/>
              </p:cNvSpPr>
              <p:nvPr/>
            </p:nvSpPr>
            <p:spPr bwMode="auto">
              <a:xfrm>
                <a:off x="2536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3" name="Freeform 3760"/>
              <p:cNvSpPr>
                <a:spLocks/>
              </p:cNvSpPr>
              <p:nvPr/>
            </p:nvSpPr>
            <p:spPr bwMode="auto">
              <a:xfrm>
                <a:off x="2321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4" name="Freeform 3761"/>
              <p:cNvSpPr>
                <a:spLocks/>
              </p:cNvSpPr>
              <p:nvPr/>
            </p:nvSpPr>
            <p:spPr bwMode="auto">
              <a:xfrm>
                <a:off x="1925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5" name="Freeform 3762"/>
              <p:cNvSpPr>
                <a:spLocks/>
              </p:cNvSpPr>
              <p:nvPr/>
            </p:nvSpPr>
            <p:spPr bwMode="auto">
              <a:xfrm>
                <a:off x="2584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6" name="Freeform 3763"/>
              <p:cNvSpPr>
                <a:spLocks/>
              </p:cNvSpPr>
              <p:nvPr/>
            </p:nvSpPr>
            <p:spPr bwMode="auto">
              <a:xfrm>
                <a:off x="2267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7" name="Freeform 3764"/>
              <p:cNvSpPr>
                <a:spLocks/>
              </p:cNvSpPr>
              <p:nvPr/>
            </p:nvSpPr>
            <p:spPr bwMode="auto">
              <a:xfrm>
                <a:off x="2584" y="18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8" name="Freeform 3765"/>
              <p:cNvSpPr>
                <a:spLocks/>
              </p:cNvSpPr>
              <p:nvPr/>
            </p:nvSpPr>
            <p:spPr bwMode="auto">
              <a:xfrm>
                <a:off x="2303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49" name="Freeform 3766"/>
              <p:cNvSpPr>
                <a:spLocks/>
              </p:cNvSpPr>
              <p:nvPr/>
            </p:nvSpPr>
            <p:spPr bwMode="auto">
              <a:xfrm>
                <a:off x="2267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50" name="Freeform 3767"/>
              <p:cNvSpPr>
                <a:spLocks/>
              </p:cNvSpPr>
              <p:nvPr/>
            </p:nvSpPr>
            <p:spPr bwMode="auto">
              <a:xfrm>
                <a:off x="2344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51" name="Freeform 3768"/>
              <p:cNvSpPr>
                <a:spLocks/>
              </p:cNvSpPr>
              <p:nvPr/>
            </p:nvSpPr>
            <p:spPr bwMode="auto">
              <a:xfrm>
                <a:off x="2135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52" name="Freeform 3769"/>
              <p:cNvSpPr>
                <a:spLocks/>
              </p:cNvSpPr>
              <p:nvPr/>
            </p:nvSpPr>
            <p:spPr bwMode="auto">
              <a:xfrm>
                <a:off x="2458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53" name="Freeform 3770"/>
              <p:cNvSpPr>
                <a:spLocks/>
              </p:cNvSpPr>
              <p:nvPr/>
            </p:nvSpPr>
            <p:spPr bwMode="auto">
              <a:xfrm>
                <a:off x="2177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54" name="Freeform 3771"/>
              <p:cNvSpPr>
                <a:spLocks/>
              </p:cNvSpPr>
              <p:nvPr/>
            </p:nvSpPr>
            <p:spPr bwMode="auto">
              <a:xfrm>
                <a:off x="2368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55" name="Freeform 3772"/>
              <p:cNvSpPr>
                <a:spLocks/>
              </p:cNvSpPr>
              <p:nvPr/>
            </p:nvSpPr>
            <p:spPr bwMode="auto">
              <a:xfrm>
                <a:off x="2309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56" name="Freeform 3773"/>
              <p:cNvSpPr>
                <a:spLocks/>
              </p:cNvSpPr>
              <p:nvPr/>
            </p:nvSpPr>
            <p:spPr bwMode="auto">
              <a:xfrm>
                <a:off x="2350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57" name="Freeform 3774"/>
              <p:cNvSpPr>
                <a:spLocks/>
              </p:cNvSpPr>
              <p:nvPr/>
            </p:nvSpPr>
            <p:spPr bwMode="auto">
              <a:xfrm>
                <a:off x="2452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58" name="Freeform 3775"/>
              <p:cNvSpPr>
                <a:spLocks/>
              </p:cNvSpPr>
              <p:nvPr/>
            </p:nvSpPr>
            <p:spPr bwMode="auto">
              <a:xfrm>
                <a:off x="2315" y="22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59" name="Freeform 3776"/>
              <p:cNvSpPr>
                <a:spLocks/>
              </p:cNvSpPr>
              <p:nvPr/>
            </p:nvSpPr>
            <p:spPr bwMode="auto">
              <a:xfrm>
                <a:off x="2404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0" name="Freeform 3777"/>
              <p:cNvSpPr>
                <a:spLocks/>
              </p:cNvSpPr>
              <p:nvPr/>
            </p:nvSpPr>
            <p:spPr bwMode="auto">
              <a:xfrm>
                <a:off x="1907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1" name="Freeform 3778"/>
              <p:cNvSpPr>
                <a:spLocks/>
              </p:cNvSpPr>
              <p:nvPr/>
            </p:nvSpPr>
            <p:spPr bwMode="auto">
              <a:xfrm>
                <a:off x="2153" y="23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2" name="Freeform 3779"/>
              <p:cNvSpPr>
                <a:spLocks/>
              </p:cNvSpPr>
              <p:nvPr/>
            </p:nvSpPr>
            <p:spPr bwMode="auto">
              <a:xfrm>
                <a:off x="2189" y="22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3" name="Freeform 3780"/>
              <p:cNvSpPr>
                <a:spLocks/>
              </p:cNvSpPr>
              <p:nvPr/>
            </p:nvSpPr>
            <p:spPr bwMode="auto">
              <a:xfrm>
                <a:off x="2087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4" name="Freeform 3781"/>
              <p:cNvSpPr>
                <a:spLocks/>
              </p:cNvSpPr>
              <p:nvPr/>
            </p:nvSpPr>
            <p:spPr bwMode="auto">
              <a:xfrm>
                <a:off x="2350" y="23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5" name="Freeform 3782"/>
              <p:cNvSpPr>
                <a:spLocks/>
              </p:cNvSpPr>
              <p:nvPr/>
            </p:nvSpPr>
            <p:spPr bwMode="auto">
              <a:xfrm>
                <a:off x="2117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6" name="Freeform 3783"/>
              <p:cNvSpPr>
                <a:spLocks/>
              </p:cNvSpPr>
              <p:nvPr/>
            </p:nvSpPr>
            <p:spPr bwMode="auto">
              <a:xfrm>
                <a:off x="2129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7" name="Freeform 3784"/>
              <p:cNvSpPr>
                <a:spLocks/>
              </p:cNvSpPr>
              <p:nvPr/>
            </p:nvSpPr>
            <p:spPr bwMode="auto">
              <a:xfrm>
                <a:off x="2350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8" name="Freeform 3785"/>
              <p:cNvSpPr>
                <a:spLocks/>
              </p:cNvSpPr>
              <p:nvPr/>
            </p:nvSpPr>
            <p:spPr bwMode="auto">
              <a:xfrm>
                <a:off x="2428" y="23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69" name="Freeform 3786"/>
              <p:cNvSpPr>
                <a:spLocks/>
              </p:cNvSpPr>
              <p:nvPr/>
            </p:nvSpPr>
            <p:spPr bwMode="auto">
              <a:xfrm>
                <a:off x="2015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0" name="Freeform 3787"/>
              <p:cNvSpPr>
                <a:spLocks/>
              </p:cNvSpPr>
              <p:nvPr/>
            </p:nvSpPr>
            <p:spPr bwMode="auto">
              <a:xfrm>
                <a:off x="2315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1" name="Freeform 3788"/>
              <p:cNvSpPr>
                <a:spLocks/>
              </p:cNvSpPr>
              <p:nvPr/>
            </p:nvSpPr>
            <p:spPr bwMode="auto">
              <a:xfrm>
                <a:off x="2434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2" name="Freeform 3789"/>
              <p:cNvSpPr>
                <a:spLocks/>
              </p:cNvSpPr>
              <p:nvPr/>
            </p:nvSpPr>
            <p:spPr bwMode="auto">
              <a:xfrm>
                <a:off x="2165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3" name="Freeform 3790"/>
              <p:cNvSpPr>
                <a:spLocks/>
              </p:cNvSpPr>
              <p:nvPr/>
            </p:nvSpPr>
            <p:spPr bwMode="auto">
              <a:xfrm>
                <a:off x="2249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4" name="Freeform 3791"/>
              <p:cNvSpPr>
                <a:spLocks/>
              </p:cNvSpPr>
              <p:nvPr/>
            </p:nvSpPr>
            <p:spPr bwMode="auto">
              <a:xfrm>
                <a:off x="2446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5" name="Freeform 3792"/>
              <p:cNvSpPr>
                <a:spLocks/>
              </p:cNvSpPr>
              <p:nvPr/>
            </p:nvSpPr>
            <p:spPr bwMode="auto">
              <a:xfrm>
                <a:off x="2075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6" name="Freeform 3793"/>
              <p:cNvSpPr>
                <a:spLocks/>
              </p:cNvSpPr>
              <p:nvPr/>
            </p:nvSpPr>
            <p:spPr bwMode="auto">
              <a:xfrm>
                <a:off x="2344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7" name="Freeform 3794"/>
              <p:cNvSpPr>
                <a:spLocks/>
              </p:cNvSpPr>
              <p:nvPr/>
            </p:nvSpPr>
            <p:spPr bwMode="auto">
              <a:xfrm>
                <a:off x="2344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8" name="Freeform 3795"/>
              <p:cNvSpPr>
                <a:spLocks/>
              </p:cNvSpPr>
              <p:nvPr/>
            </p:nvSpPr>
            <p:spPr bwMode="auto">
              <a:xfrm>
                <a:off x="2189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79" name="Freeform 3796"/>
              <p:cNvSpPr>
                <a:spLocks/>
              </p:cNvSpPr>
              <p:nvPr/>
            </p:nvSpPr>
            <p:spPr bwMode="auto">
              <a:xfrm>
                <a:off x="2285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0" name="Freeform 3797"/>
              <p:cNvSpPr>
                <a:spLocks/>
              </p:cNvSpPr>
              <p:nvPr/>
            </p:nvSpPr>
            <p:spPr bwMode="auto">
              <a:xfrm>
                <a:off x="2279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1" name="Freeform 3798"/>
              <p:cNvSpPr>
                <a:spLocks/>
              </p:cNvSpPr>
              <p:nvPr/>
            </p:nvSpPr>
            <p:spPr bwMode="auto">
              <a:xfrm>
                <a:off x="2668" y="171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2" name="Freeform 3799"/>
              <p:cNvSpPr>
                <a:spLocks/>
              </p:cNvSpPr>
              <p:nvPr/>
            </p:nvSpPr>
            <p:spPr bwMode="auto">
              <a:xfrm>
                <a:off x="2207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3" name="Freeform 3800"/>
              <p:cNvSpPr>
                <a:spLocks/>
              </p:cNvSpPr>
              <p:nvPr/>
            </p:nvSpPr>
            <p:spPr bwMode="auto">
              <a:xfrm>
                <a:off x="2512" y="18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4" name="Freeform 3801"/>
              <p:cNvSpPr>
                <a:spLocks/>
              </p:cNvSpPr>
              <p:nvPr/>
            </p:nvSpPr>
            <p:spPr bwMode="auto">
              <a:xfrm>
                <a:off x="2099" y="18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5" name="Freeform 3802"/>
              <p:cNvSpPr>
                <a:spLocks/>
              </p:cNvSpPr>
              <p:nvPr/>
            </p:nvSpPr>
            <p:spPr bwMode="auto">
              <a:xfrm>
                <a:off x="2171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6" name="Freeform 3803"/>
              <p:cNvSpPr>
                <a:spLocks/>
              </p:cNvSpPr>
              <p:nvPr/>
            </p:nvSpPr>
            <p:spPr bwMode="auto">
              <a:xfrm>
                <a:off x="2309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7" name="Freeform 3804"/>
              <p:cNvSpPr>
                <a:spLocks/>
              </p:cNvSpPr>
              <p:nvPr/>
            </p:nvSpPr>
            <p:spPr bwMode="auto">
              <a:xfrm>
                <a:off x="2422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8" name="Freeform 3805"/>
              <p:cNvSpPr>
                <a:spLocks/>
              </p:cNvSpPr>
              <p:nvPr/>
            </p:nvSpPr>
            <p:spPr bwMode="auto">
              <a:xfrm>
                <a:off x="2356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89" name="Freeform 3806"/>
              <p:cNvSpPr>
                <a:spLocks/>
              </p:cNvSpPr>
              <p:nvPr/>
            </p:nvSpPr>
            <p:spPr bwMode="auto">
              <a:xfrm>
                <a:off x="2518" y="16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0" name="Freeform 3807"/>
              <p:cNvSpPr>
                <a:spLocks/>
              </p:cNvSpPr>
              <p:nvPr/>
            </p:nvSpPr>
            <p:spPr bwMode="auto">
              <a:xfrm>
                <a:off x="2189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1" name="Freeform 3808"/>
              <p:cNvSpPr>
                <a:spLocks/>
              </p:cNvSpPr>
              <p:nvPr/>
            </p:nvSpPr>
            <p:spPr bwMode="auto">
              <a:xfrm>
                <a:off x="2333" y="193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2" name="Freeform 3809"/>
              <p:cNvSpPr>
                <a:spLocks/>
              </p:cNvSpPr>
              <p:nvPr/>
            </p:nvSpPr>
            <p:spPr bwMode="auto">
              <a:xfrm>
                <a:off x="2225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3" name="Freeform 3810"/>
              <p:cNvSpPr>
                <a:spLocks/>
              </p:cNvSpPr>
              <p:nvPr/>
            </p:nvSpPr>
            <p:spPr bwMode="auto">
              <a:xfrm>
                <a:off x="2237" y="23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4" name="Freeform 3811"/>
              <p:cNvSpPr>
                <a:spLocks/>
              </p:cNvSpPr>
              <p:nvPr/>
            </p:nvSpPr>
            <p:spPr bwMode="auto">
              <a:xfrm>
                <a:off x="2207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5" name="Freeform 3812"/>
              <p:cNvSpPr>
                <a:spLocks/>
              </p:cNvSpPr>
              <p:nvPr/>
            </p:nvSpPr>
            <p:spPr bwMode="auto">
              <a:xfrm>
                <a:off x="2782" y="13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6" name="Freeform 3813"/>
              <p:cNvSpPr>
                <a:spLocks/>
              </p:cNvSpPr>
              <p:nvPr/>
            </p:nvSpPr>
            <p:spPr bwMode="auto">
              <a:xfrm>
                <a:off x="2207" y="23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7" name="Freeform 3814"/>
              <p:cNvSpPr>
                <a:spLocks/>
              </p:cNvSpPr>
              <p:nvPr/>
            </p:nvSpPr>
            <p:spPr bwMode="auto">
              <a:xfrm>
                <a:off x="2219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8" name="Freeform 3815"/>
              <p:cNvSpPr>
                <a:spLocks/>
              </p:cNvSpPr>
              <p:nvPr/>
            </p:nvSpPr>
            <p:spPr bwMode="auto">
              <a:xfrm>
                <a:off x="2350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799" name="Freeform 3816"/>
              <p:cNvSpPr>
                <a:spLocks/>
              </p:cNvSpPr>
              <p:nvPr/>
            </p:nvSpPr>
            <p:spPr bwMode="auto">
              <a:xfrm>
                <a:off x="2458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00" name="Freeform 3817"/>
              <p:cNvSpPr>
                <a:spLocks/>
              </p:cNvSpPr>
              <p:nvPr/>
            </p:nvSpPr>
            <p:spPr bwMode="auto">
              <a:xfrm>
                <a:off x="2291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01" name="Freeform 3818"/>
              <p:cNvSpPr>
                <a:spLocks/>
              </p:cNvSpPr>
              <p:nvPr/>
            </p:nvSpPr>
            <p:spPr bwMode="auto">
              <a:xfrm>
                <a:off x="2321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02" name="Freeform 3819"/>
              <p:cNvSpPr>
                <a:spLocks/>
              </p:cNvSpPr>
              <p:nvPr/>
            </p:nvSpPr>
            <p:spPr bwMode="auto">
              <a:xfrm>
                <a:off x="2464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03" name="Freeform 3820"/>
              <p:cNvSpPr>
                <a:spLocks/>
              </p:cNvSpPr>
              <p:nvPr/>
            </p:nvSpPr>
            <p:spPr bwMode="auto">
              <a:xfrm>
                <a:off x="2327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04" name="Freeform 3821"/>
              <p:cNvSpPr>
                <a:spLocks/>
              </p:cNvSpPr>
              <p:nvPr/>
            </p:nvSpPr>
            <p:spPr bwMode="auto">
              <a:xfrm>
                <a:off x="2309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805" name="Freeform 3822"/>
              <p:cNvSpPr>
                <a:spLocks/>
              </p:cNvSpPr>
              <p:nvPr/>
            </p:nvSpPr>
            <p:spPr bwMode="auto">
              <a:xfrm>
                <a:off x="2321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23" name="Group 4024"/>
            <p:cNvGrpSpPr>
              <a:grpSpLocks/>
            </p:cNvGrpSpPr>
            <p:nvPr/>
          </p:nvGrpSpPr>
          <p:grpSpPr bwMode="auto">
            <a:xfrm>
              <a:off x="1704" y="1617"/>
              <a:ext cx="1209" cy="1071"/>
              <a:chOff x="1704" y="1617"/>
              <a:chExt cx="1209" cy="1071"/>
            </a:xfrm>
          </p:grpSpPr>
          <p:sp>
            <p:nvSpPr>
              <p:cNvPr id="59406" name="Freeform 3824"/>
              <p:cNvSpPr>
                <a:spLocks/>
              </p:cNvSpPr>
              <p:nvPr/>
            </p:nvSpPr>
            <p:spPr bwMode="auto">
              <a:xfrm>
                <a:off x="2494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07" name="Freeform 3825"/>
              <p:cNvSpPr>
                <a:spLocks/>
              </p:cNvSpPr>
              <p:nvPr/>
            </p:nvSpPr>
            <p:spPr bwMode="auto">
              <a:xfrm>
                <a:off x="2344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08" name="Freeform 3826"/>
              <p:cNvSpPr>
                <a:spLocks/>
              </p:cNvSpPr>
              <p:nvPr/>
            </p:nvSpPr>
            <p:spPr bwMode="auto">
              <a:xfrm>
                <a:off x="2315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09" name="Freeform 3827"/>
              <p:cNvSpPr>
                <a:spLocks/>
              </p:cNvSpPr>
              <p:nvPr/>
            </p:nvSpPr>
            <p:spPr bwMode="auto">
              <a:xfrm>
                <a:off x="2225" y="22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0" name="Freeform 3828"/>
              <p:cNvSpPr>
                <a:spLocks/>
              </p:cNvSpPr>
              <p:nvPr/>
            </p:nvSpPr>
            <p:spPr bwMode="auto">
              <a:xfrm>
                <a:off x="2428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1" name="Freeform 3829"/>
              <p:cNvSpPr>
                <a:spLocks/>
              </p:cNvSpPr>
              <p:nvPr/>
            </p:nvSpPr>
            <p:spPr bwMode="auto">
              <a:xfrm>
                <a:off x="2171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2" name="Freeform 3830"/>
              <p:cNvSpPr>
                <a:spLocks/>
              </p:cNvSpPr>
              <p:nvPr/>
            </p:nvSpPr>
            <p:spPr bwMode="auto">
              <a:xfrm>
                <a:off x="2285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3" name="Freeform 3831"/>
              <p:cNvSpPr>
                <a:spLocks/>
              </p:cNvSpPr>
              <p:nvPr/>
            </p:nvSpPr>
            <p:spPr bwMode="auto">
              <a:xfrm>
                <a:off x="2398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4" name="Freeform 3832"/>
              <p:cNvSpPr>
                <a:spLocks/>
              </p:cNvSpPr>
              <p:nvPr/>
            </p:nvSpPr>
            <p:spPr bwMode="auto">
              <a:xfrm>
                <a:off x="2291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5" name="Freeform 3833"/>
              <p:cNvSpPr>
                <a:spLocks/>
              </p:cNvSpPr>
              <p:nvPr/>
            </p:nvSpPr>
            <p:spPr bwMode="auto">
              <a:xfrm>
                <a:off x="2494" y="22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6" name="Freeform 3834"/>
              <p:cNvSpPr>
                <a:spLocks/>
              </p:cNvSpPr>
              <p:nvPr/>
            </p:nvSpPr>
            <p:spPr bwMode="auto">
              <a:xfrm>
                <a:off x="2321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7" name="Freeform 3835"/>
              <p:cNvSpPr>
                <a:spLocks/>
              </p:cNvSpPr>
              <p:nvPr/>
            </p:nvSpPr>
            <p:spPr bwMode="auto">
              <a:xfrm>
                <a:off x="2315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8" name="Freeform 3836"/>
              <p:cNvSpPr>
                <a:spLocks/>
              </p:cNvSpPr>
              <p:nvPr/>
            </p:nvSpPr>
            <p:spPr bwMode="auto">
              <a:xfrm>
                <a:off x="2362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19" name="Freeform 3837"/>
              <p:cNvSpPr>
                <a:spLocks/>
              </p:cNvSpPr>
              <p:nvPr/>
            </p:nvSpPr>
            <p:spPr bwMode="auto">
              <a:xfrm>
                <a:off x="2800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0" name="Freeform 3838"/>
              <p:cNvSpPr>
                <a:spLocks/>
              </p:cNvSpPr>
              <p:nvPr/>
            </p:nvSpPr>
            <p:spPr bwMode="auto">
              <a:xfrm>
                <a:off x="2368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1" name="Freeform 3839"/>
              <p:cNvSpPr>
                <a:spLocks/>
              </p:cNvSpPr>
              <p:nvPr/>
            </p:nvSpPr>
            <p:spPr bwMode="auto">
              <a:xfrm>
                <a:off x="2261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2" name="Freeform 3840"/>
              <p:cNvSpPr>
                <a:spLocks/>
              </p:cNvSpPr>
              <p:nvPr/>
            </p:nvSpPr>
            <p:spPr bwMode="auto">
              <a:xfrm>
                <a:off x="2452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3" name="Freeform 3841"/>
              <p:cNvSpPr>
                <a:spLocks/>
              </p:cNvSpPr>
              <p:nvPr/>
            </p:nvSpPr>
            <p:spPr bwMode="auto">
              <a:xfrm>
                <a:off x="2123" y="22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4" name="Freeform 3842"/>
              <p:cNvSpPr>
                <a:spLocks/>
              </p:cNvSpPr>
              <p:nvPr/>
            </p:nvSpPr>
            <p:spPr bwMode="auto">
              <a:xfrm>
                <a:off x="2422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5" name="Freeform 3843"/>
              <p:cNvSpPr>
                <a:spLocks/>
              </p:cNvSpPr>
              <p:nvPr/>
            </p:nvSpPr>
            <p:spPr bwMode="auto">
              <a:xfrm>
                <a:off x="2428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6" name="Freeform 3844"/>
              <p:cNvSpPr>
                <a:spLocks/>
              </p:cNvSpPr>
              <p:nvPr/>
            </p:nvSpPr>
            <p:spPr bwMode="auto">
              <a:xfrm>
                <a:off x="2422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7" name="Freeform 3845"/>
              <p:cNvSpPr>
                <a:spLocks/>
              </p:cNvSpPr>
              <p:nvPr/>
            </p:nvSpPr>
            <p:spPr bwMode="auto">
              <a:xfrm>
                <a:off x="2297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8" name="Freeform 3846"/>
              <p:cNvSpPr>
                <a:spLocks/>
              </p:cNvSpPr>
              <p:nvPr/>
            </p:nvSpPr>
            <p:spPr bwMode="auto">
              <a:xfrm>
                <a:off x="2339" y="2000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29" name="Freeform 3847"/>
              <p:cNvSpPr>
                <a:spLocks/>
              </p:cNvSpPr>
              <p:nvPr/>
            </p:nvSpPr>
            <p:spPr bwMode="auto">
              <a:xfrm>
                <a:off x="2261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0" name="Freeform 3848"/>
              <p:cNvSpPr>
                <a:spLocks/>
              </p:cNvSpPr>
              <p:nvPr/>
            </p:nvSpPr>
            <p:spPr bwMode="auto">
              <a:xfrm>
                <a:off x="2219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1" name="Freeform 3849"/>
              <p:cNvSpPr>
                <a:spLocks/>
              </p:cNvSpPr>
              <p:nvPr/>
            </p:nvSpPr>
            <p:spPr bwMode="auto">
              <a:xfrm>
                <a:off x="2147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2" name="Freeform 3850"/>
              <p:cNvSpPr>
                <a:spLocks/>
              </p:cNvSpPr>
              <p:nvPr/>
            </p:nvSpPr>
            <p:spPr bwMode="auto">
              <a:xfrm>
                <a:off x="2153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3" name="Freeform 3851"/>
              <p:cNvSpPr>
                <a:spLocks/>
              </p:cNvSpPr>
              <p:nvPr/>
            </p:nvSpPr>
            <p:spPr bwMode="auto">
              <a:xfrm>
                <a:off x="2225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4" name="Freeform 3852"/>
              <p:cNvSpPr>
                <a:spLocks/>
              </p:cNvSpPr>
              <p:nvPr/>
            </p:nvSpPr>
            <p:spPr bwMode="auto">
              <a:xfrm>
                <a:off x="2350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5" name="Freeform 3853"/>
              <p:cNvSpPr>
                <a:spLocks/>
              </p:cNvSpPr>
              <p:nvPr/>
            </p:nvSpPr>
            <p:spPr bwMode="auto">
              <a:xfrm>
                <a:off x="2207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6" name="Freeform 3854"/>
              <p:cNvSpPr>
                <a:spLocks/>
              </p:cNvSpPr>
              <p:nvPr/>
            </p:nvSpPr>
            <p:spPr bwMode="auto">
              <a:xfrm>
                <a:off x="2231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7" name="Freeform 3855"/>
              <p:cNvSpPr>
                <a:spLocks/>
              </p:cNvSpPr>
              <p:nvPr/>
            </p:nvSpPr>
            <p:spPr bwMode="auto">
              <a:xfrm>
                <a:off x="2536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8" name="Freeform 3856"/>
              <p:cNvSpPr>
                <a:spLocks/>
              </p:cNvSpPr>
              <p:nvPr/>
            </p:nvSpPr>
            <p:spPr bwMode="auto">
              <a:xfrm>
                <a:off x="2422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39" name="Freeform 3857"/>
              <p:cNvSpPr>
                <a:spLocks/>
              </p:cNvSpPr>
              <p:nvPr/>
            </p:nvSpPr>
            <p:spPr bwMode="auto">
              <a:xfrm>
                <a:off x="2273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0" name="Freeform 3858"/>
              <p:cNvSpPr>
                <a:spLocks/>
              </p:cNvSpPr>
              <p:nvPr/>
            </p:nvSpPr>
            <p:spPr bwMode="auto">
              <a:xfrm>
                <a:off x="2716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1" name="Freeform 3859"/>
              <p:cNvSpPr>
                <a:spLocks/>
              </p:cNvSpPr>
              <p:nvPr/>
            </p:nvSpPr>
            <p:spPr bwMode="auto">
              <a:xfrm>
                <a:off x="2291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2" name="Freeform 3860"/>
              <p:cNvSpPr>
                <a:spLocks/>
              </p:cNvSpPr>
              <p:nvPr/>
            </p:nvSpPr>
            <p:spPr bwMode="auto">
              <a:xfrm>
                <a:off x="2458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3" name="Freeform 3861"/>
              <p:cNvSpPr>
                <a:spLocks/>
              </p:cNvSpPr>
              <p:nvPr/>
            </p:nvSpPr>
            <p:spPr bwMode="auto">
              <a:xfrm>
                <a:off x="2374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4" name="Freeform 3862"/>
              <p:cNvSpPr>
                <a:spLocks/>
              </p:cNvSpPr>
              <p:nvPr/>
            </p:nvSpPr>
            <p:spPr bwMode="auto">
              <a:xfrm>
                <a:off x="2183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5" name="Freeform 3863"/>
              <p:cNvSpPr>
                <a:spLocks/>
              </p:cNvSpPr>
              <p:nvPr/>
            </p:nvSpPr>
            <p:spPr bwMode="auto">
              <a:xfrm>
                <a:off x="2368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6" name="Freeform 3864"/>
              <p:cNvSpPr>
                <a:spLocks/>
              </p:cNvSpPr>
              <p:nvPr/>
            </p:nvSpPr>
            <p:spPr bwMode="auto">
              <a:xfrm>
                <a:off x="2428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7" name="Freeform 3865"/>
              <p:cNvSpPr>
                <a:spLocks/>
              </p:cNvSpPr>
              <p:nvPr/>
            </p:nvSpPr>
            <p:spPr bwMode="auto">
              <a:xfrm>
                <a:off x="1704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8" name="Freeform 3866"/>
              <p:cNvSpPr>
                <a:spLocks/>
              </p:cNvSpPr>
              <p:nvPr/>
            </p:nvSpPr>
            <p:spPr bwMode="auto">
              <a:xfrm>
                <a:off x="2356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49" name="Freeform 3867"/>
              <p:cNvSpPr>
                <a:spLocks/>
              </p:cNvSpPr>
              <p:nvPr/>
            </p:nvSpPr>
            <p:spPr bwMode="auto">
              <a:xfrm>
                <a:off x="2704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0" name="Freeform 3868"/>
              <p:cNvSpPr>
                <a:spLocks/>
              </p:cNvSpPr>
              <p:nvPr/>
            </p:nvSpPr>
            <p:spPr bwMode="auto">
              <a:xfrm>
                <a:off x="2344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1" name="Freeform 3869"/>
              <p:cNvSpPr>
                <a:spLocks/>
              </p:cNvSpPr>
              <p:nvPr/>
            </p:nvSpPr>
            <p:spPr bwMode="auto">
              <a:xfrm>
                <a:off x="2255" y="22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2" name="Freeform 3870"/>
              <p:cNvSpPr>
                <a:spLocks/>
              </p:cNvSpPr>
              <p:nvPr/>
            </p:nvSpPr>
            <p:spPr bwMode="auto">
              <a:xfrm>
                <a:off x="2392" y="16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3" name="Freeform 3871"/>
              <p:cNvSpPr>
                <a:spLocks/>
              </p:cNvSpPr>
              <p:nvPr/>
            </p:nvSpPr>
            <p:spPr bwMode="auto">
              <a:xfrm>
                <a:off x="2530" y="18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4" name="Freeform 3872"/>
              <p:cNvSpPr>
                <a:spLocks/>
              </p:cNvSpPr>
              <p:nvPr/>
            </p:nvSpPr>
            <p:spPr bwMode="auto">
              <a:xfrm>
                <a:off x="2476" y="18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5" name="Freeform 3873"/>
              <p:cNvSpPr>
                <a:spLocks/>
              </p:cNvSpPr>
              <p:nvPr/>
            </p:nvSpPr>
            <p:spPr bwMode="auto">
              <a:xfrm>
                <a:off x="2386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6" name="Freeform 3874"/>
              <p:cNvSpPr>
                <a:spLocks/>
              </p:cNvSpPr>
              <p:nvPr/>
            </p:nvSpPr>
            <p:spPr bwMode="auto">
              <a:xfrm>
                <a:off x="2255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7" name="Freeform 3875"/>
              <p:cNvSpPr>
                <a:spLocks/>
              </p:cNvSpPr>
              <p:nvPr/>
            </p:nvSpPr>
            <p:spPr bwMode="auto">
              <a:xfrm>
                <a:off x="2201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8" name="Freeform 3876"/>
              <p:cNvSpPr>
                <a:spLocks/>
              </p:cNvSpPr>
              <p:nvPr/>
            </p:nvSpPr>
            <p:spPr bwMode="auto">
              <a:xfrm>
                <a:off x="2333" y="201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59" name="Freeform 3877"/>
              <p:cNvSpPr>
                <a:spLocks/>
              </p:cNvSpPr>
              <p:nvPr/>
            </p:nvSpPr>
            <p:spPr bwMode="auto">
              <a:xfrm>
                <a:off x="1931" y="22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0" name="Freeform 3878"/>
              <p:cNvSpPr>
                <a:spLocks/>
              </p:cNvSpPr>
              <p:nvPr/>
            </p:nvSpPr>
            <p:spPr bwMode="auto">
              <a:xfrm>
                <a:off x="2249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1" name="Freeform 3879"/>
              <p:cNvSpPr>
                <a:spLocks/>
              </p:cNvSpPr>
              <p:nvPr/>
            </p:nvSpPr>
            <p:spPr bwMode="auto">
              <a:xfrm>
                <a:off x="2344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2" name="Freeform 3880"/>
              <p:cNvSpPr>
                <a:spLocks/>
              </p:cNvSpPr>
              <p:nvPr/>
            </p:nvSpPr>
            <p:spPr bwMode="auto">
              <a:xfrm>
                <a:off x="2464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3" name="Freeform 3881"/>
              <p:cNvSpPr>
                <a:spLocks/>
              </p:cNvSpPr>
              <p:nvPr/>
            </p:nvSpPr>
            <p:spPr bwMode="auto">
              <a:xfrm>
                <a:off x="2249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4" name="Freeform 3882"/>
              <p:cNvSpPr>
                <a:spLocks/>
              </p:cNvSpPr>
              <p:nvPr/>
            </p:nvSpPr>
            <p:spPr bwMode="auto">
              <a:xfrm>
                <a:off x="2374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5" name="Freeform 3883"/>
              <p:cNvSpPr>
                <a:spLocks/>
              </p:cNvSpPr>
              <p:nvPr/>
            </p:nvSpPr>
            <p:spPr bwMode="auto">
              <a:xfrm>
                <a:off x="2374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6" name="Freeform 3884"/>
              <p:cNvSpPr>
                <a:spLocks/>
              </p:cNvSpPr>
              <p:nvPr/>
            </p:nvSpPr>
            <p:spPr bwMode="auto">
              <a:xfrm>
                <a:off x="2321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7" name="Freeform 3885"/>
              <p:cNvSpPr>
                <a:spLocks/>
              </p:cNvSpPr>
              <p:nvPr/>
            </p:nvSpPr>
            <p:spPr bwMode="auto">
              <a:xfrm>
                <a:off x="2464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8" name="Freeform 3886"/>
              <p:cNvSpPr>
                <a:spLocks/>
              </p:cNvSpPr>
              <p:nvPr/>
            </p:nvSpPr>
            <p:spPr bwMode="auto">
              <a:xfrm>
                <a:off x="222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69" name="Freeform 3887"/>
              <p:cNvSpPr>
                <a:spLocks/>
              </p:cNvSpPr>
              <p:nvPr/>
            </p:nvSpPr>
            <p:spPr bwMode="auto">
              <a:xfrm>
                <a:off x="2309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0" name="Freeform 3888"/>
              <p:cNvSpPr>
                <a:spLocks/>
              </p:cNvSpPr>
              <p:nvPr/>
            </p:nvSpPr>
            <p:spPr bwMode="auto">
              <a:xfrm>
                <a:off x="2410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1" name="Freeform 3889"/>
              <p:cNvSpPr>
                <a:spLocks/>
              </p:cNvSpPr>
              <p:nvPr/>
            </p:nvSpPr>
            <p:spPr bwMode="auto">
              <a:xfrm>
                <a:off x="2237" y="23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2" name="Freeform 3890"/>
              <p:cNvSpPr>
                <a:spLocks/>
              </p:cNvSpPr>
              <p:nvPr/>
            </p:nvSpPr>
            <p:spPr bwMode="auto">
              <a:xfrm>
                <a:off x="2506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3" name="Freeform 3891"/>
              <p:cNvSpPr>
                <a:spLocks/>
              </p:cNvSpPr>
              <p:nvPr/>
            </p:nvSpPr>
            <p:spPr bwMode="auto">
              <a:xfrm>
                <a:off x="2380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4" name="Freeform 3892"/>
              <p:cNvSpPr>
                <a:spLocks/>
              </p:cNvSpPr>
              <p:nvPr/>
            </p:nvSpPr>
            <p:spPr bwMode="auto">
              <a:xfrm>
                <a:off x="2255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5" name="Freeform 3893"/>
              <p:cNvSpPr>
                <a:spLocks/>
              </p:cNvSpPr>
              <p:nvPr/>
            </p:nvSpPr>
            <p:spPr bwMode="auto">
              <a:xfrm>
                <a:off x="2434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6" name="Freeform 3894"/>
              <p:cNvSpPr>
                <a:spLocks/>
              </p:cNvSpPr>
              <p:nvPr/>
            </p:nvSpPr>
            <p:spPr bwMode="auto">
              <a:xfrm>
                <a:off x="2446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7" name="Freeform 3895"/>
              <p:cNvSpPr>
                <a:spLocks/>
              </p:cNvSpPr>
              <p:nvPr/>
            </p:nvSpPr>
            <p:spPr bwMode="auto">
              <a:xfrm>
                <a:off x="2255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8" name="Freeform 3896"/>
              <p:cNvSpPr>
                <a:spLocks/>
              </p:cNvSpPr>
              <p:nvPr/>
            </p:nvSpPr>
            <p:spPr bwMode="auto">
              <a:xfrm>
                <a:off x="2267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79" name="Freeform 3897"/>
              <p:cNvSpPr>
                <a:spLocks/>
              </p:cNvSpPr>
              <p:nvPr/>
            </p:nvSpPr>
            <p:spPr bwMode="auto">
              <a:xfrm>
                <a:off x="2255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0" name="Freeform 3898"/>
              <p:cNvSpPr>
                <a:spLocks/>
              </p:cNvSpPr>
              <p:nvPr/>
            </p:nvSpPr>
            <p:spPr bwMode="auto">
              <a:xfrm>
                <a:off x="2315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1" name="Freeform 3899"/>
              <p:cNvSpPr>
                <a:spLocks/>
              </p:cNvSpPr>
              <p:nvPr/>
            </p:nvSpPr>
            <p:spPr bwMode="auto">
              <a:xfrm>
                <a:off x="2231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2" name="Freeform 3900"/>
              <p:cNvSpPr>
                <a:spLocks/>
              </p:cNvSpPr>
              <p:nvPr/>
            </p:nvSpPr>
            <p:spPr bwMode="auto">
              <a:xfrm>
                <a:off x="2285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3" name="Freeform 3901"/>
              <p:cNvSpPr>
                <a:spLocks/>
              </p:cNvSpPr>
              <p:nvPr/>
            </p:nvSpPr>
            <p:spPr bwMode="auto">
              <a:xfrm>
                <a:off x="2057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4" name="Freeform 3902"/>
              <p:cNvSpPr>
                <a:spLocks/>
              </p:cNvSpPr>
              <p:nvPr/>
            </p:nvSpPr>
            <p:spPr bwMode="auto">
              <a:xfrm>
                <a:off x="2315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5" name="Freeform 3903"/>
              <p:cNvSpPr>
                <a:spLocks/>
              </p:cNvSpPr>
              <p:nvPr/>
            </p:nvSpPr>
            <p:spPr bwMode="auto">
              <a:xfrm>
                <a:off x="2201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6" name="Freeform 3904"/>
              <p:cNvSpPr>
                <a:spLocks/>
              </p:cNvSpPr>
              <p:nvPr/>
            </p:nvSpPr>
            <p:spPr bwMode="auto">
              <a:xfrm>
                <a:off x="2434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7" name="Freeform 3905"/>
              <p:cNvSpPr>
                <a:spLocks/>
              </p:cNvSpPr>
              <p:nvPr/>
            </p:nvSpPr>
            <p:spPr bwMode="auto">
              <a:xfrm>
                <a:off x="2344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8" name="Freeform 3906"/>
              <p:cNvSpPr>
                <a:spLocks/>
              </p:cNvSpPr>
              <p:nvPr/>
            </p:nvSpPr>
            <p:spPr bwMode="auto">
              <a:xfrm>
                <a:off x="2183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89" name="Freeform 3907"/>
              <p:cNvSpPr>
                <a:spLocks/>
              </p:cNvSpPr>
              <p:nvPr/>
            </p:nvSpPr>
            <p:spPr bwMode="auto">
              <a:xfrm>
                <a:off x="2398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0" name="Freeform 3908"/>
              <p:cNvSpPr>
                <a:spLocks/>
              </p:cNvSpPr>
              <p:nvPr/>
            </p:nvSpPr>
            <p:spPr bwMode="auto">
              <a:xfrm>
                <a:off x="2273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1" name="Freeform 3909"/>
              <p:cNvSpPr>
                <a:spLocks/>
              </p:cNvSpPr>
              <p:nvPr/>
            </p:nvSpPr>
            <p:spPr bwMode="auto">
              <a:xfrm>
                <a:off x="2291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2" name="Freeform 3910"/>
              <p:cNvSpPr>
                <a:spLocks/>
              </p:cNvSpPr>
              <p:nvPr/>
            </p:nvSpPr>
            <p:spPr bwMode="auto">
              <a:xfrm>
                <a:off x="2267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3" name="Freeform 3911"/>
              <p:cNvSpPr>
                <a:spLocks/>
              </p:cNvSpPr>
              <p:nvPr/>
            </p:nvSpPr>
            <p:spPr bwMode="auto">
              <a:xfrm>
                <a:off x="2201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4" name="Freeform 3912"/>
              <p:cNvSpPr>
                <a:spLocks/>
              </p:cNvSpPr>
              <p:nvPr/>
            </p:nvSpPr>
            <p:spPr bwMode="auto">
              <a:xfrm>
                <a:off x="2327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5" name="Freeform 3913"/>
              <p:cNvSpPr>
                <a:spLocks/>
              </p:cNvSpPr>
              <p:nvPr/>
            </p:nvSpPr>
            <p:spPr bwMode="auto">
              <a:xfrm>
                <a:off x="238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6" name="Freeform 3914"/>
              <p:cNvSpPr>
                <a:spLocks/>
              </p:cNvSpPr>
              <p:nvPr/>
            </p:nvSpPr>
            <p:spPr bwMode="auto">
              <a:xfrm>
                <a:off x="2356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7" name="Freeform 3915"/>
              <p:cNvSpPr>
                <a:spLocks/>
              </p:cNvSpPr>
              <p:nvPr/>
            </p:nvSpPr>
            <p:spPr bwMode="auto">
              <a:xfrm>
                <a:off x="2344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8" name="Freeform 3916"/>
              <p:cNvSpPr>
                <a:spLocks/>
              </p:cNvSpPr>
              <p:nvPr/>
            </p:nvSpPr>
            <p:spPr bwMode="auto">
              <a:xfrm>
                <a:off x="2273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99" name="Freeform 3917"/>
              <p:cNvSpPr>
                <a:spLocks/>
              </p:cNvSpPr>
              <p:nvPr/>
            </p:nvSpPr>
            <p:spPr bwMode="auto">
              <a:xfrm>
                <a:off x="2291" y="18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0" name="Freeform 3918"/>
              <p:cNvSpPr>
                <a:spLocks/>
              </p:cNvSpPr>
              <p:nvPr/>
            </p:nvSpPr>
            <p:spPr bwMode="auto">
              <a:xfrm>
                <a:off x="2249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1" name="Freeform 3919"/>
              <p:cNvSpPr>
                <a:spLocks/>
              </p:cNvSpPr>
              <p:nvPr/>
            </p:nvSpPr>
            <p:spPr bwMode="auto">
              <a:xfrm>
                <a:off x="2315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2" name="Freeform 3920"/>
              <p:cNvSpPr>
                <a:spLocks/>
              </p:cNvSpPr>
              <p:nvPr/>
            </p:nvSpPr>
            <p:spPr bwMode="auto">
              <a:xfrm>
                <a:off x="2309" y="22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3" name="Freeform 3921"/>
              <p:cNvSpPr>
                <a:spLocks/>
              </p:cNvSpPr>
              <p:nvPr/>
            </p:nvSpPr>
            <p:spPr bwMode="auto">
              <a:xfrm>
                <a:off x="2219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4" name="Freeform 3922"/>
              <p:cNvSpPr>
                <a:spLocks/>
              </p:cNvSpPr>
              <p:nvPr/>
            </p:nvSpPr>
            <p:spPr bwMode="auto">
              <a:xfrm>
                <a:off x="2518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5" name="Freeform 3923"/>
              <p:cNvSpPr>
                <a:spLocks/>
              </p:cNvSpPr>
              <p:nvPr/>
            </p:nvSpPr>
            <p:spPr bwMode="auto">
              <a:xfrm>
                <a:off x="2339" y="206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6" name="Freeform 3924"/>
              <p:cNvSpPr>
                <a:spLocks/>
              </p:cNvSpPr>
              <p:nvPr/>
            </p:nvSpPr>
            <p:spPr bwMode="auto">
              <a:xfrm>
                <a:off x="2159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7" name="Freeform 3925"/>
              <p:cNvSpPr>
                <a:spLocks/>
              </p:cNvSpPr>
              <p:nvPr/>
            </p:nvSpPr>
            <p:spPr bwMode="auto">
              <a:xfrm>
                <a:off x="2410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8" name="Freeform 3926"/>
              <p:cNvSpPr>
                <a:spLocks/>
              </p:cNvSpPr>
              <p:nvPr/>
            </p:nvSpPr>
            <p:spPr bwMode="auto">
              <a:xfrm>
                <a:off x="2261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09" name="Freeform 3927"/>
              <p:cNvSpPr>
                <a:spLocks/>
              </p:cNvSpPr>
              <p:nvPr/>
            </p:nvSpPr>
            <p:spPr bwMode="auto">
              <a:xfrm>
                <a:off x="2350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0" name="Freeform 3928"/>
              <p:cNvSpPr>
                <a:spLocks/>
              </p:cNvSpPr>
              <p:nvPr/>
            </p:nvSpPr>
            <p:spPr bwMode="auto">
              <a:xfrm>
                <a:off x="2015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1" name="Freeform 3929"/>
              <p:cNvSpPr>
                <a:spLocks/>
              </p:cNvSpPr>
              <p:nvPr/>
            </p:nvSpPr>
            <p:spPr bwMode="auto">
              <a:xfrm>
                <a:off x="2315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2" name="Freeform 3930"/>
              <p:cNvSpPr>
                <a:spLocks/>
              </p:cNvSpPr>
              <p:nvPr/>
            </p:nvSpPr>
            <p:spPr bwMode="auto">
              <a:xfrm>
                <a:off x="2398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3" name="Freeform 3931"/>
              <p:cNvSpPr>
                <a:spLocks/>
              </p:cNvSpPr>
              <p:nvPr/>
            </p:nvSpPr>
            <p:spPr bwMode="auto">
              <a:xfrm>
                <a:off x="2063" y="23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4" name="Freeform 3932"/>
              <p:cNvSpPr>
                <a:spLocks/>
              </p:cNvSpPr>
              <p:nvPr/>
            </p:nvSpPr>
            <p:spPr bwMode="auto">
              <a:xfrm>
                <a:off x="2392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5" name="Freeform 3933"/>
              <p:cNvSpPr>
                <a:spLocks/>
              </p:cNvSpPr>
              <p:nvPr/>
            </p:nvSpPr>
            <p:spPr bwMode="auto">
              <a:xfrm>
                <a:off x="2219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6" name="Freeform 3934"/>
              <p:cNvSpPr>
                <a:spLocks/>
              </p:cNvSpPr>
              <p:nvPr/>
            </p:nvSpPr>
            <p:spPr bwMode="auto">
              <a:xfrm>
                <a:off x="2482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7" name="Freeform 3935"/>
              <p:cNvSpPr>
                <a:spLocks/>
              </p:cNvSpPr>
              <p:nvPr/>
            </p:nvSpPr>
            <p:spPr bwMode="auto">
              <a:xfrm>
                <a:off x="2297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8" name="Freeform 3936"/>
              <p:cNvSpPr>
                <a:spLocks/>
              </p:cNvSpPr>
              <p:nvPr/>
            </p:nvSpPr>
            <p:spPr bwMode="auto">
              <a:xfrm>
                <a:off x="2482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19" name="Freeform 3937"/>
              <p:cNvSpPr>
                <a:spLocks/>
              </p:cNvSpPr>
              <p:nvPr/>
            </p:nvSpPr>
            <p:spPr bwMode="auto">
              <a:xfrm>
                <a:off x="2362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0" name="Freeform 3938"/>
              <p:cNvSpPr>
                <a:spLocks/>
              </p:cNvSpPr>
              <p:nvPr/>
            </p:nvSpPr>
            <p:spPr bwMode="auto">
              <a:xfrm>
                <a:off x="2267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1" name="Freeform 3939"/>
              <p:cNvSpPr>
                <a:spLocks/>
              </p:cNvSpPr>
              <p:nvPr/>
            </p:nvSpPr>
            <p:spPr bwMode="auto">
              <a:xfrm>
                <a:off x="2297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2" name="Freeform 3940"/>
              <p:cNvSpPr>
                <a:spLocks/>
              </p:cNvSpPr>
              <p:nvPr/>
            </p:nvSpPr>
            <p:spPr bwMode="auto">
              <a:xfrm>
                <a:off x="2410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3" name="Freeform 3941"/>
              <p:cNvSpPr>
                <a:spLocks/>
              </p:cNvSpPr>
              <p:nvPr/>
            </p:nvSpPr>
            <p:spPr bwMode="auto">
              <a:xfrm>
                <a:off x="2201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4" name="Freeform 3942"/>
              <p:cNvSpPr>
                <a:spLocks/>
              </p:cNvSpPr>
              <p:nvPr/>
            </p:nvSpPr>
            <p:spPr bwMode="auto">
              <a:xfrm>
                <a:off x="2309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5" name="Freeform 3943"/>
              <p:cNvSpPr>
                <a:spLocks/>
              </p:cNvSpPr>
              <p:nvPr/>
            </p:nvSpPr>
            <p:spPr bwMode="auto">
              <a:xfrm>
                <a:off x="1973" y="23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6" name="Freeform 3944"/>
              <p:cNvSpPr>
                <a:spLocks/>
              </p:cNvSpPr>
              <p:nvPr/>
            </p:nvSpPr>
            <p:spPr bwMode="auto">
              <a:xfrm>
                <a:off x="2219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7" name="Freeform 3945"/>
              <p:cNvSpPr>
                <a:spLocks/>
              </p:cNvSpPr>
              <p:nvPr/>
            </p:nvSpPr>
            <p:spPr bwMode="auto">
              <a:xfrm>
                <a:off x="2506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8" name="Freeform 3946"/>
              <p:cNvSpPr>
                <a:spLocks/>
              </p:cNvSpPr>
              <p:nvPr/>
            </p:nvSpPr>
            <p:spPr bwMode="auto">
              <a:xfrm>
                <a:off x="2362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29" name="Freeform 3947"/>
              <p:cNvSpPr>
                <a:spLocks/>
              </p:cNvSpPr>
              <p:nvPr/>
            </p:nvSpPr>
            <p:spPr bwMode="auto">
              <a:xfrm>
                <a:off x="2273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0" name="Freeform 3948"/>
              <p:cNvSpPr>
                <a:spLocks/>
              </p:cNvSpPr>
              <p:nvPr/>
            </p:nvSpPr>
            <p:spPr bwMode="auto">
              <a:xfrm>
                <a:off x="2464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1" name="Freeform 3949"/>
              <p:cNvSpPr>
                <a:spLocks/>
              </p:cNvSpPr>
              <p:nvPr/>
            </p:nvSpPr>
            <p:spPr bwMode="auto">
              <a:xfrm>
                <a:off x="2231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2" name="Freeform 3950"/>
              <p:cNvSpPr>
                <a:spLocks/>
              </p:cNvSpPr>
              <p:nvPr/>
            </p:nvSpPr>
            <p:spPr bwMode="auto">
              <a:xfrm>
                <a:off x="2386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3" name="Freeform 3951"/>
              <p:cNvSpPr>
                <a:spLocks/>
              </p:cNvSpPr>
              <p:nvPr/>
            </p:nvSpPr>
            <p:spPr bwMode="auto">
              <a:xfrm>
                <a:off x="2243" y="17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4" name="Freeform 3952"/>
              <p:cNvSpPr>
                <a:spLocks/>
              </p:cNvSpPr>
              <p:nvPr/>
            </p:nvSpPr>
            <p:spPr bwMode="auto">
              <a:xfrm>
                <a:off x="2195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5" name="Freeform 3953"/>
              <p:cNvSpPr>
                <a:spLocks/>
              </p:cNvSpPr>
              <p:nvPr/>
            </p:nvSpPr>
            <p:spPr bwMode="auto">
              <a:xfrm>
                <a:off x="2321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6" name="Freeform 3954"/>
              <p:cNvSpPr>
                <a:spLocks/>
              </p:cNvSpPr>
              <p:nvPr/>
            </p:nvSpPr>
            <p:spPr bwMode="auto">
              <a:xfrm>
                <a:off x="2207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7" name="Freeform 3955"/>
              <p:cNvSpPr>
                <a:spLocks/>
              </p:cNvSpPr>
              <p:nvPr/>
            </p:nvSpPr>
            <p:spPr bwMode="auto">
              <a:xfrm>
                <a:off x="2782" y="16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8" name="Freeform 3956"/>
              <p:cNvSpPr>
                <a:spLocks/>
              </p:cNvSpPr>
              <p:nvPr/>
            </p:nvSpPr>
            <p:spPr bwMode="auto">
              <a:xfrm>
                <a:off x="2279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39" name="Freeform 3957"/>
              <p:cNvSpPr>
                <a:spLocks/>
              </p:cNvSpPr>
              <p:nvPr/>
            </p:nvSpPr>
            <p:spPr bwMode="auto">
              <a:xfrm>
                <a:off x="2356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0" name="Freeform 3958"/>
              <p:cNvSpPr>
                <a:spLocks/>
              </p:cNvSpPr>
              <p:nvPr/>
            </p:nvSpPr>
            <p:spPr bwMode="auto">
              <a:xfrm>
                <a:off x="2309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1" name="Freeform 3959"/>
              <p:cNvSpPr>
                <a:spLocks/>
              </p:cNvSpPr>
              <p:nvPr/>
            </p:nvSpPr>
            <p:spPr bwMode="auto">
              <a:xfrm>
                <a:off x="232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2" name="Freeform 3960"/>
              <p:cNvSpPr>
                <a:spLocks/>
              </p:cNvSpPr>
              <p:nvPr/>
            </p:nvSpPr>
            <p:spPr bwMode="auto">
              <a:xfrm>
                <a:off x="2081" y="23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3" name="Freeform 3961"/>
              <p:cNvSpPr>
                <a:spLocks/>
              </p:cNvSpPr>
              <p:nvPr/>
            </p:nvSpPr>
            <p:spPr bwMode="auto">
              <a:xfrm>
                <a:off x="2368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4" name="Freeform 3962"/>
              <p:cNvSpPr>
                <a:spLocks/>
              </p:cNvSpPr>
              <p:nvPr/>
            </p:nvSpPr>
            <p:spPr bwMode="auto">
              <a:xfrm>
                <a:off x="2404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5" name="Freeform 3963"/>
              <p:cNvSpPr>
                <a:spLocks/>
              </p:cNvSpPr>
              <p:nvPr/>
            </p:nvSpPr>
            <p:spPr bwMode="auto">
              <a:xfrm>
                <a:off x="2315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6" name="Freeform 3964"/>
              <p:cNvSpPr>
                <a:spLocks/>
              </p:cNvSpPr>
              <p:nvPr/>
            </p:nvSpPr>
            <p:spPr bwMode="auto">
              <a:xfrm>
                <a:off x="2398" y="176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7" name="Freeform 3965"/>
              <p:cNvSpPr>
                <a:spLocks/>
              </p:cNvSpPr>
              <p:nvPr/>
            </p:nvSpPr>
            <p:spPr bwMode="auto">
              <a:xfrm>
                <a:off x="1973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8" name="Freeform 3966"/>
              <p:cNvSpPr>
                <a:spLocks/>
              </p:cNvSpPr>
              <p:nvPr/>
            </p:nvSpPr>
            <p:spPr bwMode="auto">
              <a:xfrm>
                <a:off x="2267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49" name="Freeform 3967"/>
              <p:cNvSpPr>
                <a:spLocks/>
              </p:cNvSpPr>
              <p:nvPr/>
            </p:nvSpPr>
            <p:spPr bwMode="auto">
              <a:xfrm>
                <a:off x="2285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50" name="Freeform 3968"/>
              <p:cNvSpPr>
                <a:spLocks/>
              </p:cNvSpPr>
              <p:nvPr/>
            </p:nvSpPr>
            <p:spPr bwMode="auto">
              <a:xfrm>
                <a:off x="1937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51" name="Freeform 3969"/>
              <p:cNvSpPr>
                <a:spLocks/>
              </p:cNvSpPr>
              <p:nvPr/>
            </p:nvSpPr>
            <p:spPr bwMode="auto">
              <a:xfrm>
                <a:off x="2440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52" name="Freeform 3970"/>
              <p:cNvSpPr>
                <a:spLocks/>
              </p:cNvSpPr>
              <p:nvPr/>
            </p:nvSpPr>
            <p:spPr bwMode="auto">
              <a:xfrm>
                <a:off x="2422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53" name="Freeform 3971"/>
              <p:cNvSpPr>
                <a:spLocks/>
              </p:cNvSpPr>
              <p:nvPr/>
            </p:nvSpPr>
            <p:spPr bwMode="auto">
              <a:xfrm>
                <a:off x="2386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54" name="Freeform 3972"/>
              <p:cNvSpPr>
                <a:spLocks/>
              </p:cNvSpPr>
              <p:nvPr/>
            </p:nvSpPr>
            <p:spPr bwMode="auto">
              <a:xfrm>
                <a:off x="2398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55" name="Freeform 3973"/>
              <p:cNvSpPr>
                <a:spLocks/>
              </p:cNvSpPr>
              <p:nvPr/>
            </p:nvSpPr>
            <p:spPr bwMode="auto">
              <a:xfrm>
                <a:off x="2207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56" name="Freeform 3974"/>
              <p:cNvSpPr>
                <a:spLocks/>
              </p:cNvSpPr>
              <p:nvPr/>
            </p:nvSpPr>
            <p:spPr bwMode="auto">
              <a:xfrm>
                <a:off x="2045" y="23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57" name="Freeform 3975"/>
              <p:cNvSpPr>
                <a:spLocks/>
              </p:cNvSpPr>
              <p:nvPr/>
            </p:nvSpPr>
            <p:spPr bwMode="auto">
              <a:xfrm>
                <a:off x="2428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58" name="Freeform 3976"/>
              <p:cNvSpPr>
                <a:spLocks/>
              </p:cNvSpPr>
              <p:nvPr/>
            </p:nvSpPr>
            <p:spPr bwMode="auto">
              <a:xfrm>
                <a:off x="2297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59" name="Freeform 3977"/>
              <p:cNvSpPr>
                <a:spLocks/>
              </p:cNvSpPr>
              <p:nvPr/>
            </p:nvSpPr>
            <p:spPr bwMode="auto">
              <a:xfrm>
                <a:off x="2315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0" name="Freeform 3978"/>
              <p:cNvSpPr>
                <a:spLocks/>
              </p:cNvSpPr>
              <p:nvPr/>
            </p:nvSpPr>
            <p:spPr bwMode="auto">
              <a:xfrm>
                <a:off x="2404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1" name="Freeform 3979"/>
              <p:cNvSpPr>
                <a:spLocks/>
              </p:cNvSpPr>
              <p:nvPr/>
            </p:nvSpPr>
            <p:spPr bwMode="auto">
              <a:xfrm>
                <a:off x="2201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2" name="Freeform 3980"/>
              <p:cNvSpPr>
                <a:spLocks/>
              </p:cNvSpPr>
              <p:nvPr/>
            </p:nvSpPr>
            <p:spPr bwMode="auto">
              <a:xfrm>
                <a:off x="2171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3" name="Freeform 3981"/>
              <p:cNvSpPr>
                <a:spLocks/>
              </p:cNvSpPr>
              <p:nvPr/>
            </p:nvSpPr>
            <p:spPr bwMode="auto">
              <a:xfrm>
                <a:off x="2231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4" name="Freeform 3982"/>
              <p:cNvSpPr>
                <a:spLocks/>
              </p:cNvSpPr>
              <p:nvPr/>
            </p:nvSpPr>
            <p:spPr bwMode="auto">
              <a:xfrm>
                <a:off x="2297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5" name="Freeform 3983"/>
              <p:cNvSpPr>
                <a:spLocks/>
              </p:cNvSpPr>
              <p:nvPr/>
            </p:nvSpPr>
            <p:spPr bwMode="auto">
              <a:xfrm>
                <a:off x="2901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6" name="Freeform 3984"/>
              <p:cNvSpPr>
                <a:spLocks/>
              </p:cNvSpPr>
              <p:nvPr/>
            </p:nvSpPr>
            <p:spPr bwMode="auto">
              <a:xfrm>
                <a:off x="2045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7" name="Freeform 3985"/>
              <p:cNvSpPr>
                <a:spLocks/>
              </p:cNvSpPr>
              <p:nvPr/>
            </p:nvSpPr>
            <p:spPr bwMode="auto">
              <a:xfrm>
                <a:off x="2368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8" name="Freeform 3986"/>
              <p:cNvSpPr>
                <a:spLocks/>
              </p:cNvSpPr>
              <p:nvPr/>
            </p:nvSpPr>
            <p:spPr bwMode="auto">
              <a:xfrm>
                <a:off x="2398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69" name="Freeform 3987"/>
              <p:cNvSpPr>
                <a:spLocks/>
              </p:cNvSpPr>
              <p:nvPr/>
            </p:nvSpPr>
            <p:spPr bwMode="auto">
              <a:xfrm>
                <a:off x="2111" y="23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0" name="Freeform 3988"/>
              <p:cNvSpPr>
                <a:spLocks/>
              </p:cNvSpPr>
              <p:nvPr/>
            </p:nvSpPr>
            <p:spPr bwMode="auto">
              <a:xfrm>
                <a:off x="2344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1" name="Freeform 3989"/>
              <p:cNvSpPr>
                <a:spLocks/>
              </p:cNvSpPr>
              <p:nvPr/>
            </p:nvSpPr>
            <p:spPr bwMode="auto">
              <a:xfrm>
                <a:off x="2267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2" name="Freeform 3990"/>
              <p:cNvSpPr>
                <a:spLocks/>
              </p:cNvSpPr>
              <p:nvPr/>
            </p:nvSpPr>
            <p:spPr bwMode="auto">
              <a:xfrm>
                <a:off x="2165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3" name="Freeform 3991"/>
              <p:cNvSpPr>
                <a:spLocks/>
              </p:cNvSpPr>
              <p:nvPr/>
            </p:nvSpPr>
            <p:spPr bwMode="auto">
              <a:xfrm>
                <a:off x="2452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4" name="Freeform 3992"/>
              <p:cNvSpPr>
                <a:spLocks/>
              </p:cNvSpPr>
              <p:nvPr/>
            </p:nvSpPr>
            <p:spPr bwMode="auto">
              <a:xfrm>
                <a:off x="229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5" name="Freeform 3993"/>
              <p:cNvSpPr>
                <a:spLocks/>
              </p:cNvSpPr>
              <p:nvPr/>
            </p:nvSpPr>
            <p:spPr bwMode="auto">
              <a:xfrm>
                <a:off x="2374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6" name="Freeform 3994"/>
              <p:cNvSpPr>
                <a:spLocks/>
              </p:cNvSpPr>
              <p:nvPr/>
            </p:nvSpPr>
            <p:spPr bwMode="auto">
              <a:xfrm>
                <a:off x="2291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7" name="Freeform 3995"/>
              <p:cNvSpPr>
                <a:spLocks/>
              </p:cNvSpPr>
              <p:nvPr/>
            </p:nvSpPr>
            <p:spPr bwMode="auto">
              <a:xfrm>
                <a:off x="2273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8" name="Freeform 3996"/>
              <p:cNvSpPr>
                <a:spLocks/>
              </p:cNvSpPr>
              <p:nvPr/>
            </p:nvSpPr>
            <p:spPr bwMode="auto">
              <a:xfrm>
                <a:off x="2303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79" name="Freeform 3997"/>
              <p:cNvSpPr>
                <a:spLocks/>
              </p:cNvSpPr>
              <p:nvPr/>
            </p:nvSpPr>
            <p:spPr bwMode="auto">
              <a:xfrm>
                <a:off x="2356" y="22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0" name="Freeform 3998"/>
              <p:cNvSpPr>
                <a:spLocks/>
              </p:cNvSpPr>
              <p:nvPr/>
            </p:nvSpPr>
            <p:spPr bwMode="auto">
              <a:xfrm>
                <a:off x="2321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1" name="Freeform 3999"/>
              <p:cNvSpPr>
                <a:spLocks/>
              </p:cNvSpPr>
              <p:nvPr/>
            </p:nvSpPr>
            <p:spPr bwMode="auto">
              <a:xfrm>
                <a:off x="2045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2" name="Freeform 4000"/>
              <p:cNvSpPr>
                <a:spLocks/>
              </p:cNvSpPr>
              <p:nvPr/>
            </p:nvSpPr>
            <p:spPr bwMode="auto">
              <a:xfrm>
                <a:off x="2255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3" name="Freeform 4001"/>
              <p:cNvSpPr>
                <a:spLocks/>
              </p:cNvSpPr>
              <p:nvPr/>
            </p:nvSpPr>
            <p:spPr bwMode="auto">
              <a:xfrm>
                <a:off x="2051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4" name="Freeform 4002"/>
              <p:cNvSpPr>
                <a:spLocks/>
              </p:cNvSpPr>
              <p:nvPr/>
            </p:nvSpPr>
            <p:spPr bwMode="auto">
              <a:xfrm>
                <a:off x="2207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5" name="Freeform 4003"/>
              <p:cNvSpPr>
                <a:spLocks/>
              </p:cNvSpPr>
              <p:nvPr/>
            </p:nvSpPr>
            <p:spPr bwMode="auto">
              <a:xfrm>
                <a:off x="2476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6" name="Freeform 4004"/>
              <p:cNvSpPr>
                <a:spLocks/>
              </p:cNvSpPr>
              <p:nvPr/>
            </p:nvSpPr>
            <p:spPr bwMode="auto">
              <a:xfrm>
                <a:off x="2428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7" name="Freeform 4005"/>
              <p:cNvSpPr>
                <a:spLocks/>
              </p:cNvSpPr>
              <p:nvPr/>
            </p:nvSpPr>
            <p:spPr bwMode="auto">
              <a:xfrm>
                <a:off x="2237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8" name="Freeform 4006"/>
              <p:cNvSpPr>
                <a:spLocks/>
              </p:cNvSpPr>
              <p:nvPr/>
            </p:nvSpPr>
            <p:spPr bwMode="auto">
              <a:xfrm>
                <a:off x="2177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89" name="Freeform 4007"/>
              <p:cNvSpPr>
                <a:spLocks/>
              </p:cNvSpPr>
              <p:nvPr/>
            </p:nvSpPr>
            <p:spPr bwMode="auto">
              <a:xfrm>
                <a:off x="2189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0" name="Freeform 4008"/>
              <p:cNvSpPr>
                <a:spLocks/>
              </p:cNvSpPr>
              <p:nvPr/>
            </p:nvSpPr>
            <p:spPr bwMode="auto">
              <a:xfrm>
                <a:off x="2303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1" name="Freeform 4009"/>
              <p:cNvSpPr>
                <a:spLocks/>
              </p:cNvSpPr>
              <p:nvPr/>
            </p:nvSpPr>
            <p:spPr bwMode="auto">
              <a:xfrm>
                <a:off x="2237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2" name="Freeform 4010"/>
              <p:cNvSpPr>
                <a:spLocks/>
              </p:cNvSpPr>
              <p:nvPr/>
            </p:nvSpPr>
            <p:spPr bwMode="auto">
              <a:xfrm>
                <a:off x="2111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3" name="Freeform 4011"/>
              <p:cNvSpPr>
                <a:spLocks/>
              </p:cNvSpPr>
              <p:nvPr/>
            </p:nvSpPr>
            <p:spPr bwMode="auto">
              <a:xfrm>
                <a:off x="2297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4" name="Freeform 4012"/>
              <p:cNvSpPr>
                <a:spLocks/>
              </p:cNvSpPr>
              <p:nvPr/>
            </p:nvSpPr>
            <p:spPr bwMode="auto">
              <a:xfrm>
                <a:off x="2135" y="2677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5" name="Freeform 4013"/>
              <p:cNvSpPr>
                <a:spLocks/>
              </p:cNvSpPr>
              <p:nvPr/>
            </p:nvSpPr>
            <p:spPr bwMode="auto">
              <a:xfrm>
                <a:off x="2500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6" name="Freeform 4014"/>
              <p:cNvSpPr>
                <a:spLocks/>
              </p:cNvSpPr>
              <p:nvPr/>
            </p:nvSpPr>
            <p:spPr bwMode="auto">
              <a:xfrm>
                <a:off x="2237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7" name="Freeform 4015"/>
              <p:cNvSpPr>
                <a:spLocks/>
              </p:cNvSpPr>
              <p:nvPr/>
            </p:nvSpPr>
            <p:spPr bwMode="auto">
              <a:xfrm>
                <a:off x="2231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8" name="Freeform 4016"/>
              <p:cNvSpPr>
                <a:spLocks/>
              </p:cNvSpPr>
              <p:nvPr/>
            </p:nvSpPr>
            <p:spPr bwMode="auto">
              <a:xfrm>
                <a:off x="2350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599" name="Freeform 4017"/>
              <p:cNvSpPr>
                <a:spLocks/>
              </p:cNvSpPr>
              <p:nvPr/>
            </p:nvSpPr>
            <p:spPr bwMode="auto">
              <a:xfrm>
                <a:off x="2309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00" name="Freeform 4018"/>
              <p:cNvSpPr>
                <a:spLocks/>
              </p:cNvSpPr>
              <p:nvPr/>
            </p:nvSpPr>
            <p:spPr bwMode="auto">
              <a:xfrm>
                <a:off x="2315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01" name="Freeform 4019"/>
              <p:cNvSpPr>
                <a:spLocks/>
              </p:cNvSpPr>
              <p:nvPr/>
            </p:nvSpPr>
            <p:spPr bwMode="auto">
              <a:xfrm>
                <a:off x="2309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02" name="Freeform 4020"/>
              <p:cNvSpPr>
                <a:spLocks/>
              </p:cNvSpPr>
              <p:nvPr/>
            </p:nvSpPr>
            <p:spPr bwMode="auto">
              <a:xfrm>
                <a:off x="2368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03" name="Freeform 4021"/>
              <p:cNvSpPr>
                <a:spLocks/>
              </p:cNvSpPr>
              <p:nvPr/>
            </p:nvSpPr>
            <p:spPr bwMode="auto">
              <a:xfrm>
                <a:off x="2416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04" name="Freeform 4022"/>
              <p:cNvSpPr>
                <a:spLocks/>
              </p:cNvSpPr>
              <p:nvPr/>
            </p:nvSpPr>
            <p:spPr bwMode="auto">
              <a:xfrm>
                <a:off x="2261" y="23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605" name="Freeform 4023"/>
              <p:cNvSpPr>
                <a:spLocks/>
              </p:cNvSpPr>
              <p:nvPr/>
            </p:nvSpPr>
            <p:spPr bwMode="auto">
              <a:xfrm>
                <a:off x="2189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24" name="Group 4225"/>
            <p:cNvGrpSpPr>
              <a:grpSpLocks/>
            </p:cNvGrpSpPr>
            <p:nvPr/>
          </p:nvGrpSpPr>
          <p:grpSpPr bwMode="auto">
            <a:xfrm>
              <a:off x="1848" y="1444"/>
              <a:ext cx="1269" cy="1149"/>
              <a:chOff x="1848" y="1444"/>
              <a:chExt cx="1269" cy="1149"/>
            </a:xfrm>
          </p:grpSpPr>
          <p:sp>
            <p:nvSpPr>
              <p:cNvPr id="59206" name="Freeform 4025"/>
              <p:cNvSpPr>
                <a:spLocks/>
              </p:cNvSpPr>
              <p:nvPr/>
            </p:nvSpPr>
            <p:spPr bwMode="auto">
              <a:xfrm>
                <a:off x="2315" y="22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07" name="Freeform 4026"/>
              <p:cNvSpPr>
                <a:spLocks/>
              </p:cNvSpPr>
              <p:nvPr/>
            </p:nvSpPr>
            <p:spPr bwMode="auto">
              <a:xfrm>
                <a:off x="2087" y="23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08" name="Freeform 4027"/>
              <p:cNvSpPr>
                <a:spLocks/>
              </p:cNvSpPr>
              <p:nvPr/>
            </p:nvSpPr>
            <p:spPr bwMode="auto">
              <a:xfrm>
                <a:off x="1991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09" name="Freeform 4028"/>
              <p:cNvSpPr>
                <a:spLocks/>
              </p:cNvSpPr>
              <p:nvPr/>
            </p:nvSpPr>
            <p:spPr bwMode="auto">
              <a:xfrm>
                <a:off x="2225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0" name="Freeform 4029"/>
              <p:cNvSpPr>
                <a:spLocks/>
              </p:cNvSpPr>
              <p:nvPr/>
            </p:nvSpPr>
            <p:spPr bwMode="auto">
              <a:xfrm>
                <a:off x="2368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1" name="Freeform 4030"/>
              <p:cNvSpPr>
                <a:spLocks/>
              </p:cNvSpPr>
              <p:nvPr/>
            </p:nvSpPr>
            <p:spPr bwMode="auto">
              <a:xfrm>
                <a:off x="2279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2" name="Freeform 4031"/>
              <p:cNvSpPr>
                <a:spLocks/>
              </p:cNvSpPr>
              <p:nvPr/>
            </p:nvSpPr>
            <p:spPr bwMode="auto">
              <a:xfrm>
                <a:off x="2350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3" name="Freeform 4032"/>
              <p:cNvSpPr>
                <a:spLocks/>
              </p:cNvSpPr>
              <p:nvPr/>
            </p:nvSpPr>
            <p:spPr bwMode="auto">
              <a:xfrm>
                <a:off x="1961" y="229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4" name="Freeform 4033"/>
              <p:cNvSpPr>
                <a:spLocks/>
              </p:cNvSpPr>
              <p:nvPr/>
            </p:nvSpPr>
            <p:spPr bwMode="auto">
              <a:xfrm>
                <a:off x="2255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5" name="Freeform 4034"/>
              <p:cNvSpPr>
                <a:spLocks/>
              </p:cNvSpPr>
              <p:nvPr/>
            </p:nvSpPr>
            <p:spPr bwMode="auto">
              <a:xfrm>
                <a:off x="2482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6" name="Freeform 4035"/>
              <p:cNvSpPr>
                <a:spLocks/>
              </p:cNvSpPr>
              <p:nvPr/>
            </p:nvSpPr>
            <p:spPr bwMode="auto">
              <a:xfrm>
                <a:off x="2315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7" name="Freeform 4036"/>
              <p:cNvSpPr>
                <a:spLocks/>
              </p:cNvSpPr>
              <p:nvPr/>
            </p:nvSpPr>
            <p:spPr bwMode="auto">
              <a:xfrm>
                <a:off x="2362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8" name="Freeform 4037"/>
              <p:cNvSpPr>
                <a:spLocks/>
              </p:cNvSpPr>
              <p:nvPr/>
            </p:nvSpPr>
            <p:spPr bwMode="auto">
              <a:xfrm>
                <a:off x="2213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19" name="Freeform 4038"/>
              <p:cNvSpPr>
                <a:spLocks/>
              </p:cNvSpPr>
              <p:nvPr/>
            </p:nvSpPr>
            <p:spPr bwMode="auto">
              <a:xfrm>
                <a:off x="2392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0" name="Freeform 4039"/>
              <p:cNvSpPr>
                <a:spLocks/>
              </p:cNvSpPr>
              <p:nvPr/>
            </p:nvSpPr>
            <p:spPr bwMode="auto">
              <a:xfrm>
                <a:off x="2297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1" name="Freeform 4040"/>
              <p:cNvSpPr>
                <a:spLocks/>
              </p:cNvSpPr>
              <p:nvPr/>
            </p:nvSpPr>
            <p:spPr bwMode="auto">
              <a:xfrm>
                <a:off x="2321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2" name="Freeform 4041"/>
              <p:cNvSpPr>
                <a:spLocks/>
              </p:cNvSpPr>
              <p:nvPr/>
            </p:nvSpPr>
            <p:spPr bwMode="auto">
              <a:xfrm>
                <a:off x="2303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3" name="Freeform 4042"/>
              <p:cNvSpPr>
                <a:spLocks/>
              </p:cNvSpPr>
              <p:nvPr/>
            </p:nvSpPr>
            <p:spPr bwMode="auto">
              <a:xfrm>
                <a:off x="2273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4" name="Freeform 4043"/>
              <p:cNvSpPr>
                <a:spLocks/>
              </p:cNvSpPr>
              <p:nvPr/>
            </p:nvSpPr>
            <p:spPr bwMode="auto">
              <a:xfrm>
                <a:off x="2458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5" name="Freeform 4044"/>
              <p:cNvSpPr>
                <a:spLocks/>
              </p:cNvSpPr>
              <p:nvPr/>
            </p:nvSpPr>
            <p:spPr bwMode="auto">
              <a:xfrm>
                <a:off x="2219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6" name="Freeform 4045"/>
              <p:cNvSpPr>
                <a:spLocks/>
              </p:cNvSpPr>
              <p:nvPr/>
            </p:nvSpPr>
            <p:spPr bwMode="auto">
              <a:xfrm>
                <a:off x="2422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7" name="Freeform 4046"/>
              <p:cNvSpPr>
                <a:spLocks/>
              </p:cNvSpPr>
              <p:nvPr/>
            </p:nvSpPr>
            <p:spPr bwMode="auto">
              <a:xfrm>
                <a:off x="2512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8" name="Freeform 4047"/>
              <p:cNvSpPr>
                <a:spLocks/>
              </p:cNvSpPr>
              <p:nvPr/>
            </p:nvSpPr>
            <p:spPr bwMode="auto">
              <a:xfrm>
                <a:off x="2464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29" name="Freeform 4048"/>
              <p:cNvSpPr>
                <a:spLocks/>
              </p:cNvSpPr>
              <p:nvPr/>
            </p:nvSpPr>
            <p:spPr bwMode="auto">
              <a:xfrm>
                <a:off x="2416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0" name="Freeform 4049"/>
              <p:cNvSpPr>
                <a:spLocks/>
              </p:cNvSpPr>
              <p:nvPr/>
            </p:nvSpPr>
            <p:spPr bwMode="auto">
              <a:xfrm>
                <a:off x="1883" y="16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1" name="Freeform 4050"/>
              <p:cNvSpPr>
                <a:spLocks/>
              </p:cNvSpPr>
              <p:nvPr/>
            </p:nvSpPr>
            <p:spPr bwMode="auto">
              <a:xfrm>
                <a:off x="2464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2" name="Freeform 4051"/>
              <p:cNvSpPr>
                <a:spLocks/>
              </p:cNvSpPr>
              <p:nvPr/>
            </p:nvSpPr>
            <p:spPr bwMode="auto">
              <a:xfrm>
                <a:off x="2374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3" name="Freeform 4052"/>
              <p:cNvSpPr>
                <a:spLocks/>
              </p:cNvSpPr>
              <p:nvPr/>
            </p:nvSpPr>
            <p:spPr bwMode="auto">
              <a:xfrm>
                <a:off x="228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4" name="Freeform 4053"/>
              <p:cNvSpPr>
                <a:spLocks/>
              </p:cNvSpPr>
              <p:nvPr/>
            </p:nvSpPr>
            <p:spPr bwMode="auto">
              <a:xfrm>
                <a:off x="2530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5" name="Freeform 4054"/>
              <p:cNvSpPr>
                <a:spLocks/>
              </p:cNvSpPr>
              <p:nvPr/>
            </p:nvSpPr>
            <p:spPr bwMode="auto">
              <a:xfrm>
                <a:off x="2285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6" name="Freeform 4055"/>
              <p:cNvSpPr>
                <a:spLocks/>
              </p:cNvSpPr>
              <p:nvPr/>
            </p:nvSpPr>
            <p:spPr bwMode="auto">
              <a:xfrm>
                <a:off x="2524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7" name="Freeform 4056"/>
              <p:cNvSpPr>
                <a:spLocks/>
              </p:cNvSpPr>
              <p:nvPr/>
            </p:nvSpPr>
            <p:spPr bwMode="auto">
              <a:xfrm>
                <a:off x="2213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8" name="Freeform 4057"/>
              <p:cNvSpPr>
                <a:spLocks/>
              </p:cNvSpPr>
              <p:nvPr/>
            </p:nvSpPr>
            <p:spPr bwMode="auto">
              <a:xfrm>
                <a:off x="2183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39" name="Freeform 4058"/>
              <p:cNvSpPr>
                <a:spLocks/>
              </p:cNvSpPr>
              <p:nvPr/>
            </p:nvSpPr>
            <p:spPr bwMode="auto">
              <a:xfrm>
                <a:off x="2297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0" name="Freeform 4059"/>
              <p:cNvSpPr>
                <a:spLocks/>
              </p:cNvSpPr>
              <p:nvPr/>
            </p:nvSpPr>
            <p:spPr bwMode="auto">
              <a:xfrm>
                <a:off x="2428" y="17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1" name="Freeform 4060"/>
              <p:cNvSpPr>
                <a:spLocks/>
              </p:cNvSpPr>
              <p:nvPr/>
            </p:nvSpPr>
            <p:spPr bwMode="auto">
              <a:xfrm>
                <a:off x="2291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2" name="Freeform 4061"/>
              <p:cNvSpPr>
                <a:spLocks/>
              </p:cNvSpPr>
              <p:nvPr/>
            </p:nvSpPr>
            <p:spPr bwMode="auto">
              <a:xfrm>
                <a:off x="2506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3" name="Freeform 4062"/>
              <p:cNvSpPr>
                <a:spLocks/>
              </p:cNvSpPr>
              <p:nvPr/>
            </p:nvSpPr>
            <p:spPr bwMode="auto">
              <a:xfrm>
                <a:off x="2261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4" name="Freeform 4063"/>
              <p:cNvSpPr>
                <a:spLocks/>
              </p:cNvSpPr>
              <p:nvPr/>
            </p:nvSpPr>
            <p:spPr bwMode="auto">
              <a:xfrm>
                <a:off x="2356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5" name="Freeform 4064"/>
              <p:cNvSpPr>
                <a:spLocks/>
              </p:cNvSpPr>
              <p:nvPr/>
            </p:nvSpPr>
            <p:spPr bwMode="auto">
              <a:xfrm>
                <a:off x="2416" y="23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6" name="Freeform 4065"/>
              <p:cNvSpPr>
                <a:spLocks/>
              </p:cNvSpPr>
              <p:nvPr/>
            </p:nvSpPr>
            <p:spPr bwMode="auto">
              <a:xfrm>
                <a:off x="2554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7" name="Freeform 4066"/>
              <p:cNvSpPr>
                <a:spLocks/>
              </p:cNvSpPr>
              <p:nvPr/>
            </p:nvSpPr>
            <p:spPr bwMode="auto">
              <a:xfrm>
                <a:off x="2392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8" name="Freeform 4067"/>
              <p:cNvSpPr>
                <a:spLocks/>
              </p:cNvSpPr>
              <p:nvPr/>
            </p:nvSpPr>
            <p:spPr bwMode="auto">
              <a:xfrm>
                <a:off x="2081" y="18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49" name="Freeform 4068"/>
              <p:cNvSpPr>
                <a:spLocks/>
              </p:cNvSpPr>
              <p:nvPr/>
            </p:nvSpPr>
            <p:spPr bwMode="auto">
              <a:xfrm>
                <a:off x="2350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0" name="Freeform 4069"/>
              <p:cNvSpPr>
                <a:spLocks/>
              </p:cNvSpPr>
              <p:nvPr/>
            </p:nvSpPr>
            <p:spPr bwMode="auto">
              <a:xfrm>
                <a:off x="2237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1" name="Freeform 4070"/>
              <p:cNvSpPr>
                <a:spLocks/>
              </p:cNvSpPr>
              <p:nvPr/>
            </p:nvSpPr>
            <p:spPr bwMode="auto">
              <a:xfrm>
                <a:off x="2249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2" name="Freeform 4071"/>
              <p:cNvSpPr>
                <a:spLocks/>
              </p:cNvSpPr>
              <p:nvPr/>
            </p:nvSpPr>
            <p:spPr bwMode="auto">
              <a:xfrm>
                <a:off x="2368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3" name="Freeform 4072"/>
              <p:cNvSpPr>
                <a:spLocks/>
              </p:cNvSpPr>
              <p:nvPr/>
            </p:nvSpPr>
            <p:spPr bwMode="auto">
              <a:xfrm>
                <a:off x="2177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4" name="Freeform 4073"/>
              <p:cNvSpPr>
                <a:spLocks/>
              </p:cNvSpPr>
              <p:nvPr/>
            </p:nvSpPr>
            <p:spPr bwMode="auto">
              <a:xfrm>
                <a:off x="2141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5" name="Freeform 4074"/>
              <p:cNvSpPr>
                <a:spLocks/>
              </p:cNvSpPr>
              <p:nvPr/>
            </p:nvSpPr>
            <p:spPr bwMode="auto">
              <a:xfrm>
                <a:off x="2482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6" name="Freeform 4075"/>
              <p:cNvSpPr>
                <a:spLocks/>
              </p:cNvSpPr>
              <p:nvPr/>
            </p:nvSpPr>
            <p:spPr bwMode="auto">
              <a:xfrm>
                <a:off x="2243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7" name="Freeform 4076"/>
              <p:cNvSpPr>
                <a:spLocks/>
              </p:cNvSpPr>
              <p:nvPr/>
            </p:nvSpPr>
            <p:spPr bwMode="auto">
              <a:xfrm>
                <a:off x="2267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8" name="Freeform 4077"/>
              <p:cNvSpPr>
                <a:spLocks/>
              </p:cNvSpPr>
              <p:nvPr/>
            </p:nvSpPr>
            <p:spPr bwMode="auto">
              <a:xfrm>
                <a:off x="2273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59" name="Freeform 4078"/>
              <p:cNvSpPr>
                <a:spLocks/>
              </p:cNvSpPr>
              <p:nvPr/>
            </p:nvSpPr>
            <p:spPr bwMode="auto">
              <a:xfrm>
                <a:off x="2350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0" name="Freeform 4079"/>
              <p:cNvSpPr>
                <a:spLocks/>
              </p:cNvSpPr>
              <p:nvPr/>
            </p:nvSpPr>
            <p:spPr bwMode="auto">
              <a:xfrm>
                <a:off x="2350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1" name="Freeform 4080"/>
              <p:cNvSpPr>
                <a:spLocks/>
              </p:cNvSpPr>
              <p:nvPr/>
            </p:nvSpPr>
            <p:spPr bwMode="auto">
              <a:xfrm>
                <a:off x="2267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2" name="Freeform 4081"/>
              <p:cNvSpPr>
                <a:spLocks/>
              </p:cNvSpPr>
              <p:nvPr/>
            </p:nvSpPr>
            <p:spPr bwMode="auto">
              <a:xfrm>
                <a:off x="2129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3" name="Freeform 4082"/>
              <p:cNvSpPr>
                <a:spLocks/>
              </p:cNvSpPr>
              <p:nvPr/>
            </p:nvSpPr>
            <p:spPr bwMode="auto">
              <a:xfrm>
                <a:off x="2566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4" name="Freeform 4083"/>
              <p:cNvSpPr>
                <a:spLocks/>
              </p:cNvSpPr>
              <p:nvPr/>
            </p:nvSpPr>
            <p:spPr bwMode="auto">
              <a:xfrm>
                <a:off x="2267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5" name="Freeform 4084"/>
              <p:cNvSpPr>
                <a:spLocks/>
              </p:cNvSpPr>
              <p:nvPr/>
            </p:nvSpPr>
            <p:spPr bwMode="auto">
              <a:xfrm>
                <a:off x="2303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6" name="Freeform 4085"/>
              <p:cNvSpPr>
                <a:spLocks/>
              </p:cNvSpPr>
              <p:nvPr/>
            </p:nvSpPr>
            <p:spPr bwMode="auto">
              <a:xfrm>
                <a:off x="2500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7" name="Freeform 4086"/>
              <p:cNvSpPr>
                <a:spLocks/>
              </p:cNvSpPr>
              <p:nvPr/>
            </p:nvSpPr>
            <p:spPr bwMode="auto">
              <a:xfrm>
                <a:off x="2129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8" name="Freeform 4087"/>
              <p:cNvSpPr>
                <a:spLocks/>
              </p:cNvSpPr>
              <p:nvPr/>
            </p:nvSpPr>
            <p:spPr bwMode="auto">
              <a:xfrm>
                <a:off x="2213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69" name="Freeform 4088"/>
              <p:cNvSpPr>
                <a:spLocks/>
              </p:cNvSpPr>
              <p:nvPr/>
            </p:nvSpPr>
            <p:spPr bwMode="auto">
              <a:xfrm>
                <a:off x="2141" y="22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0" name="Freeform 4089"/>
              <p:cNvSpPr>
                <a:spLocks/>
              </p:cNvSpPr>
              <p:nvPr/>
            </p:nvSpPr>
            <p:spPr bwMode="auto">
              <a:xfrm>
                <a:off x="2362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1" name="Freeform 4090"/>
              <p:cNvSpPr>
                <a:spLocks/>
              </p:cNvSpPr>
              <p:nvPr/>
            </p:nvSpPr>
            <p:spPr bwMode="auto">
              <a:xfrm>
                <a:off x="2153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2" name="Freeform 4091"/>
              <p:cNvSpPr>
                <a:spLocks/>
              </p:cNvSpPr>
              <p:nvPr/>
            </p:nvSpPr>
            <p:spPr bwMode="auto">
              <a:xfrm>
                <a:off x="2285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3" name="Freeform 4092"/>
              <p:cNvSpPr>
                <a:spLocks/>
              </p:cNvSpPr>
              <p:nvPr/>
            </p:nvSpPr>
            <p:spPr bwMode="auto">
              <a:xfrm>
                <a:off x="2315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4" name="Freeform 4093"/>
              <p:cNvSpPr>
                <a:spLocks/>
              </p:cNvSpPr>
              <p:nvPr/>
            </p:nvSpPr>
            <p:spPr bwMode="auto">
              <a:xfrm>
                <a:off x="2039" y="23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5" name="Freeform 4094"/>
              <p:cNvSpPr>
                <a:spLocks/>
              </p:cNvSpPr>
              <p:nvPr/>
            </p:nvSpPr>
            <p:spPr bwMode="auto">
              <a:xfrm>
                <a:off x="2458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6" name="Freeform 4095"/>
              <p:cNvSpPr>
                <a:spLocks/>
              </p:cNvSpPr>
              <p:nvPr/>
            </p:nvSpPr>
            <p:spPr bwMode="auto">
              <a:xfrm>
                <a:off x="2392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7" name="Freeform 4096"/>
              <p:cNvSpPr>
                <a:spLocks/>
              </p:cNvSpPr>
              <p:nvPr/>
            </p:nvSpPr>
            <p:spPr bwMode="auto">
              <a:xfrm>
                <a:off x="2231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8" name="Freeform 4097"/>
              <p:cNvSpPr>
                <a:spLocks/>
              </p:cNvSpPr>
              <p:nvPr/>
            </p:nvSpPr>
            <p:spPr bwMode="auto">
              <a:xfrm>
                <a:off x="232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79" name="Freeform 4098"/>
              <p:cNvSpPr>
                <a:spLocks/>
              </p:cNvSpPr>
              <p:nvPr/>
            </p:nvSpPr>
            <p:spPr bwMode="auto">
              <a:xfrm>
                <a:off x="2422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0" name="Freeform 4099"/>
              <p:cNvSpPr>
                <a:spLocks/>
              </p:cNvSpPr>
              <p:nvPr/>
            </p:nvSpPr>
            <p:spPr bwMode="auto">
              <a:xfrm>
                <a:off x="2428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1" name="Freeform 4100"/>
              <p:cNvSpPr>
                <a:spLocks/>
              </p:cNvSpPr>
              <p:nvPr/>
            </p:nvSpPr>
            <p:spPr bwMode="auto">
              <a:xfrm>
                <a:off x="2578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2" name="Freeform 4101"/>
              <p:cNvSpPr>
                <a:spLocks/>
              </p:cNvSpPr>
              <p:nvPr/>
            </p:nvSpPr>
            <p:spPr bwMode="auto">
              <a:xfrm>
                <a:off x="2315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3" name="Freeform 4102"/>
              <p:cNvSpPr>
                <a:spLocks/>
              </p:cNvSpPr>
              <p:nvPr/>
            </p:nvSpPr>
            <p:spPr bwMode="auto">
              <a:xfrm>
                <a:off x="1991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4" name="Freeform 4103"/>
              <p:cNvSpPr>
                <a:spLocks/>
              </p:cNvSpPr>
              <p:nvPr/>
            </p:nvSpPr>
            <p:spPr bwMode="auto">
              <a:xfrm>
                <a:off x="2309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5" name="Freeform 4104"/>
              <p:cNvSpPr>
                <a:spLocks/>
              </p:cNvSpPr>
              <p:nvPr/>
            </p:nvSpPr>
            <p:spPr bwMode="auto">
              <a:xfrm>
                <a:off x="2045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6" name="Freeform 4105"/>
              <p:cNvSpPr>
                <a:spLocks/>
              </p:cNvSpPr>
              <p:nvPr/>
            </p:nvSpPr>
            <p:spPr bwMode="auto">
              <a:xfrm>
                <a:off x="2327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7" name="Freeform 4106"/>
              <p:cNvSpPr>
                <a:spLocks/>
              </p:cNvSpPr>
              <p:nvPr/>
            </p:nvSpPr>
            <p:spPr bwMode="auto">
              <a:xfrm>
                <a:off x="2219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8" name="Freeform 4107"/>
              <p:cNvSpPr>
                <a:spLocks/>
              </p:cNvSpPr>
              <p:nvPr/>
            </p:nvSpPr>
            <p:spPr bwMode="auto">
              <a:xfrm>
                <a:off x="2315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89" name="Freeform 4108"/>
              <p:cNvSpPr>
                <a:spLocks/>
              </p:cNvSpPr>
              <p:nvPr/>
            </p:nvSpPr>
            <p:spPr bwMode="auto">
              <a:xfrm>
                <a:off x="2171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0" name="Freeform 4109"/>
              <p:cNvSpPr>
                <a:spLocks/>
              </p:cNvSpPr>
              <p:nvPr/>
            </p:nvSpPr>
            <p:spPr bwMode="auto">
              <a:xfrm>
                <a:off x="2297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1" name="Freeform 4110"/>
              <p:cNvSpPr>
                <a:spLocks/>
              </p:cNvSpPr>
              <p:nvPr/>
            </p:nvSpPr>
            <p:spPr bwMode="auto">
              <a:xfrm>
                <a:off x="241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2" name="Freeform 4111"/>
              <p:cNvSpPr>
                <a:spLocks/>
              </p:cNvSpPr>
              <p:nvPr/>
            </p:nvSpPr>
            <p:spPr bwMode="auto">
              <a:xfrm>
                <a:off x="2309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3" name="Freeform 4112"/>
              <p:cNvSpPr>
                <a:spLocks/>
              </p:cNvSpPr>
              <p:nvPr/>
            </p:nvSpPr>
            <p:spPr bwMode="auto">
              <a:xfrm>
                <a:off x="2380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4" name="Freeform 4113"/>
              <p:cNvSpPr>
                <a:spLocks/>
              </p:cNvSpPr>
              <p:nvPr/>
            </p:nvSpPr>
            <p:spPr bwMode="auto">
              <a:xfrm>
                <a:off x="2231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5" name="Freeform 4114"/>
              <p:cNvSpPr>
                <a:spLocks/>
              </p:cNvSpPr>
              <p:nvPr/>
            </p:nvSpPr>
            <p:spPr bwMode="auto">
              <a:xfrm>
                <a:off x="2458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6" name="Freeform 4115"/>
              <p:cNvSpPr>
                <a:spLocks/>
              </p:cNvSpPr>
              <p:nvPr/>
            </p:nvSpPr>
            <p:spPr bwMode="auto">
              <a:xfrm>
                <a:off x="2339" y="2180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7" name="Freeform 4116"/>
              <p:cNvSpPr>
                <a:spLocks/>
              </p:cNvSpPr>
              <p:nvPr/>
            </p:nvSpPr>
            <p:spPr bwMode="auto">
              <a:xfrm>
                <a:off x="2422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8" name="Freeform 4117"/>
              <p:cNvSpPr>
                <a:spLocks/>
              </p:cNvSpPr>
              <p:nvPr/>
            </p:nvSpPr>
            <p:spPr bwMode="auto">
              <a:xfrm>
                <a:off x="1865" y="22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99" name="Freeform 4118"/>
              <p:cNvSpPr>
                <a:spLocks/>
              </p:cNvSpPr>
              <p:nvPr/>
            </p:nvSpPr>
            <p:spPr bwMode="auto">
              <a:xfrm>
                <a:off x="2219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0" name="Freeform 4119"/>
              <p:cNvSpPr>
                <a:spLocks/>
              </p:cNvSpPr>
              <p:nvPr/>
            </p:nvSpPr>
            <p:spPr bwMode="auto">
              <a:xfrm>
                <a:off x="2273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1" name="Freeform 4120"/>
              <p:cNvSpPr>
                <a:spLocks/>
              </p:cNvSpPr>
              <p:nvPr/>
            </p:nvSpPr>
            <p:spPr bwMode="auto">
              <a:xfrm>
                <a:off x="2279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2" name="Freeform 4121"/>
              <p:cNvSpPr>
                <a:spLocks/>
              </p:cNvSpPr>
              <p:nvPr/>
            </p:nvSpPr>
            <p:spPr bwMode="auto">
              <a:xfrm>
                <a:off x="2339" y="1893"/>
                <a:ext cx="11" cy="11"/>
              </a:xfrm>
              <a:custGeom>
                <a:avLst/>
                <a:gdLst>
                  <a:gd name="T0" fmla="*/ 5 w 11"/>
                  <a:gd name="T1" fmla="*/ 0 h 11"/>
                  <a:gd name="T2" fmla="*/ 11 w 11"/>
                  <a:gd name="T3" fmla="*/ 6 h 11"/>
                  <a:gd name="T4" fmla="*/ 5 w 11"/>
                  <a:gd name="T5" fmla="*/ 11 h 11"/>
                  <a:gd name="T6" fmla="*/ 0 w 11"/>
                  <a:gd name="T7" fmla="*/ 6 h 11"/>
                  <a:gd name="T8" fmla="*/ 5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5" y="0"/>
                    </a:moveTo>
                    <a:lnTo>
                      <a:pt x="11" y="6"/>
                    </a:lnTo>
                    <a:lnTo>
                      <a:pt x="5" y="11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3" name="Freeform 4122"/>
              <p:cNvSpPr>
                <a:spLocks/>
              </p:cNvSpPr>
              <p:nvPr/>
            </p:nvSpPr>
            <p:spPr bwMode="auto">
              <a:xfrm>
                <a:off x="2315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4" name="Freeform 4123"/>
              <p:cNvSpPr>
                <a:spLocks/>
              </p:cNvSpPr>
              <p:nvPr/>
            </p:nvSpPr>
            <p:spPr bwMode="auto">
              <a:xfrm>
                <a:off x="2177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5" name="Freeform 4124"/>
              <p:cNvSpPr>
                <a:spLocks/>
              </p:cNvSpPr>
              <p:nvPr/>
            </p:nvSpPr>
            <p:spPr bwMode="auto">
              <a:xfrm>
                <a:off x="2045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6" name="Freeform 4125"/>
              <p:cNvSpPr>
                <a:spLocks/>
              </p:cNvSpPr>
              <p:nvPr/>
            </p:nvSpPr>
            <p:spPr bwMode="auto">
              <a:xfrm>
                <a:off x="232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7" name="Freeform 4126"/>
              <p:cNvSpPr>
                <a:spLocks/>
              </p:cNvSpPr>
              <p:nvPr/>
            </p:nvSpPr>
            <p:spPr bwMode="auto">
              <a:xfrm>
                <a:off x="2291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8" name="Freeform 4127"/>
              <p:cNvSpPr>
                <a:spLocks/>
              </p:cNvSpPr>
              <p:nvPr/>
            </p:nvSpPr>
            <p:spPr bwMode="auto">
              <a:xfrm>
                <a:off x="2428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09" name="Freeform 4128"/>
              <p:cNvSpPr>
                <a:spLocks/>
              </p:cNvSpPr>
              <p:nvPr/>
            </p:nvSpPr>
            <p:spPr bwMode="auto">
              <a:xfrm>
                <a:off x="2422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0" name="Freeform 4129"/>
              <p:cNvSpPr>
                <a:spLocks/>
              </p:cNvSpPr>
              <p:nvPr/>
            </p:nvSpPr>
            <p:spPr bwMode="auto">
              <a:xfrm>
                <a:off x="2530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1" name="Freeform 4130"/>
              <p:cNvSpPr>
                <a:spLocks/>
              </p:cNvSpPr>
              <p:nvPr/>
            </p:nvSpPr>
            <p:spPr bwMode="auto">
              <a:xfrm>
                <a:off x="2452" y="18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2" name="Freeform 4131"/>
              <p:cNvSpPr>
                <a:spLocks/>
              </p:cNvSpPr>
              <p:nvPr/>
            </p:nvSpPr>
            <p:spPr bwMode="auto">
              <a:xfrm>
                <a:off x="2404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3" name="Freeform 4132"/>
              <p:cNvSpPr>
                <a:spLocks/>
              </p:cNvSpPr>
              <p:nvPr/>
            </p:nvSpPr>
            <p:spPr bwMode="auto">
              <a:xfrm>
                <a:off x="2578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4" name="Freeform 4133"/>
              <p:cNvSpPr>
                <a:spLocks/>
              </p:cNvSpPr>
              <p:nvPr/>
            </p:nvSpPr>
            <p:spPr bwMode="auto">
              <a:xfrm>
                <a:off x="2452" y="18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5" name="Freeform 4134"/>
              <p:cNvSpPr>
                <a:spLocks/>
              </p:cNvSpPr>
              <p:nvPr/>
            </p:nvSpPr>
            <p:spPr bwMode="auto">
              <a:xfrm>
                <a:off x="2243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6" name="Freeform 4135"/>
              <p:cNvSpPr>
                <a:spLocks/>
              </p:cNvSpPr>
              <p:nvPr/>
            </p:nvSpPr>
            <p:spPr bwMode="auto">
              <a:xfrm>
                <a:off x="2321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7" name="Freeform 4136"/>
              <p:cNvSpPr>
                <a:spLocks/>
              </p:cNvSpPr>
              <p:nvPr/>
            </p:nvSpPr>
            <p:spPr bwMode="auto">
              <a:xfrm>
                <a:off x="2267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8" name="Freeform 4137"/>
              <p:cNvSpPr>
                <a:spLocks/>
              </p:cNvSpPr>
              <p:nvPr/>
            </p:nvSpPr>
            <p:spPr bwMode="auto">
              <a:xfrm>
                <a:off x="2279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19" name="Freeform 4138"/>
              <p:cNvSpPr>
                <a:spLocks/>
              </p:cNvSpPr>
              <p:nvPr/>
            </p:nvSpPr>
            <p:spPr bwMode="auto">
              <a:xfrm>
                <a:off x="2356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0" name="Freeform 4139"/>
              <p:cNvSpPr>
                <a:spLocks/>
              </p:cNvSpPr>
              <p:nvPr/>
            </p:nvSpPr>
            <p:spPr bwMode="auto">
              <a:xfrm>
                <a:off x="2380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1" name="Freeform 4140"/>
              <p:cNvSpPr>
                <a:spLocks/>
              </p:cNvSpPr>
              <p:nvPr/>
            </p:nvSpPr>
            <p:spPr bwMode="auto">
              <a:xfrm>
                <a:off x="2255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2" name="Freeform 4141"/>
              <p:cNvSpPr>
                <a:spLocks/>
              </p:cNvSpPr>
              <p:nvPr/>
            </p:nvSpPr>
            <p:spPr bwMode="auto">
              <a:xfrm>
                <a:off x="2207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3" name="Freeform 4142"/>
              <p:cNvSpPr>
                <a:spLocks/>
              </p:cNvSpPr>
              <p:nvPr/>
            </p:nvSpPr>
            <p:spPr bwMode="auto">
              <a:xfrm>
                <a:off x="2434" y="17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4" name="Freeform 4143"/>
              <p:cNvSpPr>
                <a:spLocks/>
              </p:cNvSpPr>
              <p:nvPr/>
            </p:nvSpPr>
            <p:spPr bwMode="auto">
              <a:xfrm>
                <a:off x="2279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5" name="Freeform 4144"/>
              <p:cNvSpPr>
                <a:spLocks/>
              </p:cNvSpPr>
              <p:nvPr/>
            </p:nvSpPr>
            <p:spPr bwMode="auto">
              <a:xfrm>
                <a:off x="2398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6" name="Freeform 4145"/>
              <p:cNvSpPr>
                <a:spLocks/>
              </p:cNvSpPr>
              <p:nvPr/>
            </p:nvSpPr>
            <p:spPr bwMode="auto">
              <a:xfrm>
                <a:off x="2273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7" name="Freeform 4146"/>
              <p:cNvSpPr>
                <a:spLocks/>
              </p:cNvSpPr>
              <p:nvPr/>
            </p:nvSpPr>
            <p:spPr bwMode="auto">
              <a:xfrm>
                <a:off x="2386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8" name="Freeform 4147"/>
              <p:cNvSpPr>
                <a:spLocks/>
              </p:cNvSpPr>
              <p:nvPr/>
            </p:nvSpPr>
            <p:spPr bwMode="auto">
              <a:xfrm>
                <a:off x="2183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29" name="Freeform 4148"/>
              <p:cNvSpPr>
                <a:spLocks/>
              </p:cNvSpPr>
              <p:nvPr/>
            </p:nvSpPr>
            <p:spPr bwMode="auto">
              <a:xfrm>
                <a:off x="2404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0" name="Freeform 4149"/>
              <p:cNvSpPr>
                <a:spLocks/>
              </p:cNvSpPr>
              <p:nvPr/>
            </p:nvSpPr>
            <p:spPr bwMode="auto">
              <a:xfrm>
                <a:off x="2440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1" name="Freeform 4150"/>
              <p:cNvSpPr>
                <a:spLocks/>
              </p:cNvSpPr>
              <p:nvPr/>
            </p:nvSpPr>
            <p:spPr bwMode="auto">
              <a:xfrm>
                <a:off x="2422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2" name="Freeform 4151"/>
              <p:cNvSpPr>
                <a:spLocks/>
              </p:cNvSpPr>
              <p:nvPr/>
            </p:nvSpPr>
            <p:spPr bwMode="auto">
              <a:xfrm>
                <a:off x="2261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3" name="Freeform 4152"/>
              <p:cNvSpPr>
                <a:spLocks/>
              </p:cNvSpPr>
              <p:nvPr/>
            </p:nvSpPr>
            <p:spPr bwMode="auto">
              <a:xfrm>
                <a:off x="2297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4" name="Freeform 4153"/>
              <p:cNvSpPr>
                <a:spLocks/>
              </p:cNvSpPr>
              <p:nvPr/>
            </p:nvSpPr>
            <p:spPr bwMode="auto">
              <a:xfrm>
                <a:off x="3105" y="163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5" name="Freeform 4154"/>
              <p:cNvSpPr>
                <a:spLocks/>
              </p:cNvSpPr>
              <p:nvPr/>
            </p:nvSpPr>
            <p:spPr bwMode="auto">
              <a:xfrm>
                <a:off x="2159" y="25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6" name="Freeform 4155"/>
              <p:cNvSpPr>
                <a:spLocks/>
              </p:cNvSpPr>
              <p:nvPr/>
            </p:nvSpPr>
            <p:spPr bwMode="auto">
              <a:xfrm>
                <a:off x="2099" y="22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7" name="Freeform 4156"/>
              <p:cNvSpPr>
                <a:spLocks/>
              </p:cNvSpPr>
              <p:nvPr/>
            </p:nvSpPr>
            <p:spPr bwMode="auto">
              <a:xfrm>
                <a:off x="2291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8" name="Freeform 4157"/>
              <p:cNvSpPr>
                <a:spLocks/>
              </p:cNvSpPr>
              <p:nvPr/>
            </p:nvSpPr>
            <p:spPr bwMode="auto">
              <a:xfrm>
                <a:off x="2398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39" name="Freeform 4158"/>
              <p:cNvSpPr>
                <a:spLocks/>
              </p:cNvSpPr>
              <p:nvPr/>
            </p:nvSpPr>
            <p:spPr bwMode="auto">
              <a:xfrm>
                <a:off x="2321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0" name="Freeform 4159"/>
              <p:cNvSpPr>
                <a:spLocks/>
              </p:cNvSpPr>
              <p:nvPr/>
            </p:nvSpPr>
            <p:spPr bwMode="auto">
              <a:xfrm>
                <a:off x="2183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1" name="Freeform 4160"/>
              <p:cNvSpPr>
                <a:spLocks/>
              </p:cNvSpPr>
              <p:nvPr/>
            </p:nvSpPr>
            <p:spPr bwMode="auto">
              <a:xfrm>
                <a:off x="2261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2" name="Freeform 4161"/>
              <p:cNvSpPr>
                <a:spLocks/>
              </p:cNvSpPr>
              <p:nvPr/>
            </p:nvSpPr>
            <p:spPr bwMode="auto">
              <a:xfrm>
                <a:off x="2297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3" name="Freeform 4162"/>
              <p:cNvSpPr>
                <a:spLocks/>
              </p:cNvSpPr>
              <p:nvPr/>
            </p:nvSpPr>
            <p:spPr bwMode="auto">
              <a:xfrm>
                <a:off x="2356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4" name="Freeform 4163"/>
              <p:cNvSpPr>
                <a:spLocks/>
              </p:cNvSpPr>
              <p:nvPr/>
            </p:nvSpPr>
            <p:spPr bwMode="auto">
              <a:xfrm>
                <a:off x="2135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5" name="Freeform 4164"/>
              <p:cNvSpPr>
                <a:spLocks/>
              </p:cNvSpPr>
              <p:nvPr/>
            </p:nvSpPr>
            <p:spPr bwMode="auto">
              <a:xfrm>
                <a:off x="2153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6" name="Freeform 4165"/>
              <p:cNvSpPr>
                <a:spLocks/>
              </p:cNvSpPr>
              <p:nvPr/>
            </p:nvSpPr>
            <p:spPr bwMode="auto">
              <a:xfrm>
                <a:off x="2380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7" name="Freeform 4166"/>
              <p:cNvSpPr>
                <a:spLocks/>
              </p:cNvSpPr>
              <p:nvPr/>
            </p:nvSpPr>
            <p:spPr bwMode="auto">
              <a:xfrm>
                <a:off x="2386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8" name="Freeform 4167"/>
              <p:cNvSpPr>
                <a:spLocks/>
              </p:cNvSpPr>
              <p:nvPr/>
            </p:nvSpPr>
            <p:spPr bwMode="auto">
              <a:xfrm>
                <a:off x="2291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49" name="Freeform 4168"/>
              <p:cNvSpPr>
                <a:spLocks/>
              </p:cNvSpPr>
              <p:nvPr/>
            </p:nvSpPr>
            <p:spPr bwMode="auto">
              <a:xfrm>
                <a:off x="2279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50" name="Freeform 4169"/>
              <p:cNvSpPr>
                <a:spLocks/>
              </p:cNvSpPr>
              <p:nvPr/>
            </p:nvSpPr>
            <p:spPr bwMode="auto">
              <a:xfrm>
                <a:off x="2440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51" name="Freeform 4170"/>
              <p:cNvSpPr>
                <a:spLocks/>
              </p:cNvSpPr>
              <p:nvPr/>
            </p:nvSpPr>
            <p:spPr bwMode="auto">
              <a:xfrm>
                <a:off x="2356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52" name="Freeform 4171"/>
              <p:cNvSpPr>
                <a:spLocks/>
              </p:cNvSpPr>
              <p:nvPr/>
            </p:nvSpPr>
            <p:spPr bwMode="auto">
              <a:xfrm>
                <a:off x="2344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53" name="Freeform 4172"/>
              <p:cNvSpPr>
                <a:spLocks/>
              </p:cNvSpPr>
              <p:nvPr/>
            </p:nvSpPr>
            <p:spPr bwMode="auto">
              <a:xfrm>
                <a:off x="2165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54" name="Freeform 4173"/>
              <p:cNvSpPr>
                <a:spLocks/>
              </p:cNvSpPr>
              <p:nvPr/>
            </p:nvSpPr>
            <p:spPr bwMode="auto">
              <a:xfrm>
                <a:off x="2135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55" name="Freeform 4174"/>
              <p:cNvSpPr>
                <a:spLocks/>
              </p:cNvSpPr>
              <p:nvPr/>
            </p:nvSpPr>
            <p:spPr bwMode="auto">
              <a:xfrm>
                <a:off x="2279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56" name="Freeform 4175"/>
              <p:cNvSpPr>
                <a:spLocks/>
              </p:cNvSpPr>
              <p:nvPr/>
            </p:nvSpPr>
            <p:spPr bwMode="auto">
              <a:xfrm>
                <a:off x="2297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57" name="Freeform 4176"/>
              <p:cNvSpPr>
                <a:spLocks/>
              </p:cNvSpPr>
              <p:nvPr/>
            </p:nvSpPr>
            <p:spPr bwMode="auto">
              <a:xfrm>
                <a:off x="2446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58" name="Freeform 4177"/>
              <p:cNvSpPr>
                <a:spLocks/>
              </p:cNvSpPr>
              <p:nvPr/>
            </p:nvSpPr>
            <p:spPr bwMode="auto">
              <a:xfrm>
                <a:off x="2285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59" name="Freeform 4178"/>
              <p:cNvSpPr>
                <a:spLocks/>
              </p:cNvSpPr>
              <p:nvPr/>
            </p:nvSpPr>
            <p:spPr bwMode="auto">
              <a:xfrm>
                <a:off x="2231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0" name="Freeform 4179"/>
              <p:cNvSpPr>
                <a:spLocks/>
              </p:cNvSpPr>
              <p:nvPr/>
            </p:nvSpPr>
            <p:spPr bwMode="auto">
              <a:xfrm>
                <a:off x="2261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1" name="Freeform 4180"/>
              <p:cNvSpPr>
                <a:spLocks/>
              </p:cNvSpPr>
              <p:nvPr/>
            </p:nvSpPr>
            <p:spPr bwMode="auto">
              <a:xfrm>
                <a:off x="2398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2" name="Freeform 4181"/>
              <p:cNvSpPr>
                <a:spLocks/>
              </p:cNvSpPr>
              <p:nvPr/>
            </p:nvSpPr>
            <p:spPr bwMode="auto">
              <a:xfrm>
                <a:off x="2416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3" name="Freeform 4182"/>
              <p:cNvSpPr>
                <a:spLocks/>
              </p:cNvSpPr>
              <p:nvPr/>
            </p:nvSpPr>
            <p:spPr bwMode="auto">
              <a:xfrm>
                <a:off x="2482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4" name="Freeform 4183"/>
              <p:cNvSpPr>
                <a:spLocks/>
              </p:cNvSpPr>
              <p:nvPr/>
            </p:nvSpPr>
            <p:spPr bwMode="auto">
              <a:xfrm>
                <a:off x="2189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5" name="Freeform 4184"/>
              <p:cNvSpPr>
                <a:spLocks/>
              </p:cNvSpPr>
              <p:nvPr/>
            </p:nvSpPr>
            <p:spPr bwMode="auto">
              <a:xfrm>
                <a:off x="2350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6" name="Freeform 4185"/>
              <p:cNvSpPr>
                <a:spLocks/>
              </p:cNvSpPr>
              <p:nvPr/>
            </p:nvSpPr>
            <p:spPr bwMode="auto">
              <a:xfrm>
                <a:off x="2446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7" name="Freeform 4186"/>
              <p:cNvSpPr>
                <a:spLocks/>
              </p:cNvSpPr>
              <p:nvPr/>
            </p:nvSpPr>
            <p:spPr bwMode="auto">
              <a:xfrm>
                <a:off x="2350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8" name="Freeform 4187"/>
              <p:cNvSpPr>
                <a:spLocks/>
              </p:cNvSpPr>
              <p:nvPr/>
            </p:nvSpPr>
            <p:spPr bwMode="auto">
              <a:xfrm>
                <a:off x="2315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69" name="Freeform 4188"/>
              <p:cNvSpPr>
                <a:spLocks/>
              </p:cNvSpPr>
              <p:nvPr/>
            </p:nvSpPr>
            <p:spPr bwMode="auto">
              <a:xfrm>
                <a:off x="2452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0" name="Freeform 4189"/>
              <p:cNvSpPr>
                <a:spLocks/>
              </p:cNvSpPr>
              <p:nvPr/>
            </p:nvSpPr>
            <p:spPr bwMode="auto">
              <a:xfrm>
                <a:off x="2153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1" name="Freeform 4190"/>
              <p:cNvSpPr>
                <a:spLocks/>
              </p:cNvSpPr>
              <p:nvPr/>
            </p:nvSpPr>
            <p:spPr bwMode="auto">
              <a:xfrm>
                <a:off x="2560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2" name="Freeform 4191"/>
              <p:cNvSpPr>
                <a:spLocks/>
              </p:cNvSpPr>
              <p:nvPr/>
            </p:nvSpPr>
            <p:spPr bwMode="auto">
              <a:xfrm>
                <a:off x="2273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3" name="Freeform 4192"/>
              <p:cNvSpPr>
                <a:spLocks/>
              </p:cNvSpPr>
              <p:nvPr/>
            </p:nvSpPr>
            <p:spPr bwMode="auto">
              <a:xfrm>
                <a:off x="2362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4" name="Freeform 4193"/>
              <p:cNvSpPr>
                <a:spLocks/>
              </p:cNvSpPr>
              <p:nvPr/>
            </p:nvSpPr>
            <p:spPr bwMode="auto">
              <a:xfrm>
                <a:off x="2339" y="2012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5" name="Freeform 4194"/>
              <p:cNvSpPr>
                <a:spLocks/>
              </p:cNvSpPr>
              <p:nvPr/>
            </p:nvSpPr>
            <p:spPr bwMode="auto">
              <a:xfrm>
                <a:off x="2219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6" name="Freeform 4195"/>
              <p:cNvSpPr>
                <a:spLocks/>
              </p:cNvSpPr>
              <p:nvPr/>
            </p:nvSpPr>
            <p:spPr bwMode="auto">
              <a:xfrm>
                <a:off x="1955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7" name="Freeform 4196"/>
              <p:cNvSpPr>
                <a:spLocks/>
              </p:cNvSpPr>
              <p:nvPr/>
            </p:nvSpPr>
            <p:spPr bwMode="auto">
              <a:xfrm>
                <a:off x="2111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8" name="Freeform 4197"/>
              <p:cNvSpPr>
                <a:spLocks/>
              </p:cNvSpPr>
              <p:nvPr/>
            </p:nvSpPr>
            <p:spPr bwMode="auto">
              <a:xfrm>
                <a:off x="2344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79" name="Freeform 4198"/>
              <p:cNvSpPr>
                <a:spLocks/>
              </p:cNvSpPr>
              <p:nvPr/>
            </p:nvSpPr>
            <p:spPr bwMode="auto">
              <a:xfrm>
                <a:off x="235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0" name="Freeform 4199"/>
              <p:cNvSpPr>
                <a:spLocks/>
              </p:cNvSpPr>
              <p:nvPr/>
            </p:nvSpPr>
            <p:spPr bwMode="auto">
              <a:xfrm>
                <a:off x="2374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1" name="Freeform 4200"/>
              <p:cNvSpPr>
                <a:spLocks/>
              </p:cNvSpPr>
              <p:nvPr/>
            </p:nvSpPr>
            <p:spPr bwMode="auto">
              <a:xfrm>
                <a:off x="2410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2" name="Freeform 4201"/>
              <p:cNvSpPr>
                <a:spLocks/>
              </p:cNvSpPr>
              <p:nvPr/>
            </p:nvSpPr>
            <p:spPr bwMode="auto">
              <a:xfrm>
                <a:off x="2333" y="2060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3" name="Freeform 4202"/>
              <p:cNvSpPr>
                <a:spLocks/>
              </p:cNvSpPr>
              <p:nvPr/>
            </p:nvSpPr>
            <p:spPr bwMode="auto">
              <a:xfrm>
                <a:off x="2297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4" name="Freeform 4203"/>
              <p:cNvSpPr>
                <a:spLocks/>
              </p:cNvSpPr>
              <p:nvPr/>
            </p:nvSpPr>
            <p:spPr bwMode="auto">
              <a:xfrm>
                <a:off x="2267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5" name="Freeform 4204"/>
              <p:cNvSpPr>
                <a:spLocks/>
              </p:cNvSpPr>
              <p:nvPr/>
            </p:nvSpPr>
            <p:spPr bwMode="auto">
              <a:xfrm>
                <a:off x="2309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6" name="Freeform 4205"/>
              <p:cNvSpPr>
                <a:spLocks/>
              </p:cNvSpPr>
              <p:nvPr/>
            </p:nvSpPr>
            <p:spPr bwMode="auto">
              <a:xfrm>
                <a:off x="2356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7" name="Freeform 4206"/>
              <p:cNvSpPr>
                <a:spLocks/>
              </p:cNvSpPr>
              <p:nvPr/>
            </p:nvSpPr>
            <p:spPr bwMode="auto">
              <a:xfrm>
                <a:off x="2386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8" name="Freeform 4207"/>
              <p:cNvSpPr>
                <a:spLocks/>
              </p:cNvSpPr>
              <p:nvPr/>
            </p:nvSpPr>
            <p:spPr bwMode="auto">
              <a:xfrm>
                <a:off x="2099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89" name="Freeform 4208"/>
              <p:cNvSpPr>
                <a:spLocks/>
              </p:cNvSpPr>
              <p:nvPr/>
            </p:nvSpPr>
            <p:spPr bwMode="auto">
              <a:xfrm>
                <a:off x="2728" y="14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0" name="Freeform 4209"/>
              <p:cNvSpPr>
                <a:spLocks/>
              </p:cNvSpPr>
              <p:nvPr/>
            </p:nvSpPr>
            <p:spPr bwMode="auto">
              <a:xfrm>
                <a:off x="2297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1" name="Freeform 4210"/>
              <p:cNvSpPr>
                <a:spLocks/>
              </p:cNvSpPr>
              <p:nvPr/>
            </p:nvSpPr>
            <p:spPr bwMode="auto">
              <a:xfrm>
                <a:off x="2273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2" name="Freeform 4211"/>
              <p:cNvSpPr>
                <a:spLocks/>
              </p:cNvSpPr>
              <p:nvPr/>
            </p:nvSpPr>
            <p:spPr bwMode="auto">
              <a:xfrm>
                <a:off x="2273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3" name="Freeform 4212"/>
              <p:cNvSpPr>
                <a:spLocks/>
              </p:cNvSpPr>
              <p:nvPr/>
            </p:nvSpPr>
            <p:spPr bwMode="auto">
              <a:xfrm>
                <a:off x="2374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4" name="Freeform 4213"/>
              <p:cNvSpPr>
                <a:spLocks/>
              </p:cNvSpPr>
              <p:nvPr/>
            </p:nvSpPr>
            <p:spPr bwMode="auto">
              <a:xfrm>
                <a:off x="2129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5" name="Freeform 4214"/>
              <p:cNvSpPr>
                <a:spLocks/>
              </p:cNvSpPr>
              <p:nvPr/>
            </p:nvSpPr>
            <p:spPr bwMode="auto">
              <a:xfrm>
                <a:off x="1848" y="2299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6" name="Freeform 4215"/>
              <p:cNvSpPr>
                <a:spLocks/>
              </p:cNvSpPr>
              <p:nvPr/>
            </p:nvSpPr>
            <p:spPr bwMode="auto">
              <a:xfrm>
                <a:off x="2422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7" name="Freeform 4216"/>
              <p:cNvSpPr>
                <a:spLocks/>
              </p:cNvSpPr>
              <p:nvPr/>
            </p:nvSpPr>
            <p:spPr bwMode="auto">
              <a:xfrm>
                <a:off x="2315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8" name="Freeform 4217"/>
              <p:cNvSpPr>
                <a:spLocks/>
              </p:cNvSpPr>
              <p:nvPr/>
            </p:nvSpPr>
            <p:spPr bwMode="auto">
              <a:xfrm>
                <a:off x="2177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399" name="Freeform 4218"/>
              <p:cNvSpPr>
                <a:spLocks/>
              </p:cNvSpPr>
              <p:nvPr/>
            </p:nvSpPr>
            <p:spPr bwMode="auto">
              <a:xfrm>
                <a:off x="2374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00" name="Freeform 4219"/>
              <p:cNvSpPr>
                <a:spLocks/>
              </p:cNvSpPr>
              <p:nvPr/>
            </p:nvSpPr>
            <p:spPr bwMode="auto">
              <a:xfrm>
                <a:off x="2356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01" name="Freeform 4220"/>
              <p:cNvSpPr>
                <a:spLocks/>
              </p:cNvSpPr>
              <p:nvPr/>
            </p:nvSpPr>
            <p:spPr bwMode="auto">
              <a:xfrm>
                <a:off x="2279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02" name="Freeform 4221"/>
              <p:cNvSpPr>
                <a:spLocks/>
              </p:cNvSpPr>
              <p:nvPr/>
            </p:nvSpPr>
            <p:spPr bwMode="auto">
              <a:xfrm>
                <a:off x="2297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03" name="Freeform 4222"/>
              <p:cNvSpPr>
                <a:spLocks/>
              </p:cNvSpPr>
              <p:nvPr/>
            </p:nvSpPr>
            <p:spPr bwMode="auto">
              <a:xfrm>
                <a:off x="2416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04" name="Freeform 4223"/>
              <p:cNvSpPr>
                <a:spLocks/>
              </p:cNvSpPr>
              <p:nvPr/>
            </p:nvSpPr>
            <p:spPr bwMode="auto">
              <a:xfrm>
                <a:off x="2135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405" name="Freeform 4224"/>
              <p:cNvSpPr>
                <a:spLocks/>
              </p:cNvSpPr>
              <p:nvPr/>
            </p:nvSpPr>
            <p:spPr bwMode="auto">
              <a:xfrm>
                <a:off x="2327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25" name="Group 4426"/>
            <p:cNvGrpSpPr>
              <a:grpSpLocks/>
            </p:cNvGrpSpPr>
            <p:nvPr/>
          </p:nvGrpSpPr>
          <p:grpSpPr bwMode="auto">
            <a:xfrm>
              <a:off x="1572" y="1737"/>
              <a:ext cx="1186" cy="712"/>
              <a:chOff x="1572" y="1737"/>
              <a:chExt cx="1186" cy="712"/>
            </a:xfrm>
          </p:grpSpPr>
          <p:sp>
            <p:nvSpPr>
              <p:cNvPr id="59006" name="Freeform 4226"/>
              <p:cNvSpPr>
                <a:spLocks/>
              </p:cNvSpPr>
              <p:nvPr/>
            </p:nvSpPr>
            <p:spPr bwMode="auto">
              <a:xfrm>
                <a:off x="2219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07" name="Freeform 4227"/>
              <p:cNvSpPr>
                <a:spLocks/>
              </p:cNvSpPr>
              <p:nvPr/>
            </p:nvSpPr>
            <p:spPr bwMode="auto">
              <a:xfrm>
                <a:off x="2285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08" name="Freeform 4228"/>
              <p:cNvSpPr>
                <a:spLocks/>
              </p:cNvSpPr>
              <p:nvPr/>
            </p:nvSpPr>
            <p:spPr bwMode="auto">
              <a:xfrm>
                <a:off x="2458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09" name="Freeform 4229"/>
              <p:cNvSpPr>
                <a:spLocks/>
              </p:cNvSpPr>
              <p:nvPr/>
            </p:nvSpPr>
            <p:spPr bwMode="auto">
              <a:xfrm>
                <a:off x="2237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0" name="Freeform 4230"/>
              <p:cNvSpPr>
                <a:spLocks/>
              </p:cNvSpPr>
              <p:nvPr/>
            </p:nvSpPr>
            <p:spPr bwMode="auto">
              <a:xfrm>
                <a:off x="2219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1" name="Freeform 4231"/>
              <p:cNvSpPr>
                <a:spLocks/>
              </p:cNvSpPr>
              <p:nvPr/>
            </p:nvSpPr>
            <p:spPr bwMode="auto">
              <a:xfrm>
                <a:off x="2458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2" name="Freeform 4232"/>
              <p:cNvSpPr>
                <a:spLocks/>
              </p:cNvSpPr>
              <p:nvPr/>
            </p:nvSpPr>
            <p:spPr bwMode="auto">
              <a:xfrm>
                <a:off x="2500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3" name="Freeform 4233"/>
              <p:cNvSpPr>
                <a:spLocks/>
              </p:cNvSpPr>
              <p:nvPr/>
            </p:nvSpPr>
            <p:spPr bwMode="auto">
              <a:xfrm>
                <a:off x="2470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4" name="Freeform 4234"/>
              <p:cNvSpPr>
                <a:spLocks/>
              </p:cNvSpPr>
              <p:nvPr/>
            </p:nvSpPr>
            <p:spPr bwMode="auto">
              <a:xfrm>
                <a:off x="223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5" name="Freeform 4235"/>
              <p:cNvSpPr>
                <a:spLocks/>
              </p:cNvSpPr>
              <p:nvPr/>
            </p:nvSpPr>
            <p:spPr bwMode="auto">
              <a:xfrm>
                <a:off x="2279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6" name="Freeform 4236"/>
              <p:cNvSpPr>
                <a:spLocks/>
              </p:cNvSpPr>
              <p:nvPr/>
            </p:nvSpPr>
            <p:spPr bwMode="auto">
              <a:xfrm>
                <a:off x="2392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7" name="Freeform 4237"/>
              <p:cNvSpPr>
                <a:spLocks/>
              </p:cNvSpPr>
              <p:nvPr/>
            </p:nvSpPr>
            <p:spPr bwMode="auto">
              <a:xfrm>
                <a:off x="2350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8" name="Freeform 4238"/>
              <p:cNvSpPr>
                <a:spLocks/>
              </p:cNvSpPr>
              <p:nvPr/>
            </p:nvSpPr>
            <p:spPr bwMode="auto">
              <a:xfrm>
                <a:off x="2195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19" name="Freeform 4239"/>
              <p:cNvSpPr>
                <a:spLocks/>
              </p:cNvSpPr>
              <p:nvPr/>
            </p:nvSpPr>
            <p:spPr bwMode="auto">
              <a:xfrm>
                <a:off x="2644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0" name="Freeform 4240"/>
              <p:cNvSpPr>
                <a:spLocks/>
              </p:cNvSpPr>
              <p:nvPr/>
            </p:nvSpPr>
            <p:spPr bwMode="auto">
              <a:xfrm>
                <a:off x="2291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1" name="Freeform 4241"/>
              <p:cNvSpPr>
                <a:spLocks/>
              </p:cNvSpPr>
              <p:nvPr/>
            </p:nvSpPr>
            <p:spPr bwMode="auto">
              <a:xfrm>
                <a:off x="2344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2" name="Freeform 4242"/>
              <p:cNvSpPr>
                <a:spLocks/>
              </p:cNvSpPr>
              <p:nvPr/>
            </p:nvSpPr>
            <p:spPr bwMode="auto">
              <a:xfrm>
                <a:off x="2135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3" name="Freeform 4243"/>
              <p:cNvSpPr>
                <a:spLocks/>
              </p:cNvSpPr>
              <p:nvPr/>
            </p:nvSpPr>
            <p:spPr bwMode="auto">
              <a:xfrm>
                <a:off x="2440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4" name="Freeform 4244"/>
              <p:cNvSpPr>
                <a:spLocks/>
              </p:cNvSpPr>
              <p:nvPr/>
            </p:nvSpPr>
            <p:spPr bwMode="auto">
              <a:xfrm>
                <a:off x="2273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5" name="Freeform 4245"/>
              <p:cNvSpPr>
                <a:spLocks/>
              </p:cNvSpPr>
              <p:nvPr/>
            </p:nvSpPr>
            <p:spPr bwMode="auto">
              <a:xfrm>
                <a:off x="2458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6" name="Freeform 4246"/>
              <p:cNvSpPr>
                <a:spLocks/>
              </p:cNvSpPr>
              <p:nvPr/>
            </p:nvSpPr>
            <p:spPr bwMode="auto">
              <a:xfrm>
                <a:off x="2428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7" name="Freeform 4247"/>
              <p:cNvSpPr>
                <a:spLocks/>
              </p:cNvSpPr>
              <p:nvPr/>
            </p:nvSpPr>
            <p:spPr bwMode="auto">
              <a:xfrm>
                <a:off x="2273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8" name="Freeform 4248"/>
              <p:cNvSpPr>
                <a:spLocks/>
              </p:cNvSpPr>
              <p:nvPr/>
            </p:nvSpPr>
            <p:spPr bwMode="auto">
              <a:xfrm>
                <a:off x="2309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29" name="Freeform 4249"/>
              <p:cNvSpPr>
                <a:spLocks/>
              </p:cNvSpPr>
              <p:nvPr/>
            </p:nvSpPr>
            <p:spPr bwMode="auto">
              <a:xfrm>
                <a:off x="2189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0" name="Freeform 4250"/>
              <p:cNvSpPr>
                <a:spLocks/>
              </p:cNvSpPr>
              <p:nvPr/>
            </p:nvSpPr>
            <p:spPr bwMode="auto">
              <a:xfrm>
                <a:off x="2590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1" name="Freeform 4251"/>
              <p:cNvSpPr>
                <a:spLocks/>
              </p:cNvSpPr>
              <p:nvPr/>
            </p:nvSpPr>
            <p:spPr bwMode="auto">
              <a:xfrm>
                <a:off x="2183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2" name="Freeform 4252"/>
              <p:cNvSpPr>
                <a:spLocks/>
              </p:cNvSpPr>
              <p:nvPr/>
            </p:nvSpPr>
            <p:spPr bwMode="auto">
              <a:xfrm>
                <a:off x="2045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3" name="Freeform 4253"/>
              <p:cNvSpPr>
                <a:spLocks/>
              </p:cNvSpPr>
              <p:nvPr/>
            </p:nvSpPr>
            <p:spPr bwMode="auto">
              <a:xfrm>
                <a:off x="2267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4" name="Freeform 4254"/>
              <p:cNvSpPr>
                <a:spLocks/>
              </p:cNvSpPr>
              <p:nvPr/>
            </p:nvSpPr>
            <p:spPr bwMode="auto">
              <a:xfrm>
                <a:off x="2141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5" name="Freeform 4255"/>
              <p:cNvSpPr>
                <a:spLocks/>
              </p:cNvSpPr>
              <p:nvPr/>
            </p:nvSpPr>
            <p:spPr bwMode="auto">
              <a:xfrm>
                <a:off x="2225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6" name="Freeform 4256"/>
              <p:cNvSpPr>
                <a:spLocks/>
              </p:cNvSpPr>
              <p:nvPr/>
            </p:nvSpPr>
            <p:spPr bwMode="auto">
              <a:xfrm>
                <a:off x="2297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7" name="Freeform 4257"/>
              <p:cNvSpPr>
                <a:spLocks/>
              </p:cNvSpPr>
              <p:nvPr/>
            </p:nvSpPr>
            <p:spPr bwMode="auto">
              <a:xfrm>
                <a:off x="2368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8" name="Freeform 4258"/>
              <p:cNvSpPr>
                <a:spLocks/>
              </p:cNvSpPr>
              <p:nvPr/>
            </p:nvSpPr>
            <p:spPr bwMode="auto">
              <a:xfrm>
                <a:off x="2249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39" name="Freeform 4259"/>
              <p:cNvSpPr>
                <a:spLocks/>
              </p:cNvSpPr>
              <p:nvPr/>
            </p:nvSpPr>
            <p:spPr bwMode="auto">
              <a:xfrm>
                <a:off x="2584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0" name="Freeform 4260"/>
              <p:cNvSpPr>
                <a:spLocks/>
              </p:cNvSpPr>
              <p:nvPr/>
            </p:nvSpPr>
            <p:spPr bwMode="auto">
              <a:xfrm>
                <a:off x="2201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1" name="Freeform 4261"/>
              <p:cNvSpPr>
                <a:spLocks/>
              </p:cNvSpPr>
              <p:nvPr/>
            </p:nvSpPr>
            <p:spPr bwMode="auto">
              <a:xfrm>
                <a:off x="2386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2" name="Freeform 4262"/>
              <p:cNvSpPr>
                <a:spLocks/>
              </p:cNvSpPr>
              <p:nvPr/>
            </p:nvSpPr>
            <p:spPr bwMode="auto">
              <a:xfrm>
                <a:off x="2309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3" name="Freeform 4263"/>
              <p:cNvSpPr>
                <a:spLocks/>
              </p:cNvSpPr>
              <p:nvPr/>
            </p:nvSpPr>
            <p:spPr bwMode="auto">
              <a:xfrm>
                <a:off x="2368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4" name="Freeform 4264"/>
              <p:cNvSpPr>
                <a:spLocks/>
              </p:cNvSpPr>
              <p:nvPr/>
            </p:nvSpPr>
            <p:spPr bwMode="auto">
              <a:xfrm>
                <a:off x="2315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5" name="Freeform 4265"/>
              <p:cNvSpPr>
                <a:spLocks/>
              </p:cNvSpPr>
              <p:nvPr/>
            </p:nvSpPr>
            <p:spPr bwMode="auto">
              <a:xfrm>
                <a:off x="2189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6" name="Freeform 4266"/>
              <p:cNvSpPr>
                <a:spLocks/>
              </p:cNvSpPr>
              <p:nvPr/>
            </p:nvSpPr>
            <p:spPr bwMode="auto">
              <a:xfrm>
                <a:off x="2273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7" name="Freeform 4267"/>
              <p:cNvSpPr>
                <a:spLocks/>
              </p:cNvSpPr>
              <p:nvPr/>
            </p:nvSpPr>
            <p:spPr bwMode="auto">
              <a:xfrm>
                <a:off x="2356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8" name="Freeform 4268"/>
              <p:cNvSpPr>
                <a:spLocks/>
              </p:cNvSpPr>
              <p:nvPr/>
            </p:nvSpPr>
            <p:spPr bwMode="auto">
              <a:xfrm>
                <a:off x="2195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49" name="Freeform 4269"/>
              <p:cNvSpPr>
                <a:spLocks/>
              </p:cNvSpPr>
              <p:nvPr/>
            </p:nvSpPr>
            <p:spPr bwMode="auto">
              <a:xfrm>
                <a:off x="2512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0" name="Freeform 4270"/>
              <p:cNvSpPr>
                <a:spLocks/>
              </p:cNvSpPr>
              <p:nvPr/>
            </p:nvSpPr>
            <p:spPr bwMode="auto">
              <a:xfrm>
                <a:off x="2021" y="24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1" name="Freeform 4271"/>
              <p:cNvSpPr>
                <a:spLocks/>
              </p:cNvSpPr>
              <p:nvPr/>
            </p:nvSpPr>
            <p:spPr bwMode="auto">
              <a:xfrm>
                <a:off x="2237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2" name="Freeform 4272"/>
              <p:cNvSpPr>
                <a:spLocks/>
              </p:cNvSpPr>
              <p:nvPr/>
            </p:nvSpPr>
            <p:spPr bwMode="auto">
              <a:xfrm>
                <a:off x="2195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3" name="Freeform 4273"/>
              <p:cNvSpPr>
                <a:spLocks/>
              </p:cNvSpPr>
              <p:nvPr/>
            </p:nvSpPr>
            <p:spPr bwMode="auto">
              <a:xfrm>
                <a:off x="2279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4" name="Freeform 4274"/>
              <p:cNvSpPr>
                <a:spLocks/>
              </p:cNvSpPr>
              <p:nvPr/>
            </p:nvSpPr>
            <p:spPr bwMode="auto">
              <a:xfrm>
                <a:off x="2273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5" name="Freeform 4275"/>
              <p:cNvSpPr>
                <a:spLocks/>
              </p:cNvSpPr>
              <p:nvPr/>
            </p:nvSpPr>
            <p:spPr bwMode="auto">
              <a:xfrm>
                <a:off x="2506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6" name="Freeform 4276"/>
              <p:cNvSpPr>
                <a:spLocks/>
              </p:cNvSpPr>
              <p:nvPr/>
            </p:nvSpPr>
            <p:spPr bwMode="auto">
              <a:xfrm>
                <a:off x="2183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7" name="Freeform 4277"/>
              <p:cNvSpPr>
                <a:spLocks/>
              </p:cNvSpPr>
              <p:nvPr/>
            </p:nvSpPr>
            <p:spPr bwMode="auto">
              <a:xfrm>
                <a:off x="2261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8" name="Freeform 4278"/>
              <p:cNvSpPr>
                <a:spLocks/>
              </p:cNvSpPr>
              <p:nvPr/>
            </p:nvSpPr>
            <p:spPr bwMode="auto">
              <a:xfrm>
                <a:off x="2189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59" name="Freeform 4279"/>
              <p:cNvSpPr>
                <a:spLocks/>
              </p:cNvSpPr>
              <p:nvPr/>
            </p:nvSpPr>
            <p:spPr bwMode="auto">
              <a:xfrm>
                <a:off x="2219" y="23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0" name="Freeform 4280"/>
              <p:cNvSpPr>
                <a:spLocks/>
              </p:cNvSpPr>
              <p:nvPr/>
            </p:nvSpPr>
            <p:spPr bwMode="auto">
              <a:xfrm>
                <a:off x="2087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1" name="Freeform 4281"/>
              <p:cNvSpPr>
                <a:spLocks/>
              </p:cNvSpPr>
              <p:nvPr/>
            </p:nvSpPr>
            <p:spPr bwMode="auto">
              <a:xfrm>
                <a:off x="2225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2" name="Freeform 4282"/>
              <p:cNvSpPr>
                <a:spLocks/>
              </p:cNvSpPr>
              <p:nvPr/>
            </p:nvSpPr>
            <p:spPr bwMode="auto">
              <a:xfrm>
                <a:off x="2386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3" name="Freeform 4283"/>
              <p:cNvSpPr>
                <a:spLocks/>
              </p:cNvSpPr>
              <p:nvPr/>
            </p:nvSpPr>
            <p:spPr bwMode="auto">
              <a:xfrm>
                <a:off x="2057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4" name="Freeform 4284"/>
              <p:cNvSpPr>
                <a:spLocks/>
              </p:cNvSpPr>
              <p:nvPr/>
            </p:nvSpPr>
            <p:spPr bwMode="auto">
              <a:xfrm>
                <a:off x="2195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5" name="Freeform 4285"/>
              <p:cNvSpPr>
                <a:spLocks/>
              </p:cNvSpPr>
              <p:nvPr/>
            </p:nvSpPr>
            <p:spPr bwMode="auto">
              <a:xfrm>
                <a:off x="2416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6" name="Freeform 4286"/>
              <p:cNvSpPr>
                <a:spLocks/>
              </p:cNvSpPr>
              <p:nvPr/>
            </p:nvSpPr>
            <p:spPr bwMode="auto">
              <a:xfrm>
                <a:off x="2434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7" name="Freeform 4287"/>
              <p:cNvSpPr>
                <a:spLocks/>
              </p:cNvSpPr>
              <p:nvPr/>
            </p:nvSpPr>
            <p:spPr bwMode="auto">
              <a:xfrm>
                <a:off x="2416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8" name="Freeform 4288"/>
              <p:cNvSpPr>
                <a:spLocks/>
              </p:cNvSpPr>
              <p:nvPr/>
            </p:nvSpPr>
            <p:spPr bwMode="auto">
              <a:xfrm>
                <a:off x="2386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69" name="Freeform 4289"/>
              <p:cNvSpPr>
                <a:spLocks/>
              </p:cNvSpPr>
              <p:nvPr/>
            </p:nvSpPr>
            <p:spPr bwMode="auto">
              <a:xfrm>
                <a:off x="2560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0" name="Freeform 4290"/>
              <p:cNvSpPr>
                <a:spLocks/>
              </p:cNvSpPr>
              <p:nvPr/>
            </p:nvSpPr>
            <p:spPr bwMode="auto">
              <a:xfrm>
                <a:off x="2303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1" name="Freeform 4291"/>
              <p:cNvSpPr>
                <a:spLocks/>
              </p:cNvSpPr>
              <p:nvPr/>
            </p:nvSpPr>
            <p:spPr bwMode="auto">
              <a:xfrm>
                <a:off x="2195" y="17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2" name="Freeform 4292"/>
              <p:cNvSpPr>
                <a:spLocks/>
              </p:cNvSpPr>
              <p:nvPr/>
            </p:nvSpPr>
            <p:spPr bwMode="auto">
              <a:xfrm>
                <a:off x="2237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3" name="Freeform 4293"/>
              <p:cNvSpPr>
                <a:spLocks/>
              </p:cNvSpPr>
              <p:nvPr/>
            </p:nvSpPr>
            <p:spPr bwMode="auto">
              <a:xfrm>
                <a:off x="2141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4" name="Freeform 4294"/>
              <p:cNvSpPr>
                <a:spLocks/>
              </p:cNvSpPr>
              <p:nvPr/>
            </p:nvSpPr>
            <p:spPr bwMode="auto">
              <a:xfrm>
                <a:off x="2440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5" name="Freeform 4295"/>
              <p:cNvSpPr>
                <a:spLocks/>
              </p:cNvSpPr>
              <p:nvPr/>
            </p:nvSpPr>
            <p:spPr bwMode="auto">
              <a:xfrm>
                <a:off x="2123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6" name="Freeform 4296"/>
              <p:cNvSpPr>
                <a:spLocks/>
              </p:cNvSpPr>
              <p:nvPr/>
            </p:nvSpPr>
            <p:spPr bwMode="auto">
              <a:xfrm>
                <a:off x="2237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7" name="Freeform 4297"/>
              <p:cNvSpPr>
                <a:spLocks/>
              </p:cNvSpPr>
              <p:nvPr/>
            </p:nvSpPr>
            <p:spPr bwMode="auto">
              <a:xfrm>
                <a:off x="2159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8" name="Freeform 4298"/>
              <p:cNvSpPr>
                <a:spLocks/>
              </p:cNvSpPr>
              <p:nvPr/>
            </p:nvSpPr>
            <p:spPr bwMode="auto">
              <a:xfrm>
                <a:off x="2590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79" name="Freeform 4299"/>
              <p:cNvSpPr>
                <a:spLocks/>
              </p:cNvSpPr>
              <p:nvPr/>
            </p:nvSpPr>
            <p:spPr bwMode="auto">
              <a:xfrm>
                <a:off x="2231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0" name="Freeform 4300"/>
              <p:cNvSpPr>
                <a:spLocks/>
              </p:cNvSpPr>
              <p:nvPr/>
            </p:nvSpPr>
            <p:spPr bwMode="auto">
              <a:xfrm>
                <a:off x="2392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1" name="Freeform 4301"/>
              <p:cNvSpPr>
                <a:spLocks/>
              </p:cNvSpPr>
              <p:nvPr/>
            </p:nvSpPr>
            <p:spPr bwMode="auto">
              <a:xfrm>
                <a:off x="2231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2" name="Freeform 4302"/>
              <p:cNvSpPr>
                <a:spLocks/>
              </p:cNvSpPr>
              <p:nvPr/>
            </p:nvSpPr>
            <p:spPr bwMode="auto">
              <a:xfrm>
                <a:off x="2165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3" name="Freeform 4303"/>
              <p:cNvSpPr>
                <a:spLocks/>
              </p:cNvSpPr>
              <p:nvPr/>
            </p:nvSpPr>
            <p:spPr bwMode="auto">
              <a:xfrm>
                <a:off x="2165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4" name="Freeform 4304"/>
              <p:cNvSpPr>
                <a:spLocks/>
              </p:cNvSpPr>
              <p:nvPr/>
            </p:nvSpPr>
            <p:spPr bwMode="auto">
              <a:xfrm>
                <a:off x="2051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5" name="Freeform 4305"/>
              <p:cNvSpPr>
                <a:spLocks/>
              </p:cNvSpPr>
              <p:nvPr/>
            </p:nvSpPr>
            <p:spPr bwMode="auto">
              <a:xfrm>
                <a:off x="2309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6" name="Freeform 4306"/>
              <p:cNvSpPr>
                <a:spLocks/>
              </p:cNvSpPr>
              <p:nvPr/>
            </p:nvSpPr>
            <p:spPr bwMode="auto">
              <a:xfrm>
                <a:off x="2279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7" name="Freeform 4307"/>
              <p:cNvSpPr>
                <a:spLocks/>
              </p:cNvSpPr>
              <p:nvPr/>
            </p:nvSpPr>
            <p:spPr bwMode="auto">
              <a:xfrm>
                <a:off x="2189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8" name="Freeform 4308"/>
              <p:cNvSpPr>
                <a:spLocks/>
              </p:cNvSpPr>
              <p:nvPr/>
            </p:nvSpPr>
            <p:spPr bwMode="auto">
              <a:xfrm>
                <a:off x="2416" y="17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89" name="Freeform 4309"/>
              <p:cNvSpPr>
                <a:spLocks/>
              </p:cNvSpPr>
              <p:nvPr/>
            </p:nvSpPr>
            <p:spPr bwMode="auto">
              <a:xfrm>
                <a:off x="2344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0" name="Freeform 4310"/>
              <p:cNvSpPr>
                <a:spLocks/>
              </p:cNvSpPr>
              <p:nvPr/>
            </p:nvSpPr>
            <p:spPr bwMode="auto">
              <a:xfrm>
                <a:off x="2446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1" name="Freeform 4311"/>
              <p:cNvSpPr>
                <a:spLocks/>
              </p:cNvSpPr>
              <p:nvPr/>
            </p:nvSpPr>
            <p:spPr bwMode="auto">
              <a:xfrm>
                <a:off x="2339" y="1845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2" name="Freeform 4312"/>
              <p:cNvSpPr>
                <a:spLocks/>
              </p:cNvSpPr>
              <p:nvPr/>
            </p:nvSpPr>
            <p:spPr bwMode="auto">
              <a:xfrm>
                <a:off x="2392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3" name="Freeform 4313"/>
              <p:cNvSpPr>
                <a:spLocks/>
              </p:cNvSpPr>
              <p:nvPr/>
            </p:nvSpPr>
            <p:spPr bwMode="auto">
              <a:xfrm>
                <a:off x="2350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4" name="Freeform 4314"/>
              <p:cNvSpPr>
                <a:spLocks/>
              </p:cNvSpPr>
              <p:nvPr/>
            </p:nvSpPr>
            <p:spPr bwMode="auto">
              <a:xfrm>
                <a:off x="2147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5" name="Freeform 4315"/>
              <p:cNvSpPr>
                <a:spLocks/>
              </p:cNvSpPr>
              <p:nvPr/>
            </p:nvSpPr>
            <p:spPr bwMode="auto">
              <a:xfrm>
                <a:off x="2135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6" name="Freeform 4316"/>
              <p:cNvSpPr>
                <a:spLocks/>
              </p:cNvSpPr>
              <p:nvPr/>
            </p:nvSpPr>
            <p:spPr bwMode="auto">
              <a:xfrm>
                <a:off x="2285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7" name="Freeform 4317"/>
              <p:cNvSpPr>
                <a:spLocks/>
              </p:cNvSpPr>
              <p:nvPr/>
            </p:nvSpPr>
            <p:spPr bwMode="auto">
              <a:xfrm>
                <a:off x="2494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8" name="Freeform 4318"/>
              <p:cNvSpPr>
                <a:spLocks/>
              </p:cNvSpPr>
              <p:nvPr/>
            </p:nvSpPr>
            <p:spPr bwMode="auto">
              <a:xfrm>
                <a:off x="2063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99" name="Freeform 4319"/>
              <p:cNvSpPr>
                <a:spLocks/>
              </p:cNvSpPr>
              <p:nvPr/>
            </p:nvSpPr>
            <p:spPr bwMode="auto">
              <a:xfrm>
                <a:off x="2416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0" name="Freeform 4320"/>
              <p:cNvSpPr>
                <a:spLocks/>
              </p:cNvSpPr>
              <p:nvPr/>
            </p:nvSpPr>
            <p:spPr bwMode="auto">
              <a:xfrm>
                <a:off x="2249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1" name="Freeform 4321"/>
              <p:cNvSpPr>
                <a:spLocks/>
              </p:cNvSpPr>
              <p:nvPr/>
            </p:nvSpPr>
            <p:spPr bwMode="auto">
              <a:xfrm>
                <a:off x="2273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2" name="Freeform 4322"/>
              <p:cNvSpPr>
                <a:spLocks/>
              </p:cNvSpPr>
              <p:nvPr/>
            </p:nvSpPr>
            <p:spPr bwMode="auto">
              <a:xfrm>
                <a:off x="2404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3" name="Freeform 4323"/>
              <p:cNvSpPr>
                <a:spLocks/>
              </p:cNvSpPr>
              <p:nvPr/>
            </p:nvSpPr>
            <p:spPr bwMode="auto">
              <a:xfrm>
                <a:off x="2350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4" name="Freeform 4324"/>
              <p:cNvSpPr>
                <a:spLocks/>
              </p:cNvSpPr>
              <p:nvPr/>
            </p:nvSpPr>
            <p:spPr bwMode="auto">
              <a:xfrm>
                <a:off x="2291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5" name="Freeform 4325"/>
              <p:cNvSpPr>
                <a:spLocks/>
              </p:cNvSpPr>
              <p:nvPr/>
            </p:nvSpPr>
            <p:spPr bwMode="auto">
              <a:xfrm>
                <a:off x="2177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6" name="Freeform 4326"/>
              <p:cNvSpPr>
                <a:spLocks/>
              </p:cNvSpPr>
              <p:nvPr/>
            </p:nvSpPr>
            <p:spPr bwMode="auto">
              <a:xfrm>
                <a:off x="2512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7" name="Freeform 4327"/>
              <p:cNvSpPr>
                <a:spLocks/>
              </p:cNvSpPr>
              <p:nvPr/>
            </p:nvSpPr>
            <p:spPr bwMode="auto">
              <a:xfrm>
                <a:off x="2350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8" name="Freeform 4328"/>
              <p:cNvSpPr>
                <a:spLocks/>
              </p:cNvSpPr>
              <p:nvPr/>
            </p:nvSpPr>
            <p:spPr bwMode="auto">
              <a:xfrm>
                <a:off x="2746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09" name="Freeform 4329"/>
              <p:cNvSpPr>
                <a:spLocks/>
              </p:cNvSpPr>
              <p:nvPr/>
            </p:nvSpPr>
            <p:spPr bwMode="auto">
              <a:xfrm>
                <a:off x="2350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0" name="Freeform 4330"/>
              <p:cNvSpPr>
                <a:spLocks/>
              </p:cNvSpPr>
              <p:nvPr/>
            </p:nvSpPr>
            <p:spPr bwMode="auto">
              <a:xfrm>
                <a:off x="2339" y="1964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1" name="Freeform 4331"/>
              <p:cNvSpPr>
                <a:spLocks/>
              </p:cNvSpPr>
              <p:nvPr/>
            </p:nvSpPr>
            <p:spPr bwMode="auto">
              <a:xfrm>
                <a:off x="2219" y="18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2" name="Freeform 4332"/>
              <p:cNvSpPr>
                <a:spLocks/>
              </p:cNvSpPr>
              <p:nvPr/>
            </p:nvSpPr>
            <p:spPr bwMode="auto">
              <a:xfrm>
                <a:off x="2362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3" name="Freeform 4333"/>
              <p:cNvSpPr>
                <a:spLocks/>
              </p:cNvSpPr>
              <p:nvPr/>
            </p:nvSpPr>
            <p:spPr bwMode="auto">
              <a:xfrm>
                <a:off x="2225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4" name="Freeform 4334"/>
              <p:cNvSpPr>
                <a:spLocks/>
              </p:cNvSpPr>
              <p:nvPr/>
            </p:nvSpPr>
            <p:spPr bwMode="auto">
              <a:xfrm>
                <a:off x="2219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5" name="Freeform 4335"/>
              <p:cNvSpPr>
                <a:spLocks/>
              </p:cNvSpPr>
              <p:nvPr/>
            </p:nvSpPr>
            <p:spPr bwMode="auto">
              <a:xfrm>
                <a:off x="2362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6" name="Freeform 4336"/>
              <p:cNvSpPr>
                <a:spLocks/>
              </p:cNvSpPr>
              <p:nvPr/>
            </p:nvSpPr>
            <p:spPr bwMode="auto">
              <a:xfrm>
                <a:off x="2315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7" name="Freeform 4337"/>
              <p:cNvSpPr>
                <a:spLocks/>
              </p:cNvSpPr>
              <p:nvPr/>
            </p:nvSpPr>
            <p:spPr bwMode="auto">
              <a:xfrm>
                <a:off x="2207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8" name="Freeform 4338"/>
              <p:cNvSpPr>
                <a:spLocks/>
              </p:cNvSpPr>
              <p:nvPr/>
            </p:nvSpPr>
            <p:spPr bwMode="auto">
              <a:xfrm>
                <a:off x="2530" y="18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19" name="Freeform 4339"/>
              <p:cNvSpPr>
                <a:spLocks/>
              </p:cNvSpPr>
              <p:nvPr/>
            </p:nvSpPr>
            <p:spPr bwMode="auto">
              <a:xfrm>
                <a:off x="2321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0" name="Freeform 4340"/>
              <p:cNvSpPr>
                <a:spLocks/>
              </p:cNvSpPr>
              <p:nvPr/>
            </p:nvSpPr>
            <p:spPr bwMode="auto">
              <a:xfrm>
                <a:off x="2255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1" name="Freeform 4341"/>
              <p:cNvSpPr>
                <a:spLocks/>
              </p:cNvSpPr>
              <p:nvPr/>
            </p:nvSpPr>
            <p:spPr bwMode="auto">
              <a:xfrm>
                <a:off x="1877" y="22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2" name="Freeform 4342"/>
              <p:cNvSpPr>
                <a:spLocks/>
              </p:cNvSpPr>
              <p:nvPr/>
            </p:nvSpPr>
            <p:spPr bwMode="auto">
              <a:xfrm>
                <a:off x="2327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3" name="Freeform 4343"/>
              <p:cNvSpPr>
                <a:spLocks/>
              </p:cNvSpPr>
              <p:nvPr/>
            </p:nvSpPr>
            <p:spPr bwMode="auto">
              <a:xfrm>
                <a:off x="2344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4" name="Freeform 4344"/>
              <p:cNvSpPr>
                <a:spLocks/>
              </p:cNvSpPr>
              <p:nvPr/>
            </p:nvSpPr>
            <p:spPr bwMode="auto">
              <a:xfrm>
                <a:off x="2560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5" name="Freeform 4345"/>
              <p:cNvSpPr>
                <a:spLocks/>
              </p:cNvSpPr>
              <p:nvPr/>
            </p:nvSpPr>
            <p:spPr bwMode="auto">
              <a:xfrm>
                <a:off x="2039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6" name="Freeform 4346"/>
              <p:cNvSpPr>
                <a:spLocks/>
              </p:cNvSpPr>
              <p:nvPr/>
            </p:nvSpPr>
            <p:spPr bwMode="auto">
              <a:xfrm>
                <a:off x="2243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7" name="Freeform 4347"/>
              <p:cNvSpPr>
                <a:spLocks/>
              </p:cNvSpPr>
              <p:nvPr/>
            </p:nvSpPr>
            <p:spPr bwMode="auto">
              <a:xfrm>
                <a:off x="2273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8" name="Freeform 4348"/>
              <p:cNvSpPr>
                <a:spLocks/>
              </p:cNvSpPr>
              <p:nvPr/>
            </p:nvSpPr>
            <p:spPr bwMode="auto">
              <a:xfrm>
                <a:off x="2494" y="177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29" name="Freeform 4349"/>
              <p:cNvSpPr>
                <a:spLocks/>
              </p:cNvSpPr>
              <p:nvPr/>
            </p:nvSpPr>
            <p:spPr bwMode="auto">
              <a:xfrm>
                <a:off x="2362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0" name="Freeform 4350"/>
              <p:cNvSpPr>
                <a:spLocks/>
              </p:cNvSpPr>
              <p:nvPr/>
            </p:nvSpPr>
            <p:spPr bwMode="auto">
              <a:xfrm>
                <a:off x="2362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1" name="Freeform 4351"/>
              <p:cNvSpPr>
                <a:spLocks/>
              </p:cNvSpPr>
              <p:nvPr/>
            </p:nvSpPr>
            <p:spPr bwMode="auto">
              <a:xfrm>
                <a:off x="2075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2" name="Freeform 4352"/>
              <p:cNvSpPr>
                <a:spLocks/>
              </p:cNvSpPr>
              <p:nvPr/>
            </p:nvSpPr>
            <p:spPr bwMode="auto">
              <a:xfrm>
                <a:off x="2458" y="18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3" name="Freeform 4353"/>
              <p:cNvSpPr>
                <a:spLocks/>
              </p:cNvSpPr>
              <p:nvPr/>
            </p:nvSpPr>
            <p:spPr bwMode="auto">
              <a:xfrm>
                <a:off x="2321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4" name="Freeform 4354"/>
              <p:cNvSpPr>
                <a:spLocks/>
              </p:cNvSpPr>
              <p:nvPr/>
            </p:nvSpPr>
            <p:spPr bwMode="auto">
              <a:xfrm>
                <a:off x="2327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5" name="Freeform 4355"/>
              <p:cNvSpPr>
                <a:spLocks/>
              </p:cNvSpPr>
              <p:nvPr/>
            </p:nvSpPr>
            <p:spPr bwMode="auto">
              <a:xfrm>
                <a:off x="2333" y="207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6" name="Freeform 4356"/>
              <p:cNvSpPr>
                <a:spLocks/>
              </p:cNvSpPr>
              <p:nvPr/>
            </p:nvSpPr>
            <p:spPr bwMode="auto">
              <a:xfrm>
                <a:off x="2428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7" name="Freeform 4357"/>
              <p:cNvSpPr>
                <a:spLocks/>
              </p:cNvSpPr>
              <p:nvPr/>
            </p:nvSpPr>
            <p:spPr bwMode="auto">
              <a:xfrm>
                <a:off x="2327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8" name="Freeform 4358"/>
              <p:cNvSpPr>
                <a:spLocks/>
              </p:cNvSpPr>
              <p:nvPr/>
            </p:nvSpPr>
            <p:spPr bwMode="auto">
              <a:xfrm>
                <a:off x="2356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39" name="Freeform 4359"/>
              <p:cNvSpPr>
                <a:spLocks/>
              </p:cNvSpPr>
              <p:nvPr/>
            </p:nvSpPr>
            <p:spPr bwMode="auto">
              <a:xfrm>
                <a:off x="2309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0" name="Freeform 4360"/>
              <p:cNvSpPr>
                <a:spLocks/>
              </p:cNvSpPr>
              <p:nvPr/>
            </p:nvSpPr>
            <p:spPr bwMode="auto">
              <a:xfrm>
                <a:off x="1572" y="243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1" name="Freeform 4361"/>
              <p:cNvSpPr>
                <a:spLocks/>
              </p:cNvSpPr>
              <p:nvPr/>
            </p:nvSpPr>
            <p:spPr bwMode="auto">
              <a:xfrm>
                <a:off x="2021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2" name="Freeform 4362"/>
              <p:cNvSpPr>
                <a:spLocks/>
              </p:cNvSpPr>
              <p:nvPr/>
            </p:nvSpPr>
            <p:spPr bwMode="auto">
              <a:xfrm>
                <a:off x="2201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3" name="Freeform 4363"/>
              <p:cNvSpPr>
                <a:spLocks/>
              </p:cNvSpPr>
              <p:nvPr/>
            </p:nvSpPr>
            <p:spPr bwMode="auto">
              <a:xfrm>
                <a:off x="2386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4" name="Freeform 4364"/>
              <p:cNvSpPr>
                <a:spLocks/>
              </p:cNvSpPr>
              <p:nvPr/>
            </p:nvSpPr>
            <p:spPr bwMode="auto">
              <a:xfrm>
                <a:off x="2303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5" name="Freeform 4365"/>
              <p:cNvSpPr>
                <a:spLocks/>
              </p:cNvSpPr>
              <p:nvPr/>
            </p:nvSpPr>
            <p:spPr bwMode="auto">
              <a:xfrm>
                <a:off x="2207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6" name="Freeform 4366"/>
              <p:cNvSpPr>
                <a:spLocks/>
              </p:cNvSpPr>
              <p:nvPr/>
            </p:nvSpPr>
            <p:spPr bwMode="auto">
              <a:xfrm>
                <a:off x="2069" y="23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7" name="Freeform 4367"/>
              <p:cNvSpPr>
                <a:spLocks/>
              </p:cNvSpPr>
              <p:nvPr/>
            </p:nvSpPr>
            <p:spPr bwMode="auto">
              <a:xfrm>
                <a:off x="2410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8" name="Freeform 4368"/>
              <p:cNvSpPr>
                <a:spLocks/>
              </p:cNvSpPr>
              <p:nvPr/>
            </p:nvSpPr>
            <p:spPr bwMode="auto">
              <a:xfrm>
                <a:off x="2237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49" name="Freeform 4369"/>
              <p:cNvSpPr>
                <a:spLocks/>
              </p:cNvSpPr>
              <p:nvPr/>
            </p:nvSpPr>
            <p:spPr bwMode="auto">
              <a:xfrm>
                <a:off x="2249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50" name="Freeform 4370"/>
              <p:cNvSpPr>
                <a:spLocks/>
              </p:cNvSpPr>
              <p:nvPr/>
            </p:nvSpPr>
            <p:spPr bwMode="auto">
              <a:xfrm>
                <a:off x="2063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51" name="Freeform 4371"/>
              <p:cNvSpPr>
                <a:spLocks/>
              </p:cNvSpPr>
              <p:nvPr/>
            </p:nvSpPr>
            <p:spPr bwMode="auto">
              <a:xfrm>
                <a:off x="2249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52" name="Freeform 4372"/>
              <p:cNvSpPr>
                <a:spLocks/>
              </p:cNvSpPr>
              <p:nvPr/>
            </p:nvSpPr>
            <p:spPr bwMode="auto">
              <a:xfrm>
                <a:off x="2398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53" name="Freeform 4373"/>
              <p:cNvSpPr>
                <a:spLocks/>
              </p:cNvSpPr>
              <p:nvPr/>
            </p:nvSpPr>
            <p:spPr bwMode="auto">
              <a:xfrm>
                <a:off x="2231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54" name="Freeform 4374"/>
              <p:cNvSpPr>
                <a:spLocks/>
              </p:cNvSpPr>
              <p:nvPr/>
            </p:nvSpPr>
            <p:spPr bwMode="auto">
              <a:xfrm>
                <a:off x="2333" y="208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55" name="Freeform 4375"/>
              <p:cNvSpPr>
                <a:spLocks/>
              </p:cNvSpPr>
              <p:nvPr/>
            </p:nvSpPr>
            <p:spPr bwMode="auto">
              <a:xfrm>
                <a:off x="2386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56" name="Freeform 4376"/>
              <p:cNvSpPr>
                <a:spLocks/>
              </p:cNvSpPr>
              <p:nvPr/>
            </p:nvSpPr>
            <p:spPr bwMode="auto">
              <a:xfrm>
                <a:off x="2273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57" name="Freeform 4377"/>
              <p:cNvSpPr>
                <a:spLocks/>
              </p:cNvSpPr>
              <p:nvPr/>
            </p:nvSpPr>
            <p:spPr bwMode="auto">
              <a:xfrm>
                <a:off x="2422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58" name="Freeform 4378"/>
              <p:cNvSpPr>
                <a:spLocks/>
              </p:cNvSpPr>
              <p:nvPr/>
            </p:nvSpPr>
            <p:spPr bwMode="auto">
              <a:xfrm>
                <a:off x="2237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59" name="Freeform 4379"/>
              <p:cNvSpPr>
                <a:spLocks/>
              </p:cNvSpPr>
              <p:nvPr/>
            </p:nvSpPr>
            <p:spPr bwMode="auto">
              <a:xfrm>
                <a:off x="2416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0" name="Freeform 4380"/>
              <p:cNvSpPr>
                <a:spLocks/>
              </p:cNvSpPr>
              <p:nvPr/>
            </p:nvSpPr>
            <p:spPr bwMode="auto">
              <a:xfrm>
                <a:off x="2344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1" name="Freeform 4381"/>
              <p:cNvSpPr>
                <a:spLocks/>
              </p:cNvSpPr>
              <p:nvPr/>
            </p:nvSpPr>
            <p:spPr bwMode="auto">
              <a:xfrm>
                <a:off x="2273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2" name="Freeform 4382"/>
              <p:cNvSpPr>
                <a:spLocks/>
              </p:cNvSpPr>
              <p:nvPr/>
            </p:nvSpPr>
            <p:spPr bwMode="auto">
              <a:xfrm>
                <a:off x="2201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3" name="Freeform 4383"/>
              <p:cNvSpPr>
                <a:spLocks/>
              </p:cNvSpPr>
              <p:nvPr/>
            </p:nvSpPr>
            <p:spPr bwMode="auto">
              <a:xfrm>
                <a:off x="2165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4" name="Freeform 4384"/>
              <p:cNvSpPr>
                <a:spLocks/>
              </p:cNvSpPr>
              <p:nvPr/>
            </p:nvSpPr>
            <p:spPr bwMode="auto">
              <a:xfrm>
                <a:off x="2153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5" name="Freeform 4385"/>
              <p:cNvSpPr>
                <a:spLocks/>
              </p:cNvSpPr>
              <p:nvPr/>
            </p:nvSpPr>
            <p:spPr bwMode="auto">
              <a:xfrm>
                <a:off x="2303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6" name="Freeform 4386"/>
              <p:cNvSpPr>
                <a:spLocks/>
              </p:cNvSpPr>
              <p:nvPr/>
            </p:nvSpPr>
            <p:spPr bwMode="auto">
              <a:xfrm>
                <a:off x="2374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7" name="Freeform 4387"/>
              <p:cNvSpPr>
                <a:spLocks/>
              </p:cNvSpPr>
              <p:nvPr/>
            </p:nvSpPr>
            <p:spPr bwMode="auto">
              <a:xfrm>
                <a:off x="2225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8" name="Freeform 4388"/>
              <p:cNvSpPr>
                <a:spLocks/>
              </p:cNvSpPr>
              <p:nvPr/>
            </p:nvSpPr>
            <p:spPr bwMode="auto">
              <a:xfrm>
                <a:off x="2398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69" name="Freeform 4389"/>
              <p:cNvSpPr>
                <a:spLocks/>
              </p:cNvSpPr>
              <p:nvPr/>
            </p:nvSpPr>
            <p:spPr bwMode="auto">
              <a:xfrm>
                <a:off x="2267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0" name="Freeform 4390"/>
              <p:cNvSpPr>
                <a:spLocks/>
              </p:cNvSpPr>
              <p:nvPr/>
            </p:nvSpPr>
            <p:spPr bwMode="auto">
              <a:xfrm>
                <a:off x="2356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1" name="Freeform 4391"/>
              <p:cNvSpPr>
                <a:spLocks/>
              </p:cNvSpPr>
              <p:nvPr/>
            </p:nvSpPr>
            <p:spPr bwMode="auto">
              <a:xfrm>
                <a:off x="2303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2" name="Freeform 4392"/>
              <p:cNvSpPr>
                <a:spLocks/>
              </p:cNvSpPr>
              <p:nvPr/>
            </p:nvSpPr>
            <p:spPr bwMode="auto">
              <a:xfrm>
                <a:off x="2315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3" name="Freeform 4393"/>
              <p:cNvSpPr>
                <a:spLocks/>
              </p:cNvSpPr>
              <p:nvPr/>
            </p:nvSpPr>
            <p:spPr bwMode="auto">
              <a:xfrm>
                <a:off x="2279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4" name="Freeform 4394"/>
              <p:cNvSpPr>
                <a:spLocks/>
              </p:cNvSpPr>
              <p:nvPr/>
            </p:nvSpPr>
            <p:spPr bwMode="auto">
              <a:xfrm>
                <a:off x="2015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5" name="Freeform 4395"/>
              <p:cNvSpPr>
                <a:spLocks/>
              </p:cNvSpPr>
              <p:nvPr/>
            </p:nvSpPr>
            <p:spPr bwMode="auto">
              <a:xfrm>
                <a:off x="2488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6" name="Freeform 4396"/>
              <p:cNvSpPr>
                <a:spLocks/>
              </p:cNvSpPr>
              <p:nvPr/>
            </p:nvSpPr>
            <p:spPr bwMode="auto">
              <a:xfrm>
                <a:off x="2243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7" name="Freeform 4397"/>
              <p:cNvSpPr>
                <a:spLocks/>
              </p:cNvSpPr>
              <p:nvPr/>
            </p:nvSpPr>
            <p:spPr bwMode="auto">
              <a:xfrm>
                <a:off x="229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8" name="Freeform 4398"/>
              <p:cNvSpPr>
                <a:spLocks/>
              </p:cNvSpPr>
              <p:nvPr/>
            </p:nvSpPr>
            <p:spPr bwMode="auto">
              <a:xfrm>
                <a:off x="2225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79" name="Freeform 4399"/>
              <p:cNvSpPr>
                <a:spLocks/>
              </p:cNvSpPr>
              <p:nvPr/>
            </p:nvSpPr>
            <p:spPr bwMode="auto">
              <a:xfrm>
                <a:off x="2237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0" name="Freeform 4400"/>
              <p:cNvSpPr>
                <a:spLocks/>
              </p:cNvSpPr>
              <p:nvPr/>
            </p:nvSpPr>
            <p:spPr bwMode="auto">
              <a:xfrm>
                <a:off x="2201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1" name="Freeform 4401"/>
              <p:cNvSpPr>
                <a:spLocks/>
              </p:cNvSpPr>
              <p:nvPr/>
            </p:nvSpPr>
            <p:spPr bwMode="auto">
              <a:xfrm>
                <a:off x="2177" y="18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2" name="Freeform 4402"/>
              <p:cNvSpPr>
                <a:spLocks/>
              </p:cNvSpPr>
              <p:nvPr/>
            </p:nvSpPr>
            <p:spPr bwMode="auto">
              <a:xfrm>
                <a:off x="2327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3" name="Freeform 4403"/>
              <p:cNvSpPr>
                <a:spLocks/>
              </p:cNvSpPr>
              <p:nvPr/>
            </p:nvSpPr>
            <p:spPr bwMode="auto">
              <a:xfrm>
                <a:off x="2237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4" name="Freeform 4404"/>
              <p:cNvSpPr>
                <a:spLocks/>
              </p:cNvSpPr>
              <p:nvPr/>
            </p:nvSpPr>
            <p:spPr bwMode="auto">
              <a:xfrm>
                <a:off x="2333" y="2000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5" name="Freeform 4405"/>
              <p:cNvSpPr>
                <a:spLocks/>
              </p:cNvSpPr>
              <p:nvPr/>
            </p:nvSpPr>
            <p:spPr bwMode="auto">
              <a:xfrm>
                <a:off x="2434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6" name="Freeform 4406"/>
              <p:cNvSpPr>
                <a:spLocks/>
              </p:cNvSpPr>
              <p:nvPr/>
            </p:nvSpPr>
            <p:spPr bwMode="auto">
              <a:xfrm>
                <a:off x="2183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7" name="Freeform 4407"/>
              <p:cNvSpPr>
                <a:spLocks/>
              </p:cNvSpPr>
              <p:nvPr/>
            </p:nvSpPr>
            <p:spPr bwMode="auto">
              <a:xfrm>
                <a:off x="2159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8" name="Freeform 4408"/>
              <p:cNvSpPr>
                <a:spLocks/>
              </p:cNvSpPr>
              <p:nvPr/>
            </p:nvSpPr>
            <p:spPr bwMode="auto">
              <a:xfrm>
                <a:off x="2344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89" name="Freeform 4409"/>
              <p:cNvSpPr>
                <a:spLocks/>
              </p:cNvSpPr>
              <p:nvPr/>
            </p:nvSpPr>
            <p:spPr bwMode="auto">
              <a:xfrm>
                <a:off x="2285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0" name="Freeform 4410"/>
              <p:cNvSpPr>
                <a:spLocks/>
              </p:cNvSpPr>
              <p:nvPr/>
            </p:nvSpPr>
            <p:spPr bwMode="auto">
              <a:xfrm>
                <a:off x="2315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1" name="Freeform 4411"/>
              <p:cNvSpPr>
                <a:spLocks/>
              </p:cNvSpPr>
              <p:nvPr/>
            </p:nvSpPr>
            <p:spPr bwMode="auto">
              <a:xfrm>
                <a:off x="2380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2" name="Freeform 4412"/>
              <p:cNvSpPr>
                <a:spLocks/>
              </p:cNvSpPr>
              <p:nvPr/>
            </p:nvSpPr>
            <p:spPr bwMode="auto">
              <a:xfrm>
                <a:off x="2344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3" name="Freeform 4413"/>
              <p:cNvSpPr>
                <a:spLocks/>
              </p:cNvSpPr>
              <p:nvPr/>
            </p:nvSpPr>
            <p:spPr bwMode="auto">
              <a:xfrm>
                <a:off x="2291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4" name="Freeform 4414"/>
              <p:cNvSpPr>
                <a:spLocks/>
              </p:cNvSpPr>
              <p:nvPr/>
            </p:nvSpPr>
            <p:spPr bwMode="auto">
              <a:xfrm>
                <a:off x="2458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5" name="Freeform 4415"/>
              <p:cNvSpPr>
                <a:spLocks/>
              </p:cNvSpPr>
              <p:nvPr/>
            </p:nvSpPr>
            <p:spPr bwMode="auto">
              <a:xfrm>
                <a:off x="2350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6" name="Freeform 4416"/>
              <p:cNvSpPr>
                <a:spLocks/>
              </p:cNvSpPr>
              <p:nvPr/>
            </p:nvSpPr>
            <p:spPr bwMode="auto">
              <a:xfrm>
                <a:off x="2392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7" name="Freeform 4417"/>
              <p:cNvSpPr>
                <a:spLocks/>
              </p:cNvSpPr>
              <p:nvPr/>
            </p:nvSpPr>
            <p:spPr bwMode="auto">
              <a:xfrm>
                <a:off x="2237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8" name="Freeform 4418"/>
              <p:cNvSpPr>
                <a:spLocks/>
              </p:cNvSpPr>
              <p:nvPr/>
            </p:nvSpPr>
            <p:spPr bwMode="auto">
              <a:xfrm>
                <a:off x="2339" y="200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199" name="Freeform 4419"/>
              <p:cNvSpPr>
                <a:spLocks/>
              </p:cNvSpPr>
              <p:nvPr/>
            </p:nvSpPr>
            <p:spPr bwMode="auto">
              <a:xfrm>
                <a:off x="2285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00" name="Freeform 4420"/>
              <p:cNvSpPr>
                <a:spLocks/>
              </p:cNvSpPr>
              <p:nvPr/>
            </p:nvSpPr>
            <p:spPr bwMode="auto">
              <a:xfrm>
                <a:off x="2225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01" name="Freeform 4421"/>
              <p:cNvSpPr>
                <a:spLocks/>
              </p:cNvSpPr>
              <p:nvPr/>
            </p:nvSpPr>
            <p:spPr bwMode="auto">
              <a:xfrm>
                <a:off x="2021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02" name="Freeform 4422"/>
              <p:cNvSpPr>
                <a:spLocks/>
              </p:cNvSpPr>
              <p:nvPr/>
            </p:nvSpPr>
            <p:spPr bwMode="auto">
              <a:xfrm>
                <a:off x="2428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03" name="Freeform 4423"/>
              <p:cNvSpPr>
                <a:spLocks/>
              </p:cNvSpPr>
              <p:nvPr/>
            </p:nvSpPr>
            <p:spPr bwMode="auto">
              <a:xfrm>
                <a:off x="235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04" name="Freeform 4424"/>
              <p:cNvSpPr>
                <a:spLocks/>
              </p:cNvSpPr>
              <p:nvPr/>
            </p:nvSpPr>
            <p:spPr bwMode="auto">
              <a:xfrm>
                <a:off x="2321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205" name="Freeform 4425"/>
              <p:cNvSpPr>
                <a:spLocks/>
              </p:cNvSpPr>
              <p:nvPr/>
            </p:nvSpPr>
            <p:spPr bwMode="auto">
              <a:xfrm>
                <a:off x="2237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26" name="Group 4627"/>
            <p:cNvGrpSpPr>
              <a:grpSpLocks/>
            </p:cNvGrpSpPr>
            <p:nvPr/>
          </p:nvGrpSpPr>
          <p:grpSpPr bwMode="auto">
            <a:xfrm>
              <a:off x="1590" y="1444"/>
              <a:ext cx="1575" cy="1346"/>
              <a:chOff x="1590" y="1444"/>
              <a:chExt cx="1575" cy="1346"/>
            </a:xfrm>
          </p:grpSpPr>
          <p:sp>
            <p:nvSpPr>
              <p:cNvPr id="58806" name="Freeform 4427"/>
              <p:cNvSpPr>
                <a:spLocks/>
              </p:cNvSpPr>
              <p:nvPr/>
            </p:nvSpPr>
            <p:spPr bwMode="auto">
              <a:xfrm>
                <a:off x="1991" y="179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07" name="Freeform 4428"/>
              <p:cNvSpPr>
                <a:spLocks/>
              </p:cNvSpPr>
              <p:nvPr/>
            </p:nvSpPr>
            <p:spPr bwMode="auto">
              <a:xfrm>
                <a:off x="2189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08" name="Freeform 4429"/>
              <p:cNvSpPr>
                <a:spLocks/>
              </p:cNvSpPr>
              <p:nvPr/>
            </p:nvSpPr>
            <p:spPr bwMode="auto">
              <a:xfrm>
                <a:off x="2362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09" name="Freeform 4430"/>
              <p:cNvSpPr>
                <a:spLocks/>
              </p:cNvSpPr>
              <p:nvPr/>
            </p:nvSpPr>
            <p:spPr bwMode="auto">
              <a:xfrm>
                <a:off x="2201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0" name="Freeform 4431"/>
              <p:cNvSpPr>
                <a:spLocks/>
              </p:cNvSpPr>
              <p:nvPr/>
            </p:nvSpPr>
            <p:spPr bwMode="auto">
              <a:xfrm>
                <a:off x="2249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1" name="Freeform 4432"/>
              <p:cNvSpPr>
                <a:spLocks/>
              </p:cNvSpPr>
              <p:nvPr/>
            </p:nvSpPr>
            <p:spPr bwMode="auto">
              <a:xfrm>
                <a:off x="2171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2" name="Freeform 4433"/>
              <p:cNvSpPr>
                <a:spLocks/>
              </p:cNvSpPr>
              <p:nvPr/>
            </p:nvSpPr>
            <p:spPr bwMode="auto">
              <a:xfrm>
                <a:off x="2243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3" name="Freeform 4434"/>
              <p:cNvSpPr>
                <a:spLocks/>
              </p:cNvSpPr>
              <p:nvPr/>
            </p:nvSpPr>
            <p:spPr bwMode="auto">
              <a:xfrm>
                <a:off x="2255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4" name="Freeform 4435"/>
              <p:cNvSpPr>
                <a:spLocks/>
              </p:cNvSpPr>
              <p:nvPr/>
            </p:nvSpPr>
            <p:spPr bwMode="auto">
              <a:xfrm>
                <a:off x="2111" y="23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5" name="Freeform 4436"/>
              <p:cNvSpPr>
                <a:spLocks/>
              </p:cNvSpPr>
              <p:nvPr/>
            </p:nvSpPr>
            <p:spPr bwMode="auto">
              <a:xfrm>
                <a:off x="2111" y="2282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6" name="Freeform 4437"/>
              <p:cNvSpPr>
                <a:spLocks/>
              </p:cNvSpPr>
              <p:nvPr/>
            </p:nvSpPr>
            <p:spPr bwMode="auto">
              <a:xfrm>
                <a:off x="2339" y="2389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7" name="Freeform 4438"/>
              <p:cNvSpPr>
                <a:spLocks/>
              </p:cNvSpPr>
              <p:nvPr/>
            </p:nvSpPr>
            <p:spPr bwMode="auto">
              <a:xfrm>
                <a:off x="2410" y="18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8" name="Freeform 4439"/>
              <p:cNvSpPr>
                <a:spLocks/>
              </p:cNvSpPr>
              <p:nvPr/>
            </p:nvSpPr>
            <p:spPr bwMode="auto">
              <a:xfrm>
                <a:off x="2201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19" name="Freeform 4440"/>
              <p:cNvSpPr>
                <a:spLocks/>
              </p:cNvSpPr>
              <p:nvPr/>
            </p:nvSpPr>
            <p:spPr bwMode="auto">
              <a:xfrm>
                <a:off x="2129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0" name="Freeform 4441"/>
              <p:cNvSpPr>
                <a:spLocks/>
              </p:cNvSpPr>
              <p:nvPr/>
            </p:nvSpPr>
            <p:spPr bwMode="auto">
              <a:xfrm>
                <a:off x="2297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1" name="Freeform 4442"/>
              <p:cNvSpPr>
                <a:spLocks/>
              </p:cNvSpPr>
              <p:nvPr/>
            </p:nvSpPr>
            <p:spPr bwMode="auto">
              <a:xfrm>
                <a:off x="2434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2" name="Freeform 4443"/>
              <p:cNvSpPr>
                <a:spLocks/>
              </p:cNvSpPr>
              <p:nvPr/>
            </p:nvSpPr>
            <p:spPr bwMode="auto">
              <a:xfrm>
                <a:off x="2219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3" name="Freeform 4444"/>
              <p:cNvSpPr>
                <a:spLocks/>
              </p:cNvSpPr>
              <p:nvPr/>
            </p:nvSpPr>
            <p:spPr bwMode="auto">
              <a:xfrm>
                <a:off x="2297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4" name="Freeform 4445"/>
              <p:cNvSpPr>
                <a:spLocks/>
              </p:cNvSpPr>
              <p:nvPr/>
            </p:nvSpPr>
            <p:spPr bwMode="auto">
              <a:xfrm>
                <a:off x="2350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5" name="Freeform 4446"/>
              <p:cNvSpPr>
                <a:spLocks/>
              </p:cNvSpPr>
              <p:nvPr/>
            </p:nvSpPr>
            <p:spPr bwMode="auto">
              <a:xfrm>
                <a:off x="2297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6" name="Freeform 4447"/>
              <p:cNvSpPr>
                <a:spLocks/>
              </p:cNvSpPr>
              <p:nvPr/>
            </p:nvSpPr>
            <p:spPr bwMode="auto">
              <a:xfrm>
                <a:off x="2536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7" name="Freeform 4448"/>
              <p:cNvSpPr>
                <a:spLocks/>
              </p:cNvSpPr>
              <p:nvPr/>
            </p:nvSpPr>
            <p:spPr bwMode="auto">
              <a:xfrm>
                <a:off x="2213" y="231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8" name="Freeform 4449"/>
              <p:cNvSpPr>
                <a:spLocks/>
              </p:cNvSpPr>
              <p:nvPr/>
            </p:nvSpPr>
            <p:spPr bwMode="auto">
              <a:xfrm>
                <a:off x="2602" y="15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29" name="Freeform 4450"/>
              <p:cNvSpPr>
                <a:spLocks/>
              </p:cNvSpPr>
              <p:nvPr/>
            </p:nvSpPr>
            <p:spPr bwMode="auto">
              <a:xfrm>
                <a:off x="2416" y="18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0" name="Freeform 4451"/>
              <p:cNvSpPr>
                <a:spLocks/>
              </p:cNvSpPr>
              <p:nvPr/>
            </p:nvSpPr>
            <p:spPr bwMode="auto">
              <a:xfrm>
                <a:off x="2315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1" name="Freeform 4452"/>
              <p:cNvSpPr>
                <a:spLocks/>
              </p:cNvSpPr>
              <p:nvPr/>
            </p:nvSpPr>
            <p:spPr bwMode="auto">
              <a:xfrm>
                <a:off x="2183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2" name="Freeform 4453"/>
              <p:cNvSpPr>
                <a:spLocks/>
              </p:cNvSpPr>
              <p:nvPr/>
            </p:nvSpPr>
            <p:spPr bwMode="auto">
              <a:xfrm>
                <a:off x="2129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3" name="Freeform 4454"/>
              <p:cNvSpPr>
                <a:spLocks/>
              </p:cNvSpPr>
              <p:nvPr/>
            </p:nvSpPr>
            <p:spPr bwMode="auto">
              <a:xfrm>
                <a:off x="2201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4" name="Freeform 4455"/>
              <p:cNvSpPr>
                <a:spLocks/>
              </p:cNvSpPr>
              <p:nvPr/>
            </p:nvSpPr>
            <p:spPr bwMode="auto">
              <a:xfrm>
                <a:off x="2219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5" name="Freeform 4456"/>
              <p:cNvSpPr>
                <a:spLocks/>
              </p:cNvSpPr>
              <p:nvPr/>
            </p:nvSpPr>
            <p:spPr bwMode="auto">
              <a:xfrm>
                <a:off x="2309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6" name="Freeform 4457"/>
              <p:cNvSpPr>
                <a:spLocks/>
              </p:cNvSpPr>
              <p:nvPr/>
            </p:nvSpPr>
            <p:spPr bwMode="auto">
              <a:xfrm>
                <a:off x="2027" y="22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7" name="Freeform 4458"/>
              <p:cNvSpPr>
                <a:spLocks/>
              </p:cNvSpPr>
              <p:nvPr/>
            </p:nvSpPr>
            <p:spPr bwMode="auto">
              <a:xfrm>
                <a:off x="2315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8" name="Freeform 4459"/>
              <p:cNvSpPr>
                <a:spLocks/>
              </p:cNvSpPr>
              <p:nvPr/>
            </p:nvSpPr>
            <p:spPr bwMode="auto">
              <a:xfrm>
                <a:off x="1590" y="2282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39" name="Freeform 4460"/>
              <p:cNvSpPr>
                <a:spLocks/>
              </p:cNvSpPr>
              <p:nvPr/>
            </p:nvSpPr>
            <p:spPr bwMode="auto">
              <a:xfrm>
                <a:off x="2249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0" name="Freeform 4461"/>
              <p:cNvSpPr>
                <a:spLocks/>
              </p:cNvSpPr>
              <p:nvPr/>
            </p:nvSpPr>
            <p:spPr bwMode="auto">
              <a:xfrm>
                <a:off x="2273" y="22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1" name="Freeform 4462"/>
              <p:cNvSpPr>
                <a:spLocks/>
              </p:cNvSpPr>
              <p:nvPr/>
            </p:nvSpPr>
            <p:spPr bwMode="auto">
              <a:xfrm>
                <a:off x="2470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2" name="Freeform 4463"/>
              <p:cNvSpPr>
                <a:spLocks/>
              </p:cNvSpPr>
              <p:nvPr/>
            </p:nvSpPr>
            <p:spPr bwMode="auto">
              <a:xfrm>
                <a:off x="2291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3" name="Freeform 4464"/>
              <p:cNvSpPr>
                <a:spLocks/>
              </p:cNvSpPr>
              <p:nvPr/>
            </p:nvSpPr>
            <p:spPr bwMode="auto">
              <a:xfrm>
                <a:off x="219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4" name="Freeform 4465"/>
              <p:cNvSpPr>
                <a:spLocks/>
              </p:cNvSpPr>
              <p:nvPr/>
            </p:nvSpPr>
            <p:spPr bwMode="auto">
              <a:xfrm>
                <a:off x="2494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5" name="Freeform 4466"/>
              <p:cNvSpPr>
                <a:spLocks/>
              </p:cNvSpPr>
              <p:nvPr/>
            </p:nvSpPr>
            <p:spPr bwMode="auto">
              <a:xfrm>
                <a:off x="2279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6" name="Freeform 4467"/>
              <p:cNvSpPr>
                <a:spLocks/>
              </p:cNvSpPr>
              <p:nvPr/>
            </p:nvSpPr>
            <p:spPr bwMode="auto">
              <a:xfrm>
                <a:off x="2261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7" name="Freeform 4468"/>
              <p:cNvSpPr>
                <a:spLocks/>
              </p:cNvSpPr>
              <p:nvPr/>
            </p:nvSpPr>
            <p:spPr bwMode="auto">
              <a:xfrm>
                <a:off x="2392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8" name="Freeform 4469"/>
              <p:cNvSpPr>
                <a:spLocks/>
              </p:cNvSpPr>
              <p:nvPr/>
            </p:nvSpPr>
            <p:spPr bwMode="auto">
              <a:xfrm>
                <a:off x="2273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49" name="Freeform 4470"/>
              <p:cNvSpPr>
                <a:spLocks/>
              </p:cNvSpPr>
              <p:nvPr/>
            </p:nvSpPr>
            <p:spPr bwMode="auto">
              <a:xfrm>
                <a:off x="2339" y="2084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0" name="Freeform 4471"/>
              <p:cNvSpPr>
                <a:spLocks/>
              </p:cNvSpPr>
              <p:nvPr/>
            </p:nvSpPr>
            <p:spPr bwMode="auto">
              <a:xfrm>
                <a:off x="2123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1" name="Freeform 4472"/>
              <p:cNvSpPr>
                <a:spLocks/>
              </p:cNvSpPr>
              <p:nvPr/>
            </p:nvSpPr>
            <p:spPr bwMode="auto">
              <a:xfrm>
                <a:off x="2488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2" name="Freeform 4473"/>
              <p:cNvSpPr>
                <a:spLocks/>
              </p:cNvSpPr>
              <p:nvPr/>
            </p:nvSpPr>
            <p:spPr bwMode="auto">
              <a:xfrm>
                <a:off x="2207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3" name="Freeform 4474"/>
              <p:cNvSpPr>
                <a:spLocks/>
              </p:cNvSpPr>
              <p:nvPr/>
            </p:nvSpPr>
            <p:spPr bwMode="auto">
              <a:xfrm>
                <a:off x="2344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4" name="Freeform 4475"/>
              <p:cNvSpPr>
                <a:spLocks/>
              </p:cNvSpPr>
              <p:nvPr/>
            </p:nvSpPr>
            <p:spPr bwMode="auto">
              <a:xfrm>
                <a:off x="2410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5" name="Freeform 4476"/>
              <p:cNvSpPr>
                <a:spLocks/>
              </p:cNvSpPr>
              <p:nvPr/>
            </p:nvSpPr>
            <p:spPr bwMode="auto">
              <a:xfrm>
                <a:off x="2219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6" name="Freeform 4477"/>
              <p:cNvSpPr>
                <a:spLocks/>
              </p:cNvSpPr>
              <p:nvPr/>
            </p:nvSpPr>
            <p:spPr bwMode="auto">
              <a:xfrm>
                <a:off x="2015" y="23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7" name="Freeform 4478"/>
              <p:cNvSpPr>
                <a:spLocks/>
              </p:cNvSpPr>
              <p:nvPr/>
            </p:nvSpPr>
            <p:spPr bwMode="auto">
              <a:xfrm>
                <a:off x="2446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8" name="Freeform 4479"/>
              <p:cNvSpPr>
                <a:spLocks/>
              </p:cNvSpPr>
              <p:nvPr/>
            </p:nvSpPr>
            <p:spPr bwMode="auto">
              <a:xfrm>
                <a:off x="2213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59" name="Freeform 4480"/>
              <p:cNvSpPr>
                <a:spLocks/>
              </p:cNvSpPr>
              <p:nvPr/>
            </p:nvSpPr>
            <p:spPr bwMode="auto">
              <a:xfrm>
                <a:off x="2566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0" name="Freeform 4481"/>
              <p:cNvSpPr>
                <a:spLocks/>
              </p:cNvSpPr>
              <p:nvPr/>
            </p:nvSpPr>
            <p:spPr bwMode="auto">
              <a:xfrm>
                <a:off x="2386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1" name="Freeform 4482"/>
              <p:cNvSpPr>
                <a:spLocks/>
              </p:cNvSpPr>
              <p:nvPr/>
            </p:nvSpPr>
            <p:spPr bwMode="auto">
              <a:xfrm>
                <a:off x="2063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2" name="Freeform 4483"/>
              <p:cNvSpPr>
                <a:spLocks/>
              </p:cNvSpPr>
              <p:nvPr/>
            </p:nvSpPr>
            <p:spPr bwMode="auto">
              <a:xfrm>
                <a:off x="2315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3" name="Freeform 4484"/>
              <p:cNvSpPr>
                <a:spLocks/>
              </p:cNvSpPr>
              <p:nvPr/>
            </p:nvSpPr>
            <p:spPr bwMode="auto">
              <a:xfrm>
                <a:off x="2566" y="2282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4" name="Freeform 4485"/>
              <p:cNvSpPr>
                <a:spLocks/>
              </p:cNvSpPr>
              <p:nvPr/>
            </p:nvSpPr>
            <p:spPr bwMode="auto">
              <a:xfrm>
                <a:off x="2237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5" name="Freeform 4486"/>
              <p:cNvSpPr>
                <a:spLocks/>
              </p:cNvSpPr>
              <p:nvPr/>
            </p:nvSpPr>
            <p:spPr bwMode="auto">
              <a:xfrm>
                <a:off x="2183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6" name="Freeform 4487"/>
              <p:cNvSpPr>
                <a:spLocks/>
              </p:cNvSpPr>
              <p:nvPr/>
            </p:nvSpPr>
            <p:spPr bwMode="auto">
              <a:xfrm>
                <a:off x="2386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7" name="Freeform 4488"/>
              <p:cNvSpPr>
                <a:spLocks/>
              </p:cNvSpPr>
              <p:nvPr/>
            </p:nvSpPr>
            <p:spPr bwMode="auto">
              <a:xfrm>
                <a:off x="2297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8" name="Freeform 4489"/>
              <p:cNvSpPr>
                <a:spLocks/>
              </p:cNvSpPr>
              <p:nvPr/>
            </p:nvSpPr>
            <p:spPr bwMode="auto">
              <a:xfrm>
                <a:off x="2111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69" name="Freeform 4490"/>
              <p:cNvSpPr>
                <a:spLocks/>
              </p:cNvSpPr>
              <p:nvPr/>
            </p:nvSpPr>
            <p:spPr bwMode="auto">
              <a:xfrm>
                <a:off x="2518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0" name="Freeform 4491"/>
              <p:cNvSpPr>
                <a:spLocks/>
              </p:cNvSpPr>
              <p:nvPr/>
            </p:nvSpPr>
            <p:spPr bwMode="auto">
              <a:xfrm>
                <a:off x="220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1" name="Freeform 4492"/>
              <p:cNvSpPr>
                <a:spLocks/>
              </p:cNvSpPr>
              <p:nvPr/>
            </p:nvSpPr>
            <p:spPr bwMode="auto">
              <a:xfrm>
                <a:off x="2207" y="179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2" name="Freeform 4493"/>
              <p:cNvSpPr>
                <a:spLocks/>
              </p:cNvSpPr>
              <p:nvPr/>
            </p:nvSpPr>
            <p:spPr bwMode="auto">
              <a:xfrm>
                <a:off x="2183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3" name="Freeform 4494"/>
              <p:cNvSpPr>
                <a:spLocks/>
              </p:cNvSpPr>
              <p:nvPr/>
            </p:nvSpPr>
            <p:spPr bwMode="auto">
              <a:xfrm>
                <a:off x="2350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4" name="Freeform 4495"/>
              <p:cNvSpPr>
                <a:spLocks/>
              </p:cNvSpPr>
              <p:nvPr/>
            </p:nvSpPr>
            <p:spPr bwMode="auto">
              <a:xfrm>
                <a:off x="2321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5" name="Freeform 4496"/>
              <p:cNvSpPr>
                <a:spLocks/>
              </p:cNvSpPr>
              <p:nvPr/>
            </p:nvSpPr>
            <p:spPr bwMode="auto">
              <a:xfrm>
                <a:off x="2147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6" name="Freeform 4497"/>
              <p:cNvSpPr>
                <a:spLocks/>
              </p:cNvSpPr>
              <p:nvPr/>
            </p:nvSpPr>
            <p:spPr bwMode="auto">
              <a:xfrm>
                <a:off x="2321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7" name="Freeform 4498"/>
              <p:cNvSpPr>
                <a:spLocks/>
              </p:cNvSpPr>
              <p:nvPr/>
            </p:nvSpPr>
            <p:spPr bwMode="auto">
              <a:xfrm>
                <a:off x="2285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8" name="Freeform 4499"/>
              <p:cNvSpPr>
                <a:spLocks/>
              </p:cNvSpPr>
              <p:nvPr/>
            </p:nvSpPr>
            <p:spPr bwMode="auto">
              <a:xfrm>
                <a:off x="2261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79" name="Freeform 4500"/>
              <p:cNvSpPr>
                <a:spLocks/>
              </p:cNvSpPr>
              <p:nvPr/>
            </p:nvSpPr>
            <p:spPr bwMode="auto">
              <a:xfrm>
                <a:off x="2243" y="18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0" name="Freeform 4501"/>
              <p:cNvSpPr>
                <a:spLocks/>
              </p:cNvSpPr>
              <p:nvPr/>
            </p:nvSpPr>
            <p:spPr bwMode="auto">
              <a:xfrm>
                <a:off x="2470" y="239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1" name="Freeform 4502"/>
              <p:cNvSpPr>
                <a:spLocks/>
              </p:cNvSpPr>
              <p:nvPr/>
            </p:nvSpPr>
            <p:spPr bwMode="auto">
              <a:xfrm>
                <a:off x="2273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2" name="Freeform 4503"/>
              <p:cNvSpPr>
                <a:spLocks/>
              </p:cNvSpPr>
              <p:nvPr/>
            </p:nvSpPr>
            <p:spPr bwMode="auto">
              <a:xfrm>
                <a:off x="2255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3" name="Freeform 4504"/>
              <p:cNvSpPr>
                <a:spLocks/>
              </p:cNvSpPr>
              <p:nvPr/>
            </p:nvSpPr>
            <p:spPr bwMode="auto">
              <a:xfrm>
                <a:off x="3153" y="16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4" name="Freeform 4505"/>
              <p:cNvSpPr>
                <a:spLocks/>
              </p:cNvSpPr>
              <p:nvPr/>
            </p:nvSpPr>
            <p:spPr bwMode="auto">
              <a:xfrm>
                <a:off x="2333" y="201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5" name="Freeform 4506"/>
              <p:cNvSpPr>
                <a:spLocks/>
              </p:cNvSpPr>
              <p:nvPr/>
            </p:nvSpPr>
            <p:spPr bwMode="auto">
              <a:xfrm>
                <a:off x="2261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6" name="Freeform 4507"/>
              <p:cNvSpPr>
                <a:spLocks/>
              </p:cNvSpPr>
              <p:nvPr/>
            </p:nvSpPr>
            <p:spPr bwMode="auto">
              <a:xfrm>
                <a:off x="2261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7" name="Freeform 4508"/>
              <p:cNvSpPr>
                <a:spLocks/>
              </p:cNvSpPr>
              <p:nvPr/>
            </p:nvSpPr>
            <p:spPr bwMode="auto">
              <a:xfrm>
                <a:off x="2500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8" name="Freeform 4509"/>
              <p:cNvSpPr>
                <a:spLocks/>
              </p:cNvSpPr>
              <p:nvPr/>
            </p:nvSpPr>
            <p:spPr bwMode="auto">
              <a:xfrm>
                <a:off x="2524" y="16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89" name="Freeform 4510"/>
              <p:cNvSpPr>
                <a:spLocks/>
              </p:cNvSpPr>
              <p:nvPr/>
            </p:nvSpPr>
            <p:spPr bwMode="auto">
              <a:xfrm>
                <a:off x="2249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0" name="Freeform 4511"/>
              <p:cNvSpPr>
                <a:spLocks/>
              </p:cNvSpPr>
              <p:nvPr/>
            </p:nvSpPr>
            <p:spPr bwMode="auto">
              <a:xfrm>
                <a:off x="2350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1" name="Freeform 4512"/>
              <p:cNvSpPr>
                <a:spLocks/>
              </p:cNvSpPr>
              <p:nvPr/>
            </p:nvSpPr>
            <p:spPr bwMode="auto">
              <a:xfrm>
                <a:off x="2315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2" name="Freeform 4513"/>
              <p:cNvSpPr>
                <a:spLocks/>
              </p:cNvSpPr>
              <p:nvPr/>
            </p:nvSpPr>
            <p:spPr bwMode="auto">
              <a:xfrm>
                <a:off x="2243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3" name="Freeform 4514"/>
              <p:cNvSpPr>
                <a:spLocks/>
              </p:cNvSpPr>
              <p:nvPr/>
            </p:nvSpPr>
            <p:spPr bwMode="auto">
              <a:xfrm>
                <a:off x="2219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4" name="Freeform 4515"/>
              <p:cNvSpPr>
                <a:spLocks/>
              </p:cNvSpPr>
              <p:nvPr/>
            </p:nvSpPr>
            <p:spPr bwMode="auto">
              <a:xfrm>
                <a:off x="2237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5" name="Freeform 4516"/>
              <p:cNvSpPr>
                <a:spLocks/>
              </p:cNvSpPr>
              <p:nvPr/>
            </p:nvSpPr>
            <p:spPr bwMode="auto">
              <a:xfrm>
                <a:off x="2303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6" name="Freeform 4517"/>
              <p:cNvSpPr>
                <a:spLocks/>
              </p:cNvSpPr>
              <p:nvPr/>
            </p:nvSpPr>
            <p:spPr bwMode="auto">
              <a:xfrm>
                <a:off x="2303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7" name="Freeform 4518"/>
              <p:cNvSpPr>
                <a:spLocks/>
              </p:cNvSpPr>
              <p:nvPr/>
            </p:nvSpPr>
            <p:spPr bwMode="auto">
              <a:xfrm>
                <a:off x="2261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8" name="Freeform 4519"/>
              <p:cNvSpPr>
                <a:spLocks/>
              </p:cNvSpPr>
              <p:nvPr/>
            </p:nvSpPr>
            <p:spPr bwMode="auto">
              <a:xfrm>
                <a:off x="2434" y="17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99" name="Freeform 4520"/>
              <p:cNvSpPr>
                <a:spLocks/>
              </p:cNvSpPr>
              <p:nvPr/>
            </p:nvSpPr>
            <p:spPr bwMode="auto">
              <a:xfrm>
                <a:off x="2368" y="27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0" name="Freeform 4521"/>
              <p:cNvSpPr>
                <a:spLocks/>
              </p:cNvSpPr>
              <p:nvPr/>
            </p:nvSpPr>
            <p:spPr bwMode="auto">
              <a:xfrm>
                <a:off x="2434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1" name="Freeform 4522"/>
              <p:cNvSpPr>
                <a:spLocks/>
              </p:cNvSpPr>
              <p:nvPr/>
            </p:nvSpPr>
            <p:spPr bwMode="auto">
              <a:xfrm>
                <a:off x="2279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2" name="Freeform 4523"/>
              <p:cNvSpPr>
                <a:spLocks/>
              </p:cNvSpPr>
              <p:nvPr/>
            </p:nvSpPr>
            <p:spPr bwMode="auto">
              <a:xfrm>
                <a:off x="2315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3" name="Freeform 4524"/>
              <p:cNvSpPr>
                <a:spLocks/>
              </p:cNvSpPr>
              <p:nvPr/>
            </p:nvSpPr>
            <p:spPr bwMode="auto">
              <a:xfrm>
                <a:off x="2237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4" name="Freeform 4525"/>
              <p:cNvSpPr>
                <a:spLocks/>
              </p:cNvSpPr>
              <p:nvPr/>
            </p:nvSpPr>
            <p:spPr bwMode="auto">
              <a:xfrm>
                <a:off x="2380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5" name="Freeform 4526"/>
              <p:cNvSpPr>
                <a:spLocks/>
              </p:cNvSpPr>
              <p:nvPr/>
            </p:nvSpPr>
            <p:spPr bwMode="auto">
              <a:xfrm>
                <a:off x="2494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6" name="Freeform 4527"/>
              <p:cNvSpPr>
                <a:spLocks/>
              </p:cNvSpPr>
              <p:nvPr/>
            </p:nvSpPr>
            <p:spPr bwMode="auto">
              <a:xfrm>
                <a:off x="2434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7" name="Freeform 4528"/>
              <p:cNvSpPr>
                <a:spLocks/>
              </p:cNvSpPr>
              <p:nvPr/>
            </p:nvSpPr>
            <p:spPr bwMode="auto">
              <a:xfrm>
                <a:off x="2410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8" name="Freeform 4529"/>
              <p:cNvSpPr>
                <a:spLocks/>
              </p:cNvSpPr>
              <p:nvPr/>
            </p:nvSpPr>
            <p:spPr bwMode="auto">
              <a:xfrm>
                <a:off x="2255" y="22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09" name="Freeform 4530"/>
              <p:cNvSpPr>
                <a:spLocks/>
              </p:cNvSpPr>
              <p:nvPr/>
            </p:nvSpPr>
            <p:spPr bwMode="auto">
              <a:xfrm>
                <a:off x="2249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0" name="Freeform 4531"/>
              <p:cNvSpPr>
                <a:spLocks/>
              </p:cNvSpPr>
              <p:nvPr/>
            </p:nvSpPr>
            <p:spPr bwMode="auto">
              <a:xfrm>
                <a:off x="2488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1" name="Freeform 4532"/>
              <p:cNvSpPr>
                <a:spLocks/>
              </p:cNvSpPr>
              <p:nvPr/>
            </p:nvSpPr>
            <p:spPr bwMode="auto">
              <a:xfrm>
                <a:off x="2410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2" name="Freeform 4533"/>
              <p:cNvSpPr>
                <a:spLocks/>
              </p:cNvSpPr>
              <p:nvPr/>
            </p:nvSpPr>
            <p:spPr bwMode="auto">
              <a:xfrm>
                <a:off x="2303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3" name="Freeform 4534"/>
              <p:cNvSpPr>
                <a:spLocks/>
              </p:cNvSpPr>
              <p:nvPr/>
            </p:nvSpPr>
            <p:spPr bwMode="auto">
              <a:xfrm>
                <a:off x="2416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4" name="Freeform 4535"/>
              <p:cNvSpPr>
                <a:spLocks/>
              </p:cNvSpPr>
              <p:nvPr/>
            </p:nvSpPr>
            <p:spPr bwMode="auto">
              <a:xfrm>
                <a:off x="2410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5" name="Freeform 4536"/>
              <p:cNvSpPr>
                <a:spLocks/>
              </p:cNvSpPr>
              <p:nvPr/>
            </p:nvSpPr>
            <p:spPr bwMode="auto">
              <a:xfrm>
                <a:off x="2386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6" name="Freeform 4537"/>
              <p:cNvSpPr>
                <a:spLocks/>
              </p:cNvSpPr>
              <p:nvPr/>
            </p:nvSpPr>
            <p:spPr bwMode="auto">
              <a:xfrm>
                <a:off x="2356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7" name="Freeform 4538"/>
              <p:cNvSpPr>
                <a:spLocks/>
              </p:cNvSpPr>
              <p:nvPr/>
            </p:nvSpPr>
            <p:spPr bwMode="auto">
              <a:xfrm>
                <a:off x="2356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8" name="Freeform 4539"/>
              <p:cNvSpPr>
                <a:spLocks/>
              </p:cNvSpPr>
              <p:nvPr/>
            </p:nvSpPr>
            <p:spPr bwMode="auto">
              <a:xfrm>
                <a:off x="2554" y="167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19" name="Freeform 4540"/>
              <p:cNvSpPr>
                <a:spLocks/>
              </p:cNvSpPr>
              <p:nvPr/>
            </p:nvSpPr>
            <p:spPr bwMode="auto">
              <a:xfrm>
                <a:off x="2327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0" name="Freeform 4541"/>
              <p:cNvSpPr>
                <a:spLocks/>
              </p:cNvSpPr>
              <p:nvPr/>
            </p:nvSpPr>
            <p:spPr bwMode="auto">
              <a:xfrm>
                <a:off x="2267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1" name="Freeform 4542"/>
              <p:cNvSpPr>
                <a:spLocks/>
              </p:cNvSpPr>
              <p:nvPr/>
            </p:nvSpPr>
            <p:spPr bwMode="auto">
              <a:xfrm>
                <a:off x="2309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2" name="Freeform 4543"/>
              <p:cNvSpPr>
                <a:spLocks/>
              </p:cNvSpPr>
              <p:nvPr/>
            </p:nvSpPr>
            <p:spPr bwMode="auto">
              <a:xfrm>
                <a:off x="2422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3" name="Freeform 4544"/>
              <p:cNvSpPr>
                <a:spLocks/>
              </p:cNvSpPr>
              <p:nvPr/>
            </p:nvSpPr>
            <p:spPr bwMode="auto">
              <a:xfrm>
                <a:off x="2315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4" name="Freeform 4545"/>
              <p:cNvSpPr>
                <a:spLocks/>
              </p:cNvSpPr>
              <p:nvPr/>
            </p:nvSpPr>
            <p:spPr bwMode="auto">
              <a:xfrm>
                <a:off x="2165" y="167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5" name="Freeform 4546"/>
              <p:cNvSpPr>
                <a:spLocks/>
              </p:cNvSpPr>
              <p:nvPr/>
            </p:nvSpPr>
            <p:spPr bwMode="auto">
              <a:xfrm>
                <a:off x="1824" y="24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6" name="Freeform 4547"/>
              <p:cNvSpPr>
                <a:spLocks/>
              </p:cNvSpPr>
              <p:nvPr/>
            </p:nvSpPr>
            <p:spPr bwMode="auto">
              <a:xfrm>
                <a:off x="2279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7" name="Freeform 4548"/>
              <p:cNvSpPr>
                <a:spLocks/>
              </p:cNvSpPr>
              <p:nvPr/>
            </p:nvSpPr>
            <p:spPr bwMode="auto">
              <a:xfrm>
                <a:off x="2231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8" name="Freeform 4549"/>
              <p:cNvSpPr>
                <a:spLocks/>
              </p:cNvSpPr>
              <p:nvPr/>
            </p:nvSpPr>
            <p:spPr bwMode="auto">
              <a:xfrm>
                <a:off x="2321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29" name="Freeform 4550"/>
              <p:cNvSpPr>
                <a:spLocks/>
              </p:cNvSpPr>
              <p:nvPr/>
            </p:nvSpPr>
            <p:spPr bwMode="auto">
              <a:xfrm>
                <a:off x="2356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0" name="Freeform 4551"/>
              <p:cNvSpPr>
                <a:spLocks/>
              </p:cNvSpPr>
              <p:nvPr/>
            </p:nvSpPr>
            <p:spPr bwMode="auto">
              <a:xfrm>
                <a:off x="2255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1" name="Freeform 4552"/>
              <p:cNvSpPr>
                <a:spLocks/>
              </p:cNvSpPr>
              <p:nvPr/>
            </p:nvSpPr>
            <p:spPr bwMode="auto">
              <a:xfrm>
                <a:off x="2416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2" name="Freeform 4553"/>
              <p:cNvSpPr>
                <a:spLocks/>
              </p:cNvSpPr>
              <p:nvPr/>
            </p:nvSpPr>
            <p:spPr bwMode="auto">
              <a:xfrm>
                <a:off x="2530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3" name="Freeform 4554"/>
              <p:cNvSpPr>
                <a:spLocks/>
              </p:cNvSpPr>
              <p:nvPr/>
            </p:nvSpPr>
            <p:spPr bwMode="auto">
              <a:xfrm>
                <a:off x="2901" y="15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4" name="Freeform 4555"/>
              <p:cNvSpPr>
                <a:spLocks/>
              </p:cNvSpPr>
              <p:nvPr/>
            </p:nvSpPr>
            <p:spPr bwMode="auto">
              <a:xfrm>
                <a:off x="2267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5" name="Freeform 4556"/>
              <p:cNvSpPr>
                <a:spLocks/>
              </p:cNvSpPr>
              <p:nvPr/>
            </p:nvSpPr>
            <p:spPr bwMode="auto">
              <a:xfrm>
                <a:off x="2339" y="200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6" name="Freeform 4557"/>
              <p:cNvSpPr>
                <a:spLocks/>
              </p:cNvSpPr>
              <p:nvPr/>
            </p:nvSpPr>
            <p:spPr bwMode="auto">
              <a:xfrm>
                <a:off x="2374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7" name="Freeform 4558"/>
              <p:cNvSpPr>
                <a:spLocks/>
              </p:cNvSpPr>
              <p:nvPr/>
            </p:nvSpPr>
            <p:spPr bwMode="auto">
              <a:xfrm>
                <a:off x="2165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8" name="Freeform 4559"/>
              <p:cNvSpPr>
                <a:spLocks/>
              </p:cNvSpPr>
              <p:nvPr/>
            </p:nvSpPr>
            <p:spPr bwMode="auto">
              <a:xfrm>
                <a:off x="1967" y="24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39" name="Freeform 4560"/>
              <p:cNvSpPr>
                <a:spLocks/>
              </p:cNvSpPr>
              <p:nvPr/>
            </p:nvSpPr>
            <p:spPr bwMode="auto">
              <a:xfrm>
                <a:off x="2572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0" name="Freeform 4561"/>
              <p:cNvSpPr>
                <a:spLocks/>
              </p:cNvSpPr>
              <p:nvPr/>
            </p:nvSpPr>
            <p:spPr bwMode="auto">
              <a:xfrm>
                <a:off x="1955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1" name="Freeform 4562"/>
              <p:cNvSpPr>
                <a:spLocks/>
              </p:cNvSpPr>
              <p:nvPr/>
            </p:nvSpPr>
            <p:spPr bwMode="auto">
              <a:xfrm>
                <a:off x="2201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2" name="Freeform 4563"/>
              <p:cNvSpPr>
                <a:spLocks/>
              </p:cNvSpPr>
              <p:nvPr/>
            </p:nvSpPr>
            <p:spPr bwMode="auto">
              <a:xfrm>
                <a:off x="2255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3" name="Freeform 4564"/>
              <p:cNvSpPr>
                <a:spLocks/>
              </p:cNvSpPr>
              <p:nvPr/>
            </p:nvSpPr>
            <p:spPr bwMode="auto">
              <a:xfrm>
                <a:off x="2141" y="229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4" name="Freeform 4565"/>
              <p:cNvSpPr>
                <a:spLocks/>
              </p:cNvSpPr>
              <p:nvPr/>
            </p:nvSpPr>
            <p:spPr bwMode="auto">
              <a:xfrm>
                <a:off x="2171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5" name="Freeform 4566"/>
              <p:cNvSpPr>
                <a:spLocks/>
              </p:cNvSpPr>
              <p:nvPr/>
            </p:nvSpPr>
            <p:spPr bwMode="auto">
              <a:xfrm>
                <a:off x="2327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6" name="Freeform 4567"/>
              <p:cNvSpPr>
                <a:spLocks/>
              </p:cNvSpPr>
              <p:nvPr/>
            </p:nvSpPr>
            <p:spPr bwMode="auto">
              <a:xfrm>
                <a:off x="2422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7" name="Freeform 4568"/>
              <p:cNvSpPr>
                <a:spLocks/>
              </p:cNvSpPr>
              <p:nvPr/>
            </p:nvSpPr>
            <p:spPr bwMode="auto">
              <a:xfrm>
                <a:off x="2273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8" name="Freeform 4569"/>
              <p:cNvSpPr>
                <a:spLocks/>
              </p:cNvSpPr>
              <p:nvPr/>
            </p:nvSpPr>
            <p:spPr bwMode="auto">
              <a:xfrm>
                <a:off x="2344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49" name="Freeform 4570"/>
              <p:cNvSpPr>
                <a:spLocks/>
              </p:cNvSpPr>
              <p:nvPr/>
            </p:nvSpPr>
            <p:spPr bwMode="auto">
              <a:xfrm>
                <a:off x="2824" y="1695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50" name="Freeform 4571"/>
              <p:cNvSpPr>
                <a:spLocks/>
              </p:cNvSpPr>
              <p:nvPr/>
            </p:nvSpPr>
            <p:spPr bwMode="auto">
              <a:xfrm>
                <a:off x="2362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51" name="Freeform 4572"/>
              <p:cNvSpPr>
                <a:spLocks/>
              </p:cNvSpPr>
              <p:nvPr/>
            </p:nvSpPr>
            <p:spPr bwMode="auto">
              <a:xfrm>
                <a:off x="2422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52" name="Freeform 4573"/>
              <p:cNvSpPr>
                <a:spLocks/>
              </p:cNvSpPr>
              <p:nvPr/>
            </p:nvSpPr>
            <p:spPr bwMode="auto">
              <a:xfrm>
                <a:off x="2309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53" name="Freeform 4574"/>
              <p:cNvSpPr>
                <a:spLocks/>
              </p:cNvSpPr>
              <p:nvPr/>
            </p:nvSpPr>
            <p:spPr bwMode="auto">
              <a:xfrm>
                <a:off x="2273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54" name="Freeform 4575"/>
              <p:cNvSpPr>
                <a:spLocks/>
              </p:cNvSpPr>
              <p:nvPr/>
            </p:nvSpPr>
            <p:spPr bwMode="auto">
              <a:xfrm>
                <a:off x="2321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55" name="Freeform 4576"/>
              <p:cNvSpPr>
                <a:spLocks/>
              </p:cNvSpPr>
              <p:nvPr/>
            </p:nvSpPr>
            <p:spPr bwMode="auto">
              <a:xfrm>
                <a:off x="2333" y="2096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56" name="Freeform 4577"/>
              <p:cNvSpPr>
                <a:spLocks/>
              </p:cNvSpPr>
              <p:nvPr/>
            </p:nvSpPr>
            <p:spPr bwMode="auto">
              <a:xfrm>
                <a:off x="2392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57" name="Freeform 4578"/>
              <p:cNvSpPr>
                <a:spLocks/>
              </p:cNvSpPr>
              <p:nvPr/>
            </p:nvSpPr>
            <p:spPr bwMode="auto">
              <a:xfrm>
                <a:off x="2392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58" name="Freeform 4579"/>
              <p:cNvSpPr>
                <a:spLocks/>
              </p:cNvSpPr>
              <p:nvPr/>
            </p:nvSpPr>
            <p:spPr bwMode="auto">
              <a:xfrm>
                <a:off x="2344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59" name="Freeform 4580"/>
              <p:cNvSpPr>
                <a:spLocks/>
              </p:cNvSpPr>
              <p:nvPr/>
            </p:nvSpPr>
            <p:spPr bwMode="auto">
              <a:xfrm>
                <a:off x="2327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0" name="Freeform 4581"/>
              <p:cNvSpPr>
                <a:spLocks/>
              </p:cNvSpPr>
              <p:nvPr/>
            </p:nvSpPr>
            <p:spPr bwMode="auto">
              <a:xfrm>
                <a:off x="2327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1" name="Freeform 4582"/>
              <p:cNvSpPr>
                <a:spLocks/>
              </p:cNvSpPr>
              <p:nvPr/>
            </p:nvSpPr>
            <p:spPr bwMode="auto">
              <a:xfrm>
                <a:off x="2303" y="168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2" name="Freeform 4583"/>
              <p:cNvSpPr>
                <a:spLocks/>
              </p:cNvSpPr>
              <p:nvPr/>
            </p:nvSpPr>
            <p:spPr bwMode="auto">
              <a:xfrm>
                <a:off x="2339" y="204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3" name="Freeform 4584"/>
              <p:cNvSpPr>
                <a:spLocks/>
              </p:cNvSpPr>
              <p:nvPr/>
            </p:nvSpPr>
            <p:spPr bwMode="auto">
              <a:xfrm>
                <a:off x="2356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4" name="Freeform 4585"/>
              <p:cNvSpPr>
                <a:spLocks/>
              </p:cNvSpPr>
              <p:nvPr/>
            </p:nvSpPr>
            <p:spPr bwMode="auto">
              <a:xfrm>
                <a:off x="2021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5" name="Freeform 4586"/>
              <p:cNvSpPr>
                <a:spLocks/>
              </p:cNvSpPr>
              <p:nvPr/>
            </p:nvSpPr>
            <p:spPr bwMode="auto">
              <a:xfrm>
                <a:off x="2339" y="198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6" name="Freeform 4587"/>
              <p:cNvSpPr>
                <a:spLocks/>
              </p:cNvSpPr>
              <p:nvPr/>
            </p:nvSpPr>
            <p:spPr bwMode="auto">
              <a:xfrm>
                <a:off x="2440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7" name="Freeform 4588"/>
              <p:cNvSpPr>
                <a:spLocks/>
              </p:cNvSpPr>
              <p:nvPr/>
            </p:nvSpPr>
            <p:spPr bwMode="auto">
              <a:xfrm>
                <a:off x="2422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8" name="Freeform 4589"/>
              <p:cNvSpPr>
                <a:spLocks/>
              </p:cNvSpPr>
              <p:nvPr/>
            </p:nvSpPr>
            <p:spPr bwMode="auto">
              <a:xfrm>
                <a:off x="2392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69" name="Freeform 4590"/>
              <p:cNvSpPr>
                <a:spLocks/>
              </p:cNvSpPr>
              <p:nvPr/>
            </p:nvSpPr>
            <p:spPr bwMode="auto">
              <a:xfrm>
                <a:off x="2722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0" name="Freeform 4591"/>
              <p:cNvSpPr>
                <a:spLocks/>
              </p:cNvSpPr>
              <p:nvPr/>
            </p:nvSpPr>
            <p:spPr bwMode="auto">
              <a:xfrm>
                <a:off x="2273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1" name="Freeform 4592"/>
              <p:cNvSpPr>
                <a:spLocks/>
              </p:cNvSpPr>
              <p:nvPr/>
            </p:nvSpPr>
            <p:spPr bwMode="auto">
              <a:xfrm>
                <a:off x="2243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2" name="Freeform 4593"/>
              <p:cNvSpPr>
                <a:spLocks/>
              </p:cNvSpPr>
              <p:nvPr/>
            </p:nvSpPr>
            <p:spPr bwMode="auto">
              <a:xfrm>
                <a:off x="2518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3" name="Freeform 4594"/>
              <p:cNvSpPr>
                <a:spLocks/>
              </p:cNvSpPr>
              <p:nvPr/>
            </p:nvSpPr>
            <p:spPr bwMode="auto">
              <a:xfrm>
                <a:off x="2321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4" name="Freeform 4595"/>
              <p:cNvSpPr>
                <a:spLocks/>
              </p:cNvSpPr>
              <p:nvPr/>
            </p:nvSpPr>
            <p:spPr bwMode="auto">
              <a:xfrm>
                <a:off x="2458" y="180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5" name="Freeform 4596"/>
              <p:cNvSpPr>
                <a:spLocks/>
              </p:cNvSpPr>
              <p:nvPr/>
            </p:nvSpPr>
            <p:spPr bwMode="auto">
              <a:xfrm>
                <a:off x="2428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6" name="Freeform 4597"/>
              <p:cNvSpPr>
                <a:spLocks/>
              </p:cNvSpPr>
              <p:nvPr/>
            </p:nvSpPr>
            <p:spPr bwMode="auto">
              <a:xfrm>
                <a:off x="2291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7" name="Freeform 4598"/>
              <p:cNvSpPr>
                <a:spLocks/>
              </p:cNvSpPr>
              <p:nvPr/>
            </p:nvSpPr>
            <p:spPr bwMode="auto">
              <a:xfrm>
                <a:off x="2237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8" name="Freeform 4599"/>
              <p:cNvSpPr>
                <a:spLocks/>
              </p:cNvSpPr>
              <p:nvPr/>
            </p:nvSpPr>
            <p:spPr bwMode="auto">
              <a:xfrm>
                <a:off x="1818" y="27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79" name="Freeform 4600"/>
              <p:cNvSpPr>
                <a:spLocks/>
              </p:cNvSpPr>
              <p:nvPr/>
            </p:nvSpPr>
            <p:spPr bwMode="auto">
              <a:xfrm>
                <a:off x="2339" y="2042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0" name="Freeform 4601"/>
              <p:cNvSpPr>
                <a:spLocks/>
              </p:cNvSpPr>
              <p:nvPr/>
            </p:nvSpPr>
            <p:spPr bwMode="auto">
              <a:xfrm>
                <a:off x="2219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1" name="Freeform 4602"/>
              <p:cNvSpPr>
                <a:spLocks/>
              </p:cNvSpPr>
              <p:nvPr/>
            </p:nvSpPr>
            <p:spPr bwMode="auto">
              <a:xfrm>
                <a:off x="2410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2" name="Freeform 4603"/>
              <p:cNvSpPr>
                <a:spLocks/>
              </p:cNvSpPr>
              <p:nvPr/>
            </p:nvSpPr>
            <p:spPr bwMode="auto">
              <a:xfrm>
                <a:off x="2333" y="192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3" name="Freeform 4604"/>
              <p:cNvSpPr>
                <a:spLocks/>
              </p:cNvSpPr>
              <p:nvPr/>
            </p:nvSpPr>
            <p:spPr bwMode="auto">
              <a:xfrm>
                <a:off x="2081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4" name="Freeform 4605"/>
              <p:cNvSpPr>
                <a:spLocks/>
              </p:cNvSpPr>
              <p:nvPr/>
            </p:nvSpPr>
            <p:spPr bwMode="auto">
              <a:xfrm>
                <a:off x="2255" y="14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5" name="Freeform 4606"/>
              <p:cNvSpPr>
                <a:spLocks/>
              </p:cNvSpPr>
              <p:nvPr/>
            </p:nvSpPr>
            <p:spPr bwMode="auto">
              <a:xfrm>
                <a:off x="2572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6" name="Freeform 4607"/>
              <p:cNvSpPr>
                <a:spLocks/>
              </p:cNvSpPr>
              <p:nvPr/>
            </p:nvSpPr>
            <p:spPr bwMode="auto">
              <a:xfrm>
                <a:off x="2386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7" name="Freeform 4608"/>
              <p:cNvSpPr>
                <a:spLocks/>
              </p:cNvSpPr>
              <p:nvPr/>
            </p:nvSpPr>
            <p:spPr bwMode="auto">
              <a:xfrm>
                <a:off x="2213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8" name="Freeform 4609"/>
              <p:cNvSpPr>
                <a:spLocks/>
              </p:cNvSpPr>
              <p:nvPr/>
            </p:nvSpPr>
            <p:spPr bwMode="auto">
              <a:xfrm>
                <a:off x="2380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89" name="Freeform 4610"/>
              <p:cNvSpPr>
                <a:spLocks/>
              </p:cNvSpPr>
              <p:nvPr/>
            </p:nvSpPr>
            <p:spPr bwMode="auto">
              <a:xfrm>
                <a:off x="2027" y="2288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0" name="Freeform 4611"/>
              <p:cNvSpPr>
                <a:spLocks/>
              </p:cNvSpPr>
              <p:nvPr/>
            </p:nvSpPr>
            <p:spPr bwMode="auto">
              <a:xfrm>
                <a:off x="2488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1" name="Freeform 4612"/>
              <p:cNvSpPr>
                <a:spLocks/>
              </p:cNvSpPr>
              <p:nvPr/>
            </p:nvSpPr>
            <p:spPr bwMode="auto">
              <a:xfrm>
                <a:off x="2333" y="213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2" name="Freeform 4613"/>
              <p:cNvSpPr>
                <a:spLocks/>
              </p:cNvSpPr>
              <p:nvPr/>
            </p:nvSpPr>
            <p:spPr bwMode="auto">
              <a:xfrm>
                <a:off x="2093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3" name="Freeform 4614"/>
              <p:cNvSpPr>
                <a:spLocks/>
              </p:cNvSpPr>
              <p:nvPr/>
            </p:nvSpPr>
            <p:spPr bwMode="auto">
              <a:xfrm>
                <a:off x="2165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4" name="Freeform 4615"/>
              <p:cNvSpPr>
                <a:spLocks/>
              </p:cNvSpPr>
              <p:nvPr/>
            </p:nvSpPr>
            <p:spPr bwMode="auto">
              <a:xfrm>
                <a:off x="2309" y="18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5" name="Freeform 4616"/>
              <p:cNvSpPr>
                <a:spLocks/>
              </p:cNvSpPr>
              <p:nvPr/>
            </p:nvSpPr>
            <p:spPr bwMode="auto">
              <a:xfrm>
                <a:off x="2476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6" name="Freeform 4617"/>
              <p:cNvSpPr>
                <a:spLocks/>
              </p:cNvSpPr>
              <p:nvPr/>
            </p:nvSpPr>
            <p:spPr bwMode="auto">
              <a:xfrm>
                <a:off x="2069" y="2288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7" name="Freeform 4618"/>
              <p:cNvSpPr>
                <a:spLocks/>
              </p:cNvSpPr>
              <p:nvPr/>
            </p:nvSpPr>
            <p:spPr bwMode="auto">
              <a:xfrm>
                <a:off x="2470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8" name="Freeform 4619"/>
              <p:cNvSpPr>
                <a:spLocks/>
              </p:cNvSpPr>
              <p:nvPr/>
            </p:nvSpPr>
            <p:spPr bwMode="auto">
              <a:xfrm>
                <a:off x="2327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999" name="Freeform 4620"/>
              <p:cNvSpPr>
                <a:spLocks/>
              </p:cNvSpPr>
              <p:nvPr/>
            </p:nvSpPr>
            <p:spPr bwMode="auto">
              <a:xfrm>
                <a:off x="2380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00" name="Freeform 4621"/>
              <p:cNvSpPr>
                <a:spLocks/>
              </p:cNvSpPr>
              <p:nvPr/>
            </p:nvSpPr>
            <p:spPr bwMode="auto">
              <a:xfrm>
                <a:off x="2344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01" name="Freeform 4622"/>
              <p:cNvSpPr>
                <a:spLocks/>
              </p:cNvSpPr>
              <p:nvPr/>
            </p:nvSpPr>
            <p:spPr bwMode="auto">
              <a:xfrm>
                <a:off x="2075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02" name="Freeform 4623"/>
              <p:cNvSpPr>
                <a:spLocks/>
              </p:cNvSpPr>
              <p:nvPr/>
            </p:nvSpPr>
            <p:spPr bwMode="auto">
              <a:xfrm>
                <a:off x="2476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03" name="Freeform 4624"/>
              <p:cNvSpPr>
                <a:spLocks/>
              </p:cNvSpPr>
              <p:nvPr/>
            </p:nvSpPr>
            <p:spPr bwMode="auto">
              <a:xfrm>
                <a:off x="2201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04" name="Freeform 4625"/>
              <p:cNvSpPr>
                <a:spLocks/>
              </p:cNvSpPr>
              <p:nvPr/>
            </p:nvSpPr>
            <p:spPr bwMode="auto">
              <a:xfrm>
                <a:off x="2297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9005" name="Freeform 4626"/>
              <p:cNvSpPr>
                <a:spLocks/>
              </p:cNvSpPr>
              <p:nvPr/>
            </p:nvSpPr>
            <p:spPr bwMode="auto">
              <a:xfrm>
                <a:off x="2446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27" name="Group 4828"/>
            <p:cNvGrpSpPr>
              <a:grpSpLocks/>
            </p:cNvGrpSpPr>
            <p:nvPr/>
          </p:nvGrpSpPr>
          <p:grpSpPr bwMode="auto">
            <a:xfrm>
              <a:off x="1698" y="1551"/>
              <a:ext cx="1557" cy="1293"/>
              <a:chOff x="1698" y="1551"/>
              <a:chExt cx="1557" cy="1293"/>
            </a:xfrm>
          </p:grpSpPr>
          <p:sp>
            <p:nvSpPr>
              <p:cNvPr id="58606" name="Freeform 4628"/>
              <p:cNvSpPr>
                <a:spLocks/>
              </p:cNvSpPr>
              <p:nvPr/>
            </p:nvSpPr>
            <p:spPr bwMode="auto">
              <a:xfrm>
                <a:off x="2512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07" name="Freeform 4629"/>
              <p:cNvSpPr>
                <a:spLocks/>
              </p:cNvSpPr>
              <p:nvPr/>
            </p:nvSpPr>
            <p:spPr bwMode="auto">
              <a:xfrm>
                <a:off x="2243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08" name="Freeform 4630"/>
              <p:cNvSpPr>
                <a:spLocks/>
              </p:cNvSpPr>
              <p:nvPr/>
            </p:nvSpPr>
            <p:spPr bwMode="auto">
              <a:xfrm>
                <a:off x="2380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09" name="Freeform 4631"/>
              <p:cNvSpPr>
                <a:spLocks/>
              </p:cNvSpPr>
              <p:nvPr/>
            </p:nvSpPr>
            <p:spPr bwMode="auto">
              <a:xfrm>
                <a:off x="1901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0" name="Freeform 4632"/>
              <p:cNvSpPr>
                <a:spLocks/>
              </p:cNvSpPr>
              <p:nvPr/>
            </p:nvSpPr>
            <p:spPr bwMode="auto">
              <a:xfrm>
                <a:off x="2344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1" name="Freeform 4633"/>
              <p:cNvSpPr>
                <a:spLocks/>
              </p:cNvSpPr>
              <p:nvPr/>
            </p:nvSpPr>
            <p:spPr bwMode="auto">
              <a:xfrm>
                <a:off x="2279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2" name="Freeform 4634"/>
              <p:cNvSpPr>
                <a:spLocks/>
              </p:cNvSpPr>
              <p:nvPr/>
            </p:nvSpPr>
            <p:spPr bwMode="auto">
              <a:xfrm>
                <a:off x="2416" y="19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3" name="Freeform 4635"/>
              <p:cNvSpPr>
                <a:spLocks/>
              </p:cNvSpPr>
              <p:nvPr/>
            </p:nvSpPr>
            <p:spPr bwMode="auto">
              <a:xfrm>
                <a:off x="2554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4" name="Freeform 4636"/>
              <p:cNvSpPr>
                <a:spLocks/>
              </p:cNvSpPr>
              <p:nvPr/>
            </p:nvSpPr>
            <p:spPr bwMode="auto">
              <a:xfrm>
                <a:off x="2267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5" name="Freeform 4637"/>
              <p:cNvSpPr>
                <a:spLocks/>
              </p:cNvSpPr>
              <p:nvPr/>
            </p:nvSpPr>
            <p:spPr bwMode="auto">
              <a:xfrm>
                <a:off x="2291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6" name="Freeform 4638"/>
              <p:cNvSpPr>
                <a:spLocks/>
              </p:cNvSpPr>
              <p:nvPr/>
            </p:nvSpPr>
            <p:spPr bwMode="auto">
              <a:xfrm>
                <a:off x="2315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7" name="Freeform 4639"/>
              <p:cNvSpPr>
                <a:spLocks/>
              </p:cNvSpPr>
              <p:nvPr/>
            </p:nvSpPr>
            <p:spPr bwMode="auto">
              <a:xfrm>
                <a:off x="2464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8" name="Freeform 4640"/>
              <p:cNvSpPr>
                <a:spLocks/>
              </p:cNvSpPr>
              <p:nvPr/>
            </p:nvSpPr>
            <p:spPr bwMode="auto">
              <a:xfrm>
                <a:off x="2057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19" name="Freeform 4641"/>
              <p:cNvSpPr>
                <a:spLocks/>
              </p:cNvSpPr>
              <p:nvPr/>
            </p:nvSpPr>
            <p:spPr bwMode="auto">
              <a:xfrm>
                <a:off x="2410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0" name="Freeform 4642"/>
              <p:cNvSpPr>
                <a:spLocks/>
              </p:cNvSpPr>
              <p:nvPr/>
            </p:nvSpPr>
            <p:spPr bwMode="auto">
              <a:xfrm>
                <a:off x="2374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1" name="Freeform 4643"/>
              <p:cNvSpPr>
                <a:spLocks/>
              </p:cNvSpPr>
              <p:nvPr/>
            </p:nvSpPr>
            <p:spPr bwMode="auto">
              <a:xfrm>
                <a:off x="2141" y="23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2" name="Freeform 4644"/>
              <p:cNvSpPr>
                <a:spLocks/>
              </p:cNvSpPr>
              <p:nvPr/>
            </p:nvSpPr>
            <p:spPr bwMode="auto">
              <a:xfrm>
                <a:off x="2464" y="18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3" name="Freeform 4645"/>
              <p:cNvSpPr>
                <a:spLocks/>
              </p:cNvSpPr>
              <p:nvPr/>
            </p:nvSpPr>
            <p:spPr bwMode="auto">
              <a:xfrm>
                <a:off x="2333" y="2090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4" name="Freeform 4646"/>
              <p:cNvSpPr>
                <a:spLocks/>
              </p:cNvSpPr>
              <p:nvPr/>
            </p:nvSpPr>
            <p:spPr bwMode="auto">
              <a:xfrm>
                <a:off x="2452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5" name="Freeform 4647"/>
              <p:cNvSpPr>
                <a:spLocks/>
              </p:cNvSpPr>
              <p:nvPr/>
            </p:nvSpPr>
            <p:spPr bwMode="auto">
              <a:xfrm>
                <a:off x="2327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6" name="Freeform 4648"/>
              <p:cNvSpPr>
                <a:spLocks/>
              </p:cNvSpPr>
              <p:nvPr/>
            </p:nvSpPr>
            <p:spPr bwMode="auto">
              <a:xfrm>
                <a:off x="2159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7" name="Freeform 4649"/>
              <p:cNvSpPr>
                <a:spLocks/>
              </p:cNvSpPr>
              <p:nvPr/>
            </p:nvSpPr>
            <p:spPr bwMode="auto">
              <a:xfrm>
                <a:off x="213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8" name="Freeform 4650"/>
              <p:cNvSpPr>
                <a:spLocks/>
              </p:cNvSpPr>
              <p:nvPr/>
            </p:nvSpPr>
            <p:spPr bwMode="auto">
              <a:xfrm>
                <a:off x="2339" y="207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29" name="Freeform 4651"/>
              <p:cNvSpPr>
                <a:spLocks/>
              </p:cNvSpPr>
              <p:nvPr/>
            </p:nvSpPr>
            <p:spPr bwMode="auto">
              <a:xfrm>
                <a:off x="2231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0" name="Freeform 4652"/>
              <p:cNvSpPr>
                <a:spLocks/>
              </p:cNvSpPr>
              <p:nvPr/>
            </p:nvSpPr>
            <p:spPr bwMode="auto">
              <a:xfrm>
                <a:off x="2333" y="222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1" name="Freeform 4653"/>
              <p:cNvSpPr>
                <a:spLocks/>
              </p:cNvSpPr>
              <p:nvPr/>
            </p:nvSpPr>
            <p:spPr bwMode="auto">
              <a:xfrm>
                <a:off x="2410" y="18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2" name="Freeform 4654"/>
              <p:cNvSpPr>
                <a:spLocks/>
              </p:cNvSpPr>
              <p:nvPr/>
            </p:nvSpPr>
            <p:spPr bwMode="auto">
              <a:xfrm>
                <a:off x="2267" y="22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3" name="Freeform 4655"/>
              <p:cNvSpPr>
                <a:spLocks/>
              </p:cNvSpPr>
              <p:nvPr/>
            </p:nvSpPr>
            <p:spPr bwMode="auto">
              <a:xfrm>
                <a:off x="2386" y="18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4" name="Freeform 4656"/>
              <p:cNvSpPr>
                <a:spLocks/>
              </p:cNvSpPr>
              <p:nvPr/>
            </p:nvSpPr>
            <p:spPr bwMode="auto">
              <a:xfrm>
                <a:off x="2333" y="219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5" name="Freeform 4657"/>
              <p:cNvSpPr>
                <a:spLocks/>
              </p:cNvSpPr>
              <p:nvPr/>
            </p:nvSpPr>
            <p:spPr bwMode="auto">
              <a:xfrm>
                <a:off x="2333" y="201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6" name="Freeform 4658"/>
              <p:cNvSpPr>
                <a:spLocks/>
              </p:cNvSpPr>
              <p:nvPr/>
            </p:nvSpPr>
            <p:spPr bwMode="auto">
              <a:xfrm>
                <a:off x="1961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7" name="Freeform 4659"/>
              <p:cNvSpPr>
                <a:spLocks/>
              </p:cNvSpPr>
              <p:nvPr/>
            </p:nvSpPr>
            <p:spPr bwMode="auto">
              <a:xfrm>
                <a:off x="2590" y="174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8" name="Freeform 4660"/>
              <p:cNvSpPr>
                <a:spLocks/>
              </p:cNvSpPr>
              <p:nvPr/>
            </p:nvSpPr>
            <p:spPr bwMode="auto">
              <a:xfrm>
                <a:off x="2374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39" name="Freeform 4661"/>
              <p:cNvSpPr>
                <a:spLocks/>
              </p:cNvSpPr>
              <p:nvPr/>
            </p:nvSpPr>
            <p:spPr bwMode="auto">
              <a:xfrm>
                <a:off x="2273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0" name="Freeform 4662"/>
              <p:cNvSpPr>
                <a:spLocks/>
              </p:cNvSpPr>
              <p:nvPr/>
            </p:nvSpPr>
            <p:spPr bwMode="auto">
              <a:xfrm>
                <a:off x="2344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1" name="Freeform 4663"/>
              <p:cNvSpPr>
                <a:spLocks/>
              </p:cNvSpPr>
              <p:nvPr/>
            </p:nvSpPr>
            <p:spPr bwMode="auto">
              <a:xfrm>
                <a:off x="2380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2" name="Freeform 4664"/>
              <p:cNvSpPr>
                <a:spLocks/>
              </p:cNvSpPr>
              <p:nvPr/>
            </p:nvSpPr>
            <p:spPr bwMode="auto">
              <a:xfrm>
                <a:off x="2524" y="188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3" name="Freeform 4665"/>
              <p:cNvSpPr>
                <a:spLocks/>
              </p:cNvSpPr>
              <p:nvPr/>
            </p:nvSpPr>
            <p:spPr bwMode="auto">
              <a:xfrm>
                <a:off x="2189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4" name="Freeform 4666"/>
              <p:cNvSpPr>
                <a:spLocks/>
              </p:cNvSpPr>
              <p:nvPr/>
            </p:nvSpPr>
            <p:spPr bwMode="auto">
              <a:xfrm>
                <a:off x="2261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5" name="Freeform 4667"/>
              <p:cNvSpPr>
                <a:spLocks/>
              </p:cNvSpPr>
              <p:nvPr/>
            </p:nvSpPr>
            <p:spPr bwMode="auto">
              <a:xfrm>
                <a:off x="2404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6" name="Freeform 4668"/>
              <p:cNvSpPr>
                <a:spLocks/>
              </p:cNvSpPr>
              <p:nvPr/>
            </p:nvSpPr>
            <p:spPr bwMode="auto">
              <a:xfrm>
                <a:off x="2291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7" name="Freeform 4669"/>
              <p:cNvSpPr>
                <a:spLocks/>
              </p:cNvSpPr>
              <p:nvPr/>
            </p:nvSpPr>
            <p:spPr bwMode="auto">
              <a:xfrm>
                <a:off x="2207" y="22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8" name="Freeform 4670"/>
              <p:cNvSpPr>
                <a:spLocks/>
              </p:cNvSpPr>
              <p:nvPr/>
            </p:nvSpPr>
            <p:spPr bwMode="auto">
              <a:xfrm>
                <a:off x="2147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49" name="Freeform 4671"/>
              <p:cNvSpPr>
                <a:spLocks/>
              </p:cNvSpPr>
              <p:nvPr/>
            </p:nvSpPr>
            <p:spPr bwMode="auto">
              <a:xfrm>
                <a:off x="2440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0" name="Freeform 4672"/>
              <p:cNvSpPr>
                <a:spLocks/>
              </p:cNvSpPr>
              <p:nvPr/>
            </p:nvSpPr>
            <p:spPr bwMode="auto">
              <a:xfrm>
                <a:off x="2321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1" name="Freeform 4673"/>
              <p:cNvSpPr>
                <a:spLocks/>
              </p:cNvSpPr>
              <p:nvPr/>
            </p:nvSpPr>
            <p:spPr bwMode="auto">
              <a:xfrm>
                <a:off x="2434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2" name="Freeform 4674"/>
              <p:cNvSpPr>
                <a:spLocks/>
              </p:cNvSpPr>
              <p:nvPr/>
            </p:nvSpPr>
            <p:spPr bwMode="auto">
              <a:xfrm>
                <a:off x="2422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3" name="Freeform 4675"/>
              <p:cNvSpPr>
                <a:spLocks/>
              </p:cNvSpPr>
              <p:nvPr/>
            </p:nvSpPr>
            <p:spPr bwMode="auto">
              <a:xfrm>
                <a:off x="2183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4" name="Freeform 4676"/>
              <p:cNvSpPr>
                <a:spLocks/>
              </p:cNvSpPr>
              <p:nvPr/>
            </p:nvSpPr>
            <p:spPr bwMode="auto">
              <a:xfrm>
                <a:off x="2153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5" name="Freeform 4677"/>
              <p:cNvSpPr>
                <a:spLocks/>
              </p:cNvSpPr>
              <p:nvPr/>
            </p:nvSpPr>
            <p:spPr bwMode="auto">
              <a:xfrm>
                <a:off x="2392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6" name="Freeform 4678"/>
              <p:cNvSpPr>
                <a:spLocks/>
              </p:cNvSpPr>
              <p:nvPr/>
            </p:nvSpPr>
            <p:spPr bwMode="auto">
              <a:xfrm>
                <a:off x="2291" y="24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7" name="Freeform 4679"/>
              <p:cNvSpPr>
                <a:spLocks/>
              </p:cNvSpPr>
              <p:nvPr/>
            </p:nvSpPr>
            <p:spPr bwMode="auto">
              <a:xfrm>
                <a:off x="2404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8" name="Freeform 4680"/>
              <p:cNvSpPr>
                <a:spLocks/>
              </p:cNvSpPr>
              <p:nvPr/>
            </p:nvSpPr>
            <p:spPr bwMode="auto">
              <a:xfrm>
                <a:off x="2446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59" name="Freeform 4681"/>
              <p:cNvSpPr>
                <a:spLocks/>
              </p:cNvSpPr>
              <p:nvPr/>
            </p:nvSpPr>
            <p:spPr bwMode="auto">
              <a:xfrm>
                <a:off x="2141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0" name="Freeform 4682"/>
              <p:cNvSpPr>
                <a:spLocks/>
              </p:cNvSpPr>
              <p:nvPr/>
            </p:nvSpPr>
            <p:spPr bwMode="auto">
              <a:xfrm>
                <a:off x="2033" y="23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1" name="Freeform 4683"/>
              <p:cNvSpPr>
                <a:spLocks/>
              </p:cNvSpPr>
              <p:nvPr/>
            </p:nvSpPr>
            <p:spPr bwMode="auto">
              <a:xfrm>
                <a:off x="2333" y="2102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2" name="Freeform 4684"/>
              <p:cNvSpPr>
                <a:spLocks/>
              </p:cNvSpPr>
              <p:nvPr/>
            </p:nvSpPr>
            <p:spPr bwMode="auto">
              <a:xfrm>
                <a:off x="2608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3" name="Freeform 4685"/>
              <p:cNvSpPr>
                <a:spLocks/>
              </p:cNvSpPr>
              <p:nvPr/>
            </p:nvSpPr>
            <p:spPr bwMode="auto">
              <a:xfrm>
                <a:off x="2309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4" name="Freeform 4686"/>
              <p:cNvSpPr>
                <a:spLocks/>
              </p:cNvSpPr>
              <p:nvPr/>
            </p:nvSpPr>
            <p:spPr bwMode="auto">
              <a:xfrm>
                <a:off x="2398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5" name="Freeform 4687"/>
              <p:cNvSpPr>
                <a:spLocks/>
              </p:cNvSpPr>
              <p:nvPr/>
            </p:nvSpPr>
            <p:spPr bwMode="auto">
              <a:xfrm>
                <a:off x="2081" y="22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6" name="Freeform 4688"/>
              <p:cNvSpPr>
                <a:spLocks/>
              </p:cNvSpPr>
              <p:nvPr/>
            </p:nvSpPr>
            <p:spPr bwMode="auto">
              <a:xfrm>
                <a:off x="2356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7" name="Freeform 4689"/>
              <p:cNvSpPr>
                <a:spLocks/>
              </p:cNvSpPr>
              <p:nvPr/>
            </p:nvSpPr>
            <p:spPr bwMode="auto">
              <a:xfrm>
                <a:off x="2350" y="222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8" name="Freeform 4690"/>
              <p:cNvSpPr>
                <a:spLocks/>
              </p:cNvSpPr>
              <p:nvPr/>
            </p:nvSpPr>
            <p:spPr bwMode="auto">
              <a:xfrm>
                <a:off x="2231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69" name="Freeform 4691"/>
              <p:cNvSpPr>
                <a:spLocks/>
              </p:cNvSpPr>
              <p:nvPr/>
            </p:nvSpPr>
            <p:spPr bwMode="auto">
              <a:xfrm>
                <a:off x="2279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0" name="Freeform 4692"/>
              <p:cNvSpPr>
                <a:spLocks/>
              </p:cNvSpPr>
              <p:nvPr/>
            </p:nvSpPr>
            <p:spPr bwMode="auto">
              <a:xfrm>
                <a:off x="2404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1" name="Freeform 4693"/>
              <p:cNvSpPr>
                <a:spLocks/>
              </p:cNvSpPr>
              <p:nvPr/>
            </p:nvSpPr>
            <p:spPr bwMode="auto">
              <a:xfrm>
                <a:off x="2368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2" name="Freeform 4694"/>
              <p:cNvSpPr>
                <a:spLocks/>
              </p:cNvSpPr>
              <p:nvPr/>
            </p:nvSpPr>
            <p:spPr bwMode="auto">
              <a:xfrm>
                <a:off x="2285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3" name="Freeform 4695"/>
              <p:cNvSpPr>
                <a:spLocks/>
              </p:cNvSpPr>
              <p:nvPr/>
            </p:nvSpPr>
            <p:spPr bwMode="auto">
              <a:xfrm>
                <a:off x="2404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4" name="Freeform 4696"/>
              <p:cNvSpPr>
                <a:spLocks/>
              </p:cNvSpPr>
              <p:nvPr/>
            </p:nvSpPr>
            <p:spPr bwMode="auto">
              <a:xfrm>
                <a:off x="2279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5" name="Freeform 4697"/>
              <p:cNvSpPr>
                <a:spLocks/>
              </p:cNvSpPr>
              <p:nvPr/>
            </p:nvSpPr>
            <p:spPr bwMode="auto">
              <a:xfrm>
                <a:off x="2045" y="28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6" name="Freeform 4698"/>
              <p:cNvSpPr>
                <a:spLocks/>
              </p:cNvSpPr>
              <p:nvPr/>
            </p:nvSpPr>
            <p:spPr bwMode="auto">
              <a:xfrm>
                <a:off x="2297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7" name="Freeform 4699"/>
              <p:cNvSpPr>
                <a:spLocks/>
              </p:cNvSpPr>
              <p:nvPr/>
            </p:nvSpPr>
            <p:spPr bwMode="auto">
              <a:xfrm>
                <a:off x="2141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8" name="Freeform 4700"/>
              <p:cNvSpPr>
                <a:spLocks/>
              </p:cNvSpPr>
              <p:nvPr/>
            </p:nvSpPr>
            <p:spPr bwMode="auto">
              <a:xfrm>
                <a:off x="2279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79" name="Freeform 4701"/>
              <p:cNvSpPr>
                <a:spLocks/>
              </p:cNvSpPr>
              <p:nvPr/>
            </p:nvSpPr>
            <p:spPr bwMode="auto">
              <a:xfrm>
                <a:off x="2482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0" name="Freeform 4702"/>
              <p:cNvSpPr>
                <a:spLocks/>
              </p:cNvSpPr>
              <p:nvPr/>
            </p:nvSpPr>
            <p:spPr bwMode="auto">
              <a:xfrm>
                <a:off x="1734" y="187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1" name="Freeform 4703"/>
              <p:cNvSpPr>
                <a:spLocks/>
              </p:cNvSpPr>
              <p:nvPr/>
            </p:nvSpPr>
            <p:spPr bwMode="auto">
              <a:xfrm>
                <a:off x="2368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2" name="Freeform 4704"/>
              <p:cNvSpPr>
                <a:spLocks/>
              </p:cNvSpPr>
              <p:nvPr/>
            </p:nvSpPr>
            <p:spPr bwMode="auto">
              <a:xfrm>
                <a:off x="2350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3" name="Freeform 4705"/>
              <p:cNvSpPr>
                <a:spLocks/>
              </p:cNvSpPr>
              <p:nvPr/>
            </p:nvSpPr>
            <p:spPr bwMode="auto">
              <a:xfrm>
                <a:off x="226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4" name="Freeform 4706"/>
              <p:cNvSpPr>
                <a:spLocks/>
              </p:cNvSpPr>
              <p:nvPr/>
            </p:nvSpPr>
            <p:spPr bwMode="auto">
              <a:xfrm>
                <a:off x="2321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5" name="Freeform 4707"/>
              <p:cNvSpPr>
                <a:spLocks/>
              </p:cNvSpPr>
              <p:nvPr/>
            </p:nvSpPr>
            <p:spPr bwMode="auto">
              <a:xfrm>
                <a:off x="2207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6" name="Freeform 4708"/>
              <p:cNvSpPr>
                <a:spLocks/>
              </p:cNvSpPr>
              <p:nvPr/>
            </p:nvSpPr>
            <p:spPr bwMode="auto">
              <a:xfrm>
                <a:off x="2273" y="17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7" name="Freeform 4709"/>
              <p:cNvSpPr>
                <a:spLocks/>
              </p:cNvSpPr>
              <p:nvPr/>
            </p:nvSpPr>
            <p:spPr bwMode="auto">
              <a:xfrm>
                <a:off x="2632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8" name="Freeform 4710"/>
              <p:cNvSpPr>
                <a:spLocks/>
              </p:cNvSpPr>
              <p:nvPr/>
            </p:nvSpPr>
            <p:spPr bwMode="auto">
              <a:xfrm>
                <a:off x="2309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89" name="Freeform 4711"/>
              <p:cNvSpPr>
                <a:spLocks/>
              </p:cNvSpPr>
              <p:nvPr/>
            </p:nvSpPr>
            <p:spPr bwMode="auto">
              <a:xfrm>
                <a:off x="2386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0" name="Freeform 4712"/>
              <p:cNvSpPr>
                <a:spLocks/>
              </p:cNvSpPr>
              <p:nvPr/>
            </p:nvSpPr>
            <p:spPr bwMode="auto">
              <a:xfrm>
                <a:off x="2410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1" name="Freeform 4713"/>
              <p:cNvSpPr>
                <a:spLocks/>
              </p:cNvSpPr>
              <p:nvPr/>
            </p:nvSpPr>
            <p:spPr bwMode="auto">
              <a:xfrm>
                <a:off x="2321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2" name="Freeform 4714"/>
              <p:cNvSpPr>
                <a:spLocks/>
              </p:cNvSpPr>
              <p:nvPr/>
            </p:nvSpPr>
            <p:spPr bwMode="auto">
              <a:xfrm>
                <a:off x="2213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3" name="Freeform 4715"/>
              <p:cNvSpPr>
                <a:spLocks/>
              </p:cNvSpPr>
              <p:nvPr/>
            </p:nvSpPr>
            <p:spPr bwMode="auto">
              <a:xfrm>
                <a:off x="2291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4" name="Freeform 4716"/>
              <p:cNvSpPr>
                <a:spLocks/>
              </p:cNvSpPr>
              <p:nvPr/>
            </p:nvSpPr>
            <p:spPr bwMode="auto">
              <a:xfrm>
                <a:off x="2297" y="22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5" name="Freeform 4717"/>
              <p:cNvSpPr>
                <a:spLocks/>
              </p:cNvSpPr>
              <p:nvPr/>
            </p:nvSpPr>
            <p:spPr bwMode="auto">
              <a:xfrm>
                <a:off x="2027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6" name="Freeform 4718"/>
              <p:cNvSpPr>
                <a:spLocks/>
              </p:cNvSpPr>
              <p:nvPr/>
            </p:nvSpPr>
            <p:spPr bwMode="auto">
              <a:xfrm>
                <a:off x="2177" y="218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7" name="Freeform 4719"/>
              <p:cNvSpPr>
                <a:spLocks/>
              </p:cNvSpPr>
              <p:nvPr/>
            </p:nvSpPr>
            <p:spPr bwMode="auto">
              <a:xfrm>
                <a:off x="2380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8" name="Freeform 4720"/>
              <p:cNvSpPr>
                <a:spLocks/>
              </p:cNvSpPr>
              <p:nvPr/>
            </p:nvSpPr>
            <p:spPr bwMode="auto">
              <a:xfrm>
                <a:off x="2333" y="201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99" name="Freeform 4721"/>
              <p:cNvSpPr>
                <a:spLocks/>
              </p:cNvSpPr>
              <p:nvPr/>
            </p:nvSpPr>
            <p:spPr bwMode="auto">
              <a:xfrm>
                <a:off x="2261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0" name="Freeform 4722"/>
              <p:cNvSpPr>
                <a:spLocks/>
              </p:cNvSpPr>
              <p:nvPr/>
            </p:nvSpPr>
            <p:spPr bwMode="auto">
              <a:xfrm>
                <a:off x="2452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1" name="Freeform 4723"/>
              <p:cNvSpPr>
                <a:spLocks/>
              </p:cNvSpPr>
              <p:nvPr/>
            </p:nvSpPr>
            <p:spPr bwMode="auto">
              <a:xfrm>
                <a:off x="2285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2" name="Freeform 4724"/>
              <p:cNvSpPr>
                <a:spLocks/>
              </p:cNvSpPr>
              <p:nvPr/>
            </p:nvSpPr>
            <p:spPr bwMode="auto">
              <a:xfrm>
                <a:off x="2201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3" name="Freeform 4725"/>
              <p:cNvSpPr>
                <a:spLocks/>
              </p:cNvSpPr>
              <p:nvPr/>
            </p:nvSpPr>
            <p:spPr bwMode="auto">
              <a:xfrm>
                <a:off x="2386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4" name="Freeform 4726"/>
              <p:cNvSpPr>
                <a:spLocks/>
              </p:cNvSpPr>
              <p:nvPr/>
            </p:nvSpPr>
            <p:spPr bwMode="auto">
              <a:xfrm>
                <a:off x="2434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5" name="Freeform 4727"/>
              <p:cNvSpPr>
                <a:spLocks/>
              </p:cNvSpPr>
              <p:nvPr/>
            </p:nvSpPr>
            <p:spPr bwMode="auto">
              <a:xfrm>
                <a:off x="2201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6" name="Freeform 4728"/>
              <p:cNvSpPr>
                <a:spLocks/>
              </p:cNvSpPr>
              <p:nvPr/>
            </p:nvSpPr>
            <p:spPr bwMode="auto">
              <a:xfrm>
                <a:off x="2291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7" name="Freeform 4729"/>
              <p:cNvSpPr>
                <a:spLocks/>
              </p:cNvSpPr>
              <p:nvPr/>
            </p:nvSpPr>
            <p:spPr bwMode="auto">
              <a:xfrm>
                <a:off x="2291" y="22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8" name="Freeform 4730"/>
              <p:cNvSpPr>
                <a:spLocks/>
              </p:cNvSpPr>
              <p:nvPr/>
            </p:nvSpPr>
            <p:spPr bwMode="auto">
              <a:xfrm>
                <a:off x="2782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09" name="Freeform 4731"/>
              <p:cNvSpPr>
                <a:spLocks/>
              </p:cNvSpPr>
              <p:nvPr/>
            </p:nvSpPr>
            <p:spPr bwMode="auto">
              <a:xfrm>
                <a:off x="2105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0" name="Freeform 4732"/>
              <p:cNvSpPr>
                <a:spLocks/>
              </p:cNvSpPr>
              <p:nvPr/>
            </p:nvSpPr>
            <p:spPr bwMode="auto">
              <a:xfrm>
                <a:off x="2135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1" name="Freeform 4733"/>
              <p:cNvSpPr>
                <a:spLocks/>
              </p:cNvSpPr>
              <p:nvPr/>
            </p:nvSpPr>
            <p:spPr bwMode="auto">
              <a:xfrm>
                <a:off x="2398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2" name="Freeform 4734"/>
              <p:cNvSpPr>
                <a:spLocks/>
              </p:cNvSpPr>
              <p:nvPr/>
            </p:nvSpPr>
            <p:spPr bwMode="auto">
              <a:xfrm>
                <a:off x="2225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3" name="Freeform 4735"/>
              <p:cNvSpPr>
                <a:spLocks/>
              </p:cNvSpPr>
              <p:nvPr/>
            </p:nvSpPr>
            <p:spPr bwMode="auto">
              <a:xfrm>
                <a:off x="2362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4" name="Freeform 4736"/>
              <p:cNvSpPr>
                <a:spLocks/>
              </p:cNvSpPr>
              <p:nvPr/>
            </p:nvSpPr>
            <p:spPr bwMode="auto">
              <a:xfrm>
                <a:off x="2339" y="200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5" name="Freeform 4737"/>
              <p:cNvSpPr>
                <a:spLocks/>
              </p:cNvSpPr>
              <p:nvPr/>
            </p:nvSpPr>
            <p:spPr bwMode="auto">
              <a:xfrm>
                <a:off x="2321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6" name="Freeform 4738"/>
              <p:cNvSpPr>
                <a:spLocks/>
              </p:cNvSpPr>
              <p:nvPr/>
            </p:nvSpPr>
            <p:spPr bwMode="auto">
              <a:xfrm>
                <a:off x="2309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7" name="Freeform 4739"/>
              <p:cNvSpPr>
                <a:spLocks/>
              </p:cNvSpPr>
              <p:nvPr/>
            </p:nvSpPr>
            <p:spPr bwMode="auto">
              <a:xfrm>
                <a:off x="2039" y="232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8" name="Freeform 4740"/>
              <p:cNvSpPr>
                <a:spLocks/>
              </p:cNvSpPr>
              <p:nvPr/>
            </p:nvSpPr>
            <p:spPr bwMode="auto">
              <a:xfrm>
                <a:off x="2327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19" name="Freeform 4741"/>
              <p:cNvSpPr>
                <a:spLocks/>
              </p:cNvSpPr>
              <p:nvPr/>
            </p:nvSpPr>
            <p:spPr bwMode="auto">
              <a:xfrm>
                <a:off x="2009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0" name="Freeform 4742"/>
              <p:cNvSpPr>
                <a:spLocks/>
              </p:cNvSpPr>
              <p:nvPr/>
            </p:nvSpPr>
            <p:spPr bwMode="auto">
              <a:xfrm>
                <a:off x="2392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1" name="Freeform 4743"/>
              <p:cNvSpPr>
                <a:spLocks/>
              </p:cNvSpPr>
              <p:nvPr/>
            </p:nvSpPr>
            <p:spPr bwMode="auto">
              <a:xfrm>
                <a:off x="2422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2" name="Freeform 4744"/>
              <p:cNvSpPr>
                <a:spLocks/>
              </p:cNvSpPr>
              <p:nvPr/>
            </p:nvSpPr>
            <p:spPr bwMode="auto">
              <a:xfrm>
                <a:off x="2458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3" name="Freeform 4745"/>
              <p:cNvSpPr>
                <a:spLocks/>
              </p:cNvSpPr>
              <p:nvPr/>
            </p:nvSpPr>
            <p:spPr bwMode="auto">
              <a:xfrm>
                <a:off x="2362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4" name="Freeform 4746"/>
              <p:cNvSpPr>
                <a:spLocks/>
              </p:cNvSpPr>
              <p:nvPr/>
            </p:nvSpPr>
            <p:spPr bwMode="auto">
              <a:xfrm>
                <a:off x="2219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5" name="Freeform 4747"/>
              <p:cNvSpPr>
                <a:spLocks/>
              </p:cNvSpPr>
              <p:nvPr/>
            </p:nvSpPr>
            <p:spPr bwMode="auto">
              <a:xfrm>
                <a:off x="2219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6" name="Freeform 4748"/>
              <p:cNvSpPr>
                <a:spLocks/>
              </p:cNvSpPr>
              <p:nvPr/>
            </p:nvSpPr>
            <p:spPr bwMode="auto">
              <a:xfrm>
                <a:off x="2225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7" name="Freeform 4749"/>
              <p:cNvSpPr>
                <a:spLocks/>
              </p:cNvSpPr>
              <p:nvPr/>
            </p:nvSpPr>
            <p:spPr bwMode="auto">
              <a:xfrm>
                <a:off x="1698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8" name="Freeform 4750"/>
              <p:cNvSpPr>
                <a:spLocks/>
              </p:cNvSpPr>
              <p:nvPr/>
            </p:nvSpPr>
            <p:spPr bwMode="auto">
              <a:xfrm>
                <a:off x="2279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29" name="Freeform 4751"/>
              <p:cNvSpPr>
                <a:spLocks/>
              </p:cNvSpPr>
              <p:nvPr/>
            </p:nvSpPr>
            <p:spPr bwMode="auto">
              <a:xfrm>
                <a:off x="2344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0" name="Freeform 4752"/>
              <p:cNvSpPr>
                <a:spLocks/>
              </p:cNvSpPr>
              <p:nvPr/>
            </p:nvSpPr>
            <p:spPr bwMode="auto">
              <a:xfrm>
                <a:off x="2368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1" name="Freeform 4753"/>
              <p:cNvSpPr>
                <a:spLocks/>
              </p:cNvSpPr>
              <p:nvPr/>
            </p:nvSpPr>
            <p:spPr bwMode="auto">
              <a:xfrm>
                <a:off x="2410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2" name="Freeform 4754"/>
              <p:cNvSpPr>
                <a:spLocks/>
              </p:cNvSpPr>
              <p:nvPr/>
            </p:nvSpPr>
            <p:spPr bwMode="auto">
              <a:xfrm>
                <a:off x="2111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3" name="Freeform 4755"/>
              <p:cNvSpPr>
                <a:spLocks/>
              </p:cNvSpPr>
              <p:nvPr/>
            </p:nvSpPr>
            <p:spPr bwMode="auto">
              <a:xfrm>
                <a:off x="2261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4" name="Freeform 4756"/>
              <p:cNvSpPr>
                <a:spLocks/>
              </p:cNvSpPr>
              <p:nvPr/>
            </p:nvSpPr>
            <p:spPr bwMode="auto">
              <a:xfrm>
                <a:off x="2356" y="16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5" name="Freeform 4757"/>
              <p:cNvSpPr>
                <a:spLocks/>
              </p:cNvSpPr>
              <p:nvPr/>
            </p:nvSpPr>
            <p:spPr bwMode="auto">
              <a:xfrm>
                <a:off x="2339" y="2168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6" name="Freeform 4758"/>
              <p:cNvSpPr>
                <a:spLocks/>
              </p:cNvSpPr>
              <p:nvPr/>
            </p:nvSpPr>
            <p:spPr bwMode="auto">
              <a:xfrm>
                <a:off x="2356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7" name="Freeform 4759"/>
              <p:cNvSpPr>
                <a:spLocks/>
              </p:cNvSpPr>
              <p:nvPr/>
            </p:nvSpPr>
            <p:spPr bwMode="auto">
              <a:xfrm>
                <a:off x="2303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8" name="Freeform 4760"/>
              <p:cNvSpPr>
                <a:spLocks/>
              </p:cNvSpPr>
              <p:nvPr/>
            </p:nvSpPr>
            <p:spPr bwMode="auto">
              <a:xfrm>
                <a:off x="2344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39" name="Freeform 4761"/>
              <p:cNvSpPr>
                <a:spLocks/>
              </p:cNvSpPr>
              <p:nvPr/>
            </p:nvSpPr>
            <p:spPr bwMode="auto">
              <a:xfrm>
                <a:off x="2261" y="188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0" name="Freeform 4762"/>
              <p:cNvSpPr>
                <a:spLocks/>
              </p:cNvSpPr>
              <p:nvPr/>
            </p:nvSpPr>
            <p:spPr bwMode="auto">
              <a:xfrm>
                <a:off x="2183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1" name="Freeform 4763"/>
              <p:cNvSpPr>
                <a:spLocks/>
              </p:cNvSpPr>
              <p:nvPr/>
            </p:nvSpPr>
            <p:spPr bwMode="auto">
              <a:xfrm>
                <a:off x="2410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2" name="Freeform 4764"/>
              <p:cNvSpPr>
                <a:spLocks/>
              </p:cNvSpPr>
              <p:nvPr/>
            </p:nvSpPr>
            <p:spPr bwMode="auto">
              <a:xfrm>
                <a:off x="2303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3" name="Freeform 4765"/>
              <p:cNvSpPr>
                <a:spLocks/>
              </p:cNvSpPr>
              <p:nvPr/>
            </p:nvSpPr>
            <p:spPr bwMode="auto">
              <a:xfrm>
                <a:off x="2297" y="15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4" name="Freeform 4766"/>
              <p:cNvSpPr>
                <a:spLocks/>
              </p:cNvSpPr>
              <p:nvPr/>
            </p:nvSpPr>
            <p:spPr bwMode="auto">
              <a:xfrm>
                <a:off x="2303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5" name="Freeform 4767"/>
              <p:cNvSpPr>
                <a:spLocks/>
              </p:cNvSpPr>
              <p:nvPr/>
            </p:nvSpPr>
            <p:spPr bwMode="auto">
              <a:xfrm>
                <a:off x="1794" y="22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6" name="Freeform 4768"/>
              <p:cNvSpPr>
                <a:spLocks/>
              </p:cNvSpPr>
              <p:nvPr/>
            </p:nvSpPr>
            <p:spPr bwMode="auto">
              <a:xfrm>
                <a:off x="2398" y="251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7" name="Freeform 4769"/>
              <p:cNvSpPr>
                <a:spLocks/>
              </p:cNvSpPr>
              <p:nvPr/>
            </p:nvSpPr>
            <p:spPr bwMode="auto">
              <a:xfrm>
                <a:off x="2273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8" name="Freeform 4770"/>
              <p:cNvSpPr>
                <a:spLocks/>
              </p:cNvSpPr>
              <p:nvPr/>
            </p:nvSpPr>
            <p:spPr bwMode="auto">
              <a:xfrm>
                <a:off x="2434" y="185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49" name="Freeform 4771"/>
              <p:cNvSpPr>
                <a:spLocks/>
              </p:cNvSpPr>
              <p:nvPr/>
            </p:nvSpPr>
            <p:spPr bwMode="auto">
              <a:xfrm>
                <a:off x="2410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50" name="Freeform 4772"/>
              <p:cNvSpPr>
                <a:spLocks/>
              </p:cNvSpPr>
              <p:nvPr/>
            </p:nvSpPr>
            <p:spPr bwMode="auto">
              <a:xfrm>
                <a:off x="2356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51" name="Freeform 4773"/>
              <p:cNvSpPr>
                <a:spLocks/>
              </p:cNvSpPr>
              <p:nvPr/>
            </p:nvSpPr>
            <p:spPr bwMode="auto">
              <a:xfrm>
                <a:off x="2189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52" name="Freeform 4774"/>
              <p:cNvSpPr>
                <a:spLocks/>
              </p:cNvSpPr>
              <p:nvPr/>
            </p:nvSpPr>
            <p:spPr bwMode="auto">
              <a:xfrm>
                <a:off x="2344" y="170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53" name="Freeform 4775"/>
              <p:cNvSpPr>
                <a:spLocks/>
              </p:cNvSpPr>
              <p:nvPr/>
            </p:nvSpPr>
            <p:spPr bwMode="auto">
              <a:xfrm>
                <a:off x="2434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54" name="Freeform 4776"/>
              <p:cNvSpPr>
                <a:spLocks/>
              </p:cNvSpPr>
              <p:nvPr/>
            </p:nvSpPr>
            <p:spPr bwMode="auto">
              <a:xfrm>
                <a:off x="2315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55" name="Freeform 4777"/>
              <p:cNvSpPr>
                <a:spLocks/>
              </p:cNvSpPr>
              <p:nvPr/>
            </p:nvSpPr>
            <p:spPr bwMode="auto">
              <a:xfrm>
                <a:off x="2291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56" name="Freeform 4778"/>
              <p:cNvSpPr>
                <a:spLocks/>
              </p:cNvSpPr>
              <p:nvPr/>
            </p:nvSpPr>
            <p:spPr bwMode="auto">
              <a:xfrm>
                <a:off x="1943" y="1893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6 h 11"/>
                  <a:gd name="T4" fmla="*/ 6 w 12"/>
                  <a:gd name="T5" fmla="*/ 11 h 11"/>
                  <a:gd name="T6" fmla="*/ 0 w 12"/>
                  <a:gd name="T7" fmla="*/ 6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57" name="Freeform 4779"/>
              <p:cNvSpPr>
                <a:spLocks/>
              </p:cNvSpPr>
              <p:nvPr/>
            </p:nvSpPr>
            <p:spPr bwMode="auto">
              <a:xfrm>
                <a:off x="2680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58" name="Freeform 4780"/>
              <p:cNvSpPr>
                <a:spLocks/>
              </p:cNvSpPr>
              <p:nvPr/>
            </p:nvSpPr>
            <p:spPr bwMode="auto">
              <a:xfrm>
                <a:off x="2506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59" name="Freeform 4781"/>
              <p:cNvSpPr>
                <a:spLocks/>
              </p:cNvSpPr>
              <p:nvPr/>
            </p:nvSpPr>
            <p:spPr bwMode="auto">
              <a:xfrm>
                <a:off x="2273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0" name="Freeform 4782"/>
              <p:cNvSpPr>
                <a:spLocks/>
              </p:cNvSpPr>
              <p:nvPr/>
            </p:nvSpPr>
            <p:spPr bwMode="auto">
              <a:xfrm>
                <a:off x="2386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1" name="Freeform 4783"/>
              <p:cNvSpPr>
                <a:spLocks/>
              </p:cNvSpPr>
              <p:nvPr/>
            </p:nvSpPr>
            <p:spPr bwMode="auto">
              <a:xfrm>
                <a:off x="2183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2" name="Freeform 4784"/>
              <p:cNvSpPr>
                <a:spLocks/>
              </p:cNvSpPr>
              <p:nvPr/>
            </p:nvSpPr>
            <p:spPr bwMode="auto">
              <a:xfrm>
                <a:off x="2333" y="2060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3" name="Freeform 4785"/>
              <p:cNvSpPr>
                <a:spLocks/>
              </p:cNvSpPr>
              <p:nvPr/>
            </p:nvSpPr>
            <p:spPr bwMode="auto">
              <a:xfrm>
                <a:off x="2333" y="207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4" name="Freeform 4786"/>
              <p:cNvSpPr>
                <a:spLocks/>
              </p:cNvSpPr>
              <p:nvPr/>
            </p:nvSpPr>
            <p:spPr bwMode="auto">
              <a:xfrm>
                <a:off x="2243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5" name="Freeform 4787"/>
              <p:cNvSpPr>
                <a:spLocks/>
              </p:cNvSpPr>
              <p:nvPr/>
            </p:nvSpPr>
            <p:spPr bwMode="auto">
              <a:xfrm>
                <a:off x="2147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6" name="Freeform 4788"/>
              <p:cNvSpPr>
                <a:spLocks/>
              </p:cNvSpPr>
              <p:nvPr/>
            </p:nvSpPr>
            <p:spPr bwMode="auto">
              <a:xfrm>
                <a:off x="2201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7" name="Freeform 4789"/>
              <p:cNvSpPr>
                <a:spLocks/>
              </p:cNvSpPr>
              <p:nvPr/>
            </p:nvSpPr>
            <p:spPr bwMode="auto">
              <a:xfrm>
                <a:off x="2398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8" name="Freeform 4790"/>
              <p:cNvSpPr>
                <a:spLocks/>
              </p:cNvSpPr>
              <p:nvPr/>
            </p:nvSpPr>
            <p:spPr bwMode="auto">
              <a:xfrm>
                <a:off x="1979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69" name="Freeform 4791"/>
              <p:cNvSpPr>
                <a:spLocks/>
              </p:cNvSpPr>
              <p:nvPr/>
            </p:nvSpPr>
            <p:spPr bwMode="auto">
              <a:xfrm>
                <a:off x="2392" y="185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0" name="Freeform 4792"/>
              <p:cNvSpPr>
                <a:spLocks/>
              </p:cNvSpPr>
              <p:nvPr/>
            </p:nvSpPr>
            <p:spPr bwMode="auto">
              <a:xfrm>
                <a:off x="2356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1" name="Freeform 4793"/>
              <p:cNvSpPr>
                <a:spLocks/>
              </p:cNvSpPr>
              <p:nvPr/>
            </p:nvSpPr>
            <p:spPr bwMode="auto">
              <a:xfrm>
                <a:off x="2255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2" name="Freeform 4794"/>
              <p:cNvSpPr>
                <a:spLocks/>
              </p:cNvSpPr>
              <p:nvPr/>
            </p:nvSpPr>
            <p:spPr bwMode="auto">
              <a:xfrm>
                <a:off x="2273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3" name="Freeform 4795"/>
              <p:cNvSpPr>
                <a:spLocks/>
              </p:cNvSpPr>
              <p:nvPr/>
            </p:nvSpPr>
            <p:spPr bwMode="auto">
              <a:xfrm>
                <a:off x="2309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4" name="Freeform 4796"/>
              <p:cNvSpPr>
                <a:spLocks/>
              </p:cNvSpPr>
              <p:nvPr/>
            </p:nvSpPr>
            <p:spPr bwMode="auto">
              <a:xfrm>
                <a:off x="1865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5" name="Freeform 4797"/>
              <p:cNvSpPr>
                <a:spLocks/>
              </p:cNvSpPr>
              <p:nvPr/>
            </p:nvSpPr>
            <p:spPr bwMode="auto">
              <a:xfrm>
                <a:off x="2225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6" name="Freeform 4798"/>
              <p:cNvSpPr>
                <a:spLocks/>
              </p:cNvSpPr>
              <p:nvPr/>
            </p:nvSpPr>
            <p:spPr bwMode="auto">
              <a:xfrm>
                <a:off x="2315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7" name="Freeform 4799"/>
              <p:cNvSpPr>
                <a:spLocks/>
              </p:cNvSpPr>
              <p:nvPr/>
            </p:nvSpPr>
            <p:spPr bwMode="auto">
              <a:xfrm>
                <a:off x="2339" y="200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8" name="Freeform 4800"/>
              <p:cNvSpPr>
                <a:spLocks/>
              </p:cNvSpPr>
              <p:nvPr/>
            </p:nvSpPr>
            <p:spPr bwMode="auto">
              <a:xfrm>
                <a:off x="2207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79" name="Freeform 4801"/>
              <p:cNvSpPr>
                <a:spLocks/>
              </p:cNvSpPr>
              <p:nvPr/>
            </p:nvSpPr>
            <p:spPr bwMode="auto">
              <a:xfrm>
                <a:off x="2374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0" name="Freeform 4802"/>
              <p:cNvSpPr>
                <a:spLocks/>
              </p:cNvSpPr>
              <p:nvPr/>
            </p:nvSpPr>
            <p:spPr bwMode="auto">
              <a:xfrm>
                <a:off x="2171" y="18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1" name="Freeform 4803"/>
              <p:cNvSpPr>
                <a:spLocks/>
              </p:cNvSpPr>
              <p:nvPr/>
            </p:nvSpPr>
            <p:spPr bwMode="auto">
              <a:xfrm>
                <a:off x="2368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2" name="Freeform 4804"/>
              <p:cNvSpPr>
                <a:spLocks/>
              </p:cNvSpPr>
              <p:nvPr/>
            </p:nvSpPr>
            <p:spPr bwMode="auto">
              <a:xfrm>
                <a:off x="2171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3" name="Freeform 4805"/>
              <p:cNvSpPr>
                <a:spLocks/>
              </p:cNvSpPr>
              <p:nvPr/>
            </p:nvSpPr>
            <p:spPr bwMode="auto">
              <a:xfrm>
                <a:off x="2518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4" name="Freeform 4806"/>
              <p:cNvSpPr>
                <a:spLocks/>
              </p:cNvSpPr>
              <p:nvPr/>
            </p:nvSpPr>
            <p:spPr bwMode="auto">
              <a:xfrm>
                <a:off x="3243" y="16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5" name="Freeform 4807"/>
              <p:cNvSpPr>
                <a:spLocks/>
              </p:cNvSpPr>
              <p:nvPr/>
            </p:nvSpPr>
            <p:spPr bwMode="auto">
              <a:xfrm>
                <a:off x="2440" y="186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6" name="Freeform 4808"/>
              <p:cNvSpPr>
                <a:spLocks/>
              </p:cNvSpPr>
              <p:nvPr/>
            </p:nvSpPr>
            <p:spPr bwMode="auto">
              <a:xfrm>
                <a:off x="2339" y="1976"/>
                <a:ext cx="11" cy="12"/>
              </a:xfrm>
              <a:custGeom>
                <a:avLst/>
                <a:gdLst>
                  <a:gd name="T0" fmla="*/ 5 w 11"/>
                  <a:gd name="T1" fmla="*/ 0 h 12"/>
                  <a:gd name="T2" fmla="*/ 11 w 11"/>
                  <a:gd name="T3" fmla="*/ 6 h 12"/>
                  <a:gd name="T4" fmla="*/ 5 w 11"/>
                  <a:gd name="T5" fmla="*/ 12 h 12"/>
                  <a:gd name="T6" fmla="*/ 0 w 11"/>
                  <a:gd name="T7" fmla="*/ 6 h 12"/>
                  <a:gd name="T8" fmla="*/ 5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lnTo>
                      <a:pt x="11" y="6"/>
                    </a:lnTo>
                    <a:lnTo>
                      <a:pt x="5" y="12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7" name="Freeform 4809"/>
              <p:cNvSpPr>
                <a:spLocks/>
              </p:cNvSpPr>
              <p:nvPr/>
            </p:nvSpPr>
            <p:spPr bwMode="auto">
              <a:xfrm>
                <a:off x="2279" y="232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8" name="Freeform 4810"/>
              <p:cNvSpPr>
                <a:spLocks/>
              </p:cNvSpPr>
              <p:nvPr/>
            </p:nvSpPr>
            <p:spPr bwMode="auto">
              <a:xfrm>
                <a:off x="2081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89" name="Freeform 4811"/>
              <p:cNvSpPr>
                <a:spLocks/>
              </p:cNvSpPr>
              <p:nvPr/>
            </p:nvSpPr>
            <p:spPr bwMode="auto">
              <a:xfrm>
                <a:off x="2213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0" name="Freeform 4812"/>
              <p:cNvSpPr>
                <a:spLocks/>
              </p:cNvSpPr>
              <p:nvPr/>
            </p:nvSpPr>
            <p:spPr bwMode="auto">
              <a:xfrm>
                <a:off x="2368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1" name="Freeform 4813"/>
              <p:cNvSpPr>
                <a:spLocks/>
              </p:cNvSpPr>
              <p:nvPr/>
            </p:nvSpPr>
            <p:spPr bwMode="auto">
              <a:xfrm>
                <a:off x="2321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2" name="Freeform 4814"/>
              <p:cNvSpPr>
                <a:spLocks/>
              </p:cNvSpPr>
              <p:nvPr/>
            </p:nvSpPr>
            <p:spPr bwMode="auto">
              <a:xfrm>
                <a:off x="2380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3" name="Freeform 4815"/>
              <p:cNvSpPr>
                <a:spLocks/>
              </p:cNvSpPr>
              <p:nvPr/>
            </p:nvSpPr>
            <p:spPr bwMode="auto">
              <a:xfrm>
                <a:off x="2291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4" name="Freeform 4816"/>
              <p:cNvSpPr>
                <a:spLocks/>
              </p:cNvSpPr>
              <p:nvPr/>
            </p:nvSpPr>
            <p:spPr bwMode="auto">
              <a:xfrm>
                <a:off x="2201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5" name="Freeform 4817"/>
              <p:cNvSpPr>
                <a:spLocks/>
              </p:cNvSpPr>
              <p:nvPr/>
            </p:nvSpPr>
            <p:spPr bwMode="auto">
              <a:xfrm>
                <a:off x="2273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6" name="Freeform 4818"/>
              <p:cNvSpPr>
                <a:spLocks/>
              </p:cNvSpPr>
              <p:nvPr/>
            </p:nvSpPr>
            <p:spPr bwMode="auto">
              <a:xfrm>
                <a:off x="2285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7" name="Freeform 4819"/>
              <p:cNvSpPr>
                <a:spLocks/>
              </p:cNvSpPr>
              <p:nvPr/>
            </p:nvSpPr>
            <p:spPr bwMode="auto">
              <a:xfrm>
                <a:off x="2662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8" name="Freeform 4820"/>
              <p:cNvSpPr>
                <a:spLocks/>
              </p:cNvSpPr>
              <p:nvPr/>
            </p:nvSpPr>
            <p:spPr bwMode="auto">
              <a:xfrm>
                <a:off x="2303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799" name="Freeform 4821"/>
              <p:cNvSpPr>
                <a:spLocks/>
              </p:cNvSpPr>
              <p:nvPr/>
            </p:nvSpPr>
            <p:spPr bwMode="auto">
              <a:xfrm>
                <a:off x="2392" y="23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00" name="Freeform 4822"/>
              <p:cNvSpPr>
                <a:spLocks/>
              </p:cNvSpPr>
              <p:nvPr/>
            </p:nvSpPr>
            <p:spPr bwMode="auto">
              <a:xfrm>
                <a:off x="1967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01" name="Freeform 4823"/>
              <p:cNvSpPr>
                <a:spLocks/>
              </p:cNvSpPr>
              <p:nvPr/>
            </p:nvSpPr>
            <p:spPr bwMode="auto">
              <a:xfrm>
                <a:off x="2464" y="214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02" name="Freeform 4824"/>
              <p:cNvSpPr>
                <a:spLocks/>
              </p:cNvSpPr>
              <p:nvPr/>
            </p:nvSpPr>
            <p:spPr bwMode="auto">
              <a:xfrm>
                <a:off x="2315" y="199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03" name="Freeform 4825"/>
              <p:cNvSpPr>
                <a:spLocks/>
              </p:cNvSpPr>
              <p:nvPr/>
            </p:nvSpPr>
            <p:spPr bwMode="auto">
              <a:xfrm>
                <a:off x="2380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04" name="Freeform 4826"/>
              <p:cNvSpPr>
                <a:spLocks/>
              </p:cNvSpPr>
              <p:nvPr/>
            </p:nvSpPr>
            <p:spPr bwMode="auto">
              <a:xfrm>
                <a:off x="2482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805" name="Freeform 4827"/>
              <p:cNvSpPr>
                <a:spLocks/>
              </p:cNvSpPr>
              <p:nvPr/>
            </p:nvSpPr>
            <p:spPr bwMode="auto">
              <a:xfrm>
                <a:off x="2321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grpSp>
          <p:nvGrpSpPr>
            <p:cNvPr id="28" name="Group 5029"/>
            <p:cNvGrpSpPr>
              <a:grpSpLocks/>
            </p:cNvGrpSpPr>
            <p:nvPr/>
          </p:nvGrpSpPr>
          <p:grpSpPr bwMode="auto">
            <a:xfrm>
              <a:off x="1764" y="1498"/>
              <a:ext cx="1137" cy="1119"/>
              <a:chOff x="1764" y="1498"/>
              <a:chExt cx="1137" cy="1119"/>
            </a:xfrm>
          </p:grpSpPr>
          <p:sp>
            <p:nvSpPr>
              <p:cNvPr id="58406" name="Freeform 4829"/>
              <p:cNvSpPr>
                <a:spLocks/>
              </p:cNvSpPr>
              <p:nvPr/>
            </p:nvSpPr>
            <p:spPr bwMode="auto">
              <a:xfrm>
                <a:off x="2440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07" name="Freeform 4830"/>
              <p:cNvSpPr>
                <a:spLocks/>
              </p:cNvSpPr>
              <p:nvPr/>
            </p:nvSpPr>
            <p:spPr bwMode="auto">
              <a:xfrm>
                <a:off x="2189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08" name="Freeform 4831"/>
              <p:cNvSpPr>
                <a:spLocks/>
              </p:cNvSpPr>
              <p:nvPr/>
            </p:nvSpPr>
            <p:spPr bwMode="auto">
              <a:xfrm>
                <a:off x="2572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09" name="Freeform 4832"/>
              <p:cNvSpPr>
                <a:spLocks/>
              </p:cNvSpPr>
              <p:nvPr/>
            </p:nvSpPr>
            <p:spPr bwMode="auto">
              <a:xfrm>
                <a:off x="2362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0" name="Freeform 4833"/>
              <p:cNvSpPr>
                <a:spLocks/>
              </p:cNvSpPr>
              <p:nvPr/>
            </p:nvSpPr>
            <p:spPr bwMode="auto">
              <a:xfrm>
                <a:off x="2500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1" name="Freeform 4834"/>
              <p:cNvSpPr>
                <a:spLocks/>
              </p:cNvSpPr>
              <p:nvPr/>
            </p:nvSpPr>
            <p:spPr bwMode="auto">
              <a:xfrm>
                <a:off x="2333" y="207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2" name="Freeform 4835"/>
              <p:cNvSpPr>
                <a:spLocks/>
              </p:cNvSpPr>
              <p:nvPr/>
            </p:nvSpPr>
            <p:spPr bwMode="auto">
              <a:xfrm>
                <a:off x="2303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3" name="Freeform 4836"/>
              <p:cNvSpPr>
                <a:spLocks/>
              </p:cNvSpPr>
              <p:nvPr/>
            </p:nvSpPr>
            <p:spPr bwMode="auto">
              <a:xfrm>
                <a:off x="2225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4" name="Freeform 4837"/>
              <p:cNvSpPr>
                <a:spLocks/>
              </p:cNvSpPr>
              <p:nvPr/>
            </p:nvSpPr>
            <p:spPr bwMode="auto">
              <a:xfrm>
                <a:off x="2177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5" name="Freeform 4838"/>
              <p:cNvSpPr>
                <a:spLocks/>
              </p:cNvSpPr>
              <p:nvPr/>
            </p:nvSpPr>
            <p:spPr bwMode="auto">
              <a:xfrm>
                <a:off x="2362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6" name="Freeform 4839"/>
              <p:cNvSpPr>
                <a:spLocks/>
              </p:cNvSpPr>
              <p:nvPr/>
            </p:nvSpPr>
            <p:spPr bwMode="auto">
              <a:xfrm>
                <a:off x="2327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7" name="Freeform 4840"/>
              <p:cNvSpPr>
                <a:spLocks/>
              </p:cNvSpPr>
              <p:nvPr/>
            </p:nvSpPr>
            <p:spPr bwMode="auto">
              <a:xfrm>
                <a:off x="2315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8" name="Freeform 4841"/>
              <p:cNvSpPr>
                <a:spLocks/>
              </p:cNvSpPr>
              <p:nvPr/>
            </p:nvSpPr>
            <p:spPr bwMode="auto">
              <a:xfrm>
                <a:off x="2404" y="173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19" name="Freeform 4842"/>
              <p:cNvSpPr>
                <a:spLocks/>
              </p:cNvSpPr>
              <p:nvPr/>
            </p:nvSpPr>
            <p:spPr bwMode="auto">
              <a:xfrm>
                <a:off x="2039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0" name="Freeform 4843"/>
              <p:cNvSpPr>
                <a:spLocks/>
              </p:cNvSpPr>
              <p:nvPr/>
            </p:nvSpPr>
            <p:spPr bwMode="auto">
              <a:xfrm>
                <a:off x="2273" y="171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1" name="Freeform 4844"/>
              <p:cNvSpPr>
                <a:spLocks/>
              </p:cNvSpPr>
              <p:nvPr/>
            </p:nvSpPr>
            <p:spPr bwMode="auto">
              <a:xfrm>
                <a:off x="2530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2" name="Freeform 4845"/>
              <p:cNvSpPr>
                <a:spLocks/>
              </p:cNvSpPr>
              <p:nvPr/>
            </p:nvSpPr>
            <p:spPr bwMode="auto">
              <a:xfrm>
                <a:off x="2291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3" name="Freeform 4846"/>
              <p:cNvSpPr>
                <a:spLocks/>
              </p:cNvSpPr>
              <p:nvPr/>
            </p:nvSpPr>
            <p:spPr bwMode="auto">
              <a:xfrm>
                <a:off x="2416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4" name="Freeform 4847"/>
              <p:cNvSpPr>
                <a:spLocks/>
              </p:cNvSpPr>
              <p:nvPr/>
            </p:nvSpPr>
            <p:spPr bwMode="auto">
              <a:xfrm>
                <a:off x="2500" y="17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5" name="Freeform 4848"/>
              <p:cNvSpPr>
                <a:spLocks/>
              </p:cNvSpPr>
              <p:nvPr/>
            </p:nvSpPr>
            <p:spPr bwMode="auto">
              <a:xfrm>
                <a:off x="2153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6" name="Freeform 4849"/>
              <p:cNvSpPr>
                <a:spLocks/>
              </p:cNvSpPr>
              <p:nvPr/>
            </p:nvSpPr>
            <p:spPr bwMode="auto">
              <a:xfrm>
                <a:off x="2446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7" name="Freeform 4850"/>
              <p:cNvSpPr>
                <a:spLocks/>
              </p:cNvSpPr>
              <p:nvPr/>
            </p:nvSpPr>
            <p:spPr bwMode="auto">
              <a:xfrm>
                <a:off x="2626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8" name="Freeform 4851"/>
              <p:cNvSpPr>
                <a:spLocks/>
              </p:cNvSpPr>
              <p:nvPr/>
            </p:nvSpPr>
            <p:spPr bwMode="auto">
              <a:xfrm>
                <a:off x="2285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29" name="Freeform 4852"/>
              <p:cNvSpPr>
                <a:spLocks/>
              </p:cNvSpPr>
              <p:nvPr/>
            </p:nvSpPr>
            <p:spPr bwMode="auto">
              <a:xfrm>
                <a:off x="2644" y="166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0" name="Freeform 4853"/>
              <p:cNvSpPr>
                <a:spLocks/>
              </p:cNvSpPr>
              <p:nvPr/>
            </p:nvSpPr>
            <p:spPr bwMode="auto">
              <a:xfrm>
                <a:off x="2530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1" name="Freeform 4854"/>
              <p:cNvSpPr>
                <a:spLocks/>
              </p:cNvSpPr>
              <p:nvPr/>
            </p:nvSpPr>
            <p:spPr bwMode="auto">
              <a:xfrm>
                <a:off x="2213" y="19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2" name="Freeform 4855"/>
              <p:cNvSpPr>
                <a:spLocks/>
              </p:cNvSpPr>
              <p:nvPr/>
            </p:nvSpPr>
            <p:spPr bwMode="auto">
              <a:xfrm>
                <a:off x="2285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3" name="Freeform 4856"/>
              <p:cNvSpPr>
                <a:spLocks/>
              </p:cNvSpPr>
              <p:nvPr/>
            </p:nvSpPr>
            <p:spPr bwMode="auto">
              <a:xfrm>
                <a:off x="2315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4" name="Freeform 4857"/>
              <p:cNvSpPr>
                <a:spLocks/>
              </p:cNvSpPr>
              <p:nvPr/>
            </p:nvSpPr>
            <p:spPr bwMode="auto">
              <a:xfrm>
                <a:off x="2285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5" name="Freeform 4858"/>
              <p:cNvSpPr>
                <a:spLocks/>
              </p:cNvSpPr>
              <p:nvPr/>
            </p:nvSpPr>
            <p:spPr bwMode="auto">
              <a:xfrm>
                <a:off x="2344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6" name="Freeform 4859"/>
              <p:cNvSpPr>
                <a:spLocks/>
              </p:cNvSpPr>
              <p:nvPr/>
            </p:nvSpPr>
            <p:spPr bwMode="auto">
              <a:xfrm>
                <a:off x="2392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7" name="Freeform 4860"/>
              <p:cNvSpPr>
                <a:spLocks/>
              </p:cNvSpPr>
              <p:nvPr/>
            </p:nvSpPr>
            <p:spPr bwMode="auto">
              <a:xfrm>
                <a:off x="2865" y="168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8" name="Freeform 4861"/>
              <p:cNvSpPr>
                <a:spLocks/>
              </p:cNvSpPr>
              <p:nvPr/>
            </p:nvSpPr>
            <p:spPr bwMode="auto">
              <a:xfrm>
                <a:off x="2315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39" name="Freeform 4862"/>
              <p:cNvSpPr>
                <a:spLocks/>
              </p:cNvSpPr>
              <p:nvPr/>
            </p:nvSpPr>
            <p:spPr bwMode="auto">
              <a:xfrm>
                <a:off x="2189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0" name="Freeform 4863"/>
              <p:cNvSpPr>
                <a:spLocks/>
              </p:cNvSpPr>
              <p:nvPr/>
            </p:nvSpPr>
            <p:spPr bwMode="auto">
              <a:xfrm>
                <a:off x="2273" y="22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1" name="Freeform 4864"/>
              <p:cNvSpPr>
                <a:spLocks/>
              </p:cNvSpPr>
              <p:nvPr/>
            </p:nvSpPr>
            <p:spPr bwMode="auto">
              <a:xfrm>
                <a:off x="2333" y="1910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2" name="Freeform 4865"/>
              <p:cNvSpPr>
                <a:spLocks/>
              </p:cNvSpPr>
              <p:nvPr/>
            </p:nvSpPr>
            <p:spPr bwMode="auto">
              <a:xfrm>
                <a:off x="2273" y="216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3" name="Freeform 4866"/>
              <p:cNvSpPr>
                <a:spLocks/>
              </p:cNvSpPr>
              <p:nvPr/>
            </p:nvSpPr>
            <p:spPr bwMode="auto">
              <a:xfrm>
                <a:off x="2273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4" name="Freeform 4867"/>
              <p:cNvSpPr>
                <a:spLocks/>
              </p:cNvSpPr>
              <p:nvPr/>
            </p:nvSpPr>
            <p:spPr bwMode="auto">
              <a:xfrm>
                <a:off x="2189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5" name="Freeform 4868"/>
              <p:cNvSpPr>
                <a:spLocks/>
              </p:cNvSpPr>
              <p:nvPr/>
            </p:nvSpPr>
            <p:spPr bwMode="auto">
              <a:xfrm>
                <a:off x="1764" y="260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6" name="Freeform 4869"/>
              <p:cNvSpPr>
                <a:spLocks/>
              </p:cNvSpPr>
              <p:nvPr/>
            </p:nvSpPr>
            <p:spPr bwMode="auto">
              <a:xfrm>
                <a:off x="2189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7" name="Freeform 4870"/>
              <p:cNvSpPr>
                <a:spLocks/>
              </p:cNvSpPr>
              <p:nvPr/>
            </p:nvSpPr>
            <p:spPr bwMode="auto">
              <a:xfrm>
                <a:off x="1818" y="247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8" name="Freeform 4871"/>
              <p:cNvSpPr>
                <a:spLocks/>
              </p:cNvSpPr>
              <p:nvPr/>
            </p:nvSpPr>
            <p:spPr bwMode="auto">
              <a:xfrm>
                <a:off x="2285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49" name="Freeform 4872"/>
              <p:cNvSpPr>
                <a:spLocks/>
              </p:cNvSpPr>
              <p:nvPr/>
            </p:nvSpPr>
            <p:spPr bwMode="auto">
              <a:xfrm>
                <a:off x="2099" y="231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0" name="Freeform 4873"/>
              <p:cNvSpPr>
                <a:spLocks/>
              </p:cNvSpPr>
              <p:nvPr/>
            </p:nvSpPr>
            <p:spPr bwMode="auto">
              <a:xfrm>
                <a:off x="1877" y="234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1" name="Freeform 4874"/>
              <p:cNvSpPr>
                <a:spLocks/>
              </p:cNvSpPr>
              <p:nvPr/>
            </p:nvSpPr>
            <p:spPr bwMode="auto">
              <a:xfrm>
                <a:off x="231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2" name="Freeform 4875"/>
              <p:cNvSpPr>
                <a:spLocks/>
              </p:cNvSpPr>
              <p:nvPr/>
            </p:nvSpPr>
            <p:spPr bwMode="auto">
              <a:xfrm>
                <a:off x="2422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3" name="Freeform 4876"/>
              <p:cNvSpPr>
                <a:spLocks/>
              </p:cNvSpPr>
              <p:nvPr/>
            </p:nvSpPr>
            <p:spPr bwMode="auto">
              <a:xfrm>
                <a:off x="2261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4" name="Freeform 4877"/>
              <p:cNvSpPr>
                <a:spLocks/>
              </p:cNvSpPr>
              <p:nvPr/>
            </p:nvSpPr>
            <p:spPr bwMode="auto">
              <a:xfrm>
                <a:off x="2297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5" name="Freeform 4878"/>
              <p:cNvSpPr>
                <a:spLocks/>
              </p:cNvSpPr>
              <p:nvPr/>
            </p:nvSpPr>
            <p:spPr bwMode="auto">
              <a:xfrm>
                <a:off x="2494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6" name="Freeform 4879"/>
              <p:cNvSpPr>
                <a:spLocks/>
              </p:cNvSpPr>
              <p:nvPr/>
            </p:nvSpPr>
            <p:spPr bwMode="auto">
              <a:xfrm>
                <a:off x="2309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7" name="Freeform 4880"/>
              <p:cNvSpPr>
                <a:spLocks/>
              </p:cNvSpPr>
              <p:nvPr/>
            </p:nvSpPr>
            <p:spPr bwMode="auto">
              <a:xfrm>
                <a:off x="2398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8" name="Freeform 4881"/>
              <p:cNvSpPr>
                <a:spLocks/>
              </p:cNvSpPr>
              <p:nvPr/>
            </p:nvSpPr>
            <p:spPr bwMode="auto">
              <a:xfrm>
                <a:off x="2285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59" name="Freeform 4882"/>
              <p:cNvSpPr>
                <a:spLocks/>
              </p:cNvSpPr>
              <p:nvPr/>
            </p:nvSpPr>
            <p:spPr bwMode="auto">
              <a:xfrm>
                <a:off x="2273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0" name="Freeform 4883"/>
              <p:cNvSpPr>
                <a:spLocks/>
              </p:cNvSpPr>
              <p:nvPr/>
            </p:nvSpPr>
            <p:spPr bwMode="auto">
              <a:xfrm>
                <a:off x="2201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1" name="Freeform 4884"/>
              <p:cNvSpPr>
                <a:spLocks/>
              </p:cNvSpPr>
              <p:nvPr/>
            </p:nvSpPr>
            <p:spPr bwMode="auto">
              <a:xfrm>
                <a:off x="2243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2" name="Freeform 4885"/>
              <p:cNvSpPr>
                <a:spLocks/>
              </p:cNvSpPr>
              <p:nvPr/>
            </p:nvSpPr>
            <p:spPr bwMode="auto">
              <a:xfrm>
                <a:off x="2680" y="172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3" name="Freeform 4886"/>
              <p:cNvSpPr>
                <a:spLocks/>
              </p:cNvSpPr>
              <p:nvPr/>
            </p:nvSpPr>
            <p:spPr bwMode="auto">
              <a:xfrm>
                <a:off x="2398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4" name="Freeform 4887"/>
              <p:cNvSpPr>
                <a:spLocks/>
              </p:cNvSpPr>
              <p:nvPr/>
            </p:nvSpPr>
            <p:spPr bwMode="auto">
              <a:xfrm>
                <a:off x="2189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5" name="Freeform 4888"/>
              <p:cNvSpPr>
                <a:spLocks/>
              </p:cNvSpPr>
              <p:nvPr/>
            </p:nvSpPr>
            <p:spPr bwMode="auto">
              <a:xfrm>
                <a:off x="2368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6" name="Freeform 4889"/>
              <p:cNvSpPr>
                <a:spLocks/>
              </p:cNvSpPr>
              <p:nvPr/>
            </p:nvSpPr>
            <p:spPr bwMode="auto">
              <a:xfrm>
                <a:off x="2350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7" name="Freeform 4890"/>
              <p:cNvSpPr>
                <a:spLocks/>
              </p:cNvSpPr>
              <p:nvPr/>
            </p:nvSpPr>
            <p:spPr bwMode="auto">
              <a:xfrm>
                <a:off x="2303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8" name="Freeform 4891"/>
              <p:cNvSpPr>
                <a:spLocks/>
              </p:cNvSpPr>
              <p:nvPr/>
            </p:nvSpPr>
            <p:spPr bwMode="auto">
              <a:xfrm>
                <a:off x="2470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69" name="Freeform 4892"/>
              <p:cNvSpPr>
                <a:spLocks/>
              </p:cNvSpPr>
              <p:nvPr/>
            </p:nvSpPr>
            <p:spPr bwMode="auto">
              <a:xfrm>
                <a:off x="2207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0" name="Freeform 4893"/>
              <p:cNvSpPr>
                <a:spLocks/>
              </p:cNvSpPr>
              <p:nvPr/>
            </p:nvSpPr>
            <p:spPr bwMode="auto">
              <a:xfrm>
                <a:off x="2380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1" name="Freeform 4894"/>
              <p:cNvSpPr>
                <a:spLocks/>
              </p:cNvSpPr>
              <p:nvPr/>
            </p:nvSpPr>
            <p:spPr bwMode="auto">
              <a:xfrm>
                <a:off x="2344" y="212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2" name="Freeform 4895"/>
              <p:cNvSpPr>
                <a:spLocks/>
              </p:cNvSpPr>
              <p:nvPr/>
            </p:nvSpPr>
            <p:spPr bwMode="auto">
              <a:xfrm>
                <a:off x="2482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3" name="Freeform 4896"/>
              <p:cNvSpPr>
                <a:spLocks/>
              </p:cNvSpPr>
              <p:nvPr/>
            </p:nvSpPr>
            <p:spPr bwMode="auto">
              <a:xfrm>
                <a:off x="2213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4" name="Freeform 4897"/>
              <p:cNvSpPr>
                <a:spLocks/>
              </p:cNvSpPr>
              <p:nvPr/>
            </p:nvSpPr>
            <p:spPr bwMode="auto">
              <a:xfrm>
                <a:off x="2207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5" name="Freeform 4898"/>
              <p:cNvSpPr>
                <a:spLocks/>
              </p:cNvSpPr>
              <p:nvPr/>
            </p:nvSpPr>
            <p:spPr bwMode="auto">
              <a:xfrm>
                <a:off x="2177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6" name="Freeform 4899"/>
              <p:cNvSpPr>
                <a:spLocks/>
              </p:cNvSpPr>
              <p:nvPr/>
            </p:nvSpPr>
            <p:spPr bwMode="auto">
              <a:xfrm>
                <a:off x="2159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7" name="Freeform 4900"/>
              <p:cNvSpPr>
                <a:spLocks/>
              </p:cNvSpPr>
              <p:nvPr/>
            </p:nvSpPr>
            <p:spPr bwMode="auto">
              <a:xfrm>
                <a:off x="2237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8" name="Freeform 4901"/>
              <p:cNvSpPr>
                <a:spLocks/>
              </p:cNvSpPr>
              <p:nvPr/>
            </p:nvSpPr>
            <p:spPr bwMode="auto">
              <a:xfrm>
                <a:off x="2141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79" name="Freeform 4902"/>
              <p:cNvSpPr>
                <a:spLocks/>
              </p:cNvSpPr>
              <p:nvPr/>
            </p:nvSpPr>
            <p:spPr bwMode="auto">
              <a:xfrm>
                <a:off x="2219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0" name="Freeform 4903"/>
              <p:cNvSpPr>
                <a:spLocks/>
              </p:cNvSpPr>
              <p:nvPr/>
            </p:nvSpPr>
            <p:spPr bwMode="auto">
              <a:xfrm>
                <a:off x="2171" y="221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1" name="Freeform 4904"/>
              <p:cNvSpPr>
                <a:spLocks/>
              </p:cNvSpPr>
              <p:nvPr/>
            </p:nvSpPr>
            <p:spPr bwMode="auto">
              <a:xfrm>
                <a:off x="2404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2" name="Freeform 4905"/>
              <p:cNvSpPr>
                <a:spLocks/>
              </p:cNvSpPr>
              <p:nvPr/>
            </p:nvSpPr>
            <p:spPr bwMode="auto">
              <a:xfrm>
                <a:off x="2333" y="1994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3" name="Freeform 4906"/>
              <p:cNvSpPr>
                <a:spLocks/>
              </p:cNvSpPr>
              <p:nvPr/>
            </p:nvSpPr>
            <p:spPr bwMode="auto">
              <a:xfrm>
                <a:off x="2506" y="174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4" name="Freeform 4907"/>
              <p:cNvSpPr>
                <a:spLocks/>
              </p:cNvSpPr>
              <p:nvPr/>
            </p:nvSpPr>
            <p:spPr bwMode="auto">
              <a:xfrm>
                <a:off x="2123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5" name="Freeform 4908"/>
              <p:cNvSpPr>
                <a:spLocks/>
              </p:cNvSpPr>
              <p:nvPr/>
            </p:nvSpPr>
            <p:spPr bwMode="auto">
              <a:xfrm>
                <a:off x="2344" y="206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6" name="Freeform 4909"/>
              <p:cNvSpPr>
                <a:spLocks/>
              </p:cNvSpPr>
              <p:nvPr/>
            </p:nvSpPr>
            <p:spPr bwMode="auto">
              <a:xfrm>
                <a:off x="1985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7" name="Freeform 4910"/>
              <p:cNvSpPr>
                <a:spLocks/>
              </p:cNvSpPr>
              <p:nvPr/>
            </p:nvSpPr>
            <p:spPr bwMode="auto">
              <a:xfrm>
                <a:off x="2482" y="183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8" name="Freeform 4911"/>
              <p:cNvSpPr>
                <a:spLocks/>
              </p:cNvSpPr>
              <p:nvPr/>
            </p:nvSpPr>
            <p:spPr bwMode="auto">
              <a:xfrm>
                <a:off x="2380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89" name="Freeform 4912"/>
              <p:cNvSpPr>
                <a:spLocks/>
              </p:cNvSpPr>
              <p:nvPr/>
            </p:nvSpPr>
            <p:spPr bwMode="auto">
              <a:xfrm>
                <a:off x="2267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0" name="Freeform 4913"/>
              <p:cNvSpPr>
                <a:spLocks/>
              </p:cNvSpPr>
              <p:nvPr/>
            </p:nvSpPr>
            <p:spPr bwMode="auto">
              <a:xfrm>
                <a:off x="2027" y="217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1" name="Freeform 4914"/>
              <p:cNvSpPr>
                <a:spLocks/>
              </p:cNvSpPr>
              <p:nvPr/>
            </p:nvSpPr>
            <p:spPr bwMode="auto">
              <a:xfrm>
                <a:off x="2141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2" name="Freeform 4915"/>
              <p:cNvSpPr>
                <a:spLocks/>
              </p:cNvSpPr>
              <p:nvPr/>
            </p:nvSpPr>
            <p:spPr bwMode="auto">
              <a:xfrm>
                <a:off x="2315" y="197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3" name="Freeform 4916"/>
              <p:cNvSpPr>
                <a:spLocks/>
              </p:cNvSpPr>
              <p:nvPr/>
            </p:nvSpPr>
            <p:spPr bwMode="auto">
              <a:xfrm>
                <a:off x="2446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4" name="Freeform 4917"/>
              <p:cNvSpPr>
                <a:spLocks/>
              </p:cNvSpPr>
              <p:nvPr/>
            </p:nvSpPr>
            <p:spPr bwMode="auto">
              <a:xfrm>
                <a:off x="2129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5" name="Freeform 4918"/>
              <p:cNvSpPr>
                <a:spLocks/>
              </p:cNvSpPr>
              <p:nvPr/>
            </p:nvSpPr>
            <p:spPr bwMode="auto">
              <a:xfrm>
                <a:off x="2303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6" name="Freeform 4919"/>
              <p:cNvSpPr>
                <a:spLocks/>
              </p:cNvSpPr>
              <p:nvPr/>
            </p:nvSpPr>
            <p:spPr bwMode="auto">
              <a:xfrm>
                <a:off x="2057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7" name="Freeform 4920"/>
              <p:cNvSpPr>
                <a:spLocks/>
              </p:cNvSpPr>
              <p:nvPr/>
            </p:nvSpPr>
            <p:spPr bwMode="auto">
              <a:xfrm>
                <a:off x="2410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8" name="Freeform 4921"/>
              <p:cNvSpPr>
                <a:spLocks/>
              </p:cNvSpPr>
              <p:nvPr/>
            </p:nvSpPr>
            <p:spPr bwMode="auto">
              <a:xfrm>
                <a:off x="2410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499" name="Freeform 4922"/>
              <p:cNvSpPr>
                <a:spLocks/>
              </p:cNvSpPr>
              <p:nvPr/>
            </p:nvSpPr>
            <p:spPr bwMode="auto">
              <a:xfrm>
                <a:off x="1991" y="1803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0" name="Freeform 4923"/>
              <p:cNvSpPr>
                <a:spLocks/>
              </p:cNvSpPr>
              <p:nvPr/>
            </p:nvSpPr>
            <p:spPr bwMode="auto">
              <a:xfrm>
                <a:off x="2219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1" name="Freeform 4924"/>
              <p:cNvSpPr>
                <a:spLocks/>
              </p:cNvSpPr>
              <p:nvPr/>
            </p:nvSpPr>
            <p:spPr bwMode="auto">
              <a:xfrm>
                <a:off x="2291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2" name="Freeform 4925"/>
              <p:cNvSpPr>
                <a:spLocks/>
              </p:cNvSpPr>
              <p:nvPr/>
            </p:nvSpPr>
            <p:spPr bwMode="auto">
              <a:xfrm>
                <a:off x="2374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3" name="Freeform 4926"/>
              <p:cNvSpPr>
                <a:spLocks/>
              </p:cNvSpPr>
              <p:nvPr/>
            </p:nvSpPr>
            <p:spPr bwMode="auto">
              <a:xfrm>
                <a:off x="2315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4" name="Freeform 4927"/>
              <p:cNvSpPr>
                <a:spLocks/>
              </p:cNvSpPr>
              <p:nvPr/>
            </p:nvSpPr>
            <p:spPr bwMode="auto">
              <a:xfrm>
                <a:off x="2392" y="182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5" name="Freeform 4928"/>
              <p:cNvSpPr>
                <a:spLocks/>
              </p:cNvSpPr>
              <p:nvPr/>
            </p:nvSpPr>
            <p:spPr bwMode="auto">
              <a:xfrm>
                <a:off x="2356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6" name="Freeform 4929"/>
              <p:cNvSpPr>
                <a:spLocks/>
              </p:cNvSpPr>
              <p:nvPr/>
            </p:nvSpPr>
            <p:spPr bwMode="auto">
              <a:xfrm>
                <a:off x="2201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7" name="Freeform 4930"/>
              <p:cNvSpPr>
                <a:spLocks/>
              </p:cNvSpPr>
              <p:nvPr/>
            </p:nvSpPr>
            <p:spPr bwMode="auto">
              <a:xfrm>
                <a:off x="2392" y="200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8" name="Freeform 4931"/>
              <p:cNvSpPr>
                <a:spLocks/>
              </p:cNvSpPr>
              <p:nvPr/>
            </p:nvSpPr>
            <p:spPr bwMode="auto">
              <a:xfrm>
                <a:off x="2087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09" name="Freeform 4932"/>
              <p:cNvSpPr>
                <a:spLocks/>
              </p:cNvSpPr>
              <p:nvPr/>
            </p:nvSpPr>
            <p:spPr bwMode="auto">
              <a:xfrm>
                <a:off x="2315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0" name="Freeform 4933"/>
              <p:cNvSpPr>
                <a:spLocks/>
              </p:cNvSpPr>
              <p:nvPr/>
            </p:nvSpPr>
            <p:spPr bwMode="auto">
              <a:xfrm>
                <a:off x="2452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1" name="Freeform 4934"/>
              <p:cNvSpPr>
                <a:spLocks/>
              </p:cNvSpPr>
              <p:nvPr/>
            </p:nvSpPr>
            <p:spPr bwMode="auto">
              <a:xfrm>
                <a:off x="2518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2" name="Freeform 4935"/>
              <p:cNvSpPr>
                <a:spLocks/>
              </p:cNvSpPr>
              <p:nvPr/>
            </p:nvSpPr>
            <p:spPr bwMode="auto">
              <a:xfrm>
                <a:off x="2356" y="198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3" name="Freeform 4936"/>
              <p:cNvSpPr>
                <a:spLocks/>
              </p:cNvSpPr>
              <p:nvPr/>
            </p:nvSpPr>
            <p:spPr bwMode="auto">
              <a:xfrm>
                <a:off x="2129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4" name="Freeform 4937"/>
              <p:cNvSpPr>
                <a:spLocks/>
              </p:cNvSpPr>
              <p:nvPr/>
            </p:nvSpPr>
            <p:spPr bwMode="auto">
              <a:xfrm>
                <a:off x="2321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5" name="Freeform 4938"/>
              <p:cNvSpPr>
                <a:spLocks/>
              </p:cNvSpPr>
              <p:nvPr/>
            </p:nvSpPr>
            <p:spPr bwMode="auto">
              <a:xfrm>
                <a:off x="2303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6" name="Freeform 4939"/>
              <p:cNvSpPr>
                <a:spLocks/>
              </p:cNvSpPr>
              <p:nvPr/>
            </p:nvSpPr>
            <p:spPr bwMode="auto">
              <a:xfrm>
                <a:off x="2482" y="192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7" name="Freeform 4940"/>
              <p:cNvSpPr>
                <a:spLocks/>
              </p:cNvSpPr>
              <p:nvPr/>
            </p:nvSpPr>
            <p:spPr bwMode="auto">
              <a:xfrm>
                <a:off x="2225" y="21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8" name="Freeform 4941"/>
              <p:cNvSpPr>
                <a:spLocks/>
              </p:cNvSpPr>
              <p:nvPr/>
            </p:nvSpPr>
            <p:spPr bwMode="auto">
              <a:xfrm>
                <a:off x="2327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19" name="Freeform 4942"/>
              <p:cNvSpPr>
                <a:spLocks/>
              </p:cNvSpPr>
              <p:nvPr/>
            </p:nvSpPr>
            <p:spPr bwMode="auto">
              <a:xfrm>
                <a:off x="2410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0" name="Freeform 4943"/>
              <p:cNvSpPr>
                <a:spLocks/>
              </p:cNvSpPr>
              <p:nvPr/>
            </p:nvSpPr>
            <p:spPr bwMode="auto">
              <a:xfrm>
                <a:off x="2273" y="22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1" name="Freeform 4944"/>
              <p:cNvSpPr>
                <a:spLocks/>
              </p:cNvSpPr>
              <p:nvPr/>
            </p:nvSpPr>
            <p:spPr bwMode="auto">
              <a:xfrm>
                <a:off x="2207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2" name="Freeform 4945"/>
              <p:cNvSpPr>
                <a:spLocks/>
              </p:cNvSpPr>
              <p:nvPr/>
            </p:nvSpPr>
            <p:spPr bwMode="auto">
              <a:xfrm>
                <a:off x="2374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3" name="Freeform 4946"/>
              <p:cNvSpPr>
                <a:spLocks/>
              </p:cNvSpPr>
              <p:nvPr/>
            </p:nvSpPr>
            <p:spPr bwMode="auto">
              <a:xfrm>
                <a:off x="2416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4" name="Freeform 4947"/>
              <p:cNvSpPr>
                <a:spLocks/>
              </p:cNvSpPr>
              <p:nvPr/>
            </p:nvSpPr>
            <p:spPr bwMode="auto">
              <a:xfrm>
                <a:off x="2350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5" name="Freeform 4948"/>
              <p:cNvSpPr>
                <a:spLocks/>
              </p:cNvSpPr>
              <p:nvPr/>
            </p:nvSpPr>
            <p:spPr bwMode="auto">
              <a:xfrm>
                <a:off x="2129" y="215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6" name="Freeform 4949"/>
              <p:cNvSpPr>
                <a:spLocks/>
              </p:cNvSpPr>
              <p:nvPr/>
            </p:nvSpPr>
            <p:spPr bwMode="auto">
              <a:xfrm>
                <a:off x="2788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7" name="Freeform 4950"/>
              <p:cNvSpPr>
                <a:spLocks/>
              </p:cNvSpPr>
              <p:nvPr/>
            </p:nvSpPr>
            <p:spPr bwMode="auto">
              <a:xfrm>
                <a:off x="2818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8" name="Freeform 4951"/>
              <p:cNvSpPr>
                <a:spLocks/>
              </p:cNvSpPr>
              <p:nvPr/>
            </p:nvSpPr>
            <p:spPr bwMode="auto">
              <a:xfrm>
                <a:off x="2291" y="204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29" name="Freeform 4952"/>
              <p:cNvSpPr>
                <a:spLocks/>
              </p:cNvSpPr>
              <p:nvPr/>
            </p:nvSpPr>
            <p:spPr bwMode="auto">
              <a:xfrm>
                <a:off x="2392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0" name="Freeform 4953"/>
              <p:cNvSpPr>
                <a:spLocks/>
              </p:cNvSpPr>
              <p:nvPr/>
            </p:nvSpPr>
            <p:spPr bwMode="auto">
              <a:xfrm>
                <a:off x="2386" y="205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1" name="Freeform 4954"/>
              <p:cNvSpPr>
                <a:spLocks/>
              </p:cNvSpPr>
              <p:nvPr/>
            </p:nvSpPr>
            <p:spPr bwMode="auto">
              <a:xfrm>
                <a:off x="2249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2" name="Freeform 4955"/>
              <p:cNvSpPr>
                <a:spLocks/>
              </p:cNvSpPr>
              <p:nvPr/>
            </p:nvSpPr>
            <p:spPr bwMode="auto">
              <a:xfrm>
                <a:off x="2225" y="2407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3" name="Freeform 4956"/>
              <p:cNvSpPr>
                <a:spLocks/>
              </p:cNvSpPr>
              <p:nvPr/>
            </p:nvSpPr>
            <p:spPr bwMode="auto">
              <a:xfrm>
                <a:off x="2219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4" name="Freeform 4957"/>
              <p:cNvSpPr>
                <a:spLocks/>
              </p:cNvSpPr>
              <p:nvPr/>
            </p:nvSpPr>
            <p:spPr bwMode="auto">
              <a:xfrm>
                <a:off x="2333" y="2216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5" name="Freeform 4958"/>
              <p:cNvSpPr>
                <a:spLocks/>
              </p:cNvSpPr>
              <p:nvPr/>
            </p:nvSpPr>
            <p:spPr bwMode="auto">
              <a:xfrm>
                <a:off x="2680" y="216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6" name="Freeform 4959"/>
              <p:cNvSpPr>
                <a:spLocks/>
              </p:cNvSpPr>
              <p:nvPr/>
            </p:nvSpPr>
            <p:spPr bwMode="auto">
              <a:xfrm>
                <a:off x="2261" y="211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7" name="Freeform 4960"/>
              <p:cNvSpPr>
                <a:spLocks/>
              </p:cNvSpPr>
              <p:nvPr/>
            </p:nvSpPr>
            <p:spPr bwMode="auto">
              <a:xfrm>
                <a:off x="2255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8" name="Freeform 4961"/>
              <p:cNvSpPr>
                <a:spLocks/>
              </p:cNvSpPr>
              <p:nvPr/>
            </p:nvSpPr>
            <p:spPr bwMode="auto">
              <a:xfrm>
                <a:off x="2506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39" name="Freeform 4962"/>
              <p:cNvSpPr>
                <a:spLocks/>
              </p:cNvSpPr>
              <p:nvPr/>
            </p:nvSpPr>
            <p:spPr bwMode="auto">
              <a:xfrm>
                <a:off x="2273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0" name="Freeform 4963"/>
              <p:cNvSpPr>
                <a:spLocks/>
              </p:cNvSpPr>
              <p:nvPr/>
            </p:nvSpPr>
            <p:spPr bwMode="auto">
              <a:xfrm>
                <a:off x="2422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1" name="Freeform 4964"/>
              <p:cNvSpPr>
                <a:spLocks/>
              </p:cNvSpPr>
              <p:nvPr/>
            </p:nvSpPr>
            <p:spPr bwMode="auto">
              <a:xfrm>
                <a:off x="2572" y="183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2" name="Freeform 4965"/>
              <p:cNvSpPr>
                <a:spLocks/>
              </p:cNvSpPr>
              <p:nvPr/>
            </p:nvSpPr>
            <p:spPr bwMode="auto">
              <a:xfrm>
                <a:off x="2291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3" name="Freeform 4966"/>
              <p:cNvSpPr>
                <a:spLocks/>
              </p:cNvSpPr>
              <p:nvPr/>
            </p:nvSpPr>
            <p:spPr bwMode="auto">
              <a:xfrm>
                <a:off x="2153" y="215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4" name="Freeform 4967"/>
              <p:cNvSpPr>
                <a:spLocks/>
              </p:cNvSpPr>
              <p:nvPr/>
            </p:nvSpPr>
            <p:spPr bwMode="auto">
              <a:xfrm>
                <a:off x="2285" y="208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5" name="Freeform 4968"/>
              <p:cNvSpPr>
                <a:spLocks/>
              </p:cNvSpPr>
              <p:nvPr/>
            </p:nvSpPr>
            <p:spPr bwMode="auto">
              <a:xfrm>
                <a:off x="2285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6" name="Freeform 4969"/>
              <p:cNvSpPr>
                <a:spLocks/>
              </p:cNvSpPr>
              <p:nvPr/>
            </p:nvSpPr>
            <p:spPr bwMode="auto">
              <a:xfrm>
                <a:off x="2470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7" name="Freeform 4970"/>
              <p:cNvSpPr>
                <a:spLocks/>
              </p:cNvSpPr>
              <p:nvPr/>
            </p:nvSpPr>
            <p:spPr bwMode="auto">
              <a:xfrm>
                <a:off x="2327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8" name="Freeform 4971"/>
              <p:cNvSpPr>
                <a:spLocks/>
              </p:cNvSpPr>
              <p:nvPr/>
            </p:nvSpPr>
            <p:spPr bwMode="auto">
              <a:xfrm>
                <a:off x="2057" y="235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49" name="Freeform 4972"/>
              <p:cNvSpPr>
                <a:spLocks/>
              </p:cNvSpPr>
              <p:nvPr/>
            </p:nvSpPr>
            <p:spPr bwMode="auto">
              <a:xfrm>
                <a:off x="2255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50" name="Freeform 4973"/>
              <p:cNvSpPr>
                <a:spLocks/>
              </p:cNvSpPr>
              <p:nvPr/>
            </p:nvSpPr>
            <p:spPr bwMode="auto">
              <a:xfrm>
                <a:off x="2482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51" name="Freeform 4974"/>
              <p:cNvSpPr>
                <a:spLocks/>
              </p:cNvSpPr>
              <p:nvPr/>
            </p:nvSpPr>
            <p:spPr bwMode="auto">
              <a:xfrm>
                <a:off x="2434" y="19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52" name="Freeform 4975"/>
              <p:cNvSpPr>
                <a:spLocks/>
              </p:cNvSpPr>
              <p:nvPr/>
            </p:nvSpPr>
            <p:spPr bwMode="auto">
              <a:xfrm>
                <a:off x="2500" y="190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53" name="Freeform 4976"/>
              <p:cNvSpPr>
                <a:spLocks/>
              </p:cNvSpPr>
              <p:nvPr/>
            </p:nvSpPr>
            <p:spPr bwMode="auto">
              <a:xfrm>
                <a:off x="2279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54" name="Freeform 4977"/>
              <p:cNvSpPr>
                <a:spLocks/>
              </p:cNvSpPr>
              <p:nvPr/>
            </p:nvSpPr>
            <p:spPr bwMode="auto">
              <a:xfrm>
                <a:off x="2368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55" name="Freeform 4978"/>
              <p:cNvSpPr>
                <a:spLocks/>
              </p:cNvSpPr>
              <p:nvPr/>
            </p:nvSpPr>
            <p:spPr bwMode="auto">
              <a:xfrm>
                <a:off x="2889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56" name="Freeform 4979"/>
              <p:cNvSpPr>
                <a:spLocks/>
              </p:cNvSpPr>
              <p:nvPr/>
            </p:nvSpPr>
            <p:spPr bwMode="auto">
              <a:xfrm>
                <a:off x="2285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57" name="Freeform 4980"/>
              <p:cNvSpPr>
                <a:spLocks/>
              </p:cNvSpPr>
              <p:nvPr/>
            </p:nvSpPr>
            <p:spPr bwMode="auto">
              <a:xfrm>
                <a:off x="2368" y="19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58" name="Freeform 4981"/>
              <p:cNvSpPr>
                <a:spLocks/>
              </p:cNvSpPr>
              <p:nvPr/>
            </p:nvSpPr>
            <p:spPr bwMode="auto">
              <a:xfrm>
                <a:off x="2303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59" name="Freeform 4982"/>
              <p:cNvSpPr>
                <a:spLocks/>
              </p:cNvSpPr>
              <p:nvPr/>
            </p:nvSpPr>
            <p:spPr bwMode="auto">
              <a:xfrm>
                <a:off x="2255" y="207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0" name="Freeform 4983"/>
              <p:cNvSpPr>
                <a:spLocks/>
              </p:cNvSpPr>
              <p:nvPr/>
            </p:nvSpPr>
            <p:spPr bwMode="auto">
              <a:xfrm>
                <a:off x="2291" y="212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1" name="Freeform 4984"/>
              <p:cNvSpPr>
                <a:spLocks/>
              </p:cNvSpPr>
              <p:nvPr/>
            </p:nvSpPr>
            <p:spPr bwMode="auto">
              <a:xfrm>
                <a:off x="2380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2" name="Freeform 4985"/>
              <p:cNvSpPr>
                <a:spLocks/>
              </p:cNvSpPr>
              <p:nvPr/>
            </p:nvSpPr>
            <p:spPr bwMode="auto">
              <a:xfrm>
                <a:off x="2327" y="201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3" name="Freeform 4986"/>
              <p:cNvSpPr>
                <a:spLocks/>
              </p:cNvSpPr>
              <p:nvPr/>
            </p:nvSpPr>
            <p:spPr bwMode="auto">
              <a:xfrm>
                <a:off x="2231" y="198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4" name="Freeform 4987"/>
              <p:cNvSpPr>
                <a:spLocks/>
              </p:cNvSpPr>
              <p:nvPr/>
            </p:nvSpPr>
            <p:spPr bwMode="auto">
              <a:xfrm>
                <a:off x="2818" y="149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5" name="Freeform 4988"/>
              <p:cNvSpPr>
                <a:spLocks/>
              </p:cNvSpPr>
              <p:nvPr/>
            </p:nvSpPr>
            <p:spPr bwMode="auto">
              <a:xfrm>
                <a:off x="2333" y="1958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6" name="Freeform 4989"/>
              <p:cNvSpPr>
                <a:spLocks/>
              </p:cNvSpPr>
              <p:nvPr/>
            </p:nvSpPr>
            <p:spPr bwMode="auto">
              <a:xfrm>
                <a:off x="2350" y="203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7" name="Freeform 4990"/>
              <p:cNvSpPr>
                <a:spLocks/>
              </p:cNvSpPr>
              <p:nvPr/>
            </p:nvSpPr>
            <p:spPr bwMode="auto">
              <a:xfrm>
                <a:off x="2333" y="2090"/>
                <a:ext cx="11" cy="12"/>
              </a:xfrm>
              <a:custGeom>
                <a:avLst/>
                <a:gdLst>
                  <a:gd name="T0" fmla="*/ 6 w 11"/>
                  <a:gd name="T1" fmla="*/ 0 h 12"/>
                  <a:gd name="T2" fmla="*/ 11 w 11"/>
                  <a:gd name="T3" fmla="*/ 6 h 12"/>
                  <a:gd name="T4" fmla="*/ 6 w 11"/>
                  <a:gd name="T5" fmla="*/ 12 h 12"/>
                  <a:gd name="T6" fmla="*/ 0 w 11"/>
                  <a:gd name="T7" fmla="*/ 6 h 12"/>
                  <a:gd name="T8" fmla="*/ 6 w 1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lnTo>
                      <a:pt x="11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8" name="Freeform 4991"/>
              <p:cNvSpPr>
                <a:spLocks/>
              </p:cNvSpPr>
              <p:nvPr/>
            </p:nvSpPr>
            <p:spPr bwMode="auto">
              <a:xfrm>
                <a:off x="2291" y="197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69" name="Freeform 4992"/>
              <p:cNvSpPr>
                <a:spLocks/>
              </p:cNvSpPr>
              <p:nvPr/>
            </p:nvSpPr>
            <p:spPr bwMode="auto">
              <a:xfrm>
                <a:off x="2153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0" name="Freeform 4993"/>
              <p:cNvSpPr>
                <a:spLocks/>
              </p:cNvSpPr>
              <p:nvPr/>
            </p:nvSpPr>
            <p:spPr bwMode="auto">
              <a:xfrm>
                <a:off x="2273" y="213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1" name="Freeform 4994"/>
              <p:cNvSpPr>
                <a:spLocks/>
              </p:cNvSpPr>
              <p:nvPr/>
            </p:nvSpPr>
            <p:spPr bwMode="auto">
              <a:xfrm>
                <a:off x="2434" y="209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2" name="Freeform 4995"/>
              <p:cNvSpPr>
                <a:spLocks/>
              </p:cNvSpPr>
              <p:nvPr/>
            </p:nvSpPr>
            <p:spPr bwMode="auto">
              <a:xfrm>
                <a:off x="1949" y="206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3" name="Freeform 4996"/>
              <p:cNvSpPr>
                <a:spLocks/>
              </p:cNvSpPr>
              <p:nvPr/>
            </p:nvSpPr>
            <p:spPr bwMode="auto">
              <a:xfrm>
                <a:off x="2147" y="195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4" name="Freeform 4997"/>
              <p:cNvSpPr>
                <a:spLocks/>
              </p:cNvSpPr>
              <p:nvPr/>
            </p:nvSpPr>
            <p:spPr bwMode="auto">
              <a:xfrm>
                <a:off x="2315" y="194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5" name="Freeform 4998"/>
              <p:cNvSpPr>
                <a:spLocks/>
              </p:cNvSpPr>
              <p:nvPr/>
            </p:nvSpPr>
            <p:spPr bwMode="auto">
              <a:xfrm>
                <a:off x="2075" y="224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6" name="Freeform 4999"/>
              <p:cNvSpPr>
                <a:spLocks/>
              </p:cNvSpPr>
              <p:nvPr/>
            </p:nvSpPr>
            <p:spPr bwMode="auto">
              <a:xfrm>
                <a:off x="2392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7" name="Freeform 5000"/>
              <p:cNvSpPr>
                <a:spLocks/>
              </p:cNvSpPr>
              <p:nvPr/>
            </p:nvSpPr>
            <p:spPr bwMode="auto">
              <a:xfrm>
                <a:off x="2237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8" name="Freeform 5001"/>
              <p:cNvSpPr>
                <a:spLocks/>
              </p:cNvSpPr>
              <p:nvPr/>
            </p:nvSpPr>
            <p:spPr bwMode="auto">
              <a:xfrm>
                <a:off x="2051" y="207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79" name="Freeform 5002"/>
              <p:cNvSpPr>
                <a:spLocks/>
              </p:cNvSpPr>
              <p:nvPr/>
            </p:nvSpPr>
            <p:spPr bwMode="auto">
              <a:xfrm>
                <a:off x="2512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0" name="Freeform 5003"/>
              <p:cNvSpPr>
                <a:spLocks/>
              </p:cNvSpPr>
              <p:nvPr/>
            </p:nvSpPr>
            <p:spPr bwMode="auto">
              <a:xfrm>
                <a:off x="2458" y="175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1" name="Freeform 5004"/>
              <p:cNvSpPr>
                <a:spLocks/>
              </p:cNvSpPr>
              <p:nvPr/>
            </p:nvSpPr>
            <p:spPr bwMode="auto">
              <a:xfrm>
                <a:off x="2452" y="1869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2" name="Freeform 5005"/>
              <p:cNvSpPr>
                <a:spLocks/>
              </p:cNvSpPr>
              <p:nvPr/>
            </p:nvSpPr>
            <p:spPr bwMode="auto">
              <a:xfrm>
                <a:off x="2440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3" name="Freeform 5006"/>
              <p:cNvSpPr>
                <a:spLocks/>
              </p:cNvSpPr>
              <p:nvPr/>
            </p:nvSpPr>
            <p:spPr bwMode="auto">
              <a:xfrm>
                <a:off x="2273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4" name="Freeform 5007"/>
              <p:cNvSpPr>
                <a:spLocks/>
              </p:cNvSpPr>
              <p:nvPr/>
            </p:nvSpPr>
            <p:spPr bwMode="auto">
              <a:xfrm>
                <a:off x="2434" y="1821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5" name="Freeform 5008"/>
              <p:cNvSpPr>
                <a:spLocks/>
              </p:cNvSpPr>
              <p:nvPr/>
            </p:nvSpPr>
            <p:spPr bwMode="auto">
              <a:xfrm>
                <a:off x="2380" y="219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6" name="Freeform 5009"/>
              <p:cNvSpPr>
                <a:spLocks/>
              </p:cNvSpPr>
              <p:nvPr/>
            </p:nvSpPr>
            <p:spPr bwMode="auto">
              <a:xfrm>
                <a:off x="2350" y="210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7" name="Freeform 5010"/>
              <p:cNvSpPr>
                <a:spLocks/>
              </p:cNvSpPr>
              <p:nvPr/>
            </p:nvSpPr>
            <p:spPr bwMode="auto">
              <a:xfrm>
                <a:off x="2153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8" name="Freeform 5011"/>
              <p:cNvSpPr>
                <a:spLocks/>
              </p:cNvSpPr>
              <p:nvPr/>
            </p:nvSpPr>
            <p:spPr bwMode="auto">
              <a:xfrm>
                <a:off x="2177" y="195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89" name="Freeform 5012"/>
              <p:cNvSpPr>
                <a:spLocks/>
              </p:cNvSpPr>
              <p:nvPr/>
            </p:nvSpPr>
            <p:spPr bwMode="auto">
              <a:xfrm>
                <a:off x="2267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0" name="Freeform 5013"/>
              <p:cNvSpPr>
                <a:spLocks/>
              </p:cNvSpPr>
              <p:nvPr/>
            </p:nvSpPr>
            <p:spPr bwMode="auto">
              <a:xfrm>
                <a:off x="2440" y="1845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1" name="Freeform 5014"/>
              <p:cNvSpPr>
                <a:spLocks/>
              </p:cNvSpPr>
              <p:nvPr/>
            </p:nvSpPr>
            <p:spPr bwMode="auto">
              <a:xfrm>
                <a:off x="2309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2" name="Freeform 5015"/>
              <p:cNvSpPr>
                <a:spLocks/>
              </p:cNvSpPr>
              <p:nvPr/>
            </p:nvSpPr>
            <p:spPr bwMode="auto">
              <a:xfrm>
                <a:off x="2434" y="201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3" name="Freeform 5016"/>
              <p:cNvSpPr>
                <a:spLocks/>
              </p:cNvSpPr>
              <p:nvPr/>
            </p:nvSpPr>
            <p:spPr bwMode="auto">
              <a:xfrm>
                <a:off x="2249" y="210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4" name="Freeform 5017"/>
              <p:cNvSpPr>
                <a:spLocks/>
              </p:cNvSpPr>
              <p:nvPr/>
            </p:nvSpPr>
            <p:spPr bwMode="auto">
              <a:xfrm>
                <a:off x="2153" y="218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5" name="Freeform 5018"/>
              <p:cNvSpPr>
                <a:spLocks/>
              </p:cNvSpPr>
              <p:nvPr/>
            </p:nvSpPr>
            <p:spPr bwMode="auto">
              <a:xfrm>
                <a:off x="2428" y="203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6" name="Freeform 5019"/>
              <p:cNvSpPr>
                <a:spLocks/>
              </p:cNvSpPr>
              <p:nvPr/>
            </p:nvSpPr>
            <p:spPr bwMode="auto">
              <a:xfrm>
                <a:off x="2297" y="221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7" name="Freeform 5020"/>
              <p:cNvSpPr>
                <a:spLocks/>
              </p:cNvSpPr>
              <p:nvPr/>
            </p:nvSpPr>
            <p:spPr bwMode="auto">
              <a:xfrm>
                <a:off x="2243" y="2006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8" name="Freeform 5021"/>
              <p:cNvSpPr>
                <a:spLocks/>
              </p:cNvSpPr>
              <p:nvPr/>
            </p:nvSpPr>
            <p:spPr bwMode="auto">
              <a:xfrm>
                <a:off x="2644" y="202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599" name="Freeform 5022"/>
              <p:cNvSpPr>
                <a:spLocks/>
              </p:cNvSpPr>
              <p:nvPr/>
            </p:nvSpPr>
            <p:spPr bwMode="auto">
              <a:xfrm>
                <a:off x="2344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00" name="Freeform 5023"/>
              <p:cNvSpPr>
                <a:spLocks/>
              </p:cNvSpPr>
              <p:nvPr/>
            </p:nvSpPr>
            <p:spPr bwMode="auto">
              <a:xfrm>
                <a:off x="2273" y="2090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01" name="Freeform 5024"/>
              <p:cNvSpPr>
                <a:spLocks/>
              </p:cNvSpPr>
              <p:nvPr/>
            </p:nvSpPr>
            <p:spPr bwMode="auto">
              <a:xfrm>
                <a:off x="2380" y="196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02" name="Freeform 5025"/>
              <p:cNvSpPr>
                <a:spLocks/>
              </p:cNvSpPr>
              <p:nvPr/>
            </p:nvSpPr>
            <p:spPr bwMode="auto">
              <a:xfrm>
                <a:off x="1919" y="2138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03" name="Freeform 5026"/>
              <p:cNvSpPr>
                <a:spLocks/>
              </p:cNvSpPr>
              <p:nvPr/>
            </p:nvSpPr>
            <p:spPr bwMode="auto">
              <a:xfrm>
                <a:off x="2398" y="2042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04" name="Freeform 5027"/>
              <p:cNvSpPr>
                <a:spLocks/>
              </p:cNvSpPr>
              <p:nvPr/>
            </p:nvSpPr>
            <p:spPr bwMode="auto">
              <a:xfrm>
                <a:off x="2123" y="1934"/>
                <a:ext cx="12" cy="12"/>
              </a:xfrm>
              <a:custGeom>
                <a:avLst/>
                <a:gdLst>
                  <a:gd name="T0" fmla="*/ 6 w 12"/>
                  <a:gd name="T1" fmla="*/ 0 h 12"/>
                  <a:gd name="T2" fmla="*/ 12 w 12"/>
                  <a:gd name="T3" fmla="*/ 6 h 12"/>
                  <a:gd name="T4" fmla="*/ 6 w 12"/>
                  <a:gd name="T5" fmla="*/ 12 h 12"/>
                  <a:gd name="T6" fmla="*/ 0 w 12"/>
                  <a:gd name="T7" fmla="*/ 6 h 12"/>
                  <a:gd name="T8" fmla="*/ 6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2" y="6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  <p:sp>
            <p:nvSpPr>
              <p:cNvPr id="58605" name="Freeform 5028"/>
              <p:cNvSpPr>
                <a:spLocks/>
              </p:cNvSpPr>
              <p:nvPr/>
            </p:nvSpPr>
            <p:spPr bwMode="auto">
              <a:xfrm>
                <a:off x="2536" y="1899"/>
                <a:ext cx="12" cy="11"/>
              </a:xfrm>
              <a:custGeom>
                <a:avLst/>
                <a:gdLst>
                  <a:gd name="T0" fmla="*/ 6 w 12"/>
                  <a:gd name="T1" fmla="*/ 0 h 11"/>
                  <a:gd name="T2" fmla="*/ 12 w 12"/>
                  <a:gd name="T3" fmla="*/ 5 h 11"/>
                  <a:gd name="T4" fmla="*/ 6 w 12"/>
                  <a:gd name="T5" fmla="*/ 11 h 11"/>
                  <a:gd name="T6" fmla="*/ 0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lnTo>
                      <a:pt x="12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80"/>
              </a:solidFill>
              <a:ln w="9525">
                <a:solidFill>
                  <a:srgbClr val="00008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CA"/>
              </a:p>
            </p:txBody>
          </p:sp>
        </p:grpSp>
        <p:sp>
          <p:nvSpPr>
            <p:cNvPr id="29" name="Freeform 5030"/>
            <p:cNvSpPr>
              <a:spLocks/>
            </p:cNvSpPr>
            <p:nvPr/>
          </p:nvSpPr>
          <p:spPr bwMode="auto">
            <a:xfrm>
              <a:off x="2321" y="2114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0" name="Freeform 5031"/>
            <p:cNvSpPr>
              <a:spLocks/>
            </p:cNvSpPr>
            <p:nvPr/>
          </p:nvSpPr>
          <p:spPr bwMode="auto">
            <a:xfrm>
              <a:off x="2213" y="2048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1" name="Freeform 5032"/>
            <p:cNvSpPr>
              <a:spLocks/>
            </p:cNvSpPr>
            <p:nvPr/>
          </p:nvSpPr>
          <p:spPr bwMode="auto">
            <a:xfrm>
              <a:off x="2524" y="1952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2" name="Freeform 5033"/>
            <p:cNvSpPr>
              <a:spLocks/>
            </p:cNvSpPr>
            <p:nvPr/>
          </p:nvSpPr>
          <p:spPr bwMode="auto">
            <a:xfrm>
              <a:off x="1967" y="2042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3" name="Freeform 5034"/>
            <p:cNvSpPr>
              <a:spLocks/>
            </p:cNvSpPr>
            <p:nvPr/>
          </p:nvSpPr>
          <p:spPr bwMode="auto">
            <a:xfrm>
              <a:off x="2207" y="2048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4" name="Freeform 5035"/>
            <p:cNvSpPr>
              <a:spLocks/>
            </p:cNvSpPr>
            <p:nvPr/>
          </p:nvSpPr>
          <p:spPr bwMode="auto">
            <a:xfrm>
              <a:off x="2482" y="2066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5" name="Freeform 5036"/>
            <p:cNvSpPr>
              <a:spLocks/>
            </p:cNvSpPr>
            <p:nvPr/>
          </p:nvSpPr>
          <p:spPr bwMode="auto">
            <a:xfrm>
              <a:off x="2321" y="2036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6" name="Freeform 5037"/>
            <p:cNvSpPr>
              <a:spLocks/>
            </p:cNvSpPr>
            <p:nvPr/>
          </p:nvSpPr>
          <p:spPr bwMode="auto">
            <a:xfrm>
              <a:off x="2111" y="2084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7" name="Freeform 5038"/>
            <p:cNvSpPr>
              <a:spLocks/>
            </p:cNvSpPr>
            <p:nvPr/>
          </p:nvSpPr>
          <p:spPr bwMode="auto">
            <a:xfrm>
              <a:off x="2081" y="1875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8" name="Freeform 5039"/>
            <p:cNvSpPr>
              <a:spLocks/>
            </p:cNvSpPr>
            <p:nvPr/>
          </p:nvSpPr>
          <p:spPr bwMode="auto">
            <a:xfrm>
              <a:off x="2285" y="2000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39" name="Freeform 5040"/>
            <p:cNvSpPr>
              <a:spLocks/>
            </p:cNvSpPr>
            <p:nvPr/>
          </p:nvSpPr>
          <p:spPr bwMode="auto">
            <a:xfrm>
              <a:off x="2392" y="2066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0" name="Freeform 5041"/>
            <p:cNvSpPr>
              <a:spLocks/>
            </p:cNvSpPr>
            <p:nvPr/>
          </p:nvSpPr>
          <p:spPr bwMode="auto">
            <a:xfrm>
              <a:off x="2291" y="1922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1" name="Freeform 5042"/>
            <p:cNvSpPr>
              <a:spLocks/>
            </p:cNvSpPr>
            <p:nvPr/>
          </p:nvSpPr>
          <p:spPr bwMode="auto">
            <a:xfrm>
              <a:off x="2243" y="2036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2" name="Freeform 5043"/>
            <p:cNvSpPr>
              <a:spLocks/>
            </p:cNvSpPr>
            <p:nvPr/>
          </p:nvSpPr>
          <p:spPr bwMode="auto">
            <a:xfrm>
              <a:off x="2368" y="2066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3" name="Freeform 5044"/>
            <p:cNvSpPr>
              <a:spLocks/>
            </p:cNvSpPr>
            <p:nvPr/>
          </p:nvSpPr>
          <p:spPr bwMode="auto">
            <a:xfrm>
              <a:off x="2303" y="1976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4" name="Freeform 5045"/>
            <p:cNvSpPr>
              <a:spLocks/>
            </p:cNvSpPr>
            <p:nvPr/>
          </p:nvSpPr>
          <p:spPr bwMode="auto">
            <a:xfrm>
              <a:off x="2189" y="2186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5" name="Freeform 5046"/>
            <p:cNvSpPr>
              <a:spLocks/>
            </p:cNvSpPr>
            <p:nvPr/>
          </p:nvSpPr>
          <p:spPr bwMode="auto">
            <a:xfrm>
              <a:off x="2315" y="1940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6" name="Freeform 5047"/>
            <p:cNvSpPr>
              <a:spLocks/>
            </p:cNvSpPr>
            <p:nvPr/>
          </p:nvSpPr>
          <p:spPr bwMode="auto">
            <a:xfrm>
              <a:off x="2255" y="2030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7" name="Freeform 5048"/>
            <p:cNvSpPr>
              <a:spLocks/>
            </p:cNvSpPr>
            <p:nvPr/>
          </p:nvSpPr>
          <p:spPr bwMode="auto">
            <a:xfrm>
              <a:off x="2225" y="2036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8" name="Freeform 5049"/>
            <p:cNvSpPr>
              <a:spLocks/>
            </p:cNvSpPr>
            <p:nvPr/>
          </p:nvSpPr>
          <p:spPr bwMode="auto">
            <a:xfrm>
              <a:off x="2105" y="2228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49" name="Freeform 5050"/>
            <p:cNvSpPr>
              <a:spLocks/>
            </p:cNvSpPr>
            <p:nvPr/>
          </p:nvSpPr>
          <p:spPr bwMode="auto">
            <a:xfrm>
              <a:off x="2129" y="2114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0" name="Freeform 5051"/>
            <p:cNvSpPr>
              <a:spLocks/>
            </p:cNvSpPr>
            <p:nvPr/>
          </p:nvSpPr>
          <p:spPr bwMode="auto">
            <a:xfrm>
              <a:off x="2279" y="2078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1" name="Freeform 5052"/>
            <p:cNvSpPr>
              <a:spLocks/>
            </p:cNvSpPr>
            <p:nvPr/>
          </p:nvSpPr>
          <p:spPr bwMode="auto">
            <a:xfrm>
              <a:off x="2350" y="2012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2" name="Freeform 5053"/>
            <p:cNvSpPr>
              <a:spLocks/>
            </p:cNvSpPr>
            <p:nvPr/>
          </p:nvSpPr>
          <p:spPr bwMode="auto">
            <a:xfrm>
              <a:off x="2057" y="2222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3" name="Freeform 5054"/>
            <p:cNvSpPr>
              <a:spLocks/>
            </p:cNvSpPr>
            <p:nvPr/>
          </p:nvSpPr>
          <p:spPr bwMode="auto">
            <a:xfrm>
              <a:off x="2273" y="1958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4" name="Freeform 5055"/>
            <p:cNvSpPr>
              <a:spLocks/>
            </p:cNvSpPr>
            <p:nvPr/>
          </p:nvSpPr>
          <p:spPr bwMode="auto">
            <a:xfrm>
              <a:off x="2189" y="2144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5" name="Freeform 5056"/>
            <p:cNvSpPr>
              <a:spLocks/>
            </p:cNvSpPr>
            <p:nvPr/>
          </p:nvSpPr>
          <p:spPr bwMode="auto">
            <a:xfrm>
              <a:off x="2297" y="2108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6" name="Freeform 5057"/>
            <p:cNvSpPr>
              <a:spLocks/>
            </p:cNvSpPr>
            <p:nvPr/>
          </p:nvSpPr>
          <p:spPr bwMode="auto">
            <a:xfrm>
              <a:off x="2315" y="2060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7" name="Freeform 5058"/>
            <p:cNvSpPr>
              <a:spLocks/>
            </p:cNvSpPr>
            <p:nvPr/>
          </p:nvSpPr>
          <p:spPr bwMode="auto">
            <a:xfrm>
              <a:off x="2195" y="1982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" name="Freeform 5059"/>
            <p:cNvSpPr>
              <a:spLocks/>
            </p:cNvSpPr>
            <p:nvPr/>
          </p:nvSpPr>
          <p:spPr bwMode="auto">
            <a:xfrm>
              <a:off x="2428" y="1851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9" name="Freeform 5060"/>
            <p:cNvSpPr>
              <a:spLocks/>
            </p:cNvSpPr>
            <p:nvPr/>
          </p:nvSpPr>
          <p:spPr bwMode="auto">
            <a:xfrm>
              <a:off x="2446" y="2048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60" name="Freeform 5061"/>
            <p:cNvSpPr>
              <a:spLocks/>
            </p:cNvSpPr>
            <p:nvPr/>
          </p:nvSpPr>
          <p:spPr bwMode="auto">
            <a:xfrm>
              <a:off x="2333" y="2018"/>
              <a:ext cx="11" cy="12"/>
            </a:xfrm>
            <a:custGeom>
              <a:avLst/>
              <a:gdLst>
                <a:gd name="T0" fmla="*/ 6 w 11"/>
                <a:gd name="T1" fmla="*/ 0 h 12"/>
                <a:gd name="T2" fmla="*/ 11 w 11"/>
                <a:gd name="T3" fmla="*/ 6 h 12"/>
                <a:gd name="T4" fmla="*/ 6 w 11"/>
                <a:gd name="T5" fmla="*/ 12 h 12"/>
                <a:gd name="T6" fmla="*/ 0 w 11"/>
                <a:gd name="T7" fmla="*/ 6 h 12"/>
                <a:gd name="T8" fmla="*/ 6 w 1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6" y="0"/>
                  </a:moveTo>
                  <a:lnTo>
                    <a:pt x="11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61" name="Freeform 5062"/>
            <p:cNvSpPr>
              <a:spLocks/>
            </p:cNvSpPr>
            <p:nvPr/>
          </p:nvSpPr>
          <p:spPr bwMode="auto">
            <a:xfrm>
              <a:off x="2416" y="2168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62" name="Freeform 5063"/>
            <p:cNvSpPr>
              <a:spLocks/>
            </p:cNvSpPr>
            <p:nvPr/>
          </p:nvSpPr>
          <p:spPr bwMode="auto">
            <a:xfrm>
              <a:off x="2207" y="2030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63" name="Freeform 5064"/>
            <p:cNvSpPr>
              <a:spLocks/>
            </p:cNvSpPr>
            <p:nvPr/>
          </p:nvSpPr>
          <p:spPr bwMode="auto">
            <a:xfrm>
              <a:off x="2183" y="2018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68" name="Freeform 5065"/>
            <p:cNvSpPr>
              <a:spLocks/>
            </p:cNvSpPr>
            <p:nvPr/>
          </p:nvSpPr>
          <p:spPr bwMode="auto">
            <a:xfrm>
              <a:off x="2105" y="2198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69" name="Freeform 5066"/>
            <p:cNvSpPr>
              <a:spLocks/>
            </p:cNvSpPr>
            <p:nvPr/>
          </p:nvSpPr>
          <p:spPr bwMode="auto">
            <a:xfrm>
              <a:off x="2195" y="2078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75" name="Freeform 5067"/>
            <p:cNvSpPr>
              <a:spLocks/>
            </p:cNvSpPr>
            <p:nvPr/>
          </p:nvSpPr>
          <p:spPr bwMode="auto">
            <a:xfrm>
              <a:off x="2518" y="1958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76" name="Freeform 5068"/>
            <p:cNvSpPr>
              <a:spLocks/>
            </p:cNvSpPr>
            <p:nvPr/>
          </p:nvSpPr>
          <p:spPr bwMode="auto">
            <a:xfrm>
              <a:off x="2458" y="1952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77" name="Freeform 5069"/>
            <p:cNvSpPr>
              <a:spLocks/>
            </p:cNvSpPr>
            <p:nvPr/>
          </p:nvSpPr>
          <p:spPr bwMode="auto">
            <a:xfrm>
              <a:off x="2045" y="1934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78" name="Freeform 5070"/>
            <p:cNvSpPr>
              <a:spLocks/>
            </p:cNvSpPr>
            <p:nvPr/>
          </p:nvSpPr>
          <p:spPr bwMode="auto">
            <a:xfrm>
              <a:off x="2213" y="2000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79" name="Freeform 5071"/>
            <p:cNvSpPr>
              <a:spLocks/>
            </p:cNvSpPr>
            <p:nvPr/>
          </p:nvSpPr>
          <p:spPr bwMode="auto">
            <a:xfrm>
              <a:off x="2530" y="1839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80" name="Freeform 5072"/>
            <p:cNvSpPr>
              <a:spLocks/>
            </p:cNvSpPr>
            <p:nvPr/>
          </p:nvSpPr>
          <p:spPr bwMode="auto">
            <a:xfrm>
              <a:off x="2764" y="1809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81" name="Freeform 5073"/>
            <p:cNvSpPr>
              <a:spLocks/>
            </p:cNvSpPr>
            <p:nvPr/>
          </p:nvSpPr>
          <p:spPr bwMode="auto">
            <a:xfrm>
              <a:off x="2392" y="1988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82" name="Freeform 5074"/>
            <p:cNvSpPr>
              <a:spLocks/>
            </p:cNvSpPr>
            <p:nvPr/>
          </p:nvSpPr>
          <p:spPr bwMode="auto">
            <a:xfrm>
              <a:off x="2099" y="2186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83" name="Freeform 5075"/>
            <p:cNvSpPr>
              <a:spLocks/>
            </p:cNvSpPr>
            <p:nvPr/>
          </p:nvSpPr>
          <p:spPr bwMode="auto">
            <a:xfrm>
              <a:off x="2422" y="2240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84" name="Freeform 5076"/>
            <p:cNvSpPr>
              <a:spLocks/>
            </p:cNvSpPr>
            <p:nvPr/>
          </p:nvSpPr>
          <p:spPr bwMode="auto">
            <a:xfrm>
              <a:off x="2315" y="1988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85" name="Freeform 5077"/>
            <p:cNvSpPr>
              <a:spLocks/>
            </p:cNvSpPr>
            <p:nvPr/>
          </p:nvSpPr>
          <p:spPr bwMode="auto">
            <a:xfrm>
              <a:off x="2566" y="2084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86" name="Freeform 5078"/>
            <p:cNvSpPr>
              <a:spLocks/>
            </p:cNvSpPr>
            <p:nvPr/>
          </p:nvSpPr>
          <p:spPr bwMode="auto">
            <a:xfrm>
              <a:off x="2440" y="2048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87" name="Freeform 5079"/>
            <p:cNvSpPr>
              <a:spLocks/>
            </p:cNvSpPr>
            <p:nvPr/>
          </p:nvSpPr>
          <p:spPr bwMode="auto">
            <a:xfrm>
              <a:off x="2267" y="2042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88" name="Freeform 5080"/>
            <p:cNvSpPr>
              <a:spLocks/>
            </p:cNvSpPr>
            <p:nvPr/>
          </p:nvSpPr>
          <p:spPr bwMode="auto">
            <a:xfrm>
              <a:off x="2404" y="1964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89" name="Freeform 5081"/>
            <p:cNvSpPr>
              <a:spLocks/>
            </p:cNvSpPr>
            <p:nvPr/>
          </p:nvSpPr>
          <p:spPr bwMode="auto">
            <a:xfrm>
              <a:off x="2315" y="2132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90" name="Freeform 5082"/>
            <p:cNvSpPr>
              <a:spLocks/>
            </p:cNvSpPr>
            <p:nvPr/>
          </p:nvSpPr>
          <p:spPr bwMode="auto">
            <a:xfrm>
              <a:off x="2087" y="2168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91" name="Freeform 5083"/>
            <p:cNvSpPr>
              <a:spLocks/>
            </p:cNvSpPr>
            <p:nvPr/>
          </p:nvSpPr>
          <p:spPr bwMode="auto">
            <a:xfrm>
              <a:off x="2297" y="2066"/>
              <a:ext cx="12" cy="12"/>
            </a:xfrm>
            <a:custGeom>
              <a:avLst/>
              <a:gdLst>
                <a:gd name="T0" fmla="*/ 6 w 12"/>
                <a:gd name="T1" fmla="*/ 0 h 12"/>
                <a:gd name="T2" fmla="*/ 12 w 12"/>
                <a:gd name="T3" fmla="*/ 6 h 12"/>
                <a:gd name="T4" fmla="*/ 6 w 12"/>
                <a:gd name="T5" fmla="*/ 12 h 12"/>
                <a:gd name="T6" fmla="*/ 0 w 12"/>
                <a:gd name="T7" fmla="*/ 6 h 12"/>
                <a:gd name="T8" fmla="*/ 6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80"/>
            </a:solidFill>
            <a:ln w="95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392" name="Rectangle 5084"/>
            <p:cNvSpPr>
              <a:spLocks noChangeArrowheads="1"/>
            </p:cNvSpPr>
            <p:nvPr/>
          </p:nvSpPr>
          <p:spPr bwMode="auto">
            <a:xfrm>
              <a:off x="2153" y="3006"/>
              <a:ext cx="144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-10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393" name="Rectangle 5085"/>
            <p:cNvSpPr>
              <a:spLocks noChangeArrowheads="1"/>
            </p:cNvSpPr>
            <p:nvPr/>
          </p:nvSpPr>
          <p:spPr bwMode="auto">
            <a:xfrm>
              <a:off x="2195" y="2509"/>
              <a:ext cx="102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-5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394" name="Rectangle 5086"/>
            <p:cNvSpPr>
              <a:spLocks noChangeArrowheads="1"/>
            </p:cNvSpPr>
            <p:nvPr/>
          </p:nvSpPr>
          <p:spPr bwMode="auto">
            <a:xfrm>
              <a:off x="2219" y="2012"/>
              <a:ext cx="78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395" name="Rectangle 5087"/>
            <p:cNvSpPr>
              <a:spLocks noChangeArrowheads="1"/>
            </p:cNvSpPr>
            <p:nvPr/>
          </p:nvSpPr>
          <p:spPr bwMode="auto">
            <a:xfrm>
              <a:off x="2219" y="1510"/>
              <a:ext cx="78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396" name="Rectangle 5088"/>
            <p:cNvSpPr>
              <a:spLocks noChangeArrowheads="1"/>
            </p:cNvSpPr>
            <p:nvPr/>
          </p:nvSpPr>
          <p:spPr bwMode="auto">
            <a:xfrm>
              <a:off x="2177" y="1013"/>
              <a:ext cx="120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397" name="Rectangle 5089"/>
            <p:cNvSpPr>
              <a:spLocks noChangeArrowheads="1"/>
            </p:cNvSpPr>
            <p:nvPr/>
          </p:nvSpPr>
          <p:spPr bwMode="auto">
            <a:xfrm>
              <a:off x="1153" y="2126"/>
              <a:ext cx="144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-10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398" name="Rectangle 5090"/>
            <p:cNvSpPr>
              <a:spLocks noChangeArrowheads="1"/>
            </p:cNvSpPr>
            <p:nvPr/>
          </p:nvSpPr>
          <p:spPr bwMode="auto">
            <a:xfrm>
              <a:off x="1734" y="2126"/>
              <a:ext cx="102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-5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399" name="Rectangle 5091"/>
            <p:cNvSpPr>
              <a:spLocks noChangeArrowheads="1"/>
            </p:cNvSpPr>
            <p:nvPr/>
          </p:nvSpPr>
          <p:spPr bwMode="auto">
            <a:xfrm>
              <a:off x="2303" y="2126"/>
              <a:ext cx="78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400" name="Rectangle 5092"/>
            <p:cNvSpPr>
              <a:spLocks noChangeArrowheads="1"/>
            </p:cNvSpPr>
            <p:nvPr/>
          </p:nvSpPr>
          <p:spPr bwMode="auto">
            <a:xfrm>
              <a:off x="2853" y="2126"/>
              <a:ext cx="78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401" name="Rectangle 5093"/>
            <p:cNvSpPr>
              <a:spLocks noChangeArrowheads="1"/>
            </p:cNvSpPr>
            <p:nvPr/>
          </p:nvSpPr>
          <p:spPr bwMode="auto">
            <a:xfrm>
              <a:off x="3386" y="2126"/>
              <a:ext cx="120" cy="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402" name="Line 5094"/>
            <p:cNvSpPr>
              <a:spLocks noChangeShapeType="1"/>
            </p:cNvSpPr>
            <p:nvPr/>
          </p:nvSpPr>
          <p:spPr bwMode="auto">
            <a:xfrm>
              <a:off x="2722" y="1138"/>
              <a:ext cx="0" cy="1850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403" name="Line 5095"/>
            <p:cNvSpPr>
              <a:spLocks noChangeShapeType="1"/>
            </p:cNvSpPr>
            <p:nvPr/>
          </p:nvSpPr>
          <p:spPr bwMode="auto">
            <a:xfrm flipH="1">
              <a:off x="1895" y="1103"/>
              <a:ext cx="6" cy="1927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404" name="Line 5096"/>
            <p:cNvSpPr>
              <a:spLocks noChangeShapeType="1"/>
            </p:cNvSpPr>
            <p:nvPr/>
          </p:nvSpPr>
          <p:spPr bwMode="auto">
            <a:xfrm>
              <a:off x="1440" y="1695"/>
              <a:ext cx="1785" cy="0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  <p:sp>
          <p:nvSpPr>
            <p:cNvPr id="58405" name="Line 5097"/>
            <p:cNvSpPr>
              <a:spLocks noChangeShapeType="1"/>
            </p:cNvSpPr>
            <p:nvPr/>
          </p:nvSpPr>
          <p:spPr bwMode="auto">
            <a:xfrm flipV="1">
              <a:off x="1237" y="2425"/>
              <a:ext cx="1958" cy="6"/>
            </a:xfrm>
            <a:prstGeom prst="line">
              <a:avLst/>
            </a:prstGeom>
            <a:ln>
              <a:headEnd/>
              <a:tailEnd/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CA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Multivariate Gaussian Copula</a:t>
            </a:r>
          </a:p>
        </p:txBody>
      </p:sp>
      <p:sp>
        <p:nvSpPr>
          <p:cNvPr id="60419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r>
              <a:rPr lang="en-US" altLang="en-US">
                <a:cs typeface="Arial" panose="020B0604020202020204" pitchFamily="34" charset="0"/>
              </a:rPr>
              <a:t>We can similarly define a correlation structure between 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V</a:t>
            </a:r>
            <a:r>
              <a:rPr lang="en-US" altLang="en-US" baseline="-25000">
                <a:cs typeface="Arial" panose="020B0604020202020204" pitchFamily="34" charset="0"/>
              </a:rPr>
              <a:t>1</a:t>
            </a:r>
            <a:r>
              <a:rPr lang="en-US" altLang="en-US">
                <a:cs typeface="Arial" panose="020B0604020202020204" pitchFamily="34" charset="0"/>
              </a:rPr>
              <a:t>, 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V</a:t>
            </a:r>
            <a:r>
              <a:rPr lang="en-US" altLang="en-US" baseline="-25000">
                <a:cs typeface="Arial" panose="020B0604020202020204" pitchFamily="34" charset="0"/>
              </a:rPr>
              <a:t>2</a:t>
            </a:r>
            <a:r>
              <a:rPr lang="en-US" altLang="en-US">
                <a:cs typeface="Arial" panose="020B0604020202020204" pitchFamily="34" charset="0"/>
              </a:rPr>
              <a:t>,…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V</a:t>
            </a:r>
            <a:r>
              <a:rPr lang="en-US" altLang="en-US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n</a:t>
            </a:r>
          </a:p>
          <a:p>
            <a:pPr eaLnBrk="1" hangingPunct="1"/>
            <a:r>
              <a:rPr lang="en-US" altLang="en-US">
                <a:cs typeface="Arial" panose="020B0604020202020204" pitchFamily="34" charset="0"/>
              </a:rPr>
              <a:t>We transform each variable 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V</a:t>
            </a:r>
            <a:r>
              <a:rPr lang="en-US" altLang="en-US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i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altLang="en-US">
                <a:cs typeface="Arial" panose="020B0604020202020204" pitchFamily="34" charset="0"/>
              </a:rPr>
              <a:t>to a new variable 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U</a:t>
            </a:r>
            <a:r>
              <a:rPr lang="en-US" altLang="en-US" i="1" baseline="-25000">
                <a:latin typeface="Times New Roman" panose="02020603050405020304" pitchFamily="18" charset="0"/>
                <a:cs typeface="Arial" panose="020B0604020202020204" pitchFamily="34" charset="0"/>
              </a:rPr>
              <a:t>i</a:t>
            </a:r>
            <a:r>
              <a:rPr lang="en-US" altLang="en-US">
                <a:cs typeface="Arial" panose="020B0604020202020204" pitchFamily="34" charset="0"/>
              </a:rPr>
              <a:t> that has a standard normal distribution on a “percentile-to-percentile” basis.</a:t>
            </a:r>
          </a:p>
          <a:p>
            <a:pPr eaLnBrk="1" hangingPunct="1"/>
            <a:r>
              <a:rPr lang="en-US" altLang="en-US">
                <a:latin typeface="Times New Roman" panose="02020603050405020304" pitchFamily="18" charset="0"/>
                <a:cs typeface="Arial" panose="020B0604020202020204" pitchFamily="34" charset="0"/>
              </a:rPr>
              <a:t>The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 U’s</a:t>
            </a:r>
            <a:r>
              <a:rPr lang="en-US" altLang="en-US">
                <a:cs typeface="Arial" panose="020B0604020202020204" pitchFamily="34" charset="0"/>
              </a:rPr>
              <a:t> are assumed to have a multivariate normal distribution</a:t>
            </a:r>
          </a:p>
          <a:p>
            <a:pPr eaLnBrk="1" hangingPunct="1"/>
            <a:endParaRPr lang="en-US" altLang="en-US" i="1">
              <a:latin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60420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60421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36362A9-03AF-4E65-83F2-D718D7B90790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22</a:t>
            </a:fld>
            <a:endParaRPr lang="en-US" altLang="en-US" sz="180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Factor Copula Model</a:t>
            </a:r>
          </a:p>
        </p:txBody>
      </p:sp>
      <p:sp>
        <p:nvSpPr>
          <p:cNvPr id="62467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>
                <a:cs typeface="Arial" panose="020B0604020202020204" pitchFamily="34" charset="0"/>
              </a:rPr>
              <a:t>	In a factor copula model the correlation structure between the </a:t>
            </a:r>
            <a:r>
              <a:rPr lang="en-US" altLang="en-US" i="1">
                <a:latin typeface="Times New Roman" panose="02020603050405020304" pitchFamily="18" charset="0"/>
                <a:cs typeface="Arial" panose="020B0604020202020204" pitchFamily="34" charset="0"/>
              </a:rPr>
              <a:t>U</a:t>
            </a:r>
            <a:r>
              <a:rPr lang="en-US" altLang="en-US">
                <a:cs typeface="Arial" panose="020B0604020202020204" pitchFamily="34" charset="0"/>
              </a:rPr>
              <a:t>’s is generated by assuming one or more factors.</a:t>
            </a:r>
          </a:p>
        </p:txBody>
      </p:sp>
      <p:sp>
        <p:nvSpPr>
          <p:cNvPr id="62468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62469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42DE2AC-743C-4FDD-A576-D9563AAF40EE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23</a:t>
            </a:fld>
            <a:endParaRPr lang="en-US" altLang="en-US" sz="1800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Credit Default Correlation</a:t>
            </a:r>
          </a:p>
        </p:txBody>
      </p:sp>
      <p:sp>
        <p:nvSpPr>
          <p:cNvPr id="64515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r>
              <a:rPr lang="en-US" altLang="en-US">
                <a:cs typeface="Arial" panose="020B0604020202020204" pitchFamily="34" charset="0"/>
              </a:rPr>
              <a:t>The credit default correlation between two companies is a measure of their tendency to default at about the same time</a:t>
            </a:r>
          </a:p>
          <a:p>
            <a:pPr eaLnBrk="1" hangingPunct="1"/>
            <a:r>
              <a:rPr lang="en-US" altLang="en-US">
                <a:cs typeface="Arial" panose="020B0604020202020204" pitchFamily="34" charset="0"/>
              </a:rPr>
              <a:t>Default correlation is important in risk management when analyzing the benefits of credit risk diversification</a:t>
            </a:r>
          </a:p>
          <a:p>
            <a:pPr eaLnBrk="1" hangingPunct="1"/>
            <a:r>
              <a:rPr lang="en-US" altLang="en-US">
                <a:cs typeface="Arial" panose="020B0604020202020204" pitchFamily="34" charset="0"/>
              </a:rPr>
              <a:t>It is also important in the valuation of some credit derivatives</a:t>
            </a:r>
          </a:p>
        </p:txBody>
      </p:sp>
      <p:sp>
        <p:nvSpPr>
          <p:cNvPr id="64516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64517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43C21D8-3203-4001-BDF9-08A4BD7A3021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24</a:t>
            </a:fld>
            <a:endParaRPr lang="en-US" altLang="en-US" sz="1800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357188"/>
            <a:ext cx="7543800" cy="857250"/>
          </a:xfrm>
        </p:spPr>
        <p:txBody>
          <a:bodyPr/>
          <a:lstStyle/>
          <a:p>
            <a:pPr eaLnBrk="1" hangingPunct="1"/>
            <a:r>
              <a:rPr lang="en-US" altLang="en-US" dirty="0"/>
              <a:t>Copula Model for Loan Portfolio</a:t>
            </a:r>
          </a:p>
        </p:txBody>
      </p:sp>
      <p:sp>
        <p:nvSpPr>
          <p:cNvPr id="819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571625"/>
            <a:ext cx="8686800" cy="4559300"/>
          </a:xfrm>
        </p:spPr>
        <p:txBody>
          <a:bodyPr/>
          <a:lstStyle/>
          <a:p>
            <a:pPr eaLnBrk="1" hangingPunct="1">
              <a:defRPr/>
            </a:pPr>
            <a:r>
              <a:rPr lang="en-US" sz="2800" dirty="0">
                <a:cs typeface="Arial" charset="0"/>
              </a:rPr>
              <a:t>We map the time to default for company </a:t>
            </a:r>
            <a:r>
              <a:rPr lang="en-US" sz="2800" i="1" dirty="0" err="1">
                <a:latin typeface="Times New Roman" pitchFamily="18" charset="0"/>
                <a:cs typeface="Arial" charset="0"/>
              </a:rPr>
              <a:t>i</a:t>
            </a:r>
            <a:r>
              <a:rPr lang="en-US" sz="2800" dirty="0">
                <a:cs typeface="Arial" charset="0"/>
              </a:rPr>
              <a:t>, </a:t>
            </a:r>
            <a:r>
              <a:rPr lang="en-US" sz="2800" i="1" dirty="0">
                <a:latin typeface="Times New Roman" pitchFamily="18" charset="0"/>
                <a:cs typeface="Arial" charset="0"/>
              </a:rPr>
              <a:t>T</a:t>
            </a:r>
            <a:r>
              <a:rPr lang="en-US" sz="2800" i="1" baseline="-25000" dirty="0">
                <a:latin typeface="Times New Roman" pitchFamily="18" charset="0"/>
                <a:cs typeface="Arial" charset="0"/>
              </a:rPr>
              <a:t>i</a:t>
            </a:r>
            <a:r>
              <a:rPr lang="en-US" sz="2800" dirty="0">
                <a:cs typeface="Arial" charset="0"/>
              </a:rPr>
              <a:t>, to a new normally distributed variable </a:t>
            </a:r>
            <a:r>
              <a:rPr lang="en-US" sz="2800" i="1" dirty="0">
                <a:latin typeface="Times New Roman" pitchFamily="18" charset="0"/>
                <a:cs typeface="Arial" charset="0"/>
              </a:rPr>
              <a:t>U</a:t>
            </a:r>
            <a:r>
              <a:rPr lang="en-US" sz="2800" i="1" baseline="-25000" dirty="0">
                <a:latin typeface="Times New Roman" pitchFamily="18" charset="0"/>
                <a:cs typeface="Arial" charset="0"/>
              </a:rPr>
              <a:t>i</a:t>
            </a:r>
            <a:r>
              <a:rPr lang="en-US" sz="2800" dirty="0">
                <a:cs typeface="Arial" charset="0"/>
              </a:rPr>
              <a:t> and assume</a:t>
            </a:r>
          </a:p>
          <a:p>
            <a:pPr eaLnBrk="1" hangingPunct="1">
              <a:defRPr/>
            </a:pPr>
            <a:endParaRPr lang="en-CA" sz="2800" dirty="0">
              <a:cs typeface="Arial" charset="0"/>
            </a:endParaRPr>
          </a:p>
          <a:p>
            <a:pPr eaLnBrk="1" hangingPunct="1">
              <a:defRPr/>
            </a:pPr>
            <a:endParaRPr lang="en-CA" sz="2800" dirty="0">
              <a:cs typeface="Arial" charset="0"/>
            </a:endParaRPr>
          </a:p>
          <a:p>
            <a:pPr marL="357188" indent="0" eaLnBrk="1" hangingPunct="1">
              <a:buNone/>
              <a:defRPr/>
            </a:pPr>
            <a:r>
              <a:rPr lang="en-CA" sz="2800" dirty="0">
                <a:cs typeface="Arial" charset="0"/>
              </a:rPr>
              <a:t>where</a:t>
            </a:r>
            <a:r>
              <a:rPr lang="en-US" sz="2800" dirty="0">
                <a:cs typeface="Arial" charset="0"/>
              </a:rPr>
              <a:t> </a:t>
            </a:r>
            <a:r>
              <a:rPr lang="en-US" sz="2800" i="1" dirty="0">
                <a:latin typeface="Times New Roman" pitchFamily="18" charset="0"/>
                <a:cs typeface="Arial" charset="0"/>
              </a:rPr>
              <a:t>F</a:t>
            </a:r>
            <a:r>
              <a:rPr lang="en-US" sz="2800" dirty="0">
                <a:cs typeface="Arial" charset="0"/>
              </a:rPr>
              <a:t> and the </a:t>
            </a:r>
            <a:r>
              <a:rPr lang="en-US" sz="2800" i="1" dirty="0">
                <a:latin typeface="Times New Roman" pitchFamily="18" charset="0"/>
                <a:cs typeface="Arial" charset="0"/>
              </a:rPr>
              <a:t>Z</a:t>
            </a:r>
            <a:r>
              <a:rPr lang="en-US" sz="2800" i="1" baseline="-25000" dirty="0">
                <a:latin typeface="Times New Roman" pitchFamily="18" charset="0"/>
                <a:cs typeface="Arial" charset="0"/>
              </a:rPr>
              <a:t>i</a:t>
            </a:r>
            <a:r>
              <a:rPr lang="en-US" sz="2800" dirty="0">
                <a:cs typeface="Arial" charset="0"/>
              </a:rPr>
              <a:t> have independent standard    normal distributions</a:t>
            </a:r>
          </a:p>
          <a:p>
            <a:pPr eaLnBrk="1" hangingPunct="1">
              <a:defRPr/>
            </a:pPr>
            <a:r>
              <a:rPr lang="en-CA" sz="2800" dirty="0">
                <a:cs typeface="Arial" charset="0"/>
              </a:rPr>
              <a:t>The copula correlation is </a:t>
            </a:r>
            <a:r>
              <a:rPr lang="en-CA" sz="2800" dirty="0">
                <a:latin typeface="Symbol" pitchFamily="18" charset="2"/>
                <a:cs typeface="Arial" charset="0"/>
              </a:rPr>
              <a:t>r</a:t>
            </a:r>
            <a:r>
              <a:rPr lang="en-CA" sz="2800" dirty="0">
                <a:cs typeface="Arial" charset="0"/>
              </a:rPr>
              <a:t>=</a:t>
            </a:r>
            <a:r>
              <a:rPr lang="en-CA" sz="2800" i="1" dirty="0">
                <a:latin typeface="+mj-lt"/>
                <a:cs typeface="Arial" charset="0"/>
              </a:rPr>
              <a:t>a</a:t>
            </a:r>
            <a:r>
              <a:rPr lang="en-CA" sz="2800" baseline="30000" dirty="0">
                <a:cs typeface="Arial" charset="0"/>
              </a:rPr>
              <a:t>2</a:t>
            </a:r>
            <a:endParaRPr lang="en-US" sz="2800" dirty="0">
              <a:cs typeface="Arial" charset="0"/>
            </a:endParaRPr>
          </a:p>
          <a:p>
            <a:pPr eaLnBrk="1" hangingPunct="1">
              <a:buFont typeface="Wingdings" panose="05000000000000000000" pitchFamily="2" charset="2"/>
              <a:buNone/>
              <a:defRPr/>
            </a:pPr>
            <a:endParaRPr lang="en-US" i="1" dirty="0">
              <a:latin typeface="Times New Roman" pitchFamily="18" charset="0"/>
              <a:cs typeface="Arial" charset="0"/>
            </a:endParaRPr>
          </a:p>
          <a:p>
            <a:pPr eaLnBrk="1" hangingPunct="1">
              <a:buFont typeface="Wingdings" panose="05000000000000000000" pitchFamily="2" charset="2"/>
              <a:buNone/>
              <a:defRPr/>
            </a:pPr>
            <a:endParaRPr lang="en-US" dirty="0">
              <a:cs typeface="Arial" charset="0"/>
            </a:endParaRPr>
          </a:p>
        </p:txBody>
      </p:sp>
      <p:graphicFrame>
        <p:nvGraphicFramePr>
          <p:cNvPr id="66564" name="Object 4"/>
          <p:cNvGraphicFramePr>
            <a:graphicFrameLocks noGrp="1" noChangeAspect="1"/>
          </p:cNvGraphicFramePr>
          <p:nvPr>
            <p:ph sz="half" idx="2"/>
          </p:nvPr>
        </p:nvGraphicFramePr>
        <p:xfrm>
          <a:off x="2641600" y="2428875"/>
          <a:ext cx="3752850" cy="9286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170" name="Equation" r:id="rId4" imgW="1231366" imgH="304668" progId="Equation.3">
                  <p:embed/>
                </p:oleObj>
              </mc:Choice>
              <mc:Fallback>
                <p:oleObj name="Equation" r:id="rId4" imgW="1231366" imgH="304668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41600" y="2428875"/>
                        <a:ext cx="3752850" cy="9286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6565" name="Footer Placeholder 5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66566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1D31D88-BC24-489C-9835-FA6031F616AC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25</a:t>
            </a:fld>
            <a:endParaRPr lang="en-US" altLang="en-US" sz="1800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altLang="en-US"/>
              <a:t>Analysis</a:t>
            </a:r>
            <a:endParaRPr lang="en-US" altLang="en-US"/>
          </a:p>
        </p:txBody>
      </p:sp>
      <p:sp>
        <p:nvSpPr>
          <p:cNvPr id="8" name="Content Placeholder 7"/>
          <p:cNvSpPr>
            <a:spLocks noGrp="1"/>
          </p:cNvSpPr>
          <p:nvPr>
            <p:ph idx="1"/>
          </p:nvPr>
        </p:nvSpPr>
        <p:spPr>
          <a:xfrm>
            <a:off x="350044" y="1417638"/>
            <a:ext cx="8229600" cy="4411662"/>
          </a:xfrm>
        </p:spPr>
        <p:txBody>
          <a:bodyPr/>
          <a:lstStyle/>
          <a:p>
            <a:pPr>
              <a:defRPr/>
            </a:pPr>
            <a:r>
              <a:rPr lang="en-CA" sz="2800" dirty="0"/>
              <a:t>To analyze the model we</a:t>
            </a:r>
          </a:p>
          <a:p>
            <a:pPr lvl="1">
              <a:defRPr/>
            </a:pPr>
            <a:r>
              <a:rPr lang="en-CA" sz="2400" dirty="0"/>
              <a:t>Calculate the probability that, conditional on the value of </a:t>
            </a:r>
            <a:r>
              <a:rPr lang="en-CA" sz="2400" i="1" dirty="0">
                <a:latin typeface="+mj-lt"/>
              </a:rPr>
              <a:t>F</a:t>
            </a:r>
            <a:r>
              <a:rPr lang="en-CA" sz="2400" dirty="0"/>
              <a:t>, </a:t>
            </a:r>
            <a:r>
              <a:rPr lang="en-CA" sz="2400" i="1" dirty="0" err="1">
                <a:latin typeface="+mj-lt"/>
              </a:rPr>
              <a:t>U</a:t>
            </a:r>
            <a:r>
              <a:rPr lang="en-CA" sz="2400" i="1" baseline="-25000" dirty="0" err="1">
                <a:latin typeface="+mj-lt"/>
              </a:rPr>
              <a:t>i</a:t>
            </a:r>
            <a:r>
              <a:rPr lang="en-CA" sz="2400" dirty="0"/>
              <a:t> is less than some value </a:t>
            </a:r>
            <a:r>
              <a:rPr lang="en-CA" sz="2400" i="1" dirty="0">
                <a:latin typeface="+mj-lt"/>
              </a:rPr>
              <a:t>U</a:t>
            </a:r>
          </a:p>
          <a:p>
            <a:pPr lvl="1">
              <a:defRPr/>
            </a:pPr>
            <a:r>
              <a:rPr lang="en-CA" sz="2400" dirty="0"/>
              <a:t>This is the same as the probability that </a:t>
            </a:r>
            <a:r>
              <a:rPr lang="en-CA" sz="2400" i="1" dirty="0">
                <a:latin typeface="+mj-lt"/>
              </a:rPr>
              <a:t>T</a:t>
            </a:r>
            <a:r>
              <a:rPr lang="en-CA" sz="2400" i="1" baseline="-25000" dirty="0">
                <a:latin typeface="+mj-lt"/>
              </a:rPr>
              <a:t>i</a:t>
            </a:r>
            <a:r>
              <a:rPr lang="en-CA" sz="2400" dirty="0"/>
              <a:t> is less that </a:t>
            </a:r>
            <a:r>
              <a:rPr lang="en-CA" sz="2400" i="1" dirty="0">
                <a:latin typeface="+mj-lt"/>
              </a:rPr>
              <a:t>T</a:t>
            </a:r>
            <a:r>
              <a:rPr lang="en-CA" sz="2400" dirty="0"/>
              <a:t> where </a:t>
            </a:r>
            <a:r>
              <a:rPr lang="en-CA" sz="2400" i="1" dirty="0">
                <a:latin typeface="+mj-lt"/>
              </a:rPr>
              <a:t>T</a:t>
            </a:r>
            <a:r>
              <a:rPr lang="en-CA" sz="2400" dirty="0"/>
              <a:t> and </a:t>
            </a:r>
            <a:r>
              <a:rPr lang="en-CA" sz="2400" i="1" dirty="0">
                <a:latin typeface="+mj-lt"/>
              </a:rPr>
              <a:t>U</a:t>
            </a:r>
            <a:r>
              <a:rPr lang="en-CA" sz="2400" dirty="0"/>
              <a:t> are the same percentiles of their distributions</a:t>
            </a:r>
          </a:p>
          <a:p>
            <a:pPr marL="344487" lvl="1" indent="0">
              <a:buFont typeface="Wingdings" panose="05000000000000000000" pitchFamily="2" charset="2"/>
              <a:buNone/>
              <a:defRPr/>
            </a:pPr>
            <a:r>
              <a:rPr lang="en-CA" dirty="0"/>
              <a:t>This leads to</a:t>
            </a:r>
          </a:p>
          <a:p>
            <a:pPr marL="344487" lvl="1" indent="0">
              <a:buFont typeface="Wingdings" panose="05000000000000000000" pitchFamily="2" charset="2"/>
              <a:buNone/>
              <a:defRPr/>
            </a:pPr>
            <a:endParaRPr lang="en-CA" dirty="0"/>
          </a:p>
          <a:p>
            <a:pPr marL="344487" lvl="1" indent="0">
              <a:buFont typeface="Wingdings" panose="05000000000000000000" pitchFamily="2" charset="2"/>
              <a:buNone/>
              <a:defRPr/>
            </a:pPr>
            <a:endParaRPr lang="en-CA" dirty="0"/>
          </a:p>
          <a:p>
            <a:pPr marL="344487" lvl="1" indent="0">
              <a:buFont typeface="Wingdings" panose="05000000000000000000" pitchFamily="2" charset="2"/>
              <a:buNone/>
              <a:defRPr/>
            </a:pPr>
            <a:r>
              <a:rPr lang="en-CA" dirty="0"/>
              <a:t>where </a:t>
            </a:r>
            <a:r>
              <a:rPr lang="en-CA" dirty="0">
                <a:latin typeface="+mj-lt"/>
              </a:rPr>
              <a:t>PD</a:t>
            </a:r>
            <a:r>
              <a:rPr lang="en-CA" dirty="0"/>
              <a:t> is the unconditional probability of default in time </a:t>
            </a:r>
            <a:r>
              <a:rPr lang="en-CA" i="1" dirty="0">
                <a:latin typeface="+mj-lt"/>
              </a:rPr>
              <a:t>T</a:t>
            </a:r>
          </a:p>
          <a:p>
            <a:pPr marL="344487" lvl="1" indent="0">
              <a:buFont typeface="Wingdings" panose="05000000000000000000" pitchFamily="2" charset="2"/>
              <a:buNone/>
              <a:defRPr/>
            </a:pPr>
            <a:endParaRPr lang="en-CA" dirty="0"/>
          </a:p>
          <a:p>
            <a:pPr marL="344487" lvl="1" indent="0">
              <a:buFont typeface="Wingdings" panose="05000000000000000000" pitchFamily="2" charset="2"/>
              <a:buNone/>
              <a:defRPr/>
            </a:pPr>
            <a:endParaRPr lang="en-CA" dirty="0"/>
          </a:p>
        </p:txBody>
      </p:sp>
      <p:sp>
        <p:nvSpPr>
          <p:cNvPr id="68612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68613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7A14577-C7E0-496A-BE20-FF0BB5153EF8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26</a:t>
            </a:fld>
            <a:endParaRPr lang="en-US" altLang="en-US" sz="1800"/>
          </a:p>
        </p:txBody>
      </p:sp>
      <p:graphicFrame>
        <p:nvGraphicFramePr>
          <p:cNvPr id="68614" name="Object 9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584346237"/>
              </p:ext>
            </p:extLst>
          </p:nvPr>
        </p:nvGraphicFramePr>
        <p:xfrm>
          <a:off x="1115616" y="4221088"/>
          <a:ext cx="5976938" cy="13160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194" name="Equation" r:id="rId3" imgW="2882900" imgH="635000" progId="Equation.3">
                  <p:embed/>
                </p:oleObj>
              </mc:Choice>
              <mc:Fallback>
                <p:oleObj name="Equation" r:id="rId3" imgW="2882900" imgH="635000" progId="Equation.3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15616" y="4221088"/>
                        <a:ext cx="5976938" cy="13160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The Model </a:t>
            </a:r>
            <a:r>
              <a:rPr lang="en-US" altLang="en-US" sz="2400"/>
              <a:t>continued</a:t>
            </a:r>
            <a:endParaRPr lang="en-US" alt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14363" y="1731963"/>
            <a:ext cx="8029575" cy="4548187"/>
          </a:xfrm>
        </p:spPr>
        <p:txBody>
          <a:bodyPr/>
          <a:lstStyle/>
          <a:p>
            <a:pPr eaLnBrk="1" hangingPunct="1">
              <a:defRPr/>
            </a:pPr>
            <a:r>
              <a:rPr lang="en-CA" sz="2400" dirty="0"/>
              <a:t>Low values of </a:t>
            </a:r>
            <a:r>
              <a:rPr lang="en-CA" sz="2400" i="1" dirty="0">
                <a:latin typeface="+mj-lt"/>
              </a:rPr>
              <a:t>F</a:t>
            </a:r>
            <a:r>
              <a:rPr lang="en-CA" sz="2400" dirty="0"/>
              <a:t> give high default probabilities</a:t>
            </a:r>
            <a:endParaRPr lang="en-US" sz="2400" dirty="0"/>
          </a:p>
          <a:p>
            <a:pPr eaLnBrk="1" hangingPunct="1">
              <a:defRPr/>
            </a:pPr>
            <a:r>
              <a:rPr lang="en-US" sz="2400" dirty="0"/>
              <a:t>The value of </a:t>
            </a:r>
            <a:r>
              <a:rPr lang="en-US" sz="2400" i="1" dirty="0">
                <a:latin typeface="+mj-lt"/>
              </a:rPr>
              <a:t>F</a:t>
            </a:r>
            <a:r>
              <a:rPr lang="en-US" sz="2400" dirty="0"/>
              <a:t> is that has an </a:t>
            </a:r>
            <a:r>
              <a:rPr lang="en-US" sz="2400" i="1" dirty="0">
                <a:latin typeface="+mj-lt"/>
              </a:rPr>
              <a:t>X</a:t>
            </a:r>
            <a:r>
              <a:rPr lang="en-US" sz="2400" dirty="0"/>
              <a:t>% chance of being exceeded is −</a:t>
            </a:r>
            <a:r>
              <a:rPr lang="en-US" sz="2400" i="1" dirty="0">
                <a:latin typeface="+mj-lt"/>
              </a:rPr>
              <a:t>N</a:t>
            </a:r>
            <a:r>
              <a:rPr lang="en-US" sz="2400" baseline="30000" dirty="0"/>
              <a:t>-1</a:t>
            </a:r>
            <a:r>
              <a:rPr lang="en-US" sz="2400" dirty="0"/>
              <a:t>(</a:t>
            </a:r>
            <a:r>
              <a:rPr lang="en-US" sz="2400" i="1" dirty="0">
                <a:latin typeface="+mj-lt"/>
              </a:rPr>
              <a:t>X</a:t>
            </a:r>
            <a:r>
              <a:rPr lang="en-US" sz="2400" dirty="0"/>
              <a:t>)</a:t>
            </a:r>
          </a:p>
          <a:p>
            <a:pPr eaLnBrk="1" hangingPunct="1">
              <a:defRPr/>
            </a:pPr>
            <a:r>
              <a:rPr lang="en-CA" sz="2400" dirty="0"/>
              <a:t>The “worst case default rate” that will not be exceeded with probability </a:t>
            </a:r>
            <a:r>
              <a:rPr lang="en-CA" sz="2400" i="1" dirty="0">
                <a:latin typeface="+mj-lt"/>
              </a:rPr>
              <a:t>X</a:t>
            </a:r>
            <a:r>
              <a:rPr lang="en-CA" sz="2400" dirty="0"/>
              <a:t>  during time </a:t>
            </a:r>
            <a:r>
              <a:rPr lang="en-CA" sz="2400" i="1" dirty="0">
                <a:latin typeface="+mj-lt"/>
              </a:rPr>
              <a:t>T</a:t>
            </a:r>
            <a:r>
              <a:rPr lang="en-CA" sz="2400" dirty="0"/>
              <a:t> is therefore</a:t>
            </a:r>
            <a:endParaRPr lang="en-US" sz="2400" dirty="0"/>
          </a:p>
          <a:p>
            <a:pPr eaLnBrk="1" hangingPunct="1">
              <a:defRPr/>
            </a:pPr>
            <a:endParaRPr lang="en-US" sz="2800" dirty="0"/>
          </a:p>
          <a:p>
            <a:pPr eaLnBrk="1" hangingPunct="1">
              <a:defRPr/>
            </a:pPr>
            <a:endParaRPr lang="en-US" sz="2800" dirty="0"/>
          </a:p>
          <a:p>
            <a:pPr marL="0" indent="0" eaLnBrk="1" hangingPunct="1">
              <a:buFont typeface="Wingdings" panose="05000000000000000000" pitchFamily="2" charset="2"/>
              <a:buNone/>
              <a:defRPr/>
            </a:pPr>
            <a:endParaRPr lang="en-US" sz="2800" dirty="0">
              <a:latin typeface="+mj-lt"/>
            </a:endParaRPr>
          </a:p>
          <a:p>
            <a:pPr eaLnBrk="1" hangingPunct="1">
              <a:buFontTx/>
              <a:buNone/>
              <a:defRPr/>
            </a:pPr>
            <a:endParaRPr lang="en-US" sz="2800" dirty="0"/>
          </a:p>
          <a:p>
            <a:pPr eaLnBrk="1" hangingPunct="1">
              <a:defRPr/>
            </a:pPr>
            <a:endParaRPr lang="en-US" dirty="0"/>
          </a:p>
          <a:p>
            <a:pPr eaLnBrk="1" hangingPunct="1">
              <a:defRPr/>
            </a:pPr>
            <a:endParaRPr lang="en-US" dirty="0"/>
          </a:p>
        </p:txBody>
      </p:sp>
      <p:sp>
        <p:nvSpPr>
          <p:cNvPr id="69636" name="Footer Placeholder 3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69637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E0594BD-9E89-4C93-8350-2BAD39DBB9D5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27</a:t>
            </a:fld>
            <a:endParaRPr lang="en-US" altLang="en-US" sz="1800"/>
          </a:p>
        </p:txBody>
      </p:sp>
      <p:graphicFrame>
        <p:nvGraphicFramePr>
          <p:cNvPr id="69638" name="Object 2"/>
          <p:cNvGraphicFramePr>
            <a:graphicFrameLocks noChangeAspect="1"/>
          </p:cNvGraphicFramePr>
          <p:nvPr/>
        </p:nvGraphicFramePr>
        <p:xfrm>
          <a:off x="4514850" y="3321050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218" name="Equation" r:id="rId4" imgW="114151" imgH="215619" progId="Equation.3">
                  <p:embed/>
                </p:oleObj>
              </mc:Choice>
              <mc:Fallback>
                <p:oleObj name="Equation" r:id="rId4" imgW="114151" imgH="215619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3321050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9639" name="Object 3"/>
          <p:cNvGraphicFramePr>
            <a:graphicFrameLocks noChangeAspect="1"/>
          </p:cNvGraphicFramePr>
          <p:nvPr/>
        </p:nvGraphicFramePr>
        <p:xfrm>
          <a:off x="2395538" y="4129088"/>
          <a:ext cx="4237037" cy="8270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219" name="Equation" r:id="rId6" imgW="2603500" imgH="508000" progId="Equation.3">
                  <p:embed/>
                </p:oleObj>
              </mc:Choice>
              <mc:Fallback>
                <p:oleObj name="Equation" r:id="rId6" imgW="2603500" imgH="508000" progId="Equation.3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95538" y="4129088"/>
                        <a:ext cx="4237037" cy="8270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altLang="en-US"/>
              <a:t>Estimating PD and </a:t>
            </a:r>
            <a:r>
              <a:rPr lang="en-CA" altLang="en-US">
                <a:latin typeface="Symbol" panose="05050102010706020507" pitchFamily="18" charset="2"/>
              </a:rPr>
              <a:t>r</a:t>
            </a:r>
            <a:endParaRPr lang="en-US" altLang="en-US">
              <a:latin typeface="Symbol" panose="05050102010706020507" pitchFamily="18" charset="2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defRPr/>
            </a:pPr>
            <a:r>
              <a:rPr lang="en-CA" dirty="0"/>
              <a:t>Table 9.6 shows that default rates ranged from 0.15% to 4.19% between 1981 and 2020 for all rated companies.</a:t>
            </a:r>
          </a:p>
          <a:p>
            <a:pPr>
              <a:defRPr/>
            </a:pPr>
            <a:r>
              <a:rPr lang="en-CA" dirty="0"/>
              <a:t>We can use this data in conjunction with maximum likelihood methods to estimate PD and</a:t>
            </a:r>
            <a:r>
              <a:rPr lang="en-CA" i="1" dirty="0">
                <a:latin typeface="Symbol" panose="05050102010706020507" pitchFamily="18" charset="2"/>
              </a:rPr>
              <a:t> r</a:t>
            </a:r>
          </a:p>
          <a:p>
            <a:pPr marL="0" indent="0">
              <a:buFont typeface="Wingdings" panose="05000000000000000000" pitchFamily="2" charset="2"/>
              <a:buNone/>
              <a:defRPr/>
            </a:pPr>
            <a:endParaRPr lang="en-CA" i="1" dirty="0">
              <a:latin typeface="Symbol" panose="05050102010706020507" pitchFamily="18" charset="2"/>
            </a:endParaRPr>
          </a:p>
          <a:p>
            <a:pPr marL="0" indent="0">
              <a:buFont typeface="Wingdings" panose="05000000000000000000" pitchFamily="2" charset="2"/>
              <a:buNone/>
              <a:defRPr/>
            </a:pPr>
            <a:endParaRPr lang="en-US" dirty="0"/>
          </a:p>
        </p:txBody>
      </p:sp>
      <p:sp>
        <p:nvSpPr>
          <p:cNvPr id="71684" name="Footer Placeholder 3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/>
              <a:t>Risk Management and Financial Institutions 6e, Chapter 9,  Copyright © John C. Hull 2023</a:t>
            </a:r>
          </a:p>
        </p:txBody>
      </p:sp>
      <p:sp>
        <p:nvSpPr>
          <p:cNvPr id="71685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tx2"/>
              </a:buClr>
              <a:buSzPct val="70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80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9AC9A7E-5247-4302-B1A8-F71751877FC9}" type="slidenum">
              <a:rPr lang="en-US" altLang="en-US" sz="1800"/>
              <a:pPr>
                <a:spcBef>
                  <a:spcPct val="0"/>
                </a:spcBef>
                <a:buClrTx/>
                <a:buSzTx/>
                <a:buFontTx/>
                <a:buNone/>
              </a:pPr>
              <a:t>28</a:t>
            </a:fld>
            <a:endParaRPr lang="en-US" altLang="en-US" sz="1800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altLang="en-US"/>
              <a:t>Estimating PD and </a:t>
            </a:r>
            <a:r>
              <a:rPr lang="en-CA" altLang="en-US">
                <a:latin typeface="Symbol" panose="05050102010706020507" pitchFamily="18" charset="2"/>
              </a:rPr>
              <a:t>r </a:t>
            </a:r>
            <a:r>
              <a:rPr lang="en-CA" altLang="en-US" sz="2400"/>
              <a:t>continued</a:t>
            </a:r>
            <a:endParaRPr lang="en-US" altLang="en-US" sz="2400"/>
          </a:p>
        </p:txBody>
      </p:sp>
      <p:sp>
        <p:nvSpPr>
          <p:cNvPr id="72707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CA" altLang="en-US" dirty="0"/>
              <a:t>The probability density function for the default rate is</a:t>
            </a:r>
          </a:p>
          <a:p>
            <a:endParaRPr lang="en-CA" altLang="en-US" dirty="0"/>
          </a:p>
          <a:p>
            <a:endParaRPr lang="en-CA" altLang="en-US" dirty="0"/>
          </a:p>
          <a:p>
            <a:r>
              <a:rPr lang="en-CA" altLang="en-US" dirty="0"/>
              <a:t>Maximizing the sum of the logarithms of this for the data in Table 9.6 we get PD=1.48% and </a:t>
            </a:r>
            <a:r>
              <a:rPr lang="en-CA" altLang="en-US" i="1" dirty="0">
                <a:latin typeface="Symbol" panose="05050102010706020507" pitchFamily="18" charset="2"/>
              </a:rPr>
              <a:t>r </a:t>
            </a:r>
            <a:r>
              <a:rPr lang="en-CA" altLang="en-US" dirty="0"/>
              <a:t>= 0.063</a:t>
            </a:r>
          </a:p>
          <a:p>
            <a:endParaRPr lang="en-US" altLang="en-US" dirty="0"/>
          </a:p>
        </p:txBody>
      </p:sp>
      <p:sp>
        <p:nvSpPr>
          <p:cNvPr id="72708" name="Footer Placeholder 3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/>
              <a:t>Risk Management and Financial Institutions 6e, Chapter 9,  Copyright © John C. Hull 2023</a:t>
            </a:r>
          </a:p>
        </p:txBody>
      </p:sp>
      <p:sp>
        <p:nvSpPr>
          <p:cNvPr id="72709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68C82CE-F86E-40CD-8F96-B8CD9E632193}" type="slidenum">
              <a:rPr lang="en-US" altLang="en-US"/>
              <a:pPr/>
              <a:t>29</a:t>
            </a:fld>
            <a:endParaRPr lang="en-US" altLang="en-US"/>
          </a:p>
        </p:txBody>
      </p:sp>
      <p:graphicFrame>
        <p:nvGraphicFramePr>
          <p:cNvPr id="72710" name="Object 5"/>
          <p:cNvGraphicFramePr>
            <a:graphicFrameLocks noChangeAspect="1"/>
          </p:cNvGraphicFramePr>
          <p:nvPr/>
        </p:nvGraphicFramePr>
        <p:xfrm>
          <a:off x="1404938" y="2982913"/>
          <a:ext cx="6334125" cy="9223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42" name="Equation" r:id="rId3" imgW="4356100" imgH="635000" progId="Equation.3">
                  <p:embed/>
                </p:oleObj>
              </mc:Choice>
              <mc:Fallback>
                <p:oleObj name="Equation" r:id="rId3" imgW="4356100" imgH="635000" progId="Equation.3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04938" y="2982913"/>
                        <a:ext cx="6334125" cy="9223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altLang="en-US" dirty="0"/>
              <a:t>Probability Distribution for Default Rate </a:t>
            </a:r>
            <a:r>
              <a:rPr lang="en-CA" altLang="en-US" sz="2400" dirty="0"/>
              <a:t>(Figure 9.6)</a:t>
            </a:r>
            <a:endParaRPr lang="en-US" altLang="en-US" sz="2400" dirty="0"/>
          </a:p>
        </p:txBody>
      </p:sp>
      <p:sp>
        <p:nvSpPr>
          <p:cNvPr id="73731" name="Footer Placeholder 3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/>
              <a:t>Risk Management and Financial Institutions 6e, Chapter 9,  Copyright © John C. Hull 2023</a:t>
            </a:r>
          </a:p>
        </p:txBody>
      </p:sp>
      <p:sp>
        <p:nvSpPr>
          <p:cNvPr id="73732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206807C3-09D7-4CB6-B1E2-F0978CDB4893}" type="slidenum">
              <a:rPr lang="en-US" altLang="en-US"/>
              <a:pPr/>
              <a:t>30</a:t>
            </a:fld>
            <a:endParaRPr lang="en-US" altLang="en-US"/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C89CEF38-85CF-FEBE-E545-D4871E84D3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CA" dirty="0"/>
              <a:t> 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739693EA-D15F-B8A8-771D-C583CE560AE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62980714"/>
              </p:ext>
            </p:extLst>
          </p:nvPr>
        </p:nvGraphicFramePr>
        <p:xfrm>
          <a:off x="1619672" y="2361419"/>
          <a:ext cx="6480720" cy="31273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altLang="en-US"/>
              <a:t>Alternatives to the Gaussian Factor Copula</a:t>
            </a:r>
            <a:endParaRPr lang="en-US" alt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defRPr/>
            </a:pPr>
            <a:r>
              <a:rPr lang="en-CA" dirty="0"/>
              <a:t>In</a:t>
            </a:r>
          </a:p>
          <a:p>
            <a:pPr>
              <a:defRPr/>
            </a:pPr>
            <a:endParaRPr lang="en-CA" dirty="0"/>
          </a:p>
          <a:p>
            <a:pPr>
              <a:defRPr/>
            </a:pPr>
            <a:endParaRPr lang="en-CA" dirty="0"/>
          </a:p>
          <a:p>
            <a:pPr>
              <a:defRPr/>
            </a:pPr>
            <a:r>
              <a:rPr lang="en-CA" dirty="0"/>
              <a:t>We can let the </a:t>
            </a:r>
            <a:r>
              <a:rPr lang="en-CA" i="1" dirty="0">
                <a:latin typeface="+mj-lt"/>
              </a:rPr>
              <a:t>F</a:t>
            </a:r>
            <a:r>
              <a:rPr lang="en-CA" dirty="0"/>
              <a:t> and </a:t>
            </a:r>
            <a:r>
              <a:rPr lang="en-CA" i="1" dirty="0" err="1">
                <a:latin typeface="+mj-lt"/>
              </a:rPr>
              <a:t>Z</a:t>
            </a:r>
            <a:r>
              <a:rPr lang="en-CA" i="1" baseline="-25000" dirty="0" err="1">
                <a:latin typeface="+mj-lt"/>
              </a:rPr>
              <a:t>i</a:t>
            </a:r>
            <a:r>
              <a:rPr lang="en-CA" dirty="0"/>
              <a:t> be non-normal distributions with mean zero and standard deviation one. </a:t>
            </a:r>
            <a:endParaRPr lang="en-US" dirty="0"/>
          </a:p>
        </p:txBody>
      </p:sp>
      <p:sp>
        <p:nvSpPr>
          <p:cNvPr id="74756" name="Footer Placeholder 3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/>
              <a:t>Risk Management and Financial Institutions 6e, Chapter 9,  Copyright © John C. Hull 2023</a:t>
            </a:r>
          </a:p>
        </p:txBody>
      </p:sp>
      <p:sp>
        <p:nvSpPr>
          <p:cNvPr id="74757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B1EF52A8-6B8D-43DD-9E1C-8DF42D040A29}" type="slidenum">
              <a:rPr lang="en-US" altLang="en-US"/>
              <a:pPr/>
              <a:t>31</a:t>
            </a:fld>
            <a:endParaRPr lang="en-US" altLang="en-US"/>
          </a:p>
        </p:txBody>
      </p:sp>
      <p:graphicFrame>
        <p:nvGraphicFramePr>
          <p:cNvPr id="74758" name="Object 4"/>
          <p:cNvGraphicFramePr>
            <a:graphicFrameLocks noChangeAspect="1"/>
          </p:cNvGraphicFramePr>
          <p:nvPr/>
        </p:nvGraphicFramePr>
        <p:xfrm>
          <a:off x="2555875" y="2276475"/>
          <a:ext cx="3752850" cy="9286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266" name="Equation" r:id="rId3" imgW="1231366" imgH="304668" progId="Equation.3">
                  <p:embed/>
                </p:oleObj>
              </mc:Choice>
              <mc:Fallback>
                <p:oleObj name="Equation" r:id="rId3" imgW="1231366" imgH="304668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55875" y="2276475"/>
                        <a:ext cx="3752850" cy="9286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theme/theme1.xml><?xml version="1.0" encoding="utf-8"?>
<a:theme xmlns:a="http://schemas.openxmlformats.org/drawingml/2006/main" name="HullRMFICh12">
  <a:themeElements>
    <a:clrScheme name="HullRMFICh12 9">
      <a:dk1>
        <a:srgbClr val="000000"/>
      </a:dk1>
      <a:lt1>
        <a:srgbClr val="FFFFFF"/>
      </a:lt1>
      <a:dk2>
        <a:srgbClr val="7C1302"/>
      </a:dk2>
      <a:lt2>
        <a:srgbClr val="CC9900"/>
      </a:lt2>
      <a:accent1>
        <a:srgbClr val="CC9900"/>
      </a:accent1>
      <a:accent2>
        <a:srgbClr val="CC3300"/>
      </a:accent2>
      <a:accent3>
        <a:srgbClr val="FFFFFF"/>
      </a:accent3>
      <a:accent4>
        <a:srgbClr val="000000"/>
      </a:accent4>
      <a:accent5>
        <a:srgbClr val="E2CAAA"/>
      </a:accent5>
      <a:accent6>
        <a:srgbClr val="B92D00"/>
      </a:accent6>
      <a:hlink>
        <a:srgbClr val="808080"/>
      </a:hlink>
      <a:folHlink>
        <a:srgbClr val="CCCC66"/>
      </a:folHlink>
    </a:clrScheme>
    <a:fontScheme name="HullRMFICh12">
      <a:majorFont>
        <a:latin typeface="Times New Roman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12700" cap="flat" cmpd="sng" algn="ctr">
          <a:solidFill>
            <a:schemeClr val="tx1"/>
          </a:solidFill>
          <a:prstDash val="solid"/>
          <a:round/>
          <a:headEnd type="none" w="sm" len="sm"/>
          <a:tailEnd type="none" w="sm" len="sm"/>
        </a:ln>
        <a:effectLst/>
      </a:spPr>
      <a:bodyPr vert="horz" wrap="none" lIns="92075" tIns="46038" rIns="92075" bIns="46038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12700" cap="flat" cmpd="sng" algn="ctr">
          <a:solidFill>
            <a:schemeClr val="tx1"/>
          </a:solidFill>
          <a:prstDash val="solid"/>
          <a:round/>
          <a:headEnd type="none" w="sm" len="sm"/>
          <a:tailEnd type="none" w="sm" len="sm"/>
        </a:ln>
        <a:effectLst/>
      </a:spPr>
      <a:bodyPr vert="horz" wrap="none" lIns="92075" tIns="46038" rIns="92075" bIns="46038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HullRMFICh12 1">
        <a:dk1>
          <a:srgbClr val="4F747B"/>
        </a:dk1>
        <a:lt1>
          <a:srgbClr val="FFFFFF"/>
        </a:lt1>
        <a:dk2>
          <a:srgbClr val="000000"/>
        </a:dk2>
        <a:lt2>
          <a:srgbClr val="C0C0C0"/>
        </a:lt2>
        <a:accent1>
          <a:srgbClr val="859868"/>
        </a:accent1>
        <a:accent2>
          <a:srgbClr val="5F5F5F"/>
        </a:accent2>
        <a:accent3>
          <a:srgbClr val="AAAAAA"/>
        </a:accent3>
        <a:accent4>
          <a:srgbClr val="DADADA"/>
        </a:accent4>
        <a:accent5>
          <a:srgbClr val="C2CAB9"/>
        </a:accent5>
        <a:accent6>
          <a:srgbClr val="555555"/>
        </a:accent6>
        <a:hlink>
          <a:srgbClr val="5F5F5F"/>
        </a:hlink>
        <a:folHlink>
          <a:srgbClr val="BA121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HullRMFICh12 2">
        <a:dk1>
          <a:srgbClr val="3C0000"/>
        </a:dk1>
        <a:lt1>
          <a:srgbClr val="FFFFFF"/>
        </a:lt1>
        <a:dk2>
          <a:srgbClr val="4D0B0B"/>
        </a:dk2>
        <a:lt2>
          <a:srgbClr val="FFFFFF"/>
        </a:lt2>
        <a:accent1>
          <a:srgbClr val="666633"/>
        </a:accent1>
        <a:accent2>
          <a:srgbClr val="CC3300"/>
        </a:accent2>
        <a:accent3>
          <a:srgbClr val="B2AAAA"/>
        </a:accent3>
        <a:accent4>
          <a:srgbClr val="DADADA"/>
        </a:accent4>
        <a:accent5>
          <a:srgbClr val="B8B8AD"/>
        </a:accent5>
        <a:accent6>
          <a:srgbClr val="B92D00"/>
        </a:accent6>
        <a:hlink>
          <a:srgbClr val="CC9900"/>
        </a:hlink>
        <a:folHlink>
          <a:srgbClr val="CCCC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HullRMFICh12 3">
        <a:dk1>
          <a:srgbClr val="666699"/>
        </a:dk1>
        <a:lt1>
          <a:srgbClr val="FFFFFF"/>
        </a:lt1>
        <a:dk2>
          <a:srgbClr val="15192B"/>
        </a:dk2>
        <a:lt2>
          <a:srgbClr val="CCCCFF"/>
        </a:lt2>
        <a:accent1>
          <a:srgbClr val="4F893D"/>
        </a:accent1>
        <a:accent2>
          <a:srgbClr val="666699"/>
        </a:accent2>
        <a:accent3>
          <a:srgbClr val="AAABAC"/>
        </a:accent3>
        <a:accent4>
          <a:srgbClr val="DADADA"/>
        </a:accent4>
        <a:accent5>
          <a:srgbClr val="B2C4AF"/>
        </a:accent5>
        <a:accent6>
          <a:srgbClr val="5C5C8A"/>
        </a:accent6>
        <a:hlink>
          <a:srgbClr val="CC9900"/>
        </a:hlink>
        <a:folHlink>
          <a:srgbClr val="4837C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HullRMFICh12 4">
        <a:dk1>
          <a:srgbClr val="666699"/>
        </a:dk1>
        <a:lt1>
          <a:srgbClr val="FFFFFF"/>
        </a:lt1>
        <a:dk2>
          <a:srgbClr val="86001A"/>
        </a:dk2>
        <a:lt2>
          <a:srgbClr val="CCCC66"/>
        </a:lt2>
        <a:accent1>
          <a:srgbClr val="FF3300"/>
        </a:accent1>
        <a:accent2>
          <a:srgbClr val="FF6600"/>
        </a:accent2>
        <a:accent3>
          <a:srgbClr val="C3AAAB"/>
        </a:accent3>
        <a:accent4>
          <a:srgbClr val="DADADA"/>
        </a:accent4>
        <a:accent5>
          <a:srgbClr val="FFADAA"/>
        </a:accent5>
        <a:accent6>
          <a:srgbClr val="E75C00"/>
        </a:accent6>
        <a:hlink>
          <a:srgbClr val="CC9900"/>
        </a:hlink>
        <a:folHlink>
          <a:srgbClr val="FF0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HullRMFICh12 5">
        <a:dk1>
          <a:srgbClr val="666699"/>
        </a:dk1>
        <a:lt1>
          <a:srgbClr val="FFFFFF"/>
        </a:lt1>
        <a:dk2>
          <a:srgbClr val="000054"/>
        </a:dk2>
        <a:lt2>
          <a:srgbClr val="FFFFFF"/>
        </a:lt2>
        <a:accent1>
          <a:srgbClr val="3333FF"/>
        </a:accent1>
        <a:accent2>
          <a:srgbClr val="006699"/>
        </a:accent2>
        <a:accent3>
          <a:srgbClr val="AAAAB3"/>
        </a:accent3>
        <a:accent4>
          <a:srgbClr val="DADADA"/>
        </a:accent4>
        <a:accent5>
          <a:srgbClr val="ADADFF"/>
        </a:accent5>
        <a:accent6>
          <a:srgbClr val="005C8A"/>
        </a:accent6>
        <a:hlink>
          <a:srgbClr val="669900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HullRMFICh12 6">
        <a:dk1>
          <a:srgbClr val="808080"/>
        </a:dk1>
        <a:lt1>
          <a:srgbClr val="FFFFFF"/>
        </a:lt1>
        <a:dk2>
          <a:srgbClr val="30054B"/>
        </a:dk2>
        <a:lt2>
          <a:srgbClr val="FFFFFF"/>
        </a:lt2>
        <a:accent1>
          <a:srgbClr val="797B9B"/>
        </a:accent1>
        <a:accent2>
          <a:srgbClr val="6B4FB1"/>
        </a:accent2>
        <a:accent3>
          <a:srgbClr val="ADAAB1"/>
        </a:accent3>
        <a:accent4>
          <a:srgbClr val="DADADA"/>
        </a:accent4>
        <a:accent5>
          <a:srgbClr val="BEBFCB"/>
        </a:accent5>
        <a:accent6>
          <a:srgbClr val="6047A0"/>
        </a:accent6>
        <a:hlink>
          <a:srgbClr val="7AACCE"/>
        </a:hlink>
        <a:folHlink>
          <a:srgbClr val="D8D8E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HullRMFICh12 7">
        <a:dk1>
          <a:srgbClr val="808080"/>
        </a:dk1>
        <a:lt1>
          <a:srgbClr val="FFFFCC"/>
        </a:lt1>
        <a:dk2>
          <a:srgbClr val="29527B"/>
        </a:dk2>
        <a:lt2>
          <a:srgbClr val="FFFFFF"/>
        </a:lt2>
        <a:accent1>
          <a:srgbClr val="CCCC00"/>
        </a:accent1>
        <a:accent2>
          <a:srgbClr val="669999"/>
        </a:accent2>
        <a:accent3>
          <a:srgbClr val="ACB3BF"/>
        </a:accent3>
        <a:accent4>
          <a:srgbClr val="DADAAE"/>
        </a:accent4>
        <a:accent5>
          <a:srgbClr val="E2E2AA"/>
        </a:accent5>
        <a:accent6>
          <a:srgbClr val="5C8A8A"/>
        </a:accent6>
        <a:hlink>
          <a:srgbClr val="D8D8EC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HullRMFICh12 8">
        <a:dk1>
          <a:srgbClr val="666699"/>
        </a:dk1>
        <a:lt1>
          <a:srgbClr val="FFFFFF"/>
        </a:lt1>
        <a:dk2>
          <a:srgbClr val="476949"/>
        </a:dk2>
        <a:lt2>
          <a:srgbClr val="FFFFFF"/>
        </a:lt2>
        <a:accent1>
          <a:srgbClr val="CC6600"/>
        </a:accent1>
        <a:accent2>
          <a:srgbClr val="CC9900"/>
        </a:accent2>
        <a:accent3>
          <a:srgbClr val="B1B9B1"/>
        </a:accent3>
        <a:accent4>
          <a:srgbClr val="DADADA"/>
        </a:accent4>
        <a:accent5>
          <a:srgbClr val="E2B8AA"/>
        </a:accent5>
        <a:accent6>
          <a:srgbClr val="B98A00"/>
        </a:accent6>
        <a:hlink>
          <a:srgbClr val="669900"/>
        </a:hlink>
        <a:folHlink>
          <a:srgbClr val="A452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HullRMFICh12 9">
        <a:dk1>
          <a:srgbClr val="000000"/>
        </a:dk1>
        <a:lt1>
          <a:srgbClr val="FFFFFF"/>
        </a:lt1>
        <a:dk2>
          <a:srgbClr val="7C1302"/>
        </a:dk2>
        <a:lt2>
          <a:srgbClr val="CC9900"/>
        </a:lt2>
        <a:accent1>
          <a:srgbClr val="CC9900"/>
        </a:accent1>
        <a:accent2>
          <a:srgbClr val="CC3300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B92D00"/>
        </a:accent6>
        <a:hlink>
          <a:srgbClr val="808080"/>
        </a:hlink>
        <a:folHlink>
          <a:srgbClr val="CC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HullRMFICh12 10">
        <a:dk1>
          <a:srgbClr val="000000"/>
        </a:dk1>
        <a:lt1>
          <a:srgbClr val="FFFFFF"/>
        </a:lt1>
        <a:dk2>
          <a:srgbClr val="330066"/>
        </a:dk2>
        <a:lt2>
          <a:srgbClr val="808080"/>
        </a:lt2>
        <a:accent1>
          <a:srgbClr val="CCCC00"/>
        </a:accent1>
        <a:accent2>
          <a:srgbClr val="669999"/>
        </a:accent2>
        <a:accent3>
          <a:srgbClr val="FFFFFF"/>
        </a:accent3>
        <a:accent4>
          <a:srgbClr val="000000"/>
        </a:accent4>
        <a:accent5>
          <a:srgbClr val="E2E2AA"/>
        </a:accent5>
        <a:accent6>
          <a:srgbClr val="5C8A8A"/>
        </a:accent6>
        <a:hlink>
          <a:srgbClr val="7E9CE8"/>
        </a:hlink>
        <a:folHlink>
          <a:srgbClr val="D8D8EC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34DB470C54600C46B1B0C1FE5EDD1D1B" ma:contentTypeVersion="3" ma:contentTypeDescription="Create a new document." ma:contentTypeScope="" ma:versionID="14dc9d57259abab41c863f8d0f9e2276">
  <xsd:schema xmlns:xsd="http://www.w3.org/2001/XMLSchema" xmlns:xs="http://www.w3.org/2001/XMLSchema" xmlns:p="http://schemas.microsoft.com/office/2006/metadata/properties" xmlns:ns2="cd351f98-0ba7-41cd-87bd-5169e413bab1" targetNamespace="http://schemas.microsoft.com/office/2006/metadata/properties" ma:root="true" ma:fieldsID="f27d059874946e97d17eaa08f9af4415" ns2:_="">
    <xsd:import namespace="cd351f98-0ba7-41cd-87bd-5169e413bab1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cd351f98-0ba7-41cd-87bd-5169e413bab1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1EE77B48-3005-4624-8EA0-A1875146ED1B}"/>
</file>

<file path=customXml/itemProps2.xml><?xml version="1.0" encoding="utf-8"?>
<ds:datastoreItem xmlns:ds="http://schemas.openxmlformats.org/officeDocument/2006/customXml" ds:itemID="{FD52774C-68D3-494D-8C64-44526B19B82F}"/>
</file>

<file path=customXml/itemProps3.xml><?xml version="1.0" encoding="utf-8"?>
<ds:datastoreItem xmlns:ds="http://schemas.openxmlformats.org/officeDocument/2006/customXml" ds:itemID="{14E1EDCD-EEE6-4E54-8559-353A02B85F05}"/>
</file>

<file path=docProps/app.xml><?xml version="1.0" encoding="utf-8"?>
<Properties xmlns="http://schemas.openxmlformats.org/officeDocument/2006/extended-properties" xmlns:vt="http://schemas.openxmlformats.org/officeDocument/2006/docPropsVTypes">
  <Template>HullRMFI2ndEdCh18</Template>
  <TotalTime>2320</TotalTime>
  <Words>1777</Words>
  <Application>Microsoft Office PowerPoint</Application>
  <PresentationFormat>On-screen Show (4:3)</PresentationFormat>
  <Paragraphs>346</Paragraphs>
  <Slides>31</Slides>
  <Notes>26</Notes>
  <HiddenSlides>0</HiddenSlides>
  <MMClips>0</MMClips>
  <ScaleCrop>false</ScaleCrop>
  <HeadingPairs>
    <vt:vector size="8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31</vt:i4>
      </vt:variant>
    </vt:vector>
  </HeadingPairs>
  <TitlesOfParts>
    <vt:vector size="38" baseType="lpstr">
      <vt:lpstr>Arial</vt:lpstr>
      <vt:lpstr>Calibri</vt:lpstr>
      <vt:lpstr>Symbol</vt:lpstr>
      <vt:lpstr>Times New Roman</vt:lpstr>
      <vt:lpstr>Wingdings</vt:lpstr>
      <vt:lpstr>HullRMFICh12</vt:lpstr>
      <vt:lpstr>Equation</vt:lpstr>
      <vt:lpstr>Correlations and Copulas</vt:lpstr>
      <vt:lpstr>Correlation and Covariance</vt:lpstr>
      <vt:lpstr>Independence</vt:lpstr>
      <vt:lpstr>Independence is Not the Same as Zero Correlation</vt:lpstr>
      <vt:lpstr>Types of Dependence (Figure 9.1)</vt:lpstr>
      <vt:lpstr>Monitoring Correlation Between Two Variables X and Y</vt:lpstr>
      <vt:lpstr>Covariance</vt:lpstr>
      <vt:lpstr>Monitoring Correlation continued</vt:lpstr>
      <vt:lpstr>Positive Finite Definite Condition </vt:lpstr>
      <vt:lpstr>Example</vt:lpstr>
      <vt:lpstr>Factor Models (page 201)</vt:lpstr>
      <vt:lpstr>One-Factor Model continued</vt:lpstr>
      <vt:lpstr>Gaussian Copula Models:  Creating a correlation structure for variables that are not normally distributed</vt:lpstr>
      <vt:lpstr>The Correlation Structure Between the V’s is Defined by that Between the U’s</vt:lpstr>
      <vt:lpstr>Example (Figure 9.2)</vt:lpstr>
      <vt:lpstr>V1 Mapping to U1</vt:lpstr>
      <vt:lpstr>V2 Mapping to U2</vt:lpstr>
      <vt:lpstr>Example of Calculation of Joint Cumulative Distribution</vt:lpstr>
      <vt:lpstr>Other Copulas</vt:lpstr>
      <vt:lpstr>5000 Random Samples from the Bivariate Normal. Correlation =0.5. (Figure 9.4)</vt:lpstr>
      <vt:lpstr>5000 Random Samples from the Bivariate Student t (4 degrees of freedom, 0.5 correlation) (Figure 9.5)</vt:lpstr>
      <vt:lpstr>Multivariate Gaussian Copula</vt:lpstr>
      <vt:lpstr>Factor Copula Model</vt:lpstr>
      <vt:lpstr>Credit Default Correlation</vt:lpstr>
      <vt:lpstr>Copula Model for Loan Portfolio</vt:lpstr>
      <vt:lpstr>Analysis</vt:lpstr>
      <vt:lpstr>The Model continued</vt:lpstr>
      <vt:lpstr>Estimating PD and r</vt:lpstr>
      <vt:lpstr>Estimating PD and r continued</vt:lpstr>
      <vt:lpstr>Probability Distribution for Default Rate (Figure 9.6)</vt:lpstr>
      <vt:lpstr>Alternatives to the Gaussian Factor Copula</vt:lpstr>
    </vt:vector>
  </TitlesOfParts>
  <Company>Joseph L. Rotman School of Management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Risk Management and Financial Institutions</dc:title>
  <dc:subject>Chapter 11</dc:subject>
  <dc:creator>John Hull</dc:creator>
  <cp:keywords>5th Edition</cp:keywords>
  <dc:description>Copyright 2018 by John hull._x000d_
All rights reserved.</dc:description>
  <cp:lastModifiedBy>John Hull</cp:lastModifiedBy>
  <cp:revision>85</cp:revision>
  <dcterms:created xsi:type="dcterms:W3CDTF">2003-01-23T17:15:47Z</dcterms:created>
  <dcterms:modified xsi:type="dcterms:W3CDTF">2022-12-01T17:59:55Z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0x01010034DB470C54600C46B1B0C1FE5EDD1D1B</vt:lpwstr>
  </property>
</Properties>
</file>