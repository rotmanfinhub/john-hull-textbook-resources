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3" autoAdjust="0"/>
    <p:restoredTop sz="94660"/>
  </p:normalViewPr>
  <p:slideViewPr>
    <p:cSldViewPr>
      <p:cViewPr varScale="1">
        <p:scale>
          <a:sx n="132" d="100"/>
          <a:sy n="132" d="100"/>
        </p:scale>
        <p:origin x="10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ull\OneDrive\Documents\Ch29_6e_Figure%2029_2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'[Ch29_6e_Figure 29_2.xls]BTC-USD'!$B$1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'[Ch29_6e_Figure 29_2.xls]BTC-USD'!$A$2:$A$2834</c:f>
              <c:numCache>
                <c:formatCode>m/d/yyyy</c:formatCode>
                <c:ptCount val="2833"/>
                <c:pt idx="0">
                  <c:v>41899</c:v>
                </c:pt>
                <c:pt idx="1">
                  <c:v>41900</c:v>
                </c:pt>
                <c:pt idx="2">
                  <c:v>41901</c:v>
                </c:pt>
                <c:pt idx="3">
                  <c:v>41902</c:v>
                </c:pt>
                <c:pt idx="4">
                  <c:v>41903</c:v>
                </c:pt>
                <c:pt idx="5">
                  <c:v>41904</c:v>
                </c:pt>
                <c:pt idx="6">
                  <c:v>41905</c:v>
                </c:pt>
                <c:pt idx="7">
                  <c:v>41906</c:v>
                </c:pt>
                <c:pt idx="8">
                  <c:v>41907</c:v>
                </c:pt>
                <c:pt idx="9">
                  <c:v>41908</c:v>
                </c:pt>
                <c:pt idx="10">
                  <c:v>41909</c:v>
                </c:pt>
                <c:pt idx="11">
                  <c:v>41910</c:v>
                </c:pt>
                <c:pt idx="12">
                  <c:v>41911</c:v>
                </c:pt>
                <c:pt idx="13">
                  <c:v>41912</c:v>
                </c:pt>
                <c:pt idx="14">
                  <c:v>41913</c:v>
                </c:pt>
                <c:pt idx="15">
                  <c:v>41914</c:v>
                </c:pt>
                <c:pt idx="16">
                  <c:v>41915</c:v>
                </c:pt>
                <c:pt idx="17">
                  <c:v>41916</c:v>
                </c:pt>
                <c:pt idx="18">
                  <c:v>41917</c:v>
                </c:pt>
                <c:pt idx="19">
                  <c:v>41918</c:v>
                </c:pt>
                <c:pt idx="20">
                  <c:v>41919</c:v>
                </c:pt>
                <c:pt idx="21">
                  <c:v>41920</c:v>
                </c:pt>
                <c:pt idx="22">
                  <c:v>41921</c:v>
                </c:pt>
                <c:pt idx="23">
                  <c:v>41922</c:v>
                </c:pt>
                <c:pt idx="24">
                  <c:v>41923</c:v>
                </c:pt>
                <c:pt idx="25">
                  <c:v>41924</c:v>
                </c:pt>
                <c:pt idx="26">
                  <c:v>41925</c:v>
                </c:pt>
                <c:pt idx="27">
                  <c:v>41926</c:v>
                </c:pt>
                <c:pt idx="28">
                  <c:v>41927</c:v>
                </c:pt>
                <c:pt idx="29">
                  <c:v>41928</c:v>
                </c:pt>
                <c:pt idx="30">
                  <c:v>41929</c:v>
                </c:pt>
                <c:pt idx="31">
                  <c:v>41930</c:v>
                </c:pt>
                <c:pt idx="32">
                  <c:v>41931</c:v>
                </c:pt>
                <c:pt idx="33">
                  <c:v>41932</c:v>
                </c:pt>
                <c:pt idx="34">
                  <c:v>41933</c:v>
                </c:pt>
                <c:pt idx="35">
                  <c:v>41934</c:v>
                </c:pt>
                <c:pt idx="36">
                  <c:v>41935</c:v>
                </c:pt>
                <c:pt idx="37">
                  <c:v>41936</c:v>
                </c:pt>
                <c:pt idx="38">
                  <c:v>41937</c:v>
                </c:pt>
                <c:pt idx="39">
                  <c:v>41938</c:v>
                </c:pt>
                <c:pt idx="40">
                  <c:v>41939</c:v>
                </c:pt>
                <c:pt idx="41">
                  <c:v>41940</c:v>
                </c:pt>
                <c:pt idx="42">
                  <c:v>41941</c:v>
                </c:pt>
                <c:pt idx="43">
                  <c:v>41942</c:v>
                </c:pt>
                <c:pt idx="44">
                  <c:v>41943</c:v>
                </c:pt>
                <c:pt idx="45">
                  <c:v>41944</c:v>
                </c:pt>
                <c:pt idx="46">
                  <c:v>41945</c:v>
                </c:pt>
                <c:pt idx="47">
                  <c:v>41946</c:v>
                </c:pt>
                <c:pt idx="48">
                  <c:v>41947</c:v>
                </c:pt>
                <c:pt idx="49">
                  <c:v>41948</c:v>
                </c:pt>
                <c:pt idx="50">
                  <c:v>41949</c:v>
                </c:pt>
                <c:pt idx="51">
                  <c:v>41950</c:v>
                </c:pt>
                <c:pt idx="52">
                  <c:v>41951</c:v>
                </c:pt>
                <c:pt idx="53">
                  <c:v>41952</c:v>
                </c:pt>
                <c:pt idx="54">
                  <c:v>41953</c:v>
                </c:pt>
                <c:pt idx="55">
                  <c:v>41954</c:v>
                </c:pt>
                <c:pt idx="56">
                  <c:v>41955</c:v>
                </c:pt>
                <c:pt idx="57">
                  <c:v>41956</c:v>
                </c:pt>
                <c:pt idx="58">
                  <c:v>41957</c:v>
                </c:pt>
                <c:pt idx="59">
                  <c:v>41958</c:v>
                </c:pt>
                <c:pt idx="60">
                  <c:v>41959</c:v>
                </c:pt>
                <c:pt idx="61">
                  <c:v>41960</c:v>
                </c:pt>
                <c:pt idx="62">
                  <c:v>41961</c:v>
                </c:pt>
                <c:pt idx="63">
                  <c:v>41962</c:v>
                </c:pt>
                <c:pt idx="64">
                  <c:v>41963</c:v>
                </c:pt>
                <c:pt idx="65">
                  <c:v>41964</c:v>
                </c:pt>
                <c:pt idx="66">
                  <c:v>41965</c:v>
                </c:pt>
                <c:pt idx="67">
                  <c:v>41966</c:v>
                </c:pt>
                <c:pt idx="68">
                  <c:v>41967</c:v>
                </c:pt>
                <c:pt idx="69">
                  <c:v>41968</c:v>
                </c:pt>
                <c:pt idx="70">
                  <c:v>41969</c:v>
                </c:pt>
                <c:pt idx="71">
                  <c:v>41970</c:v>
                </c:pt>
                <c:pt idx="72">
                  <c:v>41971</c:v>
                </c:pt>
                <c:pt idx="73">
                  <c:v>41972</c:v>
                </c:pt>
                <c:pt idx="74">
                  <c:v>41973</c:v>
                </c:pt>
                <c:pt idx="75">
                  <c:v>41974</c:v>
                </c:pt>
                <c:pt idx="76">
                  <c:v>41975</c:v>
                </c:pt>
                <c:pt idx="77">
                  <c:v>41976</c:v>
                </c:pt>
                <c:pt idx="78">
                  <c:v>41977</c:v>
                </c:pt>
                <c:pt idx="79">
                  <c:v>41978</c:v>
                </c:pt>
                <c:pt idx="80">
                  <c:v>41979</c:v>
                </c:pt>
                <c:pt idx="81">
                  <c:v>41980</c:v>
                </c:pt>
                <c:pt idx="82">
                  <c:v>41981</c:v>
                </c:pt>
                <c:pt idx="83">
                  <c:v>41982</c:v>
                </c:pt>
                <c:pt idx="84">
                  <c:v>41983</c:v>
                </c:pt>
                <c:pt idx="85">
                  <c:v>41984</c:v>
                </c:pt>
                <c:pt idx="86">
                  <c:v>41985</c:v>
                </c:pt>
                <c:pt idx="87">
                  <c:v>41986</c:v>
                </c:pt>
                <c:pt idx="88">
                  <c:v>41987</c:v>
                </c:pt>
                <c:pt idx="89">
                  <c:v>41988</c:v>
                </c:pt>
                <c:pt idx="90">
                  <c:v>41989</c:v>
                </c:pt>
                <c:pt idx="91">
                  <c:v>41990</c:v>
                </c:pt>
                <c:pt idx="92">
                  <c:v>41991</c:v>
                </c:pt>
                <c:pt idx="93">
                  <c:v>41992</c:v>
                </c:pt>
                <c:pt idx="94">
                  <c:v>41993</c:v>
                </c:pt>
                <c:pt idx="95">
                  <c:v>41994</c:v>
                </c:pt>
                <c:pt idx="96">
                  <c:v>41995</c:v>
                </c:pt>
                <c:pt idx="97">
                  <c:v>41996</c:v>
                </c:pt>
                <c:pt idx="98">
                  <c:v>41997</c:v>
                </c:pt>
                <c:pt idx="99">
                  <c:v>41998</c:v>
                </c:pt>
                <c:pt idx="100">
                  <c:v>41999</c:v>
                </c:pt>
                <c:pt idx="101">
                  <c:v>42000</c:v>
                </c:pt>
                <c:pt idx="102">
                  <c:v>42001</c:v>
                </c:pt>
                <c:pt idx="103">
                  <c:v>42002</c:v>
                </c:pt>
                <c:pt idx="104">
                  <c:v>42003</c:v>
                </c:pt>
                <c:pt idx="105">
                  <c:v>42004</c:v>
                </c:pt>
                <c:pt idx="106">
                  <c:v>42005</c:v>
                </c:pt>
                <c:pt idx="107">
                  <c:v>42006</c:v>
                </c:pt>
                <c:pt idx="108">
                  <c:v>42007</c:v>
                </c:pt>
                <c:pt idx="109">
                  <c:v>42008</c:v>
                </c:pt>
                <c:pt idx="110">
                  <c:v>42009</c:v>
                </c:pt>
                <c:pt idx="111">
                  <c:v>42010</c:v>
                </c:pt>
                <c:pt idx="112">
                  <c:v>42011</c:v>
                </c:pt>
                <c:pt idx="113">
                  <c:v>42012</c:v>
                </c:pt>
                <c:pt idx="114">
                  <c:v>42013</c:v>
                </c:pt>
                <c:pt idx="115">
                  <c:v>42014</c:v>
                </c:pt>
                <c:pt idx="116">
                  <c:v>42015</c:v>
                </c:pt>
                <c:pt idx="117">
                  <c:v>42016</c:v>
                </c:pt>
                <c:pt idx="118">
                  <c:v>42017</c:v>
                </c:pt>
                <c:pt idx="119">
                  <c:v>42018</c:v>
                </c:pt>
                <c:pt idx="120">
                  <c:v>42019</c:v>
                </c:pt>
                <c:pt idx="121">
                  <c:v>42020</c:v>
                </c:pt>
                <c:pt idx="122">
                  <c:v>42021</c:v>
                </c:pt>
                <c:pt idx="123">
                  <c:v>42022</c:v>
                </c:pt>
                <c:pt idx="124">
                  <c:v>42023</c:v>
                </c:pt>
                <c:pt idx="125">
                  <c:v>42024</c:v>
                </c:pt>
                <c:pt idx="126">
                  <c:v>42025</c:v>
                </c:pt>
                <c:pt idx="127">
                  <c:v>42026</c:v>
                </c:pt>
                <c:pt idx="128">
                  <c:v>42027</c:v>
                </c:pt>
                <c:pt idx="129">
                  <c:v>42028</c:v>
                </c:pt>
                <c:pt idx="130">
                  <c:v>42029</c:v>
                </c:pt>
                <c:pt idx="131">
                  <c:v>42030</c:v>
                </c:pt>
                <c:pt idx="132">
                  <c:v>42031</c:v>
                </c:pt>
                <c:pt idx="133">
                  <c:v>42032</c:v>
                </c:pt>
                <c:pt idx="134">
                  <c:v>42033</c:v>
                </c:pt>
                <c:pt idx="135">
                  <c:v>42034</c:v>
                </c:pt>
                <c:pt idx="136">
                  <c:v>42035</c:v>
                </c:pt>
                <c:pt idx="137">
                  <c:v>42036</c:v>
                </c:pt>
                <c:pt idx="138">
                  <c:v>42037</c:v>
                </c:pt>
                <c:pt idx="139">
                  <c:v>42038</c:v>
                </c:pt>
                <c:pt idx="140">
                  <c:v>42039</c:v>
                </c:pt>
                <c:pt idx="141">
                  <c:v>42040</c:v>
                </c:pt>
                <c:pt idx="142">
                  <c:v>42041</c:v>
                </c:pt>
                <c:pt idx="143">
                  <c:v>42042</c:v>
                </c:pt>
                <c:pt idx="144">
                  <c:v>42043</c:v>
                </c:pt>
                <c:pt idx="145">
                  <c:v>42044</c:v>
                </c:pt>
                <c:pt idx="146">
                  <c:v>42045</c:v>
                </c:pt>
                <c:pt idx="147">
                  <c:v>42046</c:v>
                </c:pt>
                <c:pt idx="148">
                  <c:v>42047</c:v>
                </c:pt>
                <c:pt idx="149">
                  <c:v>42048</c:v>
                </c:pt>
                <c:pt idx="150">
                  <c:v>42049</c:v>
                </c:pt>
                <c:pt idx="151">
                  <c:v>42050</c:v>
                </c:pt>
                <c:pt idx="152">
                  <c:v>42051</c:v>
                </c:pt>
                <c:pt idx="153">
                  <c:v>42052</c:v>
                </c:pt>
                <c:pt idx="154">
                  <c:v>42053</c:v>
                </c:pt>
                <c:pt idx="155">
                  <c:v>42054</c:v>
                </c:pt>
                <c:pt idx="156">
                  <c:v>42055</c:v>
                </c:pt>
                <c:pt idx="157">
                  <c:v>42056</c:v>
                </c:pt>
                <c:pt idx="158">
                  <c:v>42057</c:v>
                </c:pt>
                <c:pt idx="159">
                  <c:v>42058</c:v>
                </c:pt>
                <c:pt idx="160">
                  <c:v>42059</c:v>
                </c:pt>
                <c:pt idx="161">
                  <c:v>42060</c:v>
                </c:pt>
                <c:pt idx="162">
                  <c:v>42061</c:v>
                </c:pt>
                <c:pt idx="163">
                  <c:v>42062</c:v>
                </c:pt>
                <c:pt idx="164">
                  <c:v>42063</c:v>
                </c:pt>
                <c:pt idx="165">
                  <c:v>42064</c:v>
                </c:pt>
                <c:pt idx="166">
                  <c:v>42065</c:v>
                </c:pt>
                <c:pt idx="167">
                  <c:v>42066</c:v>
                </c:pt>
                <c:pt idx="168">
                  <c:v>42067</c:v>
                </c:pt>
                <c:pt idx="169">
                  <c:v>42068</c:v>
                </c:pt>
                <c:pt idx="170">
                  <c:v>42069</c:v>
                </c:pt>
                <c:pt idx="171">
                  <c:v>42070</c:v>
                </c:pt>
                <c:pt idx="172">
                  <c:v>42071</c:v>
                </c:pt>
                <c:pt idx="173">
                  <c:v>42072</c:v>
                </c:pt>
                <c:pt idx="174">
                  <c:v>42073</c:v>
                </c:pt>
                <c:pt idx="175">
                  <c:v>42074</c:v>
                </c:pt>
                <c:pt idx="176">
                  <c:v>42075</c:v>
                </c:pt>
                <c:pt idx="177">
                  <c:v>42076</c:v>
                </c:pt>
                <c:pt idx="178">
                  <c:v>42077</c:v>
                </c:pt>
                <c:pt idx="179">
                  <c:v>42078</c:v>
                </c:pt>
                <c:pt idx="180">
                  <c:v>42079</c:v>
                </c:pt>
                <c:pt idx="181">
                  <c:v>42080</c:v>
                </c:pt>
                <c:pt idx="182">
                  <c:v>42081</c:v>
                </c:pt>
                <c:pt idx="183">
                  <c:v>42082</c:v>
                </c:pt>
                <c:pt idx="184">
                  <c:v>42083</c:v>
                </c:pt>
                <c:pt idx="185">
                  <c:v>42084</c:v>
                </c:pt>
                <c:pt idx="186">
                  <c:v>42085</c:v>
                </c:pt>
                <c:pt idx="187">
                  <c:v>42086</c:v>
                </c:pt>
                <c:pt idx="188">
                  <c:v>42087</c:v>
                </c:pt>
                <c:pt idx="189">
                  <c:v>42088</c:v>
                </c:pt>
                <c:pt idx="190">
                  <c:v>42089</c:v>
                </c:pt>
                <c:pt idx="191">
                  <c:v>42090</c:v>
                </c:pt>
                <c:pt idx="192">
                  <c:v>42091</c:v>
                </c:pt>
                <c:pt idx="193">
                  <c:v>42092</c:v>
                </c:pt>
                <c:pt idx="194">
                  <c:v>42093</c:v>
                </c:pt>
                <c:pt idx="195">
                  <c:v>42094</c:v>
                </c:pt>
                <c:pt idx="196">
                  <c:v>42095</c:v>
                </c:pt>
                <c:pt idx="197">
                  <c:v>42096</c:v>
                </c:pt>
                <c:pt idx="198">
                  <c:v>42097</c:v>
                </c:pt>
                <c:pt idx="199">
                  <c:v>42098</c:v>
                </c:pt>
                <c:pt idx="200">
                  <c:v>42099</c:v>
                </c:pt>
                <c:pt idx="201">
                  <c:v>42100</c:v>
                </c:pt>
                <c:pt idx="202">
                  <c:v>42101</c:v>
                </c:pt>
                <c:pt idx="203">
                  <c:v>42102</c:v>
                </c:pt>
                <c:pt idx="204">
                  <c:v>42103</c:v>
                </c:pt>
                <c:pt idx="205">
                  <c:v>42104</c:v>
                </c:pt>
                <c:pt idx="206">
                  <c:v>42105</c:v>
                </c:pt>
                <c:pt idx="207">
                  <c:v>42106</c:v>
                </c:pt>
                <c:pt idx="208">
                  <c:v>42107</c:v>
                </c:pt>
                <c:pt idx="209">
                  <c:v>42108</c:v>
                </c:pt>
                <c:pt idx="210">
                  <c:v>42109</c:v>
                </c:pt>
                <c:pt idx="211">
                  <c:v>42110</c:v>
                </c:pt>
                <c:pt idx="212">
                  <c:v>42111</c:v>
                </c:pt>
                <c:pt idx="213">
                  <c:v>42112</c:v>
                </c:pt>
                <c:pt idx="214">
                  <c:v>42113</c:v>
                </c:pt>
                <c:pt idx="215">
                  <c:v>42114</c:v>
                </c:pt>
                <c:pt idx="216">
                  <c:v>42115</c:v>
                </c:pt>
                <c:pt idx="217">
                  <c:v>42116</c:v>
                </c:pt>
                <c:pt idx="218">
                  <c:v>42117</c:v>
                </c:pt>
                <c:pt idx="219">
                  <c:v>42118</c:v>
                </c:pt>
                <c:pt idx="220">
                  <c:v>42119</c:v>
                </c:pt>
                <c:pt idx="221">
                  <c:v>42120</c:v>
                </c:pt>
                <c:pt idx="222">
                  <c:v>42121</c:v>
                </c:pt>
                <c:pt idx="223">
                  <c:v>42122</c:v>
                </c:pt>
                <c:pt idx="224">
                  <c:v>42123</c:v>
                </c:pt>
                <c:pt idx="225">
                  <c:v>42124</c:v>
                </c:pt>
                <c:pt idx="226">
                  <c:v>42125</c:v>
                </c:pt>
                <c:pt idx="227">
                  <c:v>42126</c:v>
                </c:pt>
                <c:pt idx="228">
                  <c:v>42127</c:v>
                </c:pt>
                <c:pt idx="229">
                  <c:v>42128</c:v>
                </c:pt>
                <c:pt idx="230">
                  <c:v>42129</c:v>
                </c:pt>
                <c:pt idx="231">
                  <c:v>42130</c:v>
                </c:pt>
                <c:pt idx="232">
                  <c:v>42131</c:v>
                </c:pt>
                <c:pt idx="233">
                  <c:v>42132</c:v>
                </c:pt>
                <c:pt idx="234">
                  <c:v>42133</c:v>
                </c:pt>
                <c:pt idx="235">
                  <c:v>42134</c:v>
                </c:pt>
                <c:pt idx="236">
                  <c:v>42135</c:v>
                </c:pt>
                <c:pt idx="237">
                  <c:v>42136</c:v>
                </c:pt>
                <c:pt idx="238">
                  <c:v>42137</c:v>
                </c:pt>
                <c:pt idx="239">
                  <c:v>42138</c:v>
                </c:pt>
                <c:pt idx="240">
                  <c:v>42139</c:v>
                </c:pt>
                <c:pt idx="241">
                  <c:v>42140</c:v>
                </c:pt>
                <c:pt idx="242">
                  <c:v>42141</c:v>
                </c:pt>
                <c:pt idx="243">
                  <c:v>42142</c:v>
                </c:pt>
                <c:pt idx="244">
                  <c:v>42143</c:v>
                </c:pt>
                <c:pt idx="245">
                  <c:v>42144</c:v>
                </c:pt>
                <c:pt idx="246">
                  <c:v>42145</c:v>
                </c:pt>
                <c:pt idx="247">
                  <c:v>42146</c:v>
                </c:pt>
                <c:pt idx="248">
                  <c:v>42147</c:v>
                </c:pt>
                <c:pt idx="249">
                  <c:v>42148</c:v>
                </c:pt>
                <c:pt idx="250">
                  <c:v>42149</c:v>
                </c:pt>
                <c:pt idx="251">
                  <c:v>42150</c:v>
                </c:pt>
                <c:pt idx="252">
                  <c:v>42151</c:v>
                </c:pt>
                <c:pt idx="253">
                  <c:v>42152</c:v>
                </c:pt>
                <c:pt idx="254">
                  <c:v>42153</c:v>
                </c:pt>
                <c:pt idx="255">
                  <c:v>42154</c:v>
                </c:pt>
                <c:pt idx="256">
                  <c:v>42155</c:v>
                </c:pt>
                <c:pt idx="257">
                  <c:v>42156</c:v>
                </c:pt>
                <c:pt idx="258">
                  <c:v>42157</c:v>
                </c:pt>
                <c:pt idx="259">
                  <c:v>42158</c:v>
                </c:pt>
                <c:pt idx="260">
                  <c:v>42159</c:v>
                </c:pt>
                <c:pt idx="261">
                  <c:v>42160</c:v>
                </c:pt>
                <c:pt idx="262">
                  <c:v>42161</c:v>
                </c:pt>
                <c:pt idx="263">
                  <c:v>42162</c:v>
                </c:pt>
                <c:pt idx="264">
                  <c:v>42163</c:v>
                </c:pt>
                <c:pt idx="265">
                  <c:v>42164</c:v>
                </c:pt>
                <c:pt idx="266">
                  <c:v>42165</c:v>
                </c:pt>
                <c:pt idx="267">
                  <c:v>42166</c:v>
                </c:pt>
                <c:pt idx="268">
                  <c:v>42167</c:v>
                </c:pt>
                <c:pt idx="269">
                  <c:v>42168</c:v>
                </c:pt>
                <c:pt idx="270">
                  <c:v>42169</c:v>
                </c:pt>
                <c:pt idx="271">
                  <c:v>42170</c:v>
                </c:pt>
                <c:pt idx="272">
                  <c:v>42171</c:v>
                </c:pt>
                <c:pt idx="273">
                  <c:v>42172</c:v>
                </c:pt>
                <c:pt idx="274">
                  <c:v>42173</c:v>
                </c:pt>
                <c:pt idx="275">
                  <c:v>42174</c:v>
                </c:pt>
                <c:pt idx="276">
                  <c:v>42175</c:v>
                </c:pt>
                <c:pt idx="277">
                  <c:v>42176</c:v>
                </c:pt>
                <c:pt idx="278">
                  <c:v>42177</c:v>
                </c:pt>
                <c:pt idx="279">
                  <c:v>42178</c:v>
                </c:pt>
                <c:pt idx="280">
                  <c:v>42179</c:v>
                </c:pt>
                <c:pt idx="281">
                  <c:v>42180</c:v>
                </c:pt>
                <c:pt idx="282">
                  <c:v>42181</c:v>
                </c:pt>
                <c:pt idx="283">
                  <c:v>42182</c:v>
                </c:pt>
                <c:pt idx="284">
                  <c:v>42183</c:v>
                </c:pt>
                <c:pt idx="285">
                  <c:v>42184</c:v>
                </c:pt>
                <c:pt idx="286">
                  <c:v>42185</c:v>
                </c:pt>
                <c:pt idx="287">
                  <c:v>42186</c:v>
                </c:pt>
                <c:pt idx="288">
                  <c:v>42187</c:v>
                </c:pt>
                <c:pt idx="289">
                  <c:v>42188</c:v>
                </c:pt>
                <c:pt idx="290">
                  <c:v>42189</c:v>
                </c:pt>
                <c:pt idx="291">
                  <c:v>42190</c:v>
                </c:pt>
                <c:pt idx="292">
                  <c:v>42191</c:v>
                </c:pt>
                <c:pt idx="293">
                  <c:v>42192</c:v>
                </c:pt>
                <c:pt idx="294">
                  <c:v>42193</c:v>
                </c:pt>
                <c:pt idx="295">
                  <c:v>42194</c:v>
                </c:pt>
                <c:pt idx="296">
                  <c:v>42195</c:v>
                </c:pt>
                <c:pt idx="297">
                  <c:v>42196</c:v>
                </c:pt>
                <c:pt idx="298">
                  <c:v>42197</c:v>
                </c:pt>
                <c:pt idx="299">
                  <c:v>42198</c:v>
                </c:pt>
                <c:pt idx="300">
                  <c:v>42199</c:v>
                </c:pt>
                <c:pt idx="301">
                  <c:v>42200</c:v>
                </c:pt>
                <c:pt idx="302">
                  <c:v>42201</c:v>
                </c:pt>
                <c:pt idx="303">
                  <c:v>42202</c:v>
                </c:pt>
                <c:pt idx="304">
                  <c:v>42203</c:v>
                </c:pt>
                <c:pt idx="305">
                  <c:v>42204</c:v>
                </c:pt>
                <c:pt idx="306">
                  <c:v>42205</c:v>
                </c:pt>
                <c:pt idx="307">
                  <c:v>42206</c:v>
                </c:pt>
                <c:pt idx="308">
                  <c:v>42207</c:v>
                </c:pt>
                <c:pt idx="309">
                  <c:v>42208</c:v>
                </c:pt>
                <c:pt idx="310">
                  <c:v>42209</c:v>
                </c:pt>
                <c:pt idx="311">
                  <c:v>42210</c:v>
                </c:pt>
                <c:pt idx="312">
                  <c:v>42211</c:v>
                </c:pt>
                <c:pt idx="313">
                  <c:v>42212</c:v>
                </c:pt>
                <c:pt idx="314">
                  <c:v>42213</c:v>
                </c:pt>
                <c:pt idx="315">
                  <c:v>42214</c:v>
                </c:pt>
                <c:pt idx="316">
                  <c:v>42215</c:v>
                </c:pt>
                <c:pt idx="317">
                  <c:v>42216</c:v>
                </c:pt>
                <c:pt idx="318">
                  <c:v>42217</c:v>
                </c:pt>
                <c:pt idx="319">
                  <c:v>42218</c:v>
                </c:pt>
                <c:pt idx="320">
                  <c:v>42219</c:v>
                </c:pt>
                <c:pt idx="321">
                  <c:v>42220</c:v>
                </c:pt>
                <c:pt idx="322">
                  <c:v>42221</c:v>
                </c:pt>
                <c:pt idx="323">
                  <c:v>42222</c:v>
                </c:pt>
                <c:pt idx="324">
                  <c:v>42223</c:v>
                </c:pt>
                <c:pt idx="325">
                  <c:v>42224</c:v>
                </c:pt>
                <c:pt idx="326">
                  <c:v>42225</c:v>
                </c:pt>
                <c:pt idx="327">
                  <c:v>42226</c:v>
                </c:pt>
                <c:pt idx="328">
                  <c:v>42227</c:v>
                </c:pt>
                <c:pt idx="329">
                  <c:v>42228</c:v>
                </c:pt>
                <c:pt idx="330">
                  <c:v>42229</c:v>
                </c:pt>
                <c:pt idx="331">
                  <c:v>42230</c:v>
                </c:pt>
                <c:pt idx="332">
                  <c:v>42231</c:v>
                </c:pt>
                <c:pt idx="333">
                  <c:v>42232</c:v>
                </c:pt>
                <c:pt idx="334">
                  <c:v>42233</c:v>
                </c:pt>
                <c:pt idx="335">
                  <c:v>42234</c:v>
                </c:pt>
                <c:pt idx="336">
                  <c:v>42235</c:v>
                </c:pt>
                <c:pt idx="337">
                  <c:v>42236</c:v>
                </c:pt>
                <c:pt idx="338">
                  <c:v>42237</c:v>
                </c:pt>
                <c:pt idx="339">
                  <c:v>42238</c:v>
                </c:pt>
                <c:pt idx="340">
                  <c:v>42239</c:v>
                </c:pt>
                <c:pt idx="341">
                  <c:v>42240</c:v>
                </c:pt>
                <c:pt idx="342">
                  <c:v>42241</c:v>
                </c:pt>
                <c:pt idx="343">
                  <c:v>42242</c:v>
                </c:pt>
                <c:pt idx="344">
                  <c:v>42243</c:v>
                </c:pt>
                <c:pt idx="345">
                  <c:v>42244</c:v>
                </c:pt>
                <c:pt idx="346">
                  <c:v>42245</c:v>
                </c:pt>
                <c:pt idx="347">
                  <c:v>42246</c:v>
                </c:pt>
                <c:pt idx="348">
                  <c:v>42247</c:v>
                </c:pt>
                <c:pt idx="349">
                  <c:v>42248</c:v>
                </c:pt>
                <c:pt idx="350">
                  <c:v>42249</c:v>
                </c:pt>
                <c:pt idx="351">
                  <c:v>42250</c:v>
                </c:pt>
                <c:pt idx="352">
                  <c:v>42251</c:v>
                </c:pt>
                <c:pt idx="353">
                  <c:v>42252</c:v>
                </c:pt>
                <c:pt idx="354">
                  <c:v>42253</c:v>
                </c:pt>
                <c:pt idx="355">
                  <c:v>42254</c:v>
                </c:pt>
                <c:pt idx="356">
                  <c:v>42255</c:v>
                </c:pt>
                <c:pt idx="357">
                  <c:v>42256</c:v>
                </c:pt>
                <c:pt idx="358">
                  <c:v>42257</c:v>
                </c:pt>
                <c:pt idx="359">
                  <c:v>42258</c:v>
                </c:pt>
                <c:pt idx="360">
                  <c:v>42259</c:v>
                </c:pt>
                <c:pt idx="361">
                  <c:v>42260</c:v>
                </c:pt>
                <c:pt idx="362">
                  <c:v>42261</c:v>
                </c:pt>
                <c:pt idx="363">
                  <c:v>42262</c:v>
                </c:pt>
                <c:pt idx="364">
                  <c:v>42263</c:v>
                </c:pt>
                <c:pt idx="365">
                  <c:v>42264</c:v>
                </c:pt>
                <c:pt idx="366">
                  <c:v>42265</c:v>
                </c:pt>
                <c:pt idx="367">
                  <c:v>42266</c:v>
                </c:pt>
                <c:pt idx="368">
                  <c:v>42267</c:v>
                </c:pt>
                <c:pt idx="369">
                  <c:v>42268</c:v>
                </c:pt>
                <c:pt idx="370">
                  <c:v>42269</c:v>
                </c:pt>
                <c:pt idx="371">
                  <c:v>42270</c:v>
                </c:pt>
                <c:pt idx="372">
                  <c:v>42271</c:v>
                </c:pt>
                <c:pt idx="373">
                  <c:v>42272</c:v>
                </c:pt>
                <c:pt idx="374">
                  <c:v>42273</c:v>
                </c:pt>
                <c:pt idx="375">
                  <c:v>42274</c:v>
                </c:pt>
                <c:pt idx="376">
                  <c:v>42275</c:v>
                </c:pt>
                <c:pt idx="377">
                  <c:v>42276</c:v>
                </c:pt>
                <c:pt idx="378">
                  <c:v>42277</c:v>
                </c:pt>
                <c:pt idx="379">
                  <c:v>42278</c:v>
                </c:pt>
                <c:pt idx="380">
                  <c:v>42279</c:v>
                </c:pt>
                <c:pt idx="381">
                  <c:v>42280</c:v>
                </c:pt>
                <c:pt idx="382">
                  <c:v>42281</c:v>
                </c:pt>
                <c:pt idx="383">
                  <c:v>42282</c:v>
                </c:pt>
                <c:pt idx="384">
                  <c:v>42283</c:v>
                </c:pt>
                <c:pt idx="385">
                  <c:v>42284</c:v>
                </c:pt>
                <c:pt idx="386">
                  <c:v>42285</c:v>
                </c:pt>
                <c:pt idx="387">
                  <c:v>42286</c:v>
                </c:pt>
                <c:pt idx="388">
                  <c:v>42287</c:v>
                </c:pt>
                <c:pt idx="389">
                  <c:v>42288</c:v>
                </c:pt>
                <c:pt idx="390">
                  <c:v>42289</c:v>
                </c:pt>
                <c:pt idx="391">
                  <c:v>42290</c:v>
                </c:pt>
                <c:pt idx="392">
                  <c:v>42291</c:v>
                </c:pt>
                <c:pt idx="393">
                  <c:v>42292</c:v>
                </c:pt>
                <c:pt idx="394">
                  <c:v>42293</c:v>
                </c:pt>
                <c:pt idx="395">
                  <c:v>42294</c:v>
                </c:pt>
                <c:pt idx="396">
                  <c:v>42295</c:v>
                </c:pt>
                <c:pt idx="397">
                  <c:v>42296</c:v>
                </c:pt>
                <c:pt idx="398">
                  <c:v>42297</c:v>
                </c:pt>
                <c:pt idx="399">
                  <c:v>42298</c:v>
                </c:pt>
                <c:pt idx="400">
                  <c:v>42299</c:v>
                </c:pt>
                <c:pt idx="401">
                  <c:v>42300</c:v>
                </c:pt>
                <c:pt idx="402">
                  <c:v>42301</c:v>
                </c:pt>
                <c:pt idx="403">
                  <c:v>42302</c:v>
                </c:pt>
                <c:pt idx="404">
                  <c:v>42303</c:v>
                </c:pt>
                <c:pt idx="405">
                  <c:v>42304</c:v>
                </c:pt>
                <c:pt idx="406">
                  <c:v>42305</c:v>
                </c:pt>
                <c:pt idx="407">
                  <c:v>42306</c:v>
                </c:pt>
                <c:pt idx="408">
                  <c:v>42307</c:v>
                </c:pt>
                <c:pt idx="409">
                  <c:v>42308</c:v>
                </c:pt>
                <c:pt idx="410">
                  <c:v>42309</c:v>
                </c:pt>
                <c:pt idx="411">
                  <c:v>42310</c:v>
                </c:pt>
                <c:pt idx="412">
                  <c:v>42311</c:v>
                </c:pt>
                <c:pt idx="413">
                  <c:v>42312</c:v>
                </c:pt>
                <c:pt idx="414">
                  <c:v>42313</c:v>
                </c:pt>
                <c:pt idx="415">
                  <c:v>42314</c:v>
                </c:pt>
                <c:pt idx="416">
                  <c:v>42315</c:v>
                </c:pt>
                <c:pt idx="417">
                  <c:v>42316</c:v>
                </c:pt>
                <c:pt idx="418">
                  <c:v>42317</c:v>
                </c:pt>
                <c:pt idx="419">
                  <c:v>42318</c:v>
                </c:pt>
                <c:pt idx="420">
                  <c:v>42319</c:v>
                </c:pt>
                <c:pt idx="421">
                  <c:v>42320</c:v>
                </c:pt>
                <c:pt idx="422">
                  <c:v>42321</c:v>
                </c:pt>
                <c:pt idx="423">
                  <c:v>42322</c:v>
                </c:pt>
                <c:pt idx="424">
                  <c:v>42323</c:v>
                </c:pt>
                <c:pt idx="425">
                  <c:v>42324</c:v>
                </c:pt>
                <c:pt idx="426">
                  <c:v>42325</c:v>
                </c:pt>
                <c:pt idx="427">
                  <c:v>42326</c:v>
                </c:pt>
                <c:pt idx="428">
                  <c:v>42327</c:v>
                </c:pt>
                <c:pt idx="429">
                  <c:v>42328</c:v>
                </c:pt>
                <c:pt idx="430">
                  <c:v>42329</c:v>
                </c:pt>
                <c:pt idx="431">
                  <c:v>42330</c:v>
                </c:pt>
                <c:pt idx="432">
                  <c:v>42331</c:v>
                </c:pt>
                <c:pt idx="433">
                  <c:v>42332</c:v>
                </c:pt>
                <c:pt idx="434">
                  <c:v>42333</c:v>
                </c:pt>
                <c:pt idx="435">
                  <c:v>42334</c:v>
                </c:pt>
                <c:pt idx="436">
                  <c:v>42335</c:v>
                </c:pt>
                <c:pt idx="437">
                  <c:v>42336</c:v>
                </c:pt>
                <c:pt idx="438">
                  <c:v>42337</c:v>
                </c:pt>
                <c:pt idx="439">
                  <c:v>42338</c:v>
                </c:pt>
                <c:pt idx="440">
                  <c:v>42339</c:v>
                </c:pt>
                <c:pt idx="441">
                  <c:v>42340</c:v>
                </c:pt>
                <c:pt idx="442">
                  <c:v>42341</c:v>
                </c:pt>
                <c:pt idx="443">
                  <c:v>42342</c:v>
                </c:pt>
                <c:pt idx="444">
                  <c:v>42343</c:v>
                </c:pt>
                <c:pt idx="445">
                  <c:v>42344</c:v>
                </c:pt>
                <c:pt idx="446">
                  <c:v>42345</c:v>
                </c:pt>
                <c:pt idx="447">
                  <c:v>42346</c:v>
                </c:pt>
                <c:pt idx="448">
                  <c:v>42347</c:v>
                </c:pt>
                <c:pt idx="449">
                  <c:v>42348</c:v>
                </c:pt>
                <c:pt idx="450">
                  <c:v>42349</c:v>
                </c:pt>
                <c:pt idx="451">
                  <c:v>42350</c:v>
                </c:pt>
                <c:pt idx="452">
                  <c:v>42351</c:v>
                </c:pt>
                <c:pt idx="453">
                  <c:v>42352</c:v>
                </c:pt>
                <c:pt idx="454">
                  <c:v>42353</c:v>
                </c:pt>
                <c:pt idx="455">
                  <c:v>42354</c:v>
                </c:pt>
                <c:pt idx="456">
                  <c:v>42355</c:v>
                </c:pt>
                <c:pt idx="457">
                  <c:v>42356</c:v>
                </c:pt>
                <c:pt idx="458">
                  <c:v>42357</c:v>
                </c:pt>
                <c:pt idx="459">
                  <c:v>42358</c:v>
                </c:pt>
                <c:pt idx="460">
                  <c:v>42359</c:v>
                </c:pt>
                <c:pt idx="461">
                  <c:v>42360</c:v>
                </c:pt>
                <c:pt idx="462">
                  <c:v>42361</c:v>
                </c:pt>
                <c:pt idx="463">
                  <c:v>42362</c:v>
                </c:pt>
                <c:pt idx="464">
                  <c:v>42363</c:v>
                </c:pt>
                <c:pt idx="465">
                  <c:v>42364</c:v>
                </c:pt>
                <c:pt idx="466">
                  <c:v>42365</c:v>
                </c:pt>
                <c:pt idx="467">
                  <c:v>42366</c:v>
                </c:pt>
                <c:pt idx="468">
                  <c:v>42367</c:v>
                </c:pt>
                <c:pt idx="469">
                  <c:v>42368</c:v>
                </c:pt>
                <c:pt idx="470">
                  <c:v>42369</c:v>
                </c:pt>
                <c:pt idx="471">
                  <c:v>42370</c:v>
                </c:pt>
                <c:pt idx="472">
                  <c:v>42371</c:v>
                </c:pt>
                <c:pt idx="473">
                  <c:v>42372</c:v>
                </c:pt>
                <c:pt idx="474">
                  <c:v>42373</c:v>
                </c:pt>
                <c:pt idx="475">
                  <c:v>42374</c:v>
                </c:pt>
                <c:pt idx="476">
                  <c:v>42375</c:v>
                </c:pt>
                <c:pt idx="477">
                  <c:v>42376</c:v>
                </c:pt>
                <c:pt idx="478">
                  <c:v>42377</c:v>
                </c:pt>
                <c:pt idx="479">
                  <c:v>42378</c:v>
                </c:pt>
                <c:pt idx="480">
                  <c:v>42379</c:v>
                </c:pt>
                <c:pt idx="481">
                  <c:v>42380</c:v>
                </c:pt>
                <c:pt idx="482">
                  <c:v>42381</c:v>
                </c:pt>
                <c:pt idx="483">
                  <c:v>42382</c:v>
                </c:pt>
                <c:pt idx="484">
                  <c:v>42383</c:v>
                </c:pt>
                <c:pt idx="485">
                  <c:v>42384</c:v>
                </c:pt>
                <c:pt idx="486">
                  <c:v>42385</c:v>
                </c:pt>
                <c:pt idx="487">
                  <c:v>42386</c:v>
                </c:pt>
                <c:pt idx="488">
                  <c:v>42387</c:v>
                </c:pt>
                <c:pt idx="489">
                  <c:v>42388</c:v>
                </c:pt>
                <c:pt idx="490">
                  <c:v>42389</c:v>
                </c:pt>
                <c:pt idx="491">
                  <c:v>42390</c:v>
                </c:pt>
                <c:pt idx="492">
                  <c:v>42391</c:v>
                </c:pt>
                <c:pt idx="493">
                  <c:v>42392</c:v>
                </c:pt>
                <c:pt idx="494">
                  <c:v>42393</c:v>
                </c:pt>
                <c:pt idx="495">
                  <c:v>42394</c:v>
                </c:pt>
                <c:pt idx="496">
                  <c:v>42395</c:v>
                </c:pt>
                <c:pt idx="497">
                  <c:v>42396</c:v>
                </c:pt>
                <c:pt idx="498">
                  <c:v>42397</c:v>
                </c:pt>
                <c:pt idx="499">
                  <c:v>42398</c:v>
                </c:pt>
                <c:pt idx="500">
                  <c:v>42399</c:v>
                </c:pt>
                <c:pt idx="501">
                  <c:v>42400</c:v>
                </c:pt>
                <c:pt idx="502">
                  <c:v>42401</c:v>
                </c:pt>
                <c:pt idx="503">
                  <c:v>42402</c:v>
                </c:pt>
                <c:pt idx="504">
                  <c:v>42403</c:v>
                </c:pt>
                <c:pt idx="505">
                  <c:v>42404</c:v>
                </c:pt>
                <c:pt idx="506">
                  <c:v>42405</c:v>
                </c:pt>
                <c:pt idx="507">
                  <c:v>42406</c:v>
                </c:pt>
                <c:pt idx="508">
                  <c:v>42407</c:v>
                </c:pt>
                <c:pt idx="509">
                  <c:v>42408</c:v>
                </c:pt>
                <c:pt idx="510">
                  <c:v>42409</c:v>
                </c:pt>
                <c:pt idx="511">
                  <c:v>42410</c:v>
                </c:pt>
                <c:pt idx="512">
                  <c:v>42411</c:v>
                </c:pt>
                <c:pt idx="513">
                  <c:v>42412</c:v>
                </c:pt>
                <c:pt idx="514">
                  <c:v>42413</c:v>
                </c:pt>
                <c:pt idx="515">
                  <c:v>42414</c:v>
                </c:pt>
                <c:pt idx="516">
                  <c:v>42415</c:v>
                </c:pt>
                <c:pt idx="517">
                  <c:v>42416</c:v>
                </c:pt>
                <c:pt idx="518">
                  <c:v>42417</c:v>
                </c:pt>
                <c:pt idx="519">
                  <c:v>42418</c:v>
                </c:pt>
                <c:pt idx="520">
                  <c:v>42419</c:v>
                </c:pt>
                <c:pt idx="521">
                  <c:v>42420</c:v>
                </c:pt>
                <c:pt idx="522">
                  <c:v>42421</c:v>
                </c:pt>
                <c:pt idx="523">
                  <c:v>42422</c:v>
                </c:pt>
                <c:pt idx="524">
                  <c:v>42423</c:v>
                </c:pt>
                <c:pt idx="525">
                  <c:v>42424</c:v>
                </c:pt>
                <c:pt idx="526">
                  <c:v>42425</c:v>
                </c:pt>
                <c:pt idx="527">
                  <c:v>42426</c:v>
                </c:pt>
                <c:pt idx="528">
                  <c:v>42427</c:v>
                </c:pt>
                <c:pt idx="529">
                  <c:v>42428</c:v>
                </c:pt>
                <c:pt idx="530">
                  <c:v>42429</c:v>
                </c:pt>
                <c:pt idx="531">
                  <c:v>42430</c:v>
                </c:pt>
                <c:pt idx="532">
                  <c:v>42431</c:v>
                </c:pt>
                <c:pt idx="533">
                  <c:v>42432</c:v>
                </c:pt>
                <c:pt idx="534">
                  <c:v>42433</c:v>
                </c:pt>
                <c:pt idx="535">
                  <c:v>42434</c:v>
                </c:pt>
                <c:pt idx="536">
                  <c:v>42435</c:v>
                </c:pt>
                <c:pt idx="537">
                  <c:v>42436</c:v>
                </c:pt>
                <c:pt idx="538">
                  <c:v>42437</c:v>
                </c:pt>
                <c:pt idx="539">
                  <c:v>42438</c:v>
                </c:pt>
                <c:pt idx="540">
                  <c:v>42439</c:v>
                </c:pt>
                <c:pt idx="541">
                  <c:v>42440</c:v>
                </c:pt>
                <c:pt idx="542">
                  <c:v>42441</c:v>
                </c:pt>
                <c:pt idx="543">
                  <c:v>42442</c:v>
                </c:pt>
                <c:pt idx="544">
                  <c:v>42443</c:v>
                </c:pt>
                <c:pt idx="545">
                  <c:v>42444</c:v>
                </c:pt>
                <c:pt idx="546">
                  <c:v>42445</c:v>
                </c:pt>
                <c:pt idx="547">
                  <c:v>42446</c:v>
                </c:pt>
                <c:pt idx="548">
                  <c:v>42447</c:v>
                </c:pt>
                <c:pt idx="549">
                  <c:v>42448</c:v>
                </c:pt>
                <c:pt idx="550">
                  <c:v>42449</c:v>
                </c:pt>
                <c:pt idx="551">
                  <c:v>42450</c:v>
                </c:pt>
                <c:pt idx="552">
                  <c:v>42451</c:v>
                </c:pt>
                <c:pt idx="553">
                  <c:v>42452</c:v>
                </c:pt>
                <c:pt idx="554">
                  <c:v>42453</c:v>
                </c:pt>
                <c:pt idx="555">
                  <c:v>42454</c:v>
                </c:pt>
                <c:pt idx="556">
                  <c:v>42455</c:v>
                </c:pt>
                <c:pt idx="557">
                  <c:v>42456</c:v>
                </c:pt>
                <c:pt idx="558">
                  <c:v>42457</c:v>
                </c:pt>
                <c:pt idx="559">
                  <c:v>42458</c:v>
                </c:pt>
                <c:pt idx="560">
                  <c:v>42459</c:v>
                </c:pt>
                <c:pt idx="561">
                  <c:v>42460</c:v>
                </c:pt>
                <c:pt idx="562">
                  <c:v>42461</c:v>
                </c:pt>
                <c:pt idx="563">
                  <c:v>42462</c:v>
                </c:pt>
                <c:pt idx="564">
                  <c:v>42463</c:v>
                </c:pt>
                <c:pt idx="565">
                  <c:v>42464</c:v>
                </c:pt>
                <c:pt idx="566">
                  <c:v>42465</c:v>
                </c:pt>
                <c:pt idx="567">
                  <c:v>42466</c:v>
                </c:pt>
                <c:pt idx="568">
                  <c:v>42467</c:v>
                </c:pt>
                <c:pt idx="569">
                  <c:v>42468</c:v>
                </c:pt>
                <c:pt idx="570">
                  <c:v>42469</c:v>
                </c:pt>
                <c:pt idx="571">
                  <c:v>42470</c:v>
                </c:pt>
                <c:pt idx="572">
                  <c:v>42471</c:v>
                </c:pt>
                <c:pt idx="573">
                  <c:v>42472</c:v>
                </c:pt>
                <c:pt idx="574">
                  <c:v>42473</c:v>
                </c:pt>
                <c:pt idx="575">
                  <c:v>42474</c:v>
                </c:pt>
                <c:pt idx="576">
                  <c:v>42475</c:v>
                </c:pt>
                <c:pt idx="577">
                  <c:v>42476</c:v>
                </c:pt>
                <c:pt idx="578">
                  <c:v>42477</c:v>
                </c:pt>
                <c:pt idx="579">
                  <c:v>42478</c:v>
                </c:pt>
                <c:pt idx="580">
                  <c:v>42479</c:v>
                </c:pt>
                <c:pt idx="581">
                  <c:v>42480</c:v>
                </c:pt>
                <c:pt idx="582">
                  <c:v>42481</c:v>
                </c:pt>
                <c:pt idx="583">
                  <c:v>42482</c:v>
                </c:pt>
                <c:pt idx="584">
                  <c:v>42483</c:v>
                </c:pt>
                <c:pt idx="585">
                  <c:v>42484</c:v>
                </c:pt>
                <c:pt idx="586">
                  <c:v>42485</c:v>
                </c:pt>
                <c:pt idx="587">
                  <c:v>42486</c:v>
                </c:pt>
                <c:pt idx="588">
                  <c:v>42487</c:v>
                </c:pt>
                <c:pt idx="589">
                  <c:v>42488</c:v>
                </c:pt>
                <c:pt idx="590">
                  <c:v>42489</c:v>
                </c:pt>
                <c:pt idx="591">
                  <c:v>42490</c:v>
                </c:pt>
                <c:pt idx="592">
                  <c:v>42491</c:v>
                </c:pt>
                <c:pt idx="593">
                  <c:v>42492</c:v>
                </c:pt>
                <c:pt idx="594">
                  <c:v>42493</c:v>
                </c:pt>
                <c:pt idx="595">
                  <c:v>42494</c:v>
                </c:pt>
                <c:pt idx="596">
                  <c:v>42495</c:v>
                </c:pt>
                <c:pt idx="597">
                  <c:v>42496</c:v>
                </c:pt>
                <c:pt idx="598">
                  <c:v>42497</c:v>
                </c:pt>
                <c:pt idx="599">
                  <c:v>42498</c:v>
                </c:pt>
                <c:pt idx="600">
                  <c:v>42499</c:v>
                </c:pt>
                <c:pt idx="601">
                  <c:v>42500</c:v>
                </c:pt>
                <c:pt idx="602">
                  <c:v>42501</c:v>
                </c:pt>
                <c:pt idx="603">
                  <c:v>42502</c:v>
                </c:pt>
                <c:pt idx="604">
                  <c:v>42503</c:v>
                </c:pt>
                <c:pt idx="605">
                  <c:v>42504</c:v>
                </c:pt>
                <c:pt idx="606">
                  <c:v>42505</c:v>
                </c:pt>
                <c:pt idx="607">
                  <c:v>42506</c:v>
                </c:pt>
                <c:pt idx="608">
                  <c:v>42507</c:v>
                </c:pt>
                <c:pt idx="609">
                  <c:v>42508</c:v>
                </c:pt>
                <c:pt idx="610">
                  <c:v>42509</c:v>
                </c:pt>
                <c:pt idx="611">
                  <c:v>42510</c:v>
                </c:pt>
                <c:pt idx="612">
                  <c:v>42511</c:v>
                </c:pt>
                <c:pt idx="613">
                  <c:v>42512</c:v>
                </c:pt>
                <c:pt idx="614">
                  <c:v>42513</c:v>
                </c:pt>
                <c:pt idx="615">
                  <c:v>42514</c:v>
                </c:pt>
                <c:pt idx="616">
                  <c:v>42515</c:v>
                </c:pt>
                <c:pt idx="617">
                  <c:v>42516</c:v>
                </c:pt>
                <c:pt idx="618">
                  <c:v>42517</c:v>
                </c:pt>
                <c:pt idx="619">
                  <c:v>42518</c:v>
                </c:pt>
                <c:pt idx="620">
                  <c:v>42519</c:v>
                </c:pt>
                <c:pt idx="621">
                  <c:v>42520</c:v>
                </c:pt>
                <c:pt idx="622">
                  <c:v>42521</c:v>
                </c:pt>
                <c:pt idx="623">
                  <c:v>42522</c:v>
                </c:pt>
                <c:pt idx="624">
                  <c:v>42523</c:v>
                </c:pt>
                <c:pt idx="625">
                  <c:v>42524</c:v>
                </c:pt>
                <c:pt idx="626">
                  <c:v>42525</c:v>
                </c:pt>
                <c:pt idx="627">
                  <c:v>42526</c:v>
                </c:pt>
                <c:pt idx="628">
                  <c:v>42527</c:v>
                </c:pt>
                <c:pt idx="629">
                  <c:v>42528</c:v>
                </c:pt>
                <c:pt idx="630">
                  <c:v>42529</c:v>
                </c:pt>
                <c:pt idx="631">
                  <c:v>42530</c:v>
                </c:pt>
                <c:pt idx="632">
                  <c:v>42531</c:v>
                </c:pt>
                <c:pt idx="633">
                  <c:v>42532</c:v>
                </c:pt>
                <c:pt idx="634">
                  <c:v>42533</c:v>
                </c:pt>
                <c:pt idx="635">
                  <c:v>42534</c:v>
                </c:pt>
                <c:pt idx="636">
                  <c:v>42535</c:v>
                </c:pt>
                <c:pt idx="637">
                  <c:v>42536</c:v>
                </c:pt>
                <c:pt idx="638">
                  <c:v>42537</c:v>
                </c:pt>
                <c:pt idx="639">
                  <c:v>42538</c:v>
                </c:pt>
                <c:pt idx="640">
                  <c:v>42539</c:v>
                </c:pt>
                <c:pt idx="641">
                  <c:v>42540</c:v>
                </c:pt>
                <c:pt idx="642">
                  <c:v>42541</c:v>
                </c:pt>
                <c:pt idx="643">
                  <c:v>42542</c:v>
                </c:pt>
                <c:pt idx="644">
                  <c:v>42543</c:v>
                </c:pt>
                <c:pt idx="645">
                  <c:v>42544</c:v>
                </c:pt>
                <c:pt idx="646">
                  <c:v>42545</c:v>
                </c:pt>
                <c:pt idx="647">
                  <c:v>42546</c:v>
                </c:pt>
                <c:pt idx="648">
                  <c:v>42547</c:v>
                </c:pt>
                <c:pt idx="649">
                  <c:v>42548</c:v>
                </c:pt>
                <c:pt idx="650">
                  <c:v>42549</c:v>
                </c:pt>
                <c:pt idx="651">
                  <c:v>42550</c:v>
                </c:pt>
                <c:pt idx="652">
                  <c:v>42551</c:v>
                </c:pt>
                <c:pt idx="653">
                  <c:v>42552</c:v>
                </c:pt>
                <c:pt idx="654">
                  <c:v>42553</c:v>
                </c:pt>
                <c:pt idx="655">
                  <c:v>42554</c:v>
                </c:pt>
                <c:pt idx="656">
                  <c:v>42555</c:v>
                </c:pt>
                <c:pt idx="657">
                  <c:v>42556</c:v>
                </c:pt>
                <c:pt idx="658">
                  <c:v>42557</c:v>
                </c:pt>
                <c:pt idx="659">
                  <c:v>42558</c:v>
                </c:pt>
                <c:pt idx="660">
                  <c:v>42559</c:v>
                </c:pt>
                <c:pt idx="661">
                  <c:v>42560</c:v>
                </c:pt>
                <c:pt idx="662">
                  <c:v>42561</c:v>
                </c:pt>
                <c:pt idx="663">
                  <c:v>42562</c:v>
                </c:pt>
                <c:pt idx="664">
                  <c:v>42563</c:v>
                </c:pt>
                <c:pt idx="665">
                  <c:v>42564</c:v>
                </c:pt>
                <c:pt idx="666">
                  <c:v>42565</c:v>
                </c:pt>
                <c:pt idx="667">
                  <c:v>42566</c:v>
                </c:pt>
                <c:pt idx="668">
                  <c:v>42567</c:v>
                </c:pt>
                <c:pt idx="669">
                  <c:v>42568</c:v>
                </c:pt>
                <c:pt idx="670">
                  <c:v>42569</c:v>
                </c:pt>
                <c:pt idx="671">
                  <c:v>42570</c:v>
                </c:pt>
                <c:pt idx="672">
                  <c:v>42571</c:v>
                </c:pt>
                <c:pt idx="673">
                  <c:v>42572</c:v>
                </c:pt>
                <c:pt idx="674">
                  <c:v>42573</c:v>
                </c:pt>
                <c:pt idx="675">
                  <c:v>42574</c:v>
                </c:pt>
                <c:pt idx="676">
                  <c:v>42575</c:v>
                </c:pt>
                <c:pt idx="677">
                  <c:v>42576</c:v>
                </c:pt>
                <c:pt idx="678">
                  <c:v>42577</c:v>
                </c:pt>
                <c:pt idx="679">
                  <c:v>42578</c:v>
                </c:pt>
                <c:pt idx="680">
                  <c:v>42579</c:v>
                </c:pt>
                <c:pt idx="681">
                  <c:v>42580</c:v>
                </c:pt>
                <c:pt idx="682">
                  <c:v>42581</c:v>
                </c:pt>
                <c:pt idx="683">
                  <c:v>42582</c:v>
                </c:pt>
                <c:pt idx="684">
                  <c:v>42583</c:v>
                </c:pt>
                <c:pt idx="685">
                  <c:v>42584</c:v>
                </c:pt>
                <c:pt idx="686">
                  <c:v>42585</c:v>
                </c:pt>
                <c:pt idx="687">
                  <c:v>42586</c:v>
                </c:pt>
                <c:pt idx="688">
                  <c:v>42587</c:v>
                </c:pt>
                <c:pt idx="689">
                  <c:v>42588</c:v>
                </c:pt>
                <c:pt idx="690">
                  <c:v>42589</c:v>
                </c:pt>
                <c:pt idx="691">
                  <c:v>42590</c:v>
                </c:pt>
                <c:pt idx="692">
                  <c:v>42591</c:v>
                </c:pt>
                <c:pt idx="693">
                  <c:v>42592</c:v>
                </c:pt>
                <c:pt idx="694">
                  <c:v>42593</c:v>
                </c:pt>
                <c:pt idx="695">
                  <c:v>42594</c:v>
                </c:pt>
                <c:pt idx="696">
                  <c:v>42595</c:v>
                </c:pt>
                <c:pt idx="697">
                  <c:v>42596</c:v>
                </c:pt>
                <c:pt idx="698">
                  <c:v>42597</c:v>
                </c:pt>
                <c:pt idx="699">
                  <c:v>42598</c:v>
                </c:pt>
                <c:pt idx="700">
                  <c:v>42599</c:v>
                </c:pt>
                <c:pt idx="701">
                  <c:v>42600</c:v>
                </c:pt>
                <c:pt idx="702">
                  <c:v>42601</c:v>
                </c:pt>
                <c:pt idx="703">
                  <c:v>42602</c:v>
                </c:pt>
                <c:pt idx="704">
                  <c:v>42603</c:v>
                </c:pt>
                <c:pt idx="705">
                  <c:v>42604</c:v>
                </c:pt>
                <c:pt idx="706">
                  <c:v>42605</c:v>
                </c:pt>
                <c:pt idx="707">
                  <c:v>42606</c:v>
                </c:pt>
                <c:pt idx="708">
                  <c:v>42607</c:v>
                </c:pt>
                <c:pt idx="709">
                  <c:v>42608</c:v>
                </c:pt>
                <c:pt idx="710">
                  <c:v>42609</c:v>
                </c:pt>
                <c:pt idx="711">
                  <c:v>42610</c:v>
                </c:pt>
                <c:pt idx="712">
                  <c:v>42611</c:v>
                </c:pt>
                <c:pt idx="713">
                  <c:v>42612</c:v>
                </c:pt>
                <c:pt idx="714">
                  <c:v>42613</c:v>
                </c:pt>
                <c:pt idx="715">
                  <c:v>42614</c:v>
                </c:pt>
                <c:pt idx="716">
                  <c:v>42615</c:v>
                </c:pt>
                <c:pt idx="717">
                  <c:v>42616</c:v>
                </c:pt>
                <c:pt idx="718">
                  <c:v>42617</c:v>
                </c:pt>
                <c:pt idx="719">
                  <c:v>42618</c:v>
                </c:pt>
                <c:pt idx="720">
                  <c:v>42619</c:v>
                </c:pt>
                <c:pt idx="721">
                  <c:v>42620</c:v>
                </c:pt>
                <c:pt idx="722">
                  <c:v>42621</c:v>
                </c:pt>
                <c:pt idx="723">
                  <c:v>42622</c:v>
                </c:pt>
                <c:pt idx="724">
                  <c:v>42623</c:v>
                </c:pt>
                <c:pt idx="725">
                  <c:v>42624</c:v>
                </c:pt>
                <c:pt idx="726">
                  <c:v>42625</c:v>
                </c:pt>
                <c:pt idx="727">
                  <c:v>42626</c:v>
                </c:pt>
                <c:pt idx="728">
                  <c:v>42627</c:v>
                </c:pt>
                <c:pt idx="729">
                  <c:v>42628</c:v>
                </c:pt>
                <c:pt idx="730">
                  <c:v>42629</c:v>
                </c:pt>
                <c:pt idx="731">
                  <c:v>42630</c:v>
                </c:pt>
                <c:pt idx="732">
                  <c:v>42631</c:v>
                </c:pt>
                <c:pt idx="733">
                  <c:v>42632</c:v>
                </c:pt>
                <c:pt idx="734">
                  <c:v>42633</c:v>
                </c:pt>
                <c:pt idx="735">
                  <c:v>42634</c:v>
                </c:pt>
                <c:pt idx="736">
                  <c:v>42635</c:v>
                </c:pt>
                <c:pt idx="737">
                  <c:v>42636</c:v>
                </c:pt>
                <c:pt idx="738">
                  <c:v>42637</c:v>
                </c:pt>
                <c:pt idx="739">
                  <c:v>42638</c:v>
                </c:pt>
                <c:pt idx="740">
                  <c:v>42639</c:v>
                </c:pt>
                <c:pt idx="741">
                  <c:v>42640</c:v>
                </c:pt>
                <c:pt idx="742">
                  <c:v>42641</c:v>
                </c:pt>
                <c:pt idx="743">
                  <c:v>42642</c:v>
                </c:pt>
                <c:pt idx="744">
                  <c:v>42643</c:v>
                </c:pt>
                <c:pt idx="745">
                  <c:v>42644</c:v>
                </c:pt>
                <c:pt idx="746">
                  <c:v>42645</c:v>
                </c:pt>
                <c:pt idx="747">
                  <c:v>42646</c:v>
                </c:pt>
                <c:pt idx="748">
                  <c:v>42647</c:v>
                </c:pt>
                <c:pt idx="749">
                  <c:v>42648</c:v>
                </c:pt>
                <c:pt idx="750">
                  <c:v>42649</c:v>
                </c:pt>
                <c:pt idx="751">
                  <c:v>42650</c:v>
                </c:pt>
                <c:pt idx="752">
                  <c:v>42651</c:v>
                </c:pt>
                <c:pt idx="753">
                  <c:v>42652</c:v>
                </c:pt>
                <c:pt idx="754">
                  <c:v>42653</c:v>
                </c:pt>
                <c:pt idx="755">
                  <c:v>42654</c:v>
                </c:pt>
                <c:pt idx="756">
                  <c:v>42655</c:v>
                </c:pt>
                <c:pt idx="757">
                  <c:v>42656</c:v>
                </c:pt>
                <c:pt idx="758">
                  <c:v>42657</c:v>
                </c:pt>
                <c:pt idx="759">
                  <c:v>42658</c:v>
                </c:pt>
                <c:pt idx="760">
                  <c:v>42659</c:v>
                </c:pt>
                <c:pt idx="761">
                  <c:v>42660</c:v>
                </c:pt>
                <c:pt idx="762">
                  <c:v>42661</c:v>
                </c:pt>
                <c:pt idx="763">
                  <c:v>42662</c:v>
                </c:pt>
                <c:pt idx="764">
                  <c:v>42663</c:v>
                </c:pt>
                <c:pt idx="765">
                  <c:v>42664</c:v>
                </c:pt>
                <c:pt idx="766">
                  <c:v>42665</c:v>
                </c:pt>
                <c:pt idx="767">
                  <c:v>42666</c:v>
                </c:pt>
                <c:pt idx="768">
                  <c:v>42667</c:v>
                </c:pt>
                <c:pt idx="769">
                  <c:v>42668</c:v>
                </c:pt>
                <c:pt idx="770">
                  <c:v>42669</c:v>
                </c:pt>
                <c:pt idx="771">
                  <c:v>42670</c:v>
                </c:pt>
                <c:pt idx="772">
                  <c:v>42671</c:v>
                </c:pt>
                <c:pt idx="773">
                  <c:v>42672</c:v>
                </c:pt>
                <c:pt idx="774">
                  <c:v>42673</c:v>
                </c:pt>
                <c:pt idx="775">
                  <c:v>42674</c:v>
                </c:pt>
                <c:pt idx="776">
                  <c:v>42675</c:v>
                </c:pt>
                <c:pt idx="777">
                  <c:v>42676</c:v>
                </c:pt>
                <c:pt idx="778">
                  <c:v>42677</c:v>
                </c:pt>
                <c:pt idx="779">
                  <c:v>42678</c:v>
                </c:pt>
                <c:pt idx="780">
                  <c:v>42679</c:v>
                </c:pt>
                <c:pt idx="781">
                  <c:v>42680</c:v>
                </c:pt>
                <c:pt idx="782">
                  <c:v>42681</c:v>
                </c:pt>
                <c:pt idx="783">
                  <c:v>42682</c:v>
                </c:pt>
                <c:pt idx="784">
                  <c:v>42683</c:v>
                </c:pt>
                <c:pt idx="785">
                  <c:v>42684</c:v>
                </c:pt>
                <c:pt idx="786">
                  <c:v>42685</c:v>
                </c:pt>
                <c:pt idx="787">
                  <c:v>42686</c:v>
                </c:pt>
                <c:pt idx="788">
                  <c:v>42687</c:v>
                </c:pt>
                <c:pt idx="789">
                  <c:v>42688</c:v>
                </c:pt>
                <c:pt idx="790">
                  <c:v>42689</c:v>
                </c:pt>
                <c:pt idx="791">
                  <c:v>42690</c:v>
                </c:pt>
                <c:pt idx="792">
                  <c:v>42691</c:v>
                </c:pt>
                <c:pt idx="793">
                  <c:v>42692</c:v>
                </c:pt>
                <c:pt idx="794">
                  <c:v>42693</c:v>
                </c:pt>
                <c:pt idx="795">
                  <c:v>42694</c:v>
                </c:pt>
                <c:pt idx="796">
                  <c:v>42695</c:v>
                </c:pt>
                <c:pt idx="797">
                  <c:v>42696</c:v>
                </c:pt>
                <c:pt idx="798">
                  <c:v>42697</c:v>
                </c:pt>
                <c:pt idx="799">
                  <c:v>42698</c:v>
                </c:pt>
                <c:pt idx="800">
                  <c:v>42699</c:v>
                </c:pt>
                <c:pt idx="801">
                  <c:v>42700</c:v>
                </c:pt>
                <c:pt idx="802">
                  <c:v>42701</c:v>
                </c:pt>
                <c:pt idx="803">
                  <c:v>42702</c:v>
                </c:pt>
                <c:pt idx="804">
                  <c:v>42703</c:v>
                </c:pt>
                <c:pt idx="805">
                  <c:v>42704</c:v>
                </c:pt>
                <c:pt idx="806">
                  <c:v>42705</c:v>
                </c:pt>
                <c:pt idx="807">
                  <c:v>42706</c:v>
                </c:pt>
                <c:pt idx="808">
                  <c:v>42707</c:v>
                </c:pt>
                <c:pt idx="809">
                  <c:v>42708</c:v>
                </c:pt>
                <c:pt idx="810">
                  <c:v>42709</c:v>
                </c:pt>
                <c:pt idx="811">
                  <c:v>42710</c:v>
                </c:pt>
                <c:pt idx="812">
                  <c:v>42711</c:v>
                </c:pt>
                <c:pt idx="813">
                  <c:v>42712</c:v>
                </c:pt>
                <c:pt idx="814">
                  <c:v>42713</c:v>
                </c:pt>
                <c:pt idx="815">
                  <c:v>42714</c:v>
                </c:pt>
                <c:pt idx="816">
                  <c:v>42715</c:v>
                </c:pt>
                <c:pt idx="817">
                  <c:v>42716</c:v>
                </c:pt>
                <c:pt idx="818">
                  <c:v>42717</c:v>
                </c:pt>
                <c:pt idx="819">
                  <c:v>42718</c:v>
                </c:pt>
                <c:pt idx="820">
                  <c:v>42719</c:v>
                </c:pt>
                <c:pt idx="821">
                  <c:v>42720</c:v>
                </c:pt>
                <c:pt idx="822">
                  <c:v>42721</c:v>
                </c:pt>
                <c:pt idx="823">
                  <c:v>42722</c:v>
                </c:pt>
                <c:pt idx="824">
                  <c:v>42723</c:v>
                </c:pt>
                <c:pt idx="825">
                  <c:v>42724</c:v>
                </c:pt>
                <c:pt idx="826">
                  <c:v>42725</c:v>
                </c:pt>
                <c:pt idx="827">
                  <c:v>42726</c:v>
                </c:pt>
                <c:pt idx="828">
                  <c:v>42727</c:v>
                </c:pt>
                <c:pt idx="829">
                  <c:v>42728</c:v>
                </c:pt>
                <c:pt idx="830">
                  <c:v>42729</c:v>
                </c:pt>
                <c:pt idx="831">
                  <c:v>42730</c:v>
                </c:pt>
                <c:pt idx="832">
                  <c:v>42731</c:v>
                </c:pt>
                <c:pt idx="833">
                  <c:v>42732</c:v>
                </c:pt>
                <c:pt idx="834">
                  <c:v>42733</c:v>
                </c:pt>
                <c:pt idx="835">
                  <c:v>42734</c:v>
                </c:pt>
                <c:pt idx="836">
                  <c:v>42735</c:v>
                </c:pt>
                <c:pt idx="837">
                  <c:v>42736</c:v>
                </c:pt>
                <c:pt idx="838">
                  <c:v>42737</c:v>
                </c:pt>
                <c:pt idx="839">
                  <c:v>42738</c:v>
                </c:pt>
                <c:pt idx="840">
                  <c:v>42739</c:v>
                </c:pt>
                <c:pt idx="841">
                  <c:v>42740</c:v>
                </c:pt>
                <c:pt idx="842">
                  <c:v>42741</c:v>
                </c:pt>
                <c:pt idx="843">
                  <c:v>42742</c:v>
                </c:pt>
                <c:pt idx="844">
                  <c:v>42743</c:v>
                </c:pt>
                <c:pt idx="845">
                  <c:v>42744</c:v>
                </c:pt>
                <c:pt idx="846">
                  <c:v>42745</c:v>
                </c:pt>
                <c:pt idx="847">
                  <c:v>42746</c:v>
                </c:pt>
                <c:pt idx="848">
                  <c:v>42747</c:v>
                </c:pt>
                <c:pt idx="849">
                  <c:v>42748</c:v>
                </c:pt>
                <c:pt idx="850">
                  <c:v>42749</c:v>
                </c:pt>
                <c:pt idx="851">
                  <c:v>42750</c:v>
                </c:pt>
                <c:pt idx="852">
                  <c:v>42751</c:v>
                </c:pt>
                <c:pt idx="853">
                  <c:v>42752</c:v>
                </c:pt>
                <c:pt idx="854">
                  <c:v>42753</c:v>
                </c:pt>
                <c:pt idx="855">
                  <c:v>42754</c:v>
                </c:pt>
                <c:pt idx="856">
                  <c:v>42755</c:v>
                </c:pt>
                <c:pt idx="857">
                  <c:v>42756</c:v>
                </c:pt>
                <c:pt idx="858">
                  <c:v>42757</c:v>
                </c:pt>
                <c:pt idx="859">
                  <c:v>42758</c:v>
                </c:pt>
                <c:pt idx="860">
                  <c:v>42759</c:v>
                </c:pt>
                <c:pt idx="861">
                  <c:v>42760</c:v>
                </c:pt>
                <c:pt idx="862">
                  <c:v>42761</c:v>
                </c:pt>
                <c:pt idx="863">
                  <c:v>42762</c:v>
                </c:pt>
                <c:pt idx="864">
                  <c:v>42763</c:v>
                </c:pt>
                <c:pt idx="865">
                  <c:v>42764</c:v>
                </c:pt>
                <c:pt idx="866">
                  <c:v>42765</c:v>
                </c:pt>
                <c:pt idx="867">
                  <c:v>42766</c:v>
                </c:pt>
                <c:pt idx="868">
                  <c:v>42767</c:v>
                </c:pt>
                <c:pt idx="869">
                  <c:v>42768</c:v>
                </c:pt>
                <c:pt idx="870">
                  <c:v>42769</c:v>
                </c:pt>
                <c:pt idx="871">
                  <c:v>42770</c:v>
                </c:pt>
                <c:pt idx="872">
                  <c:v>42771</c:v>
                </c:pt>
                <c:pt idx="873">
                  <c:v>42772</c:v>
                </c:pt>
                <c:pt idx="874">
                  <c:v>42773</c:v>
                </c:pt>
                <c:pt idx="875">
                  <c:v>42774</c:v>
                </c:pt>
                <c:pt idx="876">
                  <c:v>42775</c:v>
                </c:pt>
                <c:pt idx="877">
                  <c:v>42776</c:v>
                </c:pt>
                <c:pt idx="878">
                  <c:v>42777</c:v>
                </c:pt>
                <c:pt idx="879">
                  <c:v>42778</c:v>
                </c:pt>
                <c:pt idx="880">
                  <c:v>42779</c:v>
                </c:pt>
                <c:pt idx="881">
                  <c:v>42780</c:v>
                </c:pt>
                <c:pt idx="882">
                  <c:v>42781</c:v>
                </c:pt>
                <c:pt idx="883">
                  <c:v>42782</c:v>
                </c:pt>
                <c:pt idx="884">
                  <c:v>42783</c:v>
                </c:pt>
                <c:pt idx="885">
                  <c:v>42784</c:v>
                </c:pt>
                <c:pt idx="886">
                  <c:v>42785</c:v>
                </c:pt>
                <c:pt idx="887">
                  <c:v>42786</c:v>
                </c:pt>
                <c:pt idx="888">
                  <c:v>42787</c:v>
                </c:pt>
                <c:pt idx="889">
                  <c:v>42788</c:v>
                </c:pt>
                <c:pt idx="890">
                  <c:v>42789</c:v>
                </c:pt>
                <c:pt idx="891">
                  <c:v>42790</c:v>
                </c:pt>
                <c:pt idx="892">
                  <c:v>42791</c:v>
                </c:pt>
                <c:pt idx="893">
                  <c:v>42792</c:v>
                </c:pt>
                <c:pt idx="894">
                  <c:v>42793</c:v>
                </c:pt>
                <c:pt idx="895">
                  <c:v>42794</c:v>
                </c:pt>
                <c:pt idx="896">
                  <c:v>42795</c:v>
                </c:pt>
                <c:pt idx="897">
                  <c:v>42796</c:v>
                </c:pt>
                <c:pt idx="898">
                  <c:v>42797</c:v>
                </c:pt>
                <c:pt idx="899">
                  <c:v>42798</c:v>
                </c:pt>
                <c:pt idx="900">
                  <c:v>42799</c:v>
                </c:pt>
                <c:pt idx="901">
                  <c:v>42800</c:v>
                </c:pt>
                <c:pt idx="902">
                  <c:v>42801</c:v>
                </c:pt>
                <c:pt idx="903">
                  <c:v>42802</c:v>
                </c:pt>
                <c:pt idx="904">
                  <c:v>42803</c:v>
                </c:pt>
                <c:pt idx="905">
                  <c:v>42804</c:v>
                </c:pt>
                <c:pt idx="906">
                  <c:v>42805</c:v>
                </c:pt>
                <c:pt idx="907">
                  <c:v>42806</c:v>
                </c:pt>
                <c:pt idx="908">
                  <c:v>42807</c:v>
                </c:pt>
                <c:pt idx="909">
                  <c:v>42808</c:v>
                </c:pt>
                <c:pt idx="910">
                  <c:v>42809</c:v>
                </c:pt>
                <c:pt idx="911">
                  <c:v>42810</c:v>
                </c:pt>
                <c:pt idx="912">
                  <c:v>42811</c:v>
                </c:pt>
                <c:pt idx="913">
                  <c:v>42812</c:v>
                </c:pt>
                <c:pt idx="914">
                  <c:v>42813</c:v>
                </c:pt>
                <c:pt idx="915">
                  <c:v>42814</c:v>
                </c:pt>
                <c:pt idx="916">
                  <c:v>42815</c:v>
                </c:pt>
                <c:pt idx="917">
                  <c:v>42816</c:v>
                </c:pt>
                <c:pt idx="918">
                  <c:v>42817</c:v>
                </c:pt>
                <c:pt idx="919">
                  <c:v>42818</c:v>
                </c:pt>
                <c:pt idx="920">
                  <c:v>42819</c:v>
                </c:pt>
                <c:pt idx="921">
                  <c:v>42820</c:v>
                </c:pt>
                <c:pt idx="922">
                  <c:v>42821</c:v>
                </c:pt>
                <c:pt idx="923">
                  <c:v>42822</c:v>
                </c:pt>
                <c:pt idx="924">
                  <c:v>42823</c:v>
                </c:pt>
                <c:pt idx="925">
                  <c:v>42824</c:v>
                </c:pt>
                <c:pt idx="926">
                  <c:v>42825</c:v>
                </c:pt>
                <c:pt idx="927">
                  <c:v>42826</c:v>
                </c:pt>
                <c:pt idx="928">
                  <c:v>42827</c:v>
                </c:pt>
                <c:pt idx="929">
                  <c:v>42828</c:v>
                </c:pt>
                <c:pt idx="930">
                  <c:v>42829</c:v>
                </c:pt>
                <c:pt idx="931">
                  <c:v>42830</c:v>
                </c:pt>
                <c:pt idx="932">
                  <c:v>42831</c:v>
                </c:pt>
                <c:pt idx="933">
                  <c:v>42832</c:v>
                </c:pt>
                <c:pt idx="934">
                  <c:v>42833</c:v>
                </c:pt>
                <c:pt idx="935">
                  <c:v>42834</c:v>
                </c:pt>
                <c:pt idx="936">
                  <c:v>42835</c:v>
                </c:pt>
                <c:pt idx="937">
                  <c:v>42836</c:v>
                </c:pt>
                <c:pt idx="938">
                  <c:v>42837</c:v>
                </c:pt>
                <c:pt idx="939">
                  <c:v>42838</c:v>
                </c:pt>
                <c:pt idx="940">
                  <c:v>42839</c:v>
                </c:pt>
                <c:pt idx="941">
                  <c:v>42840</c:v>
                </c:pt>
                <c:pt idx="942">
                  <c:v>42841</c:v>
                </c:pt>
                <c:pt idx="943">
                  <c:v>42842</c:v>
                </c:pt>
                <c:pt idx="944">
                  <c:v>42843</c:v>
                </c:pt>
                <c:pt idx="945">
                  <c:v>42844</c:v>
                </c:pt>
                <c:pt idx="946">
                  <c:v>42845</c:v>
                </c:pt>
                <c:pt idx="947">
                  <c:v>42846</c:v>
                </c:pt>
                <c:pt idx="948">
                  <c:v>42847</c:v>
                </c:pt>
                <c:pt idx="949">
                  <c:v>42848</c:v>
                </c:pt>
                <c:pt idx="950">
                  <c:v>42849</c:v>
                </c:pt>
                <c:pt idx="951">
                  <c:v>42850</c:v>
                </c:pt>
                <c:pt idx="952">
                  <c:v>42851</c:v>
                </c:pt>
                <c:pt idx="953">
                  <c:v>42852</c:v>
                </c:pt>
                <c:pt idx="954">
                  <c:v>42853</c:v>
                </c:pt>
                <c:pt idx="955">
                  <c:v>42854</c:v>
                </c:pt>
                <c:pt idx="956">
                  <c:v>42855</c:v>
                </c:pt>
                <c:pt idx="957">
                  <c:v>42856</c:v>
                </c:pt>
                <c:pt idx="958">
                  <c:v>42857</c:v>
                </c:pt>
                <c:pt idx="959">
                  <c:v>42858</c:v>
                </c:pt>
                <c:pt idx="960">
                  <c:v>42859</c:v>
                </c:pt>
                <c:pt idx="961">
                  <c:v>42860</c:v>
                </c:pt>
                <c:pt idx="962">
                  <c:v>42861</c:v>
                </c:pt>
                <c:pt idx="963">
                  <c:v>42862</c:v>
                </c:pt>
                <c:pt idx="964">
                  <c:v>42863</c:v>
                </c:pt>
                <c:pt idx="965">
                  <c:v>42864</c:v>
                </c:pt>
                <c:pt idx="966">
                  <c:v>42865</c:v>
                </c:pt>
                <c:pt idx="967">
                  <c:v>42866</c:v>
                </c:pt>
                <c:pt idx="968">
                  <c:v>42867</c:v>
                </c:pt>
                <c:pt idx="969">
                  <c:v>42868</c:v>
                </c:pt>
                <c:pt idx="970">
                  <c:v>42869</c:v>
                </c:pt>
                <c:pt idx="971">
                  <c:v>42870</c:v>
                </c:pt>
                <c:pt idx="972">
                  <c:v>42871</c:v>
                </c:pt>
                <c:pt idx="973">
                  <c:v>42872</c:v>
                </c:pt>
                <c:pt idx="974">
                  <c:v>42873</c:v>
                </c:pt>
                <c:pt idx="975">
                  <c:v>42874</c:v>
                </c:pt>
                <c:pt idx="976">
                  <c:v>42875</c:v>
                </c:pt>
                <c:pt idx="977">
                  <c:v>42876</c:v>
                </c:pt>
                <c:pt idx="978">
                  <c:v>42877</c:v>
                </c:pt>
                <c:pt idx="979">
                  <c:v>42878</c:v>
                </c:pt>
                <c:pt idx="980">
                  <c:v>42879</c:v>
                </c:pt>
                <c:pt idx="981">
                  <c:v>42880</c:v>
                </c:pt>
                <c:pt idx="982">
                  <c:v>42881</c:v>
                </c:pt>
                <c:pt idx="983">
                  <c:v>42882</c:v>
                </c:pt>
                <c:pt idx="984">
                  <c:v>42883</c:v>
                </c:pt>
                <c:pt idx="985">
                  <c:v>42884</c:v>
                </c:pt>
                <c:pt idx="986">
                  <c:v>42885</c:v>
                </c:pt>
                <c:pt idx="987">
                  <c:v>42886</c:v>
                </c:pt>
                <c:pt idx="988">
                  <c:v>42887</c:v>
                </c:pt>
                <c:pt idx="989">
                  <c:v>42888</c:v>
                </c:pt>
                <c:pt idx="990">
                  <c:v>42889</c:v>
                </c:pt>
                <c:pt idx="991">
                  <c:v>42890</c:v>
                </c:pt>
                <c:pt idx="992">
                  <c:v>42891</c:v>
                </c:pt>
                <c:pt idx="993">
                  <c:v>42892</c:v>
                </c:pt>
                <c:pt idx="994">
                  <c:v>42893</c:v>
                </c:pt>
                <c:pt idx="995">
                  <c:v>42894</c:v>
                </c:pt>
                <c:pt idx="996">
                  <c:v>42895</c:v>
                </c:pt>
                <c:pt idx="997">
                  <c:v>42896</c:v>
                </c:pt>
                <c:pt idx="998">
                  <c:v>42897</c:v>
                </c:pt>
                <c:pt idx="999">
                  <c:v>42898</c:v>
                </c:pt>
                <c:pt idx="1000">
                  <c:v>42899</c:v>
                </c:pt>
                <c:pt idx="1001">
                  <c:v>42900</c:v>
                </c:pt>
                <c:pt idx="1002">
                  <c:v>42901</c:v>
                </c:pt>
                <c:pt idx="1003">
                  <c:v>42902</c:v>
                </c:pt>
                <c:pt idx="1004">
                  <c:v>42903</c:v>
                </c:pt>
                <c:pt idx="1005">
                  <c:v>42904</c:v>
                </c:pt>
                <c:pt idx="1006">
                  <c:v>42905</c:v>
                </c:pt>
                <c:pt idx="1007">
                  <c:v>42906</c:v>
                </c:pt>
                <c:pt idx="1008">
                  <c:v>42907</c:v>
                </c:pt>
                <c:pt idx="1009">
                  <c:v>42908</c:v>
                </c:pt>
                <c:pt idx="1010">
                  <c:v>42909</c:v>
                </c:pt>
                <c:pt idx="1011">
                  <c:v>42910</c:v>
                </c:pt>
                <c:pt idx="1012">
                  <c:v>42911</c:v>
                </c:pt>
                <c:pt idx="1013">
                  <c:v>42912</c:v>
                </c:pt>
                <c:pt idx="1014">
                  <c:v>42913</c:v>
                </c:pt>
                <c:pt idx="1015">
                  <c:v>42914</c:v>
                </c:pt>
                <c:pt idx="1016">
                  <c:v>42915</c:v>
                </c:pt>
                <c:pt idx="1017">
                  <c:v>42916</c:v>
                </c:pt>
                <c:pt idx="1018">
                  <c:v>42917</c:v>
                </c:pt>
                <c:pt idx="1019">
                  <c:v>42918</c:v>
                </c:pt>
                <c:pt idx="1020">
                  <c:v>42919</c:v>
                </c:pt>
                <c:pt idx="1021">
                  <c:v>42920</c:v>
                </c:pt>
                <c:pt idx="1022">
                  <c:v>42921</c:v>
                </c:pt>
                <c:pt idx="1023">
                  <c:v>42922</c:v>
                </c:pt>
                <c:pt idx="1024">
                  <c:v>42923</c:v>
                </c:pt>
                <c:pt idx="1025">
                  <c:v>42924</c:v>
                </c:pt>
                <c:pt idx="1026">
                  <c:v>42925</c:v>
                </c:pt>
                <c:pt idx="1027">
                  <c:v>42926</c:v>
                </c:pt>
                <c:pt idx="1028">
                  <c:v>42927</c:v>
                </c:pt>
                <c:pt idx="1029">
                  <c:v>42928</c:v>
                </c:pt>
                <c:pt idx="1030">
                  <c:v>42929</c:v>
                </c:pt>
                <c:pt idx="1031">
                  <c:v>42930</c:v>
                </c:pt>
                <c:pt idx="1032">
                  <c:v>42931</c:v>
                </c:pt>
                <c:pt idx="1033">
                  <c:v>42932</c:v>
                </c:pt>
                <c:pt idx="1034">
                  <c:v>42933</c:v>
                </c:pt>
                <c:pt idx="1035">
                  <c:v>42934</c:v>
                </c:pt>
                <c:pt idx="1036">
                  <c:v>42935</c:v>
                </c:pt>
                <c:pt idx="1037">
                  <c:v>42936</c:v>
                </c:pt>
                <c:pt idx="1038">
                  <c:v>42937</c:v>
                </c:pt>
                <c:pt idx="1039">
                  <c:v>42938</c:v>
                </c:pt>
                <c:pt idx="1040">
                  <c:v>42939</c:v>
                </c:pt>
                <c:pt idx="1041">
                  <c:v>42940</c:v>
                </c:pt>
                <c:pt idx="1042">
                  <c:v>42941</c:v>
                </c:pt>
                <c:pt idx="1043">
                  <c:v>42942</c:v>
                </c:pt>
                <c:pt idx="1044">
                  <c:v>42943</c:v>
                </c:pt>
                <c:pt idx="1045">
                  <c:v>42944</c:v>
                </c:pt>
                <c:pt idx="1046">
                  <c:v>42945</c:v>
                </c:pt>
                <c:pt idx="1047">
                  <c:v>42946</c:v>
                </c:pt>
                <c:pt idx="1048">
                  <c:v>42947</c:v>
                </c:pt>
                <c:pt idx="1049">
                  <c:v>42948</c:v>
                </c:pt>
                <c:pt idx="1050">
                  <c:v>42949</c:v>
                </c:pt>
                <c:pt idx="1051">
                  <c:v>42950</c:v>
                </c:pt>
                <c:pt idx="1052">
                  <c:v>42951</c:v>
                </c:pt>
                <c:pt idx="1053">
                  <c:v>42952</c:v>
                </c:pt>
                <c:pt idx="1054">
                  <c:v>42953</c:v>
                </c:pt>
                <c:pt idx="1055">
                  <c:v>42954</c:v>
                </c:pt>
                <c:pt idx="1056">
                  <c:v>42955</c:v>
                </c:pt>
                <c:pt idx="1057">
                  <c:v>42956</c:v>
                </c:pt>
                <c:pt idx="1058">
                  <c:v>42957</c:v>
                </c:pt>
                <c:pt idx="1059">
                  <c:v>42958</c:v>
                </c:pt>
                <c:pt idx="1060">
                  <c:v>42959</c:v>
                </c:pt>
                <c:pt idx="1061">
                  <c:v>42960</c:v>
                </c:pt>
                <c:pt idx="1062">
                  <c:v>42961</c:v>
                </c:pt>
                <c:pt idx="1063">
                  <c:v>42962</c:v>
                </c:pt>
                <c:pt idx="1064">
                  <c:v>42963</c:v>
                </c:pt>
                <c:pt idx="1065">
                  <c:v>42964</c:v>
                </c:pt>
                <c:pt idx="1066">
                  <c:v>42965</c:v>
                </c:pt>
                <c:pt idx="1067">
                  <c:v>42966</c:v>
                </c:pt>
                <c:pt idx="1068">
                  <c:v>42967</c:v>
                </c:pt>
                <c:pt idx="1069">
                  <c:v>42968</c:v>
                </c:pt>
                <c:pt idx="1070">
                  <c:v>42969</c:v>
                </c:pt>
                <c:pt idx="1071">
                  <c:v>42970</c:v>
                </c:pt>
                <c:pt idx="1072">
                  <c:v>42971</c:v>
                </c:pt>
                <c:pt idx="1073">
                  <c:v>42972</c:v>
                </c:pt>
                <c:pt idx="1074">
                  <c:v>42973</c:v>
                </c:pt>
                <c:pt idx="1075">
                  <c:v>42974</c:v>
                </c:pt>
                <c:pt idx="1076">
                  <c:v>42975</c:v>
                </c:pt>
                <c:pt idx="1077">
                  <c:v>42976</c:v>
                </c:pt>
                <c:pt idx="1078">
                  <c:v>42977</c:v>
                </c:pt>
                <c:pt idx="1079">
                  <c:v>42978</c:v>
                </c:pt>
                <c:pt idx="1080">
                  <c:v>42979</c:v>
                </c:pt>
                <c:pt idx="1081">
                  <c:v>42980</c:v>
                </c:pt>
                <c:pt idx="1082">
                  <c:v>42981</c:v>
                </c:pt>
                <c:pt idx="1083">
                  <c:v>42982</c:v>
                </c:pt>
                <c:pt idx="1084">
                  <c:v>42983</c:v>
                </c:pt>
                <c:pt idx="1085">
                  <c:v>42984</c:v>
                </c:pt>
                <c:pt idx="1086">
                  <c:v>42985</c:v>
                </c:pt>
                <c:pt idx="1087">
                  <c:v>42986</c:v>
                </c:pt>
                <c:pt idx="1088">
                  <c:v>42987</c:v>
                </c:pt>
                <c:pt idx="1089">
                  <c:v>42988</c:v>
                </c:pt>
                <c:pt idx="1090">
                  <c:v>42989</c:v>
                </c:pt>
                <c:pt idx="1091">
                  <c:v>42990</c:v>
                </c:pt>
                <c:pt idx="1092">
                  <c:v>42991</c:v>
                </c:pt>
                <c:pt idx="1093">
                  <c:v>42992</c:v>
                </c:pt>
                <c:pt idx="1094">
                  <c:v>42993</c:v>
                </c:pt>
                <c:pt idx="1095">
                  <c:v>42994</c:v>
                </c:pt>
                <c:pt idx="1096">
                  <c:v>42995</c:v>
                </c:pt>
                <c:pt idx="1097">
                  <c:v>42996</c:v>
                </c:pt>
                <c:pt idx="1098">
                  <c:v>42997</c:v>
                </c:pt>
                <c:pt idx="1099">
                  <c:v>42998</c:v>
                </c:pt>
                <c:pt idx="1100">
                  <c:v>42999</c:v>
                </c:pt>
                <c:pt idx="1101">
                  <c:v>43000</c:v>
                </c:pt>
                <c:pt idx="1102">
                  <c:v>43001</c:v>
                </c:pt>
                <c:pt idx="1103">
                  <c:v>43002</c:v>
                </c:pt>
                <c:pt idx="1104">
                  <c:v>43003</c:v>
                </c:pt>
                <c:pt idx="1105">
                  <c:v>43004</c:v>
                </c:pt>
                <c:pt idx="1106">
                  <c:v>43005</c:v>
                </c:pt>
                <c:pt idx="1107">
                  <c:v>43006</c:v>
                </c:pt>
                <c:pt idx="1108">
                  <c:v>43007</c:v>
                </c:pt>
                <c:pt idx="1109">
                  <c:v>43008</c:v>
                </c:pt>
                <c:pt idx="1110">
                  <c:v>43009</c:v>
                </c:pt>
                <c:pt idx="1111">
                  <c:v>43010</c:v>
                </c:pt>
                <c:pt idx="1112">
                  <c:v>43011</c:v>
                </c:pt>
                <c:pt idx="1113">
                  <c:v>43012</c:v>
                </c:pt>
                <c:pt idx="1114">
                  <c:v>43013</c:v>
                </c:pt>
                <c:pt idx="1115">
                  <c:v>43014</c:v>
                </c:pt>
                <c:pt idx="1116">
                  <c:v>43015</c:v>
                </c:pt>
                <c:pt idx="1117">
                  <c:v>43016</c:v>
                </c:pt>
                <c:pt idx="1118">
                  <c:v>43017</c:v>
                </c:pt>
                <c:pt idx="1119">
                  <c:v>43018</c:v>
                </c:pt>
                <c:pt idx="1120">
                  <c:v>43019</c:v>
                </c:pt>
                <c:pt idx="1121">
                  <c:v>43020</c:v>
                </c:pt>
                <c:pt idx="1122">
                  <c:v>43021</c:v>
                </c:pt>
                <c:pt idx="1123">
                  <c:v>43022</c:v>
                </c:pt>
                <c:pt idx="1124">
                  <c:v>43023</c:v>
                </c:pt>
                <c:pt idx="1125">
                  <c:v>43024</c:v>
                </c:pt>
                <c:pt idx="1126">
                  <c:v>43025</c:v>
                </c:pt>
                <c:pt idx="1127">
                  <c:v>43026</c:v>
                </c:pt>
                <c:pt idx="1128">
                  <c:v>43027</c:v>
                </c:pt>
                <c:pt idx="1129">
                  <c:v>43028</c:v>
                </c:pt>
                <c:pt idx="1130">
                  <c:v>43029</c:v>
                </c:pt>
                <c:pt idx="1131">
                  <c:v>43030</c:v>
                </c:pt>
                <c:pt idx="1132">
                  <c:v>43031</c:v>
                </c:pt>
                <c:pt idx="1133">
                  <c:v>43032</c:v>
                </c:pt>
                <c:pt idx="1134">
                  <c:v>43033</c:v>
                </c:pt>
                <c:pt idx="1135">
                  <c:v>43034</c:v>
                </c:pt>
                <c:pt idx="1136">
                  <c:v>43035</c:v>
                </c:pt>
                <c:pt idx="1137">
                  <c:v>43036</c:v>
                </c:pt>
                <c:pt idx="1138">
                  <c:v>43037</c:v>
                </c:pt>
                <c:pt idx="1139">
                  <c:v>43038</c:v>
                </c:pt>
                <c:pt idx="1140">
                  <c:v>43039</c:v>
                </c:pt>
                <c:pt idx="1141">
                  <c:v>43040</c:v>
                </c:pt>
                <c:pt idx="1142">
                  <c:v>43041</c:v>
                </c:pt>
                <c:pt idx="1143">
                  <c:v>43042</c:v>
                </c:pt>
                <c:pt idx="1144">
                  <c:v>43043</c:v>
                </c:pt>
                <c:pt idx="1145">
                  <c:v>43044</c:v>
                </c:pt>
                <c:pt idx="1146">
                  <c:v>43045</c:v>
                </c:pt>
                <c:pt idx="1147">
                  <c:v>43046</c:v>
                </c:pt>
                <c:pt idx="1148">
                  <c:v>43047</c:v>
                </c:pt>
                <c:pt idx="1149">
                  <c:v>43048</c:v>
                </c:pt>
                <c:pt idx="1150">
                  <c:v>43049</c:v>
                </c:pt>
                <c:pt idx="1151">
                  <c:v>43050</c:v>
                </c:pt>
                <c:pt idx="1152">
                  <c:v>43051</c:v>
                </c:pt>
                <c:pt idx="1153">
                  <c:v>43052</c:v>
                </c:pt>
                <c:pt idx="1154">
                  <c:v>43053</c:v>
                </c:pt>
                <c:pt idx="1155">
                  <c:v>43054</c:v>
                </c:pt>
                <c:pt idx="1156">
                  <c:v>43055</c:v>
                </c:pt>
                <c:pt idx="1157">
                  <c:v>43056</c:v>
                </c:pt>
                <c:pt idx="1158">
                  <c:v>43057</c:v>
                </c:pt>
                <c:pt idx="1159">
                  <c:v>43058</c:v>
                </c:pt>
                <c:pt idx="1160">
                  <c:v>43059</c:v>
                </c:pt>
                <c:pt idx="1161">
                  <c:v>43060</c:v>
                </c:pt>
                <c:pt idx="1162">
                  <c:v>43061</c:v>
                </c:pt>
                <c:pt idx="1163">
                  <c:v>43062</c:v>
                </c:pt>
                <c:pt idx="1164">
                  <c:v>43063</c:v>
                </c:pt>
                <c:pt idx="1165">
                  <c:v>43064</c:v>
                </c:pt>
                <c:pt idx="1166">
                  <c:v>43065</c:v>
                </c:pt>
                <c:pt idx="1167">
                  <c:v>43066</c:v>
                </c:pt>
                <c:pt idx="1168">
                  <c:v>43067</c:v>
                </c:pt>
                <c:pt idx="1169">
                  <c:v>43068</c:v>
                </c:pt>
                <c:pt idx="1170">
                  <c:v>43069</c:v>
                </c:pt>
                <c:pt idx="1171">
                  <c:v>43070</c:v>
                </c:pt>
                <c:pt idx="1172">
                  <c:v>43071</c:v>
                </c:pt>
                <c:pt idx="1173">
                  <c:v>43072</c:v>
                </c:pt>
                <c:pt idx="1174">
                  <c:v>43073</c:v>
                </c:pt>
                <c:pt idx="1175">
                  <c:v>43074</c:v>
                </c:pt>
                <c:pt idx="1176">
                  <c:v>43075</c:v>
                </c:pt>
                <c:pt idx="1177">
                  <c:v>43076</c:v>
                </c:pt>
                <c:pt idx="1178">
                  <c:v>43077</c:v>
                </c:pt>
                <c:pt idx="1179">
                  <c:v>43078</c:v>
                </c:pt>
                <c:pt idx="1180">
                  <c:v>43079</c:v>
                </c:pt>
                <c:pt idx="1181">
                  <c:v>43080</c:v>
                </c:pt>
                <c:pt idx="1182">
                  <c:v>43081</c:v>
                </c:pt>
                <c:pt idx="1183">
                  <c:v>43082</c:v>
                </c:pt>
                <c:pt idx="1184">
                  <c:v>43083</c:v>
                </c:pt>
                <c:pt idx="1185">
                  <c:v>43084</c:v>
                </c:pt>
                <c:pt idx="1186">
                  <c:v>43085</c:v>
                </c:pt>
                <c:pt idx="1187">
                  <c:v>43086</c:v>
                </c:pt>
                <c:pt idx="1188">
                  <c:v>43087</c:v>
                </c:pt>
                <c:pt idx="1189">
                  <c:v>43088</c:v>
                </c:pt>
                <c:pt idx="1190">
                  <c:v>43089</c:v>
                </c:pt>
                <c:pt idx="1191">
                  <c:v>43090</c:v>
                </c:pt>
                <c:pt idx="1192">
                  <c:v>43091</c:v>
                </c:pt>
                <c:pt idx="1193">
                  <c:v>43092</c:v>
                </c:pt>
                <c:pt idx="1194">
                  <c:v>43093</c:v>
                </c:pt>
                <c:pt idx="1195">
                  <c:v>43094</c:v>
                </c:pt>
                <c:pt idx="1196">
                  <c:v>43095</c:v>
                </c:pt>
                <c:pt idx="1197">
                  <c:v>43096</c:v>
                </c:pt>
                <c:pt idx="1198">
                  <c:v>43097</c:v>
                </c:pt>
                <c:pt idx="1199">
                  <c:v>43098</c:v>
                </c:pt>
                <c:pt idx="1200">
                  <c:v>43099</c:v>
                </c:pt>
                <c:pt idx="1201">
                  <c:v>43100</c:v>
                </c:pt>
                <c:pt idx="1202">
                  <c:v>43101</c:v>
                </c:pt>
                <c:pt idx="1203">
                  <c:v>43102</c:v>
                </c:pt>
                <c:pt idx="1204">
                  <c:v>43103</c:v>
                </c:pt>
                <c:pt idx="1205">
                  <c:v>43104</c:v>
                </c:pt>
                <c:pt idx="1206">
                  <c:v>43105</c:v>
                </c:pt>
                <c:pt idx="1207">
                  <c:v>43106</c:v>
                </c:pt>
                <c:pt idx="1208">
                  <c:v>43107</c:v>
                </c:pt>
                <c:pt idx="1209">
                  <c:v>43108</c:v>
                </c:pt>
                <c:pt idx="1210">
                  <c:v>43109</c:v>
                </c:pt>
                <c:pt idx="1211">
                  <c:v>43110</c:v>
                </c:pt>
                <c:pt idx="1212">
                  <c:v>43111</c:v>
                </c:pt>
                <c:pt idx="1213">
                  <c:v>43112</c:v>
                </c:pt>
                <c:pt idx="1214">
                  <c:v>43113</c:v>
                </c:pt>
                <c:pt idx="1215">
                  <c:v>43114</c:v>
                </c:pt>
                <c:pt idx="1216">
                  <c:v>43115</c:v>
                </c:pt>
                <c:pt idx="1217">
                  <c:v>43116</c:v>
                </c:pt>
                <c:pt idx="1218">
                  <c:v>43117</c:v>
                </c:pt>
                <c:pt idx="1219">
                  <c:v>43118</c:v>
                </c:pt>
                <c:pt idx="1220">
                  <c:v>43119</c:v>
                </c:pt>
                <c:pt idx="1221">
                  <c:v>43120</c:v>
                </c:pt>
                <c:pt idx="1222">
                  <c:v>43121</c:v>
                </c:pt>
                <c:pt idx="1223">
                  <c:v>43122</c:v>
                </c:pt>
                <c:pt idx="1224">
                  <c:v>43123</c:v>
                </c:pt>
                <c:pt idx="1225">
                  <c:v>43124</c:v>
                </c:pt>
                <c:pt idx="1226">
                  <c:v>43125</c:v>
                </c:pt>
                <c:pt idx="1227">
                  <c:v>43126</c:v>
                </c:pt>
                <c:pt idx="1228">
                  <c:v>43127</c:v>
                </c:pt>
                <c:pt idx="1229">
                  <c:v>43128</c:v>
                </c:pt>
                <c:pt idx="1230">
                  <c:v>43129</c:v>
                </c:pt>
                <c:pt idx="1231">
                  <c:v>43130</c:v>
                </c:pt>
                <c:pt idx="1232">
                  <c:v>43131</c:v>
                </c:pt>
                <c:pt idx="1233">
                  <c:v>43132</c:v>
                </c:pt>
                <c:pt idx="1234">
                  <c:v>43133</c:v>
                </c:pt>
                <c:pt idx="1235">
                  <c:v>43134</c:v>
                </c:pt>
                <c:pt idx="1236">
                  <c:v>43135</c:v>
                </c:pt>
                <c:pt idx="1237">
                  <c:v>43136</c:v>
                </c:pt>
                <c:pt idx="1238">
                  <c:v>43137</c:v>
                </c:pt>
                <c:pt idx="1239">
                  <c:v>43138</c:v>
                </c:pt>
                <c:pt idx="1240">
                  <c:v>43139</c:v>
                </c:pt>
                <c:pt idx="1241">
                  <c:v>43140</c:v>
                </c:pt>
                <c:pt idx="1242">
                  <c:v>43141</c:v>
                </c:pt>
                <c:pt idx="1243">
                  <c:v>43142</c:v>
                </c:pt>
                <c:pt idx="1244">
                  <c:v>43143</c:v>
                </c:pt>
                <c:pt idx="1245">
                  <c:v>43144</c:v>
                </c:pt>
                <c:pt idx="1246">
                  <c:v>43145</c:v>
                </c:pt>
                <c:pt idx="1247">
                  <c:v>43146</c:v>
                </c:pt>
                <c:pt idx="1248">
                  <c:v>43147</c:v>
                </c:pt>
                <c:pt idx="1249">
                  <c:v>43148</c:v>
                </c:pt>
                <c:pt idx="1250">
                  <c:v>43149</c:v>
                </c:pt>
                <c:pt idx="1251">
                  <c:v>43150</c:v>
                </c:pt>
                <c:pt idx="1252">
                  <c:v>43151</c:v>
                </c:pt>
                <c:pt idx="1253">
                  <c:v>43152</c:v>
                </c:pt>
                <c:pt idx="1254">
                  <c:v>43153</c:v>
                </c:pt>
                <c:pt idx="1255">
                  <c:v>43154</c:v>
                </c:pt>
                <c:pt idx="1256">
                  <c:v>43155</c:v>
                </c:pt>
                <c:pt idx="1257">
                  <c:v>43156</c:v>
                </c:pt>
                <c:pt idx="1258">
                  <c:v>43157</c:v>
                </c:pt>
                <c:pt idx="1259">
                  <c:v>43158</c:v>
                </c:pt>
                <c:pt idx="1260">
                  <c:v>43159</c:v>
                </c:pt>
                <c:pt idx="1261">
                  <c:v>43160</c:v>
                </c:pt>
                <c:pt idx="1262">
                  <c:v>43161</c:v>
                </c:pt>
                <c:pt idx="1263">
                  <c:v>43162</c:v>
                </c:pt>
                <c:pt idx="1264">
                  <c:v>43163</c:v>
                </c:pt>
                <c:pt idx="1265">
                  <c:v>43164</c:v>
                </c:pt>
                <c:pt idx="1266">
                  <c:v>43165</c:v>
                </c:pt>
                <c:pt idx="1267">
                  <c:v>43166</c:v>
                </c:pt>
                <c:pt idx="1268">
                  <c:v>43167</c:v>
                </c:pt>
                <c:pt idx="1269">
                  <c:v>43168</c:v>
                </c:pt>
                <c:pt idx="1270">
                  <c:v>43169</c:v>
                </c:pt>
                <c:pt idx="1271">
                  <c:v>43170</c:v>
                </c:pt>
                <c:pt idx="1272">
                  <c:v>43171</c:v>
                </c:pt>
                <c:pt idx="1273">
                  <c:v>43172</c:v>
                </c:pt>
                <c:pt idx="1274">
                  <c:v>43173</c:v>
                </c:pt>
                <c:pt idx="1275">
                  <c:v>43174</c:v>
                </c:pt>
                <c:pt idx="1276">
                  <c:v>43175</c:v>
                </c:pt>
                <c:pt idx="1277">
                  <c:v>43176</c:v>
                </c:pt>
                <c:pt idx="1278">
                  <c:v>43177</c:v>
                </c:pt>
                <c:pt idx="1279">
                  <c:v>43178</c:v>
                </c:pt>
                <c:pt idx="1280">
                  <c:v>43179</c:v>
                </c:pt>
                <c:pt idx="1281">
                  <c:v>43180</c:v>
                </c:pt>
                <c:pt idx="1282">
                  <c:v>43181</c:v>
                </c:pt>
                <c:pt idx="1283">
                  <c:v>43182</c:v>
                </c:pt>
                <c:pt idx="1284">
                  <c:v>43183</c:v>
                </c:pt>
                <c:pt idx="1285">
                  <c:v>43184</c:v>
                </c:pt>
                <c:pt idx="1286">
                  <c:v>43185</c:v>
                </c:pt>
                <c:pt idx="1287">
                  <c:v>43186</c:v>
                </c:pt>
                <c:pt idx="1288">
                  <c:v>43187</c:v>
                </c:pt>
                <c:pt idx="1289">
                  <c:v>43188</c:v>
                </c:pt>
                <c:pt idx="1290">
                  <c:v>43189</c:v>
                </c:pt>
                <c:pt idx="1291">
                  <c:v>43190</c:v>
                </c:pt>
                <c:pt idx="1292">
                  <c:v>43191</c:v>
                </c:pt>
                <c:pt idx="1293">
                  <c:v>43192</c:v>
                </c:pt>
                <c:pt idx="1294">
                  <c:v>43193</c:v>
                </c:pt>
                <c:pt idx="1295">
                  <c:v>43194</c:v>
                </c:pt>
                <c:pt idx="1296">
                  <c:v>43195</c:v>
                </c:pt>
                <c:pt idx="1297">
                  <c:v>43196</c:v>
                </c:pt>
                <c:pt idx="1298">
                  <c:v>43197</c:v>
                </c:pt>
                <c:pt idx="1299">
                  <c:v>43198</c:v>
                </c:pt>
                <c:pt idx="1300">
                  <c:v>43199</c:v>
                </c:pt>
                <c:pt idx="1301">
                  <c:v>43200</c:v>
                </c:pt>
                <c:pt idx="1302">
                  <c:v>43201</c:v>
                </c:pt>
                <c:pt idx="1303">
                  <c:v>43202</c:v>
                </c:pt>
                <c:pt idx="1304">
                  <c:v>43203</c:v>
                </c:pt>
                <c:pt idx="1305">
                  <c:v>43204</c:v>
                </c:pt>
                <c:pt idx="1306">
                  <c:v>43205</c:v>
                </c:pt>
                <c:pt idx="1307">
                  <c:v>43206</c:v>
                </c:pt>
                <c:pt idx="1308">
                  <c:v>43207</c:v>
                </c:pt>
                <c:pt idx="1309">
                  <c:v>43208</c:v>
                </c:pt>
                <c:pt idx="1310">
                  <c:v>43209</c:v>
                </c:pt>
                <c:pt idx="1311">
                  <c:v>43210</c:v>
                </c:pt>
                <c:pt idx="1312">
                  <c:v>43211</c:v>
                </c:pt>
                <c:pt idx="1313">
                  <c:v>43212</c:v>
                </c:pt>
                <c:pt idx="1314">
                  <c:v>43213</c:v>
                </c:pt>
                <c:pt idx="1315">
                  <c:v>43214</c:v>
                </c:pt>
                <c:pt idx="1316">
                  <c:v>43215</c:v>
                </c:pt>
                <c:pt idx="1317">
                  <c:v>43216</c:v>
                </c:pt>
                <c:pt idx="1318">
                  <c:v>43217</c:v>
                </c:pt>
                <c:pt idx="1319">
                  <c:v>43218</c:v>
                </c:pt>
                <c:pt idx="1320">
                  <c:v>43219</c:v>
                </c:pt>
                <c:pt idx="1321">
                  <c:v>43220</c:v>
                </c:pt>
                <c:pt idx="1322">
                  <c:v>43221</c:v>
                </c:pt>
                <c:pt idx="1323">
                  <c:v>43222</c:v>
                </c:pt>
                <c:pt idx="1324">
                  <c:v>43223</c:v>
                </c:pt>
                <c:pt idx="1325">
                  <c:v>43224</c:v>
                </c:pt>
                <c:pt idx="1326">
                  <c:v>43225</c:v>
                </c:pt>
                <c:pt idx="1327">
                  <c:v>43226</c:v>
                </c:pt>
                <c:pt idx="1328">
                  <c:v>43227</c:v>
                </c:pt>
                <c:pt idx="1329">
                  <c:v>43228</c:v>
                </c:pt>
                <c:pt idx="1330">
                  <c:v>43229</c:v>
                </c:pt>
                <c:pt idx="1331">
                  <c:v>43230</c:v>
                </c:pt>
                <c:pt idx="1332">
                  <c:v>43231</c:v>
                </c:pt>
                <c:pt idx="1333">
                  <c:v>43232</c:v>
                </c:pt>
                <c:pt idx="1334">
                  <c:v>43233</c:v>
                </c:pt>
                <c:pt idx="1335">
                  <c:v>43234</c:v>
                </c:pt>
                <c:pt idx="1336">
                  <c:v>43235</c:v>
                </c:pt>
                <c:pt idx="1337">
                  <c:v>43236</c:v>
                </c:pt>
                <c:pt idx="1338">
                  <c:v>43237</c:v>
                </c:pt>
                <c:pt idx="1339">
                  <c:v>43238</c:v>
                </c:pt>
                <c:pt idx="1340">
                  <c:v>43239</c:v>
                </c:pt>
                <c:pt idx="1341">
                  <c:v>43240</c:v>
                </c:pt>
                <c:pt idx="1342">
                  <c:v>43241</c:v>
                </c:pt>
                <c:pt idx="1343">
                  <c:v>43242</c:v>
                </c:pt>
                <c:pt idx="1344">
                  <c:v>43243</c:v>
                </c:pt>
                <c:pt idx="1345">
                  <c:v>43244</c:v>
                </c:pt>
                <c:pt idx="1346">
                  <c:v>43245</c:v>
                </c:pt>
                <c:pt idx="1347">
                  <c:v>43246</c:v>
                </c:pt>
                <c:pt idx="1348">
                  <c:v>43247</c:v>
                </c:pt>
                <c:pt idx="1349">
                  <c:v>43248</c:v>
                </c:pt>
                <c:pt idx="1350">
                  <c:v>43249</c:v>
                </c:pt>
                <c:pt idx="1351">
                  <c:v>43250</c:v>
                </c:pt>
                <c:pt idx="1352">
                  <c:v>43251</c:v>
                </c:pt>
                <c:pt idx="1353">
                  <c:v>43252</c:v>
                </c:pt>
                <c:pt idx="1354">
                  <c:v>43253</c:v>
                </c:pt>
                <c:pt idx="1355">
                  <c:v>43254</c:v>
                </c:pt>
                <c:pt idx="1356">
                  <c:v>43255</c:v>
                </c:pt>
                <c:pt idx="1357">
                  <c:v>43256</c:v>
                </c:pt>
                <c:pt idx="1358">
                  <c:v>43257</c:v>
                </c:pt>
                <c:pt idx="1359">
                  <c:v>43258</c:v>
                </c:pt>
                <c:pt idx="1360">
                  <c:v>43259</c:v>
                </c:pt>
                <c:pt idx="1361">
                  <c:v>43260</c:v>
                </c:pt>
                <c:pt idx="1362">
                  <c:v>43261</c:v>
                </c:pt>
                <c:pt idx="1363">
                  <c:v>43262</c:v>
                </c:pt>
                <c:pt idx="1364">
                  <c:v>43263</c:v>
                </c:pt>
                <c:pt idx="1365">
                  <c:v>43264</c:v>
                </c:pt>
                <c:pt idx="1366">
                  <c:v>43265</c:v>
                </c:pt>
                <c:pt idx="1367">
                  <c:v>43266</c:v>
                </c:pt>
                <c:pt idx="1368">
                  <c:v>43267</c:v>
                </c:pt>
                <c:pt idx="1369">
                  <c:v>43268</c:v>
                </c:pt>
                <c:pt idx="1370">
                  <c:v>43269</c:v>
                </c:pt>
                <c:pt idx="1371">
                  <c:v>43270</c:v>
                </c:pt>
                <c:pt idx="1372">
                  <c:v>43271</c:v>
                </c:pt>
                <c:pt idx="1373">
                  <c:v>43272</c:v>
                </c:pt>
                <c:pt idx="1374">
                  <c:v>43273</c:v>
                </c:pt>
                <c:pt idx="1375">
                  <c:v>43274</c:v>
                </c:pt>
                <c:pt idx="1376">
                  <c:v>43275</c:v>
                </c:pt>
                <c:pt idx="1377">
                  <c:v>43276</c:v>
                </c:pt>
                <c:pt idx="1378">
                  <c:v>43277</c:v>
                </c:pt>
                <c:pt idx="1379">
                  <c:v>43278</c:v>
                </c:pt>
                <c:pt idx="1380">
                  <c:v>43279</c:v>
                </c:pt>
                <c:pt idx="1381">
                  <c:v>43280</c:v>
                </c:pt>
                <c:pt idx="1382">
                  <c:v>43281</c:v>
                </c:pt>
                <c:pt idx="1383">
                  <c:v>43282</c:v>
                </c:pt>
                <c:pt idx="1384">
                  <c:v>43283</c:v>
                </c:pt>
                <c:pt idx="1385">
                  <c:v>43284</c:v>
                </c:pt>
                <c:pt idx="1386">
                  <c:v>43285</c:v>
                </c:pt>
                <c:pt idx="1387">
                  <c:v>43286</c:v>
                </c:pt>
                <c:pt idx="1388">
                  <c:v>43287</c:v>
                </c:pt>
                <c:pt idx="1389">
                  <c:v>43288</c:v>
                </c:pt>
                <c:pt idx="1390">
                  <c:v>43289</c:v>
                </c:pt>
                <c:pt idx="1391">
                  <c:v>43290</c:v>
                </c:pt>
                <c:pt idx="1392">
                  <c:v>43291</c:v>
                </c:pt>
                <c:pt idx="1393">
                  <c:v>43292</c:v>
                </c:pt>
                <c:pt idx="1394">
                  <c:v>43293</c:v>
                </c:pt>
                <c:pt idx="1395">
                  <c:v>43294</c:v>
                </c:pt>
                <c:pt idx="1396">
                  <c:v>43295</c:v>
                </c:pt>
                <c:pt idx="1397">
                  <c:v>43296</c:v>
                </c:pt>
                <c:pt idx="1398">
                  <c:v>43297</c:v>
                </c:pt>
                <c:pt idx="1399">
                  <c:v>43298</c:v>
                </c:pt>
                <c:pt idx="1400">
                  <c:v>43299</c:v>
                </c:pt>
                <c:pt idx="1401">
                  <c:v>43300</c:v>
                </c:pt>
                <c:pt idx="1402">
                  <c:v>43301</c:v>
                </c:pt>
                <c:pt idx="1403">
                  <c:v>43302</c:v>
                </c:pt>
                <c:pt idx="1404">
                  <c:v>43303</c:v>
                </c:pt>
                <c:pt idx="1405">
                  <c:v>43304</c:v>
                </c:pt>
                <c:pt idx="1406">
                  <c:v>43305</c:v>
                </c:pt>
                <c:pt idx="1407">
                  <c:v>43306</c:v>
                </c:pt>
                <c:pt idx="1408">
                  <c:v>43307</c:v>
                </c:pt>
                <c:pt idx="1409">
                  <c:v>43308</c:v>
                </c:pt>
                <c:pt idx="1410">
                  <c:v>43309</c:v>
                </c:pt>
                <c:pt idx="1411">
                  <c:v>43310</c:v>
                </c:pt>
                <c:pt idx="1412">
                  <c:v>43311</c:v>
                </c:pt>
                <c:pt idx="1413">
                  <c:v>43312</c:v>
                </c:pt>
                <c:pt idx="1414">
                  <c:v>43313</c:v>
                </c:pt>
                <c:pt idx="1415">
                  <c:v>43314</c:v>
                </c:pt>
                <c:pt idx="1416">
                  <c:v>43315</c:v>
                </c:pt>
                <c:pt idx="1417">
                  <c:v>43316</c:v>
                </c:pt>
                <c:pt idx="1418">
                  <c:v>43317</c:v>
                </c:pt>
                <c:pt idx="1419">
                  <c:v>43318</c:v>
                </c:pt>
                <c:pt idx="1420">
                  <c:v>43319</c:v>
                </c:pt>
                <c:pt idx="1421">
                  <c:v>43320</c:v>
                </c:pt>
                <c:pt idx="1422">
                  <c:v>43321</c:v>
                </c:pt>
                <c:pt idx="1423">
                  <c:v>43322</c:v>
                </c:pt>
                <c:pt idx="1424">
                  <c:v>43323</c:v>
                </c:pt>
                <c:pt idx="1425">
                  <c:v>43324</c:v>
                </c:pt>
                <c:pt idx="1426">
                  <c:v>43325</c:v>
                </c:pt>
                <c:pt idx="1427">
                  <c:v>43326</c:v>
                </c:pt>
                <c:pt idx="1428">
                  <c:v>43327</c:v>
                </c:pt>
                <c:pt idx="1429">
                  <c:v>43328</c:v>
                </c:pt>
                <c:pt idx="1430">
                  <c:v>43329</c:v>
                </c:pt>
                <c:pt idx="1431">
                  <c:v>43330</c:v>
                </c:pt>
                <c:pt idx="1432">
                  <c:v>43331</c:v>
                </c:pt>
                <c:pt idx="1433">
                  <c:v>43332</c:v>
                </c:pt>
                <c:pt idx="1434">
                  <c:v>43333</c:v>
                </c:pt>
                <c:pt idx="1435">
                  <c:v>43334</c:v>
                </c:pt>
                <c:pt idx="1436">
                  <c:v>43335</c:v>
                </c:pt>
                <c:pt idx="1437">
                  <c:v>43336</c:v>
                </c:pt>
                <c:pt idx="1438">
                  <c:v>43337</c:v>
                </c:pt>
                <c:pt idx="1439">
                  <c:v>43338</c:v>
                </c:pt>
                <c:pt idx="1440">
                  <c:v>43339</c:v>
                </c:pt>
                <c:pt idx="1441">
                  <c:v>43340</c:v>
                </c:pt>
                <c:pt idx="1442">
                  <c:v>43341</c:v>
                </c:pt>
                <c:pt idx="1443">
                  <c:v>43342</c:v>
                </c:pt>
                <c:pt idx="1444">
                  <c:v>43343</c:v>
                </c:pt>
                <c:pt idx="1445">
                  <c:v>43344</c:v>
                </c:pt>
                <c:pt idx="1446">
                  <c:v>43345</c:v>
                </c:pt>
                <c:pt idx="1447">
                  <c:v>43346</c:v>
                </c:pt>
                <c:pt idx="1448">
                  <c:v>43347</c:v>
                </c:pt>
                <c:pt idx="1449">
                  <c:v>43348</c:v>
                </c:pt>
                <c:pt idx="1450">
                  <c:v>43349</c:v>
                </c:pt>
                <c:pt idx="1451">
                  <c:v>43350</c:v>
                </c:pt>
                <c:pt idx="1452">
                  <c:v>43351</c:v>
                </c:pt>
                <c:pt idx="1453">
                  <c:v>43352</c:v>
                </c:pt>
                <c:pt idx="1454">
                  <c:v>43353</c:v>
                </c:pt>
                <c:pt idx="1455">
                  <c:v>43354</c:v>
                </c:pt>
                <c:pt idx="1456">
                  <c:v>43355</c:v>
                </c:pt>
                <c:pt idx="1457">
                  <c:v>43356</c:v>
                </c:pt>
                <c:pt idx="1458">
                  <c:v>43357</c:v>
                </c:pt>
                <c:pt idx="1459">
                  <c:v>43358</c:v>
                </c:pt>
                <c:pt idx="1460">
                  <c:v>43359</c:v>
                </c:pt>
                <c:pt idx="1461">
                  <c:v>43360</c:v>
                </c:pt>
                <c:pt idx="1462">
                  <c:v>43361</c:v>
                </c:pt>
                <c:pt idx="1463">
                  <c:v>43362</c:v>
                </c:pt>
                <c:pt idx="1464">
                  <c:v>43363</c:v>
                </c:pt>
                <c:pt idx="1465">
                  <c:v>43364</c:v>
                </c:pt>
                <c:pt idx="1466">
                  <c:v>43365</c:v>
                </c:pt>
                <c:pt idx="1467">
                  <c:v>43366</c:v>
                </c:pt>
                <c:pt idx="1468">
                  <c:v>43367</c:v>
                </c:pt>
                <c:pt idx="1469">
                  <c:v>43368</c:v>
                </c:pt>
                <c:pt idx="1470">
                  <c:v>43369</c:v>
                </c:pt>
                <c:pt idx="1471">
                  <c:v>43370</c:v>
                </c:pt>
                <c:pt idx="1472">
                  <c:v>43371</c:v>
                </c:pt>
                <c:pt idx="1473">
                  <c:v>43372</c:v>
                </c:pt>
                <c:pt idx="1474">
                  <c:v>43373</c:v>
                </c:pt>
                <c:pt idx="1475">
                  <c:v>43374</c:v>
                </c:pt>
                <c:pt idx="1476">
                  <c:v>43375</c:v>
                </c:pt>
                <c:pt idx="1477">
                  <c:v>43376</c:v>
                </c:pt>
                <c:pt idx="1478">
                  <c:v>43377</c:v>
                </c:pt>
                <c:pt idx="1479">
                  <c:v>43378</c:v>
                </c:pt>
                <c:pt idx="1480">
                  <c:v>43379</c:v>
                </c:pt>
                <c:pt idx="1481">
                  <c:v>43380</c:v>
                </c:pt>
                <c:pt idx="1482">
                  <c:v>43381</c:v>
                </c:pt>
                <c:pt idx="1483">
                  <c:v>43382</c:v>
                </c:pt>
                <c:pt idx="1484">
                  <c:v>43383</c:v>
                </c:pt>
                <c:pt idx="1485">
                  <c:v>43384</c:v>
                </c:pt>
                <c:pt idx="1486">
                  <c:v>43385</c:v>
                </c:pt>
                <c:pt idx="1487">
                  <c:v>43386</c:v>
                </c:pt>
                <c:pt idx="1488">
                  <c:v>43387</c:v>
                </c:pt>
                <c:pt idx="1489">
                  <c:v>43388</c:v>
                </c:pt>
                <c:pt idx="1490">
                  <c:v>43389</c:v>
                </c:pt>
                <c:pt idx="1491">
                  <c:v>43390</c:v>
                </c:pt>
                <c:pt idx="1492">
                  <c:v>43391</c:v>
                </c:pt>
                <c:pt idx="1493">
                  <c:v>43392</c:v>
                </c:pt>
                <c:pt idx="1494">
                  <c:v>43393</c:v>
                </c:pt>
                <c:pt idx="1495">
                  <c:v>43394</c:v>
                </c:pt>
                <c:pt idx="1496">
                  <c:v>43395</c:v>
                </c:pt>
                <c:pt idx="1497">
                  <c:v>43396</c:v>
                </c:pt>
                <c:pt idx="1498">
                  <c:v>43397</c:v>
                </c:pt>
                <c:pt idx="1499">
                  <c:v>43398</c:v>
                </c:pt>
                <c:pt idx="1500">
                  <c:v>43399</c:v>
                </c:pt>
                <c:pt idx="1501">
                  <c:v>43400</c:v>
                </c:pt>
                <c:pt idx="1502">
                  <c:v>43401</c:v>
                </c:pt>
                <c:pt idx="1503">
                  <c:v>43402</c:v>
                </c:pt>
                <c:pt idx="1504">
                  <c:v>43403</c:v>
                </c:pt>
                <c:pt idx="1505">
                  <c:v>43404</c:v>
                </c:pt>
                <c:pt idx="1506">
                  <c:v>43405</c:v>
                </c:pt>
                <c:pt idx="1507">
                  <c:v>43406</c:v>
                </c:pt>
                <c:pt idx="1508">
                  <c:v>43407</c:v>
                </c:pt>
                <c:pt idx="1509">
                  <c:v>43408</c:v>
                </c:pt>
                <c:pt idx="1510">
                  <c:v>43409</c:v>
                </c:pt>
                <c:pt idx="1511">
                  <c:v>43410</c:v>
                </c:pt>
                <c:pt idx="1512">
                  <c:v>43411</c:v>
                </c:pt>
                <c:pt idx="1513">
                  <c:v>43412</c:v>
                </c:pt>
                <c:pt idx="1514">
                  <c:v>43413</c:v>
                </c:pt>
                <c:pt idx="1515">
                  <c:v>43414</c:v>
                </c:pt>
                <c:pt idx="1516">
                  <c:v>43415</c:v>
                </c:pt>
                <c:pt idx="1517">
                  <c:v>43416</c:v>
                </c:pt>
                <c:pt idx="1518">
                  <c:v>43417</c:v>
                </c:pt>
                <c:pt idx="1519">
                  <c:v>43418</c:v>
                </c:pt>
                <c:pt idx="1520">
                  <c:v>43419</c:v>
                </c:pt>
                <c:pt idx="1521">
                  <c:v>43420</c:v>
                </c:pt>
                <c:pt idx="1522">
                  <c:v>43421</c:v>
                </c:pt>
                <c:pt idx="1523">
                  <c:v>43422</c:v>
                </c:pt>
                <c:pt idx="1524">
                  <c:v>43423</c:v>
                </c:pt>
                <c:pt idx="1525">
                  <c:v>43424</c:v>
                </c:pt>
                <c:pt idx="1526">
                  <c:v>43425</c:v>
                </c:pt>
                <c:pt idx="1527">
                  <c:v>43426</c:v>
                </c:pt>
                <c:pt idx="1528">
                  <c:v>43427</c:v>
                </c:pt>
                <c:pt idx="1529">
                  <c:v>43428</c:v>
                </c:pt>
                <c:pt idx="1530">
                  <c:v>43429</c:v>
                </c:pt>
                <c:pt idx="1531">
                  <c:v>43430</c:v>
                </c:pt>
                <c:pt idx="1532">
                  <c:v>43431</c:v>
                </c:pt>
                <c:pt idx="1533">
                  <c:v>43432</c:v>
                </c:pt>
                <c:pt idx="1534">
                  <c:v>43433</c:v>
                </c:pt>
                <c:pt idx="1535">
                  <c:v>43434</c:v>
                </c:pt>
                <c:pt idx="1536">
                  <c:v>43435</c:v>
                </c:pt>
                <c:pt idx="1537">
                  <c:v>43436</c:v>
                </c:pt>
                <c:pt idx="1538">
                  <c:v>43437</c:v>
                </c:pt>
                <c:pt idx="1539">
                  <c:v>43438</c:v>
                </c:pt>
                <c:pt idx="1540">
                  <c:v>43439</c:v>
                </c:pt>
                <c:pt idx="1541">
                  <c:v>43440</c:v>
                </c:pt>
                <c:pt idx="1542">
                  <c:v>43441</c:v>
                </c:pt>
                <c:pt idx="1543">
                  <c:v>43442</c:v>
                </c:pt>
                <c:pt idx="1544">
                  <c:v>43443</c:v>
                </c:pt>
                <c:pt idx="1545">
                  <c:v>43444</c:v>
                </c:pt>
                <c:pt idx="1546">
                  <c:v>43445</c:v>
                </c:pt>
                <c:pt idx="1547">
                  <c:v>43446</c:v>
                </c:pt>
                <c:pt idx="1548">
                  <c:v>43447</c:v>
                </c:pt>
                <c:pt idx="1549">
                  <c:v>43448</c:v>
                </c:pt>
                <c:pt idx="1550">
                  <c:v>43449</c:v>
                </c:pt>
                <c:pt idx="1551">
                  <c:v>43450</c:v>
                </c:pt>
                <c:pt idx="1552">
                  <c:v>43451</c:v>
                </c:pt>
                <c:pt idx="1553">
                  <c:v>43452</c:v>
                </c:pt>
                <c:pt idx="1554">
                  <c:v>43453</c:v>
                </c:pt>
                <c:pt idx="1555">
                  <c:v>43454</c:v>
                </c:pt>
                <c:pt idx="1556">
                  <c:v>43455</c:v>
                </c:pt>
                <c:pt idx="1557">
                  <c:v>43456</c:v>
                </c:pt>
                <c:pt idx="1558">
                  <c:v>43457</c:v>
                </c:pt>
                <c:pt idx="1559">
                  <c:v>43458</c:v>
                </c:pt>
                <c:pt idx="1560">
                  <c:v>43459</c:v>
                </c:pt>
                <c:pt idx="1561">
                  <c:v>43460</c:v>
                </c:pt>
                <c:pt idx="1562">
                  <c:v>43461</c:v>
                </c:pt>
                <c:pt idx="1563">
                  <c:v>43462</c:v>
                </c:pt>
                <c:pt idx="1564">
                  <c:v>43463</c:v>
                </c:pt>
                <c:pt idx="1565">
                  <c:v>43464</c:v>
                </c:pt>
                <c:pt idx="1566">
                  <c:v>43465</c:v>
                </c:pt>
                <c:pt idx="1567">
                  <c:v>43466</c:v>
                </c:pt>
                <c:pt idx="1568">
                  <c:v>43467</c:v>
                </c:pt>
                <c:pt idx="1569">
                  <c:v>43468</c:v>
                </c:pt>
                <c:pt idx="1570">
                  <c:v>43469</c:v>
                </c:pt>
                <c:pt idx="1571">
                  <c:v>43470</c:v>
                </c:pt>
                <c:pt idx="1572">
                  <c:v>43471</c:v>
                </c:pt>
                <c:pt idx="1573">
                  <c:v>43472</c:v>
                </c:pt>
                <c:pt idx="1574">
                  <c:v>43473</c:v>
                </c:pt>
                <c:pt idx="1575">
                  <c:v>43474</c:v>
                </c:pt>
                <c:pt idx="1576">
                  <c:v>43475</c:v>
                </c:pt>
                <c:pt idx="1577">
                  <c:v>43476</c:v>
                </c:pt>
                <c:pt idx="1578">
                  <c:v>43477</c:v>
                </c:pt>
                <c:pt idx="1579">
                  <c:v>43478</c:v>
                </c:pt>
                <c:pt idx="1580">
                  <c:v>43479</c:v>
                </c:pt>
                <c:pt idx="1581">
                  <c:v>43480</c:v>
                </c:pt>
                <c:pt idx="1582">
                  <c:v>43481</c:v>
                </c:pt>
                <c:pt idx="1583">
                  <c:v>43482</c:v>
                </c:pt>
                <c:pt idx="1584">
                  <c:v>43483</c:v>
                </c:pt>
                <c:pt idx="1585">
                  <c:v>43484</c:v>
                </c:pt>
                <c:pt idx="1586">
                  <c:v>43485</c:v>
                </c:pt>
                <c:pt idx="1587">
                  <c:v>43486</c:v>
                </c:pt>
                <c:pt idx="1588">
                  <c:v>43487</c:v>
                </c:pt>
                <c:pt idx="1589">
                  <c:v>43488</c:v>
                </c:pt>
                <c:pt idx="1590">
                  <c:v>43489</c:v>
                </c:pt>
                <c:pt idx="1591">
                  <c:v>43490</c:v>
                </c:pt>
                <c:pt idx="1592">
                  <c:v>43491</c:v>
                </c:pt>
                <c:pt idx="1593">
                  <c:v>43492</c:v>
                </c:pt>
                <c:pt idx="1594">
                  <c:v>43493</c:v>
                </c:pt>
                <c:pt idx="1595">
                  <c:v>43494</c:v>
                </c:pt>
                <c:pt idx="1596">
                  <c:v>43495</c:v>
                </c:pt>
                <c:pt idx="1597">
                  <c:v>43496</c:v>
                </c:pt>
                <c:pt idx="1598">
                  <c:v>43497</c:v>
                </c:pt>
                <c:pt idx="1599">
                  <c:v>43498</c:v>
                </c:pt>
                <c:pt idx="1600">
                  <c:v>43499</c:v>
                </c:pt>
                <c:pt idx="1601">
                  <c:v>43500</c:v>
                </c:pt>
                <c:pt idx="1602">
                  <c:v>43501</c:v>
                </c:pt>
                <c:pt idx="1603">
                  <c:v>43502</c:v>
                </c:pt>
                <c:pt idx="1604">
                  <c:v>43503</c:v>
                </c:pt>
                <c:pt idx="1605">
                  <c:v>43504</c:v>
                </c:pt>
                <c:pt idx="1606">
                  <c:v>43505</c:v>
                </c:pt>
                <c:pt idx="1607">
                  <c:v>43506</c:v>
                </c:pt>
                <c:pt idx="1608">
                  <c:v>43507</c:v>
                </c:pt>
                <c:pt idx="1609">
                  <c:v>43508</c:v>
                </c:pt>
                <c:pt idx="1610">
                  <c:v>43509</c:v>
                </c:pt>
                <c:pt idx="1611">
                  <c:v>43510</c:v>
                </c:pt>
                <c:pt idx="1612">
                  <c:v>43511</c:v>
                </c:pt>
                <c:pt idx="1613">
                  <c:v>43512</c:v>
                </c:pt>
                <c:pt idx="1614">
                  <c:v>43513</c:v>
                </c:pt>
                <c:pt idx="1615">
                  <c:v>43514</c:v>
                </c:pt>
                <c:pt idx="1616">
                  <c:v>43515</c:v>
                </c:pt>
                <c:pt idx="1617">
                  <c:v>43516</c:v>
                </c:pt>
                <c:pt idx="1618">
                  <c:v>43517</c:v>
                </c:pt>
                <c:pt idx="1619">
                  <c:v>43518</c:v>
                </c:pt>
                <c:pt idx="1620">
                  <c:v>43519</c:v>
                </c:pt>
                <c:pt idx="1621">
                  <c:v>43520</c:v>
                </c:pt>
                <c:pt idx="1622">
                  <c:v>43521</c:v>
                </c:pt>
                <c:pt idx="1623">
                  <c:v>43522</c:v>
                </c:pt>
                <c:pt idx="1624">
                  <c:v>43523</c:v>
                </c:pt>
                <c:pt idx="1625">
                  <c:v>43524</c:v>
                </c:pt>
                <c:pt idx="1626">
                  <c:v>43525</c:v>
                </c:pt>
                <c:pt idx="1627">
                  <c:v>43526</c:v>
                </c:pt>
                <c:pt idx="1628">
                  <c:v>43527</c:v>
                </c:pt>
                <c:pt idx="1629">
                  <c:v>43528</c:v>
                </c:pt>
                <c:pt idx="1630">
                  <c:v>43529</c:v>
                </c:pt>
                <c:pt idx="1631">
                  <c:v>43530</c:v>
                </c:pt>
                <c:pt idx="1632">
                  <c:v>43531</c:v>
                </c:pt>
                <c:pt idx="1633">
                  <c:v>43532</c:v>
                </c:pt>
                <c:pt idx="1634">
                  <c:v>43533</c:v>
                </c:pt>
                <c:pt idx="1635">
                  <c:v>43534</c:v>
                </c:pt>
                <c:pt idx="1636">
                  <c:v>43535</c:v>
                </c:pt>
                <c:pt idx="1637">
                  <c:v>43536</c:v>
                </c:pt>
                <c:pt idx="1638">
                  <c:v>43537</c:v>
                </c:pt>
                <c:pt idx="1639">
                  <c:v>43538</c:v>
                </c:pt>
                <c:pt idx="1640">
                  <c:v>43539</c:v>
                </c:pt>
                <c:pt idx="1641">
                  <c:v>43540</c:v>
                </c:pt>
                <c:pt idx="1642">
                  <c:v>43541</c:v>
                </c:pt>
                <c:pt idx="1643">
                  <c:v>43542</c:v>
                </c:pt>
                <c:pt idx="1644">
                  <c:v>43543</c:v>
                </c:pt>
                <c:pt idx="1645">
                  <c:v>43544</c:v>
                </c:pt>
                <c:pt idx="1646">
                  <c:v>43545</c:v>
                </c:pt>
                <c:pt idx="1647">
                  <c:v>43546</c:v>
                </c:pt>
                <c:pt idx="1648">
                  <c:v>43547</c:v>
                </c:pt>
                <c:pt idx="1649">
                  <c:v>43548</c:v>
                </c:pt>
                <c:pt idx="1650">
                  <c:v>43549</c:v>
                </c:pt>
                <c:pt idx="1651">
                  <c:v>43550</c:v>
                </c:pt>
                <c:pt idx="1652">
                  <c:v>43551</c:v>
                </c:pt>
                <c:pt idx="1653">
                  <c:v>43552</c:v>
                </c:pt>
                <c:pt idx="1654">
                  <c:v>43553</c:v>
                </c:pt>
                <c:pt idx="1655">
                  <c:v>43554</c:v>
                </c:pt>
                <c:pt idx="1656">
                  <c:v>43555</c:v>
                </c:pt>
                <c:pt idx="1657">
                  <c:v>43556</c:v>
                </c:pt>
                <c:pt idx="1658">
                  <c:v>43557</c:v>
                </c:pt>
                <c:pt idx="1659">
                  <c:v>43558</c:v>
                </c:pt>
                <c:pt idx="1660">
                  <c:v>43559</c:v>
                </c:pt>
                <c:pt idx="1661">
                  <c:v>43560</c:v>
                </c:pt>
                <c:pt idx="1662">
                  <c:v>43561</c:v>
                </c:pt>
                <c:pt idx="1663">
                  <c:v>43562</c:v>
                </c:pt>
                <c:pt idx="1664">
                  <c:v>43563</c:v>
                </c:pt>
                <c:pt idx="1665">
                  <c:v>43564</c:v>
                </c:pt>
                <c:pt idx="1666">
                  <c:v>43565</c:v>
                </c:pt>
                <c:pt idx="1667">
                  <c:v>43566</c:v>
                </c:pt>
                <c:pt idx="1668">
                  <c:v>43567</c:v>
                </c:pt>
                <c:pt idx="1669">
                  <c:v>43568</c:v>
                </c:pt>
                <c:pt idx="1670">
                  <c:v>43569</c:v>
                </c:pt>
                <c:pt idx="1671">
                  <c:v>43570</c:v>
                </c:pt>
                <c:pt idx="1672">
                  <c:v>43571</c:v>
                </c:pt>
                <c:pt idx="1673">
                  <c:v>43572</c:v>
                </c:pt>
                <c:pt idx="1674">
                  <c:v>43573</c:v>
                </c:pt>
                <c:pt idx="1675">
                  <c:v>43574</c:v>
                </c:pt>
                <c:pt idx="1676">
                  <c:v>43575</c:v>
                </c:pt>
                <c:pt idx="1677">
                  <c:v>43576</c:v>
                </c:pt>
                <c:pt idx="1678">
                  <c:v>43577</c:v>
                </c:pt>
                <c:pt idx="1679">
                  <c:v>43578</c:v>
                </c:pt>
                <c:pt idx="1680">
                  <c:v>43579</c:v>
                </c:pt>
                <c:pt idx="1681">
                  <c:v>43580</c:v>
                </c:pt>
                <c:pt idx="1682">
                  <c:v>43581</c:v>
                </c:pt>
                <c:pt idx="1683">
                  <c:v>43582</c:v>
                </c:pt>
                <c:pt idx="1684">
                  <c:v>43583</c:v>
                </c:pt>
                <c:pt idx="1685">
                  <c:v>43584</c:v>
                </c:pt>
                <c:pt idx="1686">
                  <c:v>43585</c:v>
                </c:pt>
                <c:pt idx="1687">
                  <c:v>43586</c:v>
                </c:pt>
                <c:pt idx="1688">
                  <c:v>43587</c:v>
                </c:pt>
                <c:pt idx="1689">
                  <c:v>43588</c:v>
                </c:pt>
                <c:pt idx="1690">
                  <c:v>43589</c:v>
                </c:pt>
                <c:pt idx="1691">
                  <c:v>43590</c:v>
                </c:pt>
                <c:pt idx="1692">
                  <c:v>43591</c:v>
                </c:pt>
                <c:pt idx="1693">
                  <c:v>43592</c:v>
                </c:pt>
                <c:pt idx="1694">
                  <c:v>43593</c:v>
                </c:pt>
                <c:pt idx="1695">
                  <c:v>43594</c:v>
                </c:pt>
                <c:pt idx="1696">
                  <c:v>43595</c:v>
                </c:pt>
                <c:pt idx="1697">
                  <c:v>43596</c:v>
                </c:pt>
                <c:pt idx="1698">
                  <c:v>43597</c:v>
                </c:pt>
                <c:pt idx="1699">
                  <c:v>43598</c:v>
                </c:pt>
                <c:pt idx="1700">
                  <c:v>43599</c:v>
                </c:pt>
                <c:pt idx="1701">
                  <c:v>43600</c:v>
                </c:pt>
                <c:pt idx="1702">
                  <c:v>43601</c:v>
                </c:pt>
                <c:pt idx="1703">
                  <c:v>43602</c:v>
                </c:pt>
                <c:pt idx="1704">
                  <c:v>43603</c:v>
                </c:pt>
                <c:pt idx="1705">
                  <c:v>43604</c:v>
                </c:pt>
                <c:pt idx="1706">
                  <c:v>43605</c:v>
                </c:pt>
                <c:pt idx="1707">
                  <c:v>43606</c:v>
                </c:pt>
                <c:pt idx="1708">
                  <c:v>43607</c:v>
                </c:pt>
                <c:pt idx="1709">
                  <c:v>43608</c:v>
                </c:pt>
                <c:pt idx="1710">
                  <c:v>43609</c:v>
                </c:pt>
                <c:pt idx="1711">
                  <c:v>43610</c:v>
                </c:pt>
                <c:pt idx="1712">
                  <c:v>43611</c:v>
                </c:pt>
                <c:pt idx="1713">
                  <c:v>43612</c:v>
                </c:pt>
                <c:pt idx="1714">
                  <c:v>43613</c:v>
                </c:pt>
                <c:pt idx="1715">
                  <c:v>43614</c:v>
                </c:pt>
                <c:pt idx="1716">
                  <c:v>43615</c:v>
                </c:pt>
                <c:pt idx="1717">
                  <c:v>43616</c:v>
                </c:pt>
                <c:pt idx="1718">
                  <c:v>43617</c:v>
                </c:pt>
                <c:pt idx="1719">
                  <c:v>43618</c:v>
                </c:pt>
                <c:pt idx="1720">
                  <c:v>43619</c:v>
                </c:pt>
                <c:pt idx="1721">
                  <c:v>43620</c:v>
                </c:pt>
                <c:pt idx="1722">
                  <c:v>43621</c:v>
                </c:pt>
                <c:pt idx="1723">
                  <c:v>43622</c:v>
                </c:pt>
                <c:pt idx="1724">
                  <c:v>43623</c:v>
                </c:pt>
                <c:pt idx="1725">
                  <c:v>43624</c:v>
                </c:pt>
                <c:pt idx="1726">
                  <c:v>43625</c:v>
                </c:pt>
                <c:pt idx="1727">
                  <c:v>43626</c:v>
                </c:pt>
                <c:pt idx="1728">
                  <c:v>43627</c:v>
                </c:pt>
                <c:pt idx="1729">
                  <c:v>43628</c:v>
                </c:pt>
                <c:pt idx="1730">
                  <c:v>43629</c:v>
                </c:pt>
                <c:pt idx="1731">
                  <c:v>43630</c:v>
                </c:pt>
                <c:pt idx="1732">
                  <c:v>43631</c:v>
                </c:pt>
                <c:pt idx="1733">
                  <c:v>43632</c:v>
                </c:pt>
                <c:pt idx="1734">
                  <c:v>43633</c:v>
                </c:pt>
                <c:pt idx="1735">
                  <c:v>43634</c:v>
                </c:pt>
                <c:pt idx="1736">
                  <c:v>43635</c:v>
                </c:pt>
                <c:pt idx="1737">
                  <c:v>43636</c:v>
                </c:pt>
                <c:pt idx="1738">
                  <c:v>43637</c:v>
                </c:pt>
                <c:pt idx="1739">
                  <c:v>43638</c:v>
                </c:pt>
                <c:pt idx="1740">
                  <c:v>43639</c:v>
                </c:pt>
                <c:pt idx="1741">
                  <c:v>43640</c:v>
                </c:pt>
                <c:pt idx="1742">
                  <c:v>43641</c:v>
                </c:pt>
                <c:pt idx="1743">
                  <c:v>43642</c:v>
                </c:pt>
                <c:pt idx="1744">
                  <c:v>43643</c:v>
                </c:pt>
                <c:pt idx="1745">
                  <c:v>43644</c:v>
                </c:pt>
                <c:pt idx="1746">
                  <c:v>43645</c:v>
                </c:pt>
                <c:pt idx="1747">
                  <c:v>43646</c:v>
                </c:pt>
                <c:pt idx="1748">
                  <c:v>43647</c:v>
                </c:pt>
                <c:pt idx="1749">
                  <c:v>43648</c:v>
                </c:pt>
                <c:pt idx="1750">
                  <c:v>43649</c:v>
                </c:pt>
                <c:pt idx="1751">
                  <c:v>43650</c:v>
                </c:pt>
                <c:pt idx="1752">
                  <c:v>43651</c:v>
                </c:pt>
                <c:pt idx="1753">
                  <c:v>43652</c:v>
                </c:pt>
                <c:pt idx="1754">
                  <c:v>43653</c:v>
                </c:pt>
                <c:pt idx="1755">
                  <c:v>43654</c:v>
                </c:pt>
                <c:pt idx="1756">
                  <c:v>43655</c:v>
                </c:pt>
                <c:pt idx="1757">
                  <c:v>43656</c:v>
                </c:pt>
                <c:pt idx="1758">
                  <c:v>43657</c:v>
                </c:pt>
                <c:pt idx="1759">
                  <c:v>43658</c:v>
                </c:pt>
                <c:pt idx="1760">
                  <c:v>43659</c:v>
                </c:pt>
                <c:pt idx="1761">
                  <c:v>43660</c:v>
                </c:pt>
                <c:pt idx="1762">
                  <c:v>43661</c:v>
                </c:pt>
                <c:pt idx="1763">
                  <c:v>43662</c:v>
                </c:pt>
                <c:pt idx="1764">
                  <c:v>43663</c:v>
                </c:pt>
                <c:pt idx="1765">
                  <c:v>43664</c:v>
                </c:pt>
                <c:pt idx="1766">
                  <c:v>43665</c:v>
                </c:pt>
                <c:pt idx="1767">
                  <c:v>43666</c:v>
                </c:pt>
                <c:pt idx="1768">
                  <c:v>43667</c:v>
                </c:pt>
                <c:pt idx="1769">
                  <c:v>43668</c:v>
                </c:pt>
                <c:pt idx="1770">
                  <c:v>43669</c:v>
                </c:pt>
                <c:pt idx="1771">
                  <c:v>43670</c:v>
                </c:pt>
                <c:pt idx="1772">
                  <c:v>43671</c:v>
                </c:pt>
                <c:pt idx="1773">
                  <c:v>43672</c:v>
                </c:pt>
                <c:pt idx="1774">
                  <c:v>43673</c:v>
                </c:pt>
                <c:pt idx="1775">
                  <c:v>43674</c:v>
                </c:pt>
                <c:pt idx="1776">
                  <c:v>43675</c:v>
                </c:pt>
                <c:pt idx="1777">
                  <c:v>43676</c:v>
                </c:pt>
                <c:pt idx="1778">
                  <c:v>43677</c:v>
                </c:pt>
                <c:pt idx="1779">
                  <c:v>43678</c:v>
                </c:pt>
                <c:pt idx="1780">
                  <c:v>43679</c:v>
                </c:pt>
                <c:pt idx="1781">
                  <c:v>43680</c:v>
                </c:pt>
                <c:pt idx="1782">
                  <c:v>43681</c:v>
                </c:pt>
                <c:pt idx="1783">
                  <c:v>43682</c:v>
                </c:pt>
                <c:pt idx="1784">
                  <c:v>43683</c:v>
                </c:pt>
                <c:pt idx="1785">
                  <c:v>43684</c:v>
                </c:pt>
                <c:pt idx="1786">
                  <c:v>43685</c:v>
                </c:pt>
                <c:pt idx="1787">
                  <c:v>43686</c:v>
                </c:pt>
                <c:pt idx="1788">
                  <c:v>43687</c:v>
                </c:pt>
                <c:pt idx="1789">
                  <c:v>43688</c:v>
                </c:pt>
                <c:pt idx="1790">
                  <c:v>43689</c:v>
                </c:pt>
                <c:pt idx="1791">
                  <c:v>43690</c:v>
                </c:pt>
                <c:pt idx="1792">
                  <c:v>43691</c:v>
                </c:pt>
                <c:pt idx="1793">
                  <c:v>43692</c:v>
                </c:pt>
                <c:pt idx="1794">
                  <c:v>43693</c:v>
                </c:pt>
                <c:pt idx="1795">
                  <c:v>43694</c:v>
                </c:pt>
                <c:pt idx="1796">
                  <c:v>43695</c:v>
                </c:pt>
                <c:pt idx="1797">
                  <c:v>43696</c:v>
                </c:pt>
                <c:pt idx="1798">
                  <c:v>43697</c:v>
                </c:pt>
                <c:pt idx="1799">
                  <c:v>43698</c:v>
                </c:pt>
                <c:pt idx="1800">
                  <c:v>43699</c:v>
                </c:pt>
                <c:pt idx="1801">
                  <c:v>43700</c:v>
                </c:pt>
                <c:pt idx="1802">
                  <c:v>43701</c:v>
                </c:pt>
                <c:pt idx="1803">
                  <c:v>43702</c:v>
                </c:pt>
                <c:pt idx="1804">
                  <c:v>43703</c:v>
                </c:pt>
                <c:pt idx="1805">
                  <c:v>43704</c:v>
                </c:pt>
                <c:pt idx="1806">
                  <c:v>43705</c:v>
                </c:pt>
                <c:pt idx="1807">
                  <c:v>43706</c:v>
                </c:pt>
                <c:pt idx="1808">
                  <c:v>43707</c:v>
                </c:pt>
                <c:pt idx="1809">
                  <c:v>43708</c:v>
                </c:pt>
                <c:pt idx="1810">
                  <c:v>43709</c:v>
                </c:pt>
                <c:pt idx="1811">
                  <c:v>43710</c:v>
                </c:pt>
                <c:pt idx="1812">
                  <c:v>43711</c:v>
                </c:pt>
                <c:pt idx="1813">
                  <c:v>43712</c:v>
                </c:pt>
                <c:pt idx="1814">
                  <c:v>43713</c:v>
                </c:pt>
                <c:pt idx="1815">
                  <c:v>43714</c:v>
                </c:pt>
                <c:pt idx="1816">
                  <c:v>43715</c:v>
                </c:pt>
                <c:pt idx="1817">
                  <c:v>43716</c:v>
                </c:pt>
                <c:pt idx="1818">
                  <c:v>43717</c:v>
                </c:pt>
                <c:pt idx="1819">
                  <c:v>43718</c:v>
                </c:pt>
                <c:pt idx="1820">
                  <c:v>43719</c:v>
                </c:pt>
                <c:pt idx="1821">
                  <c:v>43720</c:v>
                </c:pt>
                <c:pt idx="1822">
                  <c:v>43721</c:v>
                </c:pt>
                <c:pt idx="1823">
                  <c:v>43722</c:v>
                </c:pt>
                <c:pt idx="1824">
                  <c:v>43723</c:v>
                </c:pt>
                <c:pt idx="1825">
                  <c:v>43724</c:v>
                </c:pt>
                <c:pt idx="1826">
                  <c:v>43725</c:v>
                </c:pt>
                <c:pt idx="1827">
                  <c:v>43726</c:v>
                </c:pt>
                <c:pt idx="1828">
                  <c:v>43727</c:v>
                </c:pt>
                <c:pt idx="1829">
                  <c:v>43728</c:v>
                </c:pt>
                <c:pt idx="1830">
                  <c:v>43729</c:v>
                </c:pt>
                <c:pt idx="1831">
                  <c:v>43730</c:v>
                </c:pt>
                <c:pt idx="1832">
                  <c:v>43731</c:v>
                </c:pt>
                <c:pt idx="1833">
                  <c:v>43732</c:v>
                </c:pt>
                <c:pt idx="1834">
                  <c:v>43733</c:v>
                </c:pt>
                <c:pt idx="1835">
                  <c:v>43734</c:v>
                </c:pt>
                <c:pt idx="1836">
                  <c:v>43735</c:v>
                </c:pt>
                <c:pt idx="1837">
                  <c:v>43736</c:v>
                </c:pt>
                <c:pt idx="1838">
                  <c:v>43737</c:v>
                </c:pt>
                <c:pt idx="1839">
                  <c:v>43738</c:v>
                </c:pt>
                <c:pt idx="1840">
                  <c:v>43739</c:v>
                </c:pt>
                <c:pt idx="1841">
                  <c:v>43740</c:v>
                </c:pt>
                <c:pt idx="1842">
                  <c:v>43741</c:v>
                </c:pt>
                <c:pt idx="1843">
                  <c:v>43742</c:v>
                </c:pt>
                <c:pt idx="1844">
                  <c:v>43743</c:v>
                </c:pt>
                <c:pt idx="1845">
                  <c:v>43744</c:v>
                </c:pt>
                <c:pt idx="1846">
                  <c:v>43745</c:v>
                </c:pt>
                <c:pt idx="1847">
                  <c:v>43746</c:v>
                </c:pt>
                <c:pt idx="1848">
                  <c:v>43747</c:v>
                </c:pt>
                <c:pt idx="1849">
                  <c:v>43748</c:v>
                </c:pt>
                <c:pt idx="1850">
                  <c:v>43749</c:v>
                </c:pt>
                <c:pt idx="1851">
                  <c:v>43750</c:v>
                </c:pt>
                <c:pt idx="1852">
                  <c:v>43751</c:v>
                </c:pt>
                <c:pt idx="1853">
                  <c:v>43752</c:v>
                </c:pt>
                <c:pt idx="1854">
                  <c:v>43753</c:v>
                </c:pt>
                <c:pt idx="1855">
                  <c:v>43754</c:v>
                </c:pt>
                <c:pt idx="1856">
                  <c:v>43755</c:v>
                </c:pt>
                <c:pt idx="1857">
                  <c:v>43756</c:v>
                </c:pt>
                <c:pt idx="1858">
                  <c:v>43757</c:v>
                </c:pt>
                <c:pt idx="1859">
                  <c:v>43758</c:v>
                </c:pt>
                <c:pt idx="1860">
                  <c:v>43759</c:v>
                </c:pt>
                <c:pt idx="1861">
                  <c:v>43760</c:v>
                </c:pt>
                <c:pt idx="1862">
                  <c:v>43761</c:v>
                </c:pt>
                <c:pt idx="1863">
                  <c:v>43762</c:v>
                </c:pt>
                <c:pt idx="1864">
                  <c:v>43763</c:v>
                </c:pt>
                <c:pt idx="1865">
                  <c:v>43764</c:v>
                </c:pt>
                <c:pt idx="1866">
                  <c:v>43765</c:v>
                </c:pt>
                <c:pt idx="1867">
                  <c:v>43766</c:v>
                </c:pt>
                <c:pt idx="1868">
                  <c:v>43767</c:v>
                </c:pt>
                <c:pt idx="1869">
                  <c:v>43768</c:v>
                </c:pt>
                <c:pt idx="1870">
                  <c:v>43769</c:v>
                </c:pt>
                <c:pt idx="1871">
                  <c:v>43770</c:v>
                </c:pt>
                <c:pt idx="1872">
                  <c:v>43771</c:v>
                </c:pt>
                <c:pt idx="1873">
                  <c:v>43772</c:v>
                </c:pt>
                <c:pt idx="1874">
                  <c:v>43773</c:v>
                </c:pt>
                <c:pt idx="1875">
                  <c:v>43774</c:v>
                </c:pt>
                <c:pt idx="1876">
                  <c:v>43775</c:v>
                </c:pt>
                <c:pt idx="1877">
                  <c:v>43776</c:v>
                </c:pt>
                <c:pt idx="1878">
                  <c:v>43777</c:v>
                </c:pt>
                <c:pt idx="1879">
                  <c:v>43778</c:v>
                </c:pt>
                <c:pt idx="1880">
                  <c:v>43779</c:v>
                </c:pt>
                <c:pt idx="1881">
                  <c:v>43780</c:v>
                </c:pt>
                <c:pt idx="1882">
                  <c:v>43781</c:v>
                </c:pt>
                <c:pt idx="1883">
                  <c:v>43782</c:v>
                </c:pt>
                <c:pt idx="1884">
                  <c:v>43783</c:v>
                </c:pt>
                <c:pt idx="1885">
                  <c:v>43784</c:v>
                </c:pt>
                <c:pt idx="1886">
                  <c:v>43785</c:v>
                </c:pt>
                <c:pt idx="1887">
                  <c:v>43786</c:v>
                </c:pt>
                <c:pt idx="1888">
                  <c:v>43787</c:v>
                </c:pt>
                <c:pt idx="1889">
                  <c:v>43788</c:v>
                </c:pt>
                <c:pt idx="1890">
                  <c:v>43789</c:v>
                </c:pt>
                <c:pt idx="1891">
                  <c:v>43790</c:v>
                </c:pt>
                <c:pt idx="1892">
                  <c:v>43791</c:v>
                </c:pt>
                <c:pt idx="1893">
                  <c:v>43792</c:v>
                </c:pt>
                <c:pt idx="1894">
                  <c:v>43793</c:v>
                </c:pt>
                <c:pt idx="1895">
                  <c:v>43794</c:v>
                </c:pt>
                <c:pt idx="1896">
                  <c:v>43795</c:v>
                </c:pt>
                <c:pt idx="1897">
                  <c:v>43796</c:v>
                </c:pt>
                <c:pt idx="1898">
                  <c:v>43797</c:v>
                </c:pt>
                <c:pt idx="1899">
                  <c:v>43798</c:v>
                </c:pt>
                <c:pt idx="1900">
                  <c:v>43799</c:v>
                </c:pt>
                <c:pt idx="1901">
                  <c:v>43800</c:v>
                </c:pt>
                <c:pt idx="1902">
                  <c:v>43801</c:v>
                </c:pt>
                <c:pt idx="1903">
                  <c:v>43802</c:v>
                </c:pt>
                <c:pt idx="1904">
                  <c:v>43803</c:v>
                </c:pt>
                <c:pt idx="1905">
                  <c:v>43804</c:v>
                </c:pt>
                <c:pt idx="1906">
                  <c:v>43805</c:v>
                </c:pt>
                <c:pt idx="1907">
                  <c:v>43806</c:v>
                </c:pt>
                <c:pt idx="1908">
                  <c:v>43807</c:v>
                </c:pt>
                <c:pt idx="1909">
                  <c:v>43808</c:v>
                </c:pt>
                <c:pt idx="1910">
                  <c:v>43809</c:v>
                </c:pt>
                <c:pt idx="1911">
                  <c:v>43810</c:v>
                </c:pt>
                <c:pt idx="1912">
                  <c:v>43811</c:v>
                </c:pt>
                <c:pt idx="1913">
                  <c:v>43812</c:v>
                </c:pt>
                <c:pt idx="1914">
                  <c:v>43813</c:v>
                </c:pt>
                <c:pt idx="1915">
                  <c:v>43814</c:v>
                </c:pt>
                <c:pt idx="1916">
                  <c:v>43815</c:v>
                </c:pt>
                <c:pt idx="1917">
                  <c:v>43816</c:v>
                </c:pt>
                <c:pt idx="1918">
                  <c:v>43817</c:v>
                </c:pt>
                <c:pt idx="1919">
                  <c:v>43818</c:v>
                </c:pt>
                <c:pt idx="1920">
                  <c:v>43819</c:v>
                </c:pt>
                <c:pt idx="1921">
                  <c:v>43820</c:v>
                </c:pt>
                <c:pt idx="1922">
                  <c:v>43821</c:v>
                </c:pt>
                <c:pt idx="1923">
                  <c:v>43822</c:v>
                </c:pt>
                <c:pt idx="1924">
                  <c:v>43823</c:v>
                </c:pt>
                <c:pt idx="1925">
                  <c:v>43824</c:v>
                </c:pt>
                <c:pt idx="1926">
                  <c:v>43825</c:v>
                </c:pt>
                <c:pt idx="1927">
                  <c:v>43826</c:v>
                </c:pt>
                <c:pt idx="1928">
                  <c:v>43827</c:v>
                </c:pt>
                <c:pt idx="1929">
                  <c:v>43828</c:v>
                </c:pt>
                <c:pt idx="1930">
                  <c:v>43829</c:v>
                </c:pt>
                <c:pt idx="1931">
                  <c:v>43830</c:v>
                </c:pt>
                <c:pt idx="1932">
                  <c:v>43831</c:v>
                </c:pt>
                <c:pt idx="1933">
                  <c:v>43832</c:v>
                </c:pt>
                <c:pt idx="1934">
                  <c:v>43833</c:v>
                </c:pt>
                <c:pt idx="1935">
                  <c:v>43834</c:v>
                </c:pt>
                <c:pt idx="1936">
                  <c:v>43835</c:v>
                </c:pt>
                <c:pt idx="1937">
                  <c:v>43836</c:v>
                </c:pt>
                <c:pt idx="1938">
                  <c:v>43837</c:v>
                </c:pt>
                <c:pt idx="1939">
                  <c:v>43838</c:v>
                </c:pt>
                <c:pt idx="1940">
                  <c:v>43839</c:v>
                </c:pt>
                <c:pt idx="1941">
                  <c:v>43840</c:v>
                </c:pt>
                <c:pt idx="1942">
                  <c:v>43841</c:v>
                </c:pt>
                <c:pt idx="1943">
                  <c:v>43842</c:v>
                </c:pt>
                <c:pt idx="1944">
                  <c:v>43843</c:v>
                </c:pt>
                <c:pt idx="1945">
                  <c:v>43844</c:v>
                </c:pt>
                <c:pt idx="1946">
                  <c:v>43845</c:v>
                </c:pt>
                <c:pt idx="1947">
                  <c:v>43846</c:v>
                </c:pt>
                <c:pt idx="1948">
                  <c:v>43847</c:v>
                </c:pt>
                <c:pt idx="1949">
                  <c:v>43848</c:v>
                </c:pt>
                <c:pt idx="1950">
                  <c:v>43849</c:v>
                </c:pt>
                <c:pt idx="1951">
                  <c:v>43850</c:v>
                </c:pt>
                <c:pt idx="1952">
                  <c:v>43851</c:v>
                </c:pt>
                <c:pt idx="1953">
                  <c:v>43852</c:v>
                </c:pt>
                <c:pt idx="1954">
                  <c:v>43853</c:v>
                </c:pt>
                <c:pt idx="1955">
                  <c:v>43854</c:v>
                </c:pt>
                <c:pt idx="1956">
                  <c:v>43855</c:v>
                </c:pt>
                <c:pt idx="1957">
                  <c:v>43856</c:v>
                </c:pt>
                <c:pt idx="1958">
                  <c:v>43857</c:v>
                </c:pt>
                <c:pt idx="1959">
                  <c:v>43858</c:v>
                </c:pt>
                <c:pt idx="1960">
                  <c:v>43859</c:v>
                </c:pt>
                <c:pt idx="1961">
                  <c:v>43860</c:v>
                </c:pt>
                <c:pt idx="1962">
                  <c:v>43861</c:v>
                </c:pt>
                <c:pt idx="1963">
                  <c:v>43862</c:v>
                </c:pt>
                <c:pt idx="1964">
                  <c:v>43863</c:v>
                </c:pt>
                <c:pt idx="1965">
                  <c:v>43864</c:v>
                </c:pt>
                <c:pt idx="1966">
                  <c:v>43865</c:v>
                </c:pt>
                <c:pt idx="1967">
                  <c:v>43866</c:v>
                </c:pt>
                <c:pt idx="1968">
                  <c:v>43867</c:v>
                </c:pt>
                <c:pt idx="1969">
                  <c:v>43868</c:v>
                </c:pt>
                <c:pt idx="1970">
                  <c:v>43869</c:v>
                </c:pt>
                <c:pt idx="1971">
                  <c:v>43870</c:v>
                </c:pt>
                <c:pt idx="1972">
                  <c:v>43871</c:v>
                </c:pt>
                <c:pt idx="1973">
                  <c:v>43872</c:v>
                </c:pt>
                <c:pt idx="1974">
                  <c:v>43873</c:v>
                </c:pt>
                <c:pt idx="1975">
                  <c:v>43874</c:v>
                </c:pt>
                <c:pt idx="1976">
                  <c:v>43875</c:v>
                </c:pt>
                <c:pt idx="1977">
                  <c:v>43876</c:v>
                </c:pt>
                <c:pt idx="1978">
                  <c:v>43877</c:v>
                </c:pt>
                <c:pt idx="1979">
                  <c:v>43878</c:v>
                </c:pt>
                <c:pt idx="1980">
                  <c:v>43879</c:v>
                </c:pt>
                <c:pt idx="1981">
                  <c:v>43880</c:v>
                </c:pt>
                <c:pt idx="1982">
                  <c:v>43881</c:v>
                </c:pt>
                <c:pt idx="1983">
                  <c:v>43882</c:v>
                </c:pt>
                <c:pt idx="1984">
                  <c:v>43883</c:v>
                </c:pt>
                <c:pt idx="1985">
                  <c:v>43884</c:v>
                </c:pt>
                <c:pt idx="1986">
                  <c:v>43885</c:v>
                </c:pt>
                <c:pt idx="1987">
                  <c:v>43886</c:v>
                </c:pt>
                <c:pt idx="1988">
                  <c:v>43887</c:v>
                </c:pt>
                <c:pt idx="1989">
                  <c:v>43888</c:v>
                </c:pt>
                <c:pt idx="1990">
                  <c:v>43889</c:v>
                </c:pt>
                <c:pt idx="1991">
                  <c:v>43890</c:v>
                </c:pt>
                <c:pt idx="1992">
                  <c:v>43891</c:v>
                </c:pt>
                <c:pt idx="1993">
                  <c:v>43892</c:v>
                </c:pt>
                <c:pt idx="1994">
                  <c:v>43893</c:v>
                </c:pt>
                <c:pt idx="1995">
                  <c:v>43894</c:v>
                </c:pt>
                <c:pt idx="1996">
                  <c:v>43895</c:v>
                </c:pt>
                <c:pt idx="1997">
                  <c:v>43896</c:v>
                </c:pt>
                <c:pt idx="1998">
                  <c:v>43897</c:v>
                </c:pt>
                <c:pt idx="1999">
                  <c:v>43898</c:v>
                </c:pt>
                <c:pt idx="2000">
                  <c:v>43899</c:v>
                </c:pt>
                <c:pt idx="2001">
                  <c:v>43900</c:v>
                </c:pt>
                <c:pt idx="2002">
                  <c:v>43901</c:v>
                </c:pt>
                <c:pt idx="2003">
                  <c:v>43902</c:v>
                </c:pt>
                <c:pt idx="2004">
                  <c:v>43903</c:v>
                </c:pt>
                <c:pt idx="2005">
                  <c:v>43904</c:v>
                </c:pt>
                <c:pt idx="2006">
                  <c:v>43905</c:v>
                </c:pt>
                <c:pt idx="2007">
                  <c:v>43906</c:v>
                </c:pt>
                <c:pt idx="2008">
                  <c:v>43907</c:v>
                </c:pt>
                <c:pt idx="2009">
                  <c:v>43908</c:v>
                </c:pt>
                <c:pt idx="2010">
                  <c:v>43909</c:v>
                </c:pt>
                <c:pt idx="2011">
                  <c:v>43910</c:v>
                </c:pt>
                <c:pt idx="2012">
                  <c:v>43911</c:v>
                </c:pt>
                <c:pt idx="2013">
                  <c:v>43912</c:v>
                </c:pt>
                <c:pt idx="2014">
                  <c:v>43913</c:v>
                </c:pt>
                <c:pt idx="2015">
                  <c:v>43914</c:v>
                </c:pt>
                <c:pt idx="2016">
                  <c:v>43915</c:v>
                </c:pt>
                <c:pt idx="2017">
                  <c:v>43916</c:v>
                </c:pt>
                <c:pt idx="2018">
                  <c:v>43917</c:v>
                </c:pt>
                <c:pt idx="2019">
                  <c:v>43918</c:v>
                </c:pt>
                <c:pt idx="2020">
                  <c:v>43919</c:v>
                </c:pt>
                <c:pt idx="2021">
                  <c:v>43920</c:v>
                </c:pt>
                <c:pt idx="2022">
                  <c:v>43921</c:v>
                </c:pt>
                <c:pt idx="2023">
                  <c:v>43922</c:v>
                </c:pt>
                <c:pt idx="2024">
                  <c:v>43923</c:v>
                </c:pt>
                <c:pt idx="2025">
                  <c:v>43924</c:v>
                </c:pt>
                <c:pt idx="2026">
                  <c:v>43925</c:v>
                </c:pt>
                <c:pt idx="2027">
                  <c:v>43926</c:v>
                </c:pt>
                <c:pt idx="2028">
                  <c:v>43927</c:v>
                </c:pt>
                <c:pt idx="2029">
                  <c:v>43928</c:v>
                </c:pt>
                <c:pt idx="2030">
                  <c:v>43929</c:v>
                </c:pt>
                <c:pt idx="2031">
                  <c:v>43930</c:v>
                </c:pt>
                <c:pt idx="2032">
                  <c:v>43931</c:v>
                </c:pt>
                <c:pt idx="2033">
                  <c:v>43932</c:v>
                </c:pt>
                <c:pt idx="2034">
                  <c:v>43933</c:v>
                </c:pt>
                <c:pt idx="2035">
                  <c:v>43934</c:v>
                </c:pt>
                <c:pt idx="2036">
                  <c:v>43935</c:v>
                </c:pt>
                <c:pt idx="2037">
                  <c:v>43936</c:v>
                </c:pt>
                <c:pt idx="2038">
                  <c:v>43937</c:v>
                </c:pt>
                <c:pt idx="2039">
                  <c:v>43938</c:v>
                </c:pt>
                <c:pt idx="2040">
                  <c:v>43939</c:v>
                </c:pt>
                <c:pt idx="2041">
                  <c:v>43940</c:v>
                </c:pt>
                <c:pt idx="2042">
                  <c:v>43941</c:v>
                </c:pt>
                <c:pt idx="2043">
                  <c:v>43942</c:v>
                </c:pt>
                <c:pt idx="2044">
                  <c:v>43943</c:v>
                </c:pt>
                <c:pt idx="2045">
                  <c:v>43944</c:v>
                </c:pt>
                <c:pt idx="2046">
                  <c:v>43945</c:v>
                </c:pt>
                <c:pt idx="2047">
                  <c:v>43946</c:v>
                </c:pt>
                <c:pt idx="2048">
                  <c:v>43947</c:v>
                </c:pt>
                <c:pt idx="2049">
                  <c:v>43948</c:v>
                </c:pt>
                <c:pt idx="2050">
                  <c:v>43949</c:v>
                </c:pt>
                <c:pt idx="2051">
                  <c:v>43950</c:v>
                </c:pt>
                <c:pt idx="2052">
                  <c:v>43951</c:v>
                </c:pt>
                <c:pt idx="2053">
                  <c:v>43952</c:v>
                </c:pt>
                <c:pt idx="2054">
                  <c:v>43953</c:v>
                </c:pt>
                <c:pt idx="2055">
                  <c:v>43954</c:v>
                </c:pt>
                <c:pt idx="2056">
                  <c:v>43955</c:v>
                </c:pt>
                <c:pt idx="2057">
                  <c:v>43956</c:v>
                </c:pt>
                <c:pt idx="2058">
                  <c:v>43957</c:v>
                </c:pt>
                <c:pt idx="2059">
                  <c:v>43958</c:v>
                </c:pt>
                <c:pt idx="2060">
                  <c:v>43959</c:v>
                </c:pt>
                <c:pt idx="2061">
                  <c:v>43960</c:v>
                </c:pt>
                <c:pt idx="2062">
                  <c:v>43961</c:v>
                </c:pt>
                <c:pt idx="2063">
                  <c:v>43962</c:v>
                </c:pt>
                <c:pt idx="2064">
                  <c:v>43963</c:v>
                </c:pt>
                <c:pt idx="2065">
                  <c:v>43964</c:v>
                </c:pt>
                <c:pt idx="2066">
                  <c:v>43965</c:v>
                </c:pt>
                <c:pt idx="2067">
                  <c:v>43966</c:v>
                </c:pt>
                <c:pt idx="2068">
                  <c:v>43967</c:v>
                </c:pt>
                <c:pt idx="2069">
                  <c:v>43968</c:v>
                </c:pt>
                <c:pt idx="2070">
                  <c:v>43969</c:v>
                </c:pt>
                <c:pt idx="2071">
                  <c:v>43970</c:v>
                </c:pt>
                <c:pt idx="2072">
                  <c:v>43971</c:v>
                </c:pt>
                <c:pt idx="2073">
                  <c:v>43972</c:v>
                </c:pt>
                <c:pt idx="2074">
                  <c:v>43973</c:v>
                </c:pt>
                <c:pt idx="2075">
                  <c:v>43974</c:v>
                </c:pt>
                <c:pt idx="2076">
                  <c:v>43975</c:v>
                </c:pt>
                <c:pt idx="2077">
                  <c:v>43976</c:v>
                </c:pt>
                <c:pt idx="2078">
                  <c:v>43977</c:v>
                </c:pt>
                <c:pt idx="2079">
                  <c:v>43978</c:v>
                </c:pt>
                <c:pt idx="2080">
                  <c:v>43979</c:v>
                </c:pt>
                <c:pt idx="2081">
                  <c:v>43980</c:v>
                </c:pt>
                <c:pt idx="2082">
                  <c:v>43981</c:v>
                </c:pt>
                <c:pt idx="2083">
                  <c:v>43982</c:v>
                </c:pt>
                <c:pt idx="2084">
                  <c:v>43983</c:v>
                </c:pt>
                <c:pt idx="2085">
                  <c:v>43984</c:v>
                </c:pt>
                <c:pt idx="2086">
                  <c:v>43985</c:v>
                </c:pt>
                <c:pt idx="2087">
                  <c:v>43986</c:v>
                </c:pt>
                <c:pt idx="2088">
                  <c:v>43987</c:v>
                </c:pt>
                <c:pt idx="2089">
                  <c:v>43988</c:v>
                </c:pt>
                <c:pt idx="2090">
                  <c:v>43989</c:v>
                </c:pt>
                <c:pt idx="2091">
                  <c:v>43990</c:v>
                </c:pt>
                <c:pt idx="2092">
                  <c:v>43991</c:v>
                </c:pt>
                <c:pt idx="2093">
                  <c:v>43992</c:v>
                </c:pt>
                <c:pt idx="2094">
                  <c:v>43993</c:v>
                </c:pt>
                <c:pt idx="2095">
                  <c:v>43994</c:v>
                </c:pt>
                <c:pt idx="2096">
                  <c:v>43995</c:v>
                </c:pt>
                <c:pt idx="2097">
                  <c:v>43996</c:v>
                </c:pt>
                <c:pt idx="2098">
                  <c:v>43997</c:v>
                </c:pt>
                <c:pt idx="2099">
                  <c:v>43998</c:v>
                </c:pt>
                <c:pt idx="2100">
                  <c:v>43999</c:v>
                </c:pt>
                <c:pt idx="2101">
                  <c:v>44000</c:v>
                </c:pt>
                <c:pt idx="2102">
                  <c:v>44001</c:v>
                </c:pt>
                <c:pt idx="2103">
                  <c:v>44002</c:v>
                </c:pt>
                <c:pt idx="2104">
                  <c:v>44003</c:v>
                </c:pt>
                <c:pt idx="2105">
                  <c:v>44004</c:v>
                </c:pt>
                <c:pt idx="2106">
                  <c:v>44005</c:v>
                </c:pt>
                <c:pt idx="2107">
                  <c:v>44006</c:v>
                </c:pt>
                <c:pt idx="2108">
                  <c:v>44007</c:v>
                </c:pt>
                <c:pt idx="2109">
                  <c:v>44008</c:v>
                </c:pt>
                <c:pt idx="2110">
                  <c:v>44009</c:v>
                </c:pt>
                <c:pt idx="2111">
                  <c:v>44010</c:v>
                </c:pt>
                <c:pt idx="2112">
                  <c:v>44011</c:v>
                </c:pt>
                <c:pt idx="2113">
                  <c:v>44012</c:v>
                </c:pt>
                <c:pt idx="2114">
                  <c:v>44013</c:v>
                </c:pt>
                <c:pt idx="2115">
                  <c:v>44014</c:v>
                </c:pt>
                <c:pt idx="2116">
                  <c:v>44015</c:v>
                </c:pt>
                <c:pt idx="2117">
                  <c:v>44016</c:v>
                </c:pt>
                <c:pt idx="2118">
                  <c:v>44017</c:v>
                </c:pt>
                <c:pt idx="2119">
                  <c:v>44018</c:v>
                </c:pt>
                <c:pt idx="2120">
                  <c:v>44019</c:v>
                </c:pt>
                <c:pt idx="2121">
                  <c:v>44020</c:v>
                </c:pt>
                <c:pt idx="2122">
                  <c:v>44021</c:v>
                </c:pt>
                <c:pt idx="2123">
                  <c:v>44022</c:v>
                </c:pt>
                <c:pt idx="2124">
                  <c:v>44023</c:v>
                </c:pt>
                <c:pt idx="2125">
                  <c:v>44024</c:v>
                </c:pt>
                <c:pt idx="2126">
                  <c:v>44025</c:v>
                </c:pt>
                <c:pt idx="2127">
                  <c:v>44026</c:v>
                </c:pt>
                <c:pt idx="2128">
                  <c:v>44027</c:v>
                </c:pt>
                <c:pt idx="2129">
                  <c:v>44028</c:v>
                </c:pt>
                <c:pt idx="2130">
                  <c:v>44029</c:v>
                </c:pt>
                <c:pt idx="2131">
                  <c:v>44030</c:v>
                </c:pt>
                <c:pt idx="2132">
                  <c:v>44031</c:v>
                </c:pt>
                <c:pt idx="2133">
                  <c:v>44032</c:v>
                </c:pt>
                <c:pt idx="2134">
                  <c:v>44033</c:v>
                </c:pt>
                <c:pt idx="2135">
                  <c:v>44034</c:v>
                </c:pt>
                <c:pt idx="2136">
                  <c:v>44035</c:v>
                </c:pt>
                <c:pt idx="2137">
                  <c:v>44036</c:v>
                </c:pt>
                <c:pt idx="2138">
                  <c:v>44037</c:v>
                </c:pt>
                <c:pt idx="2139">
                  <c:v>44038</c:v>
                </c:pt>
                <c:pt idx="2140">
                  <c:v>44039</c:v>
                </c:pt>
                <c:pt idx="2141">
                  <c:v>44040</c:v>
                </c:pt>
                <c:pt idx="2142">
                  <c:v>44041</c:v>
                </c:pt>
                <c:pt idx="2143">
                  <c:v>44042</c:v>
                </c:pt>
                <c:pt idx="2144">
                  <c:v>44043</c:v>
                </c:pt>
                <c:pt idx="2145">
                  <c:v>44044</c:v>
                </c:pt>
                <c:pt idx="2146">
                  <c:v>44045</c:v>
                </c:pt>
                <c:pt idx="2147">
                  <c:v>44046</c:v>
                </c:pt>
                <c:pt idx="2148">
                  <c:v>44047</c:v>
                </c:pt>
                <c:pt idx="2149">
                  <c:v>44048</c:v>
                </c:pt>
                <c:pt idx="2150">
                  <c:v>44049</c:v>
                </c:pt>
                <c:pt idx="2151">
                  <c:v>44050</c:v>
                </c:pt>
                <c:pt idx="2152">
                  <c:v>44051</c:v>
                </c:pt>
                <c:pt idx="2153">
                  <c:v>44052</c:v>
                </c:pt>
                <c:pt idx="2154">
                  <c:v>44053</c:v>
                </c:pt>
                <c:pt idx="2155">
                  <c:v>44054</c:v>
                </c:pt>
                <c:pt idx="2156">
                  <c:v>44055</c:v>
                </c:pt>
                <c:pt idx="2157">
                  <c:v>44056</c:v>
                </c:pt>
                <c:pt idx="2158">
                  <c:v>44057</c:v>
                </c:pt>
                <c:pt idx="2159">
                  <c:v>44058</c:v>
                </c:pt>
                <c:pt idx="2160">
                  <c:v>44059</c:v>
                </c:pt>
                <c:pt idx="2161">
                  <c:v>44060</c:v>
                </c:pt>
                <c:pt idx="2162">
                  <c:v>44061</c:v>
                </c:pt>
                <c:pt idx="2163">
                  <c:v>44062</c:v>
                </c:pt>
                <c:pt idx="2164">
                  <c:v>44063</c:v>
                </c:pt>
                <c:pt idx="2165">
                  <c:v>44064</c:v>
                </c:pt>
                <c:pt idx="2166">
                  <c:v>44065</c:v>
                </c:pt>
                <c:pt idx="2167">
                  <c:v>44066</c:v>
                </c:pt>
                <c:pt idx="2168">
                  <c:v>44067</c:v>
                </c:pt>
                <c:pt idx="2169">
                  <c:v>44068</c:v>
                </c:pt>
                <c:pt idx="2170">
                  <c:v>44069</c:v>
                </c:pt>
                <c:pt idx="2171">
                  <c:v>44070</c:v>
                </c:pt>
                <c:pt idx="2172">
                  <c:v>44071</c:v>
                </c:pt>
                <c:pt idx="2173">
                  <c:v>44072</c:v>
                </c:pt>
                <c:pt idx="2174">
                  <c:v>44073</c:v>
                </c:pt>
                <c:pt idx="2175">
                  <c:v>44074</c:v>
                </c:pt>
                <c:pt idx="2176">
                  <c:v>44075</c:v>
                </c:pt>
                <c:pt idx="2177">
                  <c:v>44076</c:v>
                </c:pt>
                <c:pt idx="2178">
                  <c:v>44077</c:v>
                </c:pt>
                <c:pt idx="2179">
                  <c:v>44078</c:v>
                </c:pt>
                <c:pt idx="2180">
                  <c:v>44079</c:v>
                </c:pt>
                <c:pt idx="2181">
                  <c:v>44080</c:v>
                </c:pt>
                <c:pt idx="2182">
                  <c:v>44081</c:v>
                </c:pt>
                <c:pt idx="2183">
                  <c:v>44082</c:v>
                </c:pt>
                <c:pt idx="2184">
                  <c:v>44083</c:v>
                </c:pt>
                <c:pt idx="2185">
                  <c:v>44084</c:v>
                </c:pt>
                <c:pt idx="2186">
                  <c:v>44085</c:v>
                </c:pt>
                <c:pt idx="2187">
                  <c:v>44086</c:v>
                </c:pt>
                <c:pt idx="2188">
                  <c:v>44087</c:v>
                </c:pt>
                <c:pt idx="2189">
                  <c:v>44088</c:v>
                </c:pt>
                <c:pt idx="2190">
                  <c:v>44089</c:v>
                </c:pt>
                <c:pt idx="2191">
                  <c:v>44090</c:v>
                </c:pt>
                <c:pt idx="2192">
                  <c:v>44091</c:v>
                </c:pt>
                <c:pt idx="2193">
                  <c:v>44092</c:v>
                </c:pt>
                <c:pt idx="2194">
                  <c:v>44093</c:v>
                </c:pt>
                <c:pt idx="2195">
                  <c:v>44094</c:v>
                </c:pt>
                <c:pt idx="2196">
                  <c:v>44095</c:v>
                </c:pt>
                <c:pt idx="2197">
                  <c:v>44096</c:v>
                </c:pt>
                <c:pt idx="2198">
                  <c:v>44097</c:v>
                </c:pt>
                <c:pt idx="2199">
                  <c:v>44098</c:v>
                </c:pt>
                <c:pt idx="2200">
                  <c:v>44099</c:v>
                </c:pt>
                <c:pt idx="2201">
                  <c:v>44100</c:v>
                </c:pt>
                <c:pt idx="2202">
                  <c:v>44101</c:v>
                </c:pt>
                <c:pt idx="2203">
                  <c:v>44102</c:v>
                </c:pt>
                <c:pt idx="2204">
                  <c:v>44103</c:v>
                </c:pt>
                <c:pt idx="2205">
                  <c:v>44104</c:v>
                </c:pt>
                <c:pt idx="2206">
                  <c:v>44105</c:v>
                </c:pt>
                <c:pt idx="2207">
                  <c:v>44106</c:v>
                </c:pt>
                <c:pt idx="2208">
                  <c:v>44107</c:v>
                </c:pt>
                <c:pt idx="2209">
                  <c:v>44108</c:v>
                </c:pt>
                <c:pt idx="2210">
                  <c:v>44109</c:v>
                </c:pt>
                <c:pt idx="2211">
                  <c:v>44110</c:v>
                </c:pt>
                <c:pt idx="2212">
                  <c:v>44111</c:v>
                </c:pt>
                <c:pt idx="2213">
                  <c:v>44112</c:v>
                </c:pt>
                <c:pt idx="2214">
                  <c:v>44113</c:v>
                </c:pt>
                <c:pt idx="2215">
                  <c:v>44114</c:v>
                </c:pt>
                <c:pt idx="2216">
                  <c:v>44115</c:v>
                </c:pt>
                <c:pt idx="2217">
                  <c:v>44116</c:v>
                </c:pt>
                <c:pt idx="2218">
                  <c:v>44117</c:v>
                </c:pt>
                <c:pt idx="2219">
                  <c:v>44118</c:v>
                </c:pt>
                <c:pt idx="2220">
                  <c:v>44119</c:v>
                </c:pt>
                <c:pt idx="2221">
                  <c:v>44120</c:v>
                </c:pt>
                <c:pt idx="2222">
                  <c:v>44121</c:v>
                </c:pt>
                <c:pt idx="2223">
                  <c:v>44122</c:v>
                </c:pt>
                <c:pt idx="2224">
                  <c:v>44123</c:v>
                </c:pt>
                <c:pt idx="2225">
                  <c:v>44124</c:v>
                </c:pt>
                <c:pt idx="2226">
                  <c:v>44125</c:v>
                </c:pt>
                <c:pt idx="2227">
                  <c:v>44126</c:v>
                </c:pt>
                <c:pt idx="2228">
                  <c:v>44127</c:v>
                </c:pt>
                <c:pt idx="2229">
                  <c:v>44128</c:v>
                </c:pt>
                <c:pt idx="2230">
                  <c:v>44129</c:v>
                </c:pt>
                <c:pt idx="2231">
                  <c:v>44130</c:v>
                </c:pt>
                <c:pt idx="2232">
                  <c:v>44131</c:v>
                </c:pt>
                <c:pt idx="2233">
                  <c:v>44132</c:v>
                </c:pt>
                <c:pt idx="2234">
                  <c:v>44133</c:v>
                </c:pt>
                <c:pt idx="2235">
                  <c:v>44134</c:v>
                </c:pt>
                <c:pt idx="2236">
                  <c:v>44135</c:v>
                </c:pt>
                <c:pt idx="2237">
                  <c:v>44136</c:v>
                </c:pt>
                <c:pt idx="2238">
                  <c:v>44137</c:v>
                </c:pt>
                <c:pt idx="2239">
                  <c:v>44138</c:v>
                </c:pt>
                <c:pt idx="2240">
                  <c:v>44139</c:v>
                </c:pt>
                <c:pt idx="2241">
                  <c:v>44140</c:v>
                </c:pt>
                <c:pt idx="2242">
                  <c:v>44141</c:v>
                </c:pt>
                <c:pt idx="2243">
                  <c:v>44142</c:v>
                </c:pt>
                <c:pt idx="2244">
                  <c:v>44143</c:v>
                </c:pt>
                <c:pt idx="2245">
                  <c:v>44144</c:v>
                </c:pt>
                <c:pt idx="2246">
                  <c:v>44145</c:v>
                </c:pt>
                <c:pt idx="2247">
                  <c:v>44146</c:v>
                </c:pt>
                <c:pt idx="2248">
                  <c:v>44147</c:v>
                </c:pt>
                <c:pt idx="2249">
                  <c:v>44148</c:v>
                </c:pt>
                <c:pt idx="2250">
                  <c:v>44149</c:v>
                </c:pt>
                <c:pt idx="2251">
                  <c:v>44150</c:v>
                </c:pt>
                <c:pt idx="2252">
                  <c:v>44151</c:v>
                </c:pt>
                <c:pt idx="2253">
                  <c:v>44152</c:v>
                </c:pt>
                <c:pt idx="2254">
                  <c:v>44153</c:v>
                </c:pt>
                <c:pt idx="2255">
                  <c:v>44154</c:v>
                </c:pt>
                <c:pt idx="2256">
                  <c:v>44155</c:v>
                </c:pt>
                <c:pt idx="2257">
                  <c:v>44156</c:v>
                </c:pt>
                <c:pt idx="2258">
                  <c:v>44157</c:v>
                </c:pt>
                <c:pt idx="2259">
                  <c:v>44158</c:v>
                </c:pt>
                <c:pt idx="2260">
                  <c:v>44159</c:v>
                </c:pt>
                <c:pt idx="2261">
                  <c:v>44160</c:v>
                </c:pt>
                <c:pt idx="2262">
                  <c:v>44161</c:v>
                </c:pt>
                <c:pt idx="2263">
                  <c:v>44162</c:v>
                </c:pt>
                <c:pt idx="2264">
                  <c:v>44163</c:v>
                </c:pt>
                <c:pt idx="2265">
                  <c:v>44164</c:v>
                </c:pt>
                <c:pt idx="2266">
                  <c:v>44165</c:v>
                </c:pt>
                <c:pt idx="2267">
                  <c:v>44166</c:v>
                </c:pt>
                <c:pt idx="2268">
                  <c:v>44167</c:v>
                </c:pt>
                <c:pt idx="2269">
                  <c:v>44168</c:v>
                </c:pt>
                <c:pt idx="2270">
                  <c:v>44169</c:v>
                </c:pt>
                <c:pt idx="2271">
                  <c:v>44170</c:v>
                </c:pt>
                <c:pt idx="2272">
                  <c:v>44171</c:v>
                </c:pt>
                <c:pt idx="2273">
                  <c:v>44172</c:v>
                </c:pt>
                <c:pt idx="2274">
                  <c:v>44173</c:v>
                </c:pt>
                <c:pt idx="2275">
                  <c:v>44174</c:v>
                </c:pt>
                <c:pt idx="2276">
                  <c:v>44175</c:v>
                </c:pt>
                <c:pt idx="2277">
                  <c:v>44176</c:v>
                </c:pt>
                <c:pt idx="2278">
                  <c:v>44177</c:v>
                </c:pt>
                <c:pt idx="2279">
                  <c:v>44178</c:v>
                </c:pt>
                <c:pt idx="2280">
                  <c:v>44179</c:v>
                </c:pt>
                <c:pt idx="2281">
                  <c:v>44180</c:v>
                </c:pt>
                <c:pt idx="2282">
                  <c:v>44181</c:v>
                </c:pt>
                <c:pt idx="2283">
                  <c:v>44182</c:v>
                </c:pt>
                <c:pt idx="2284">
                  <c:v>44183</c:v>
                </c:pt>
                <c:pt idx="2285">
                  <c:v>44184</c:v>
                </c:pt>
                <c:pt idx="2286">
                  <c:v>44185</c:v>
                </c:pt>
                <c:pt idx="2287">
                  <c:v>44186</c:v>
                </c:pt>
                <c:pt idx="2288">
                  <c:v>44187</c:v>
                </c:pt>
                <c:pt idx="2289">
                  <c:v>44188</c:v>
                </c:pt>
                <c:pt idx="2290">
                  <c:v>44189</c:v>
                </c:pt>
                <c:pt idx="2291">
                  <c:v>44190</c:v>
                </c:pt>
                <c:pt idx="2292">
                  <c:v>44191</c:v>
                </c:pt>
                <c:pt idx="2293">
                  <c:v>44192</c:v>
                </c:pt>
                <c:pt idx="2294">
                  <c:v>44193</c:v>
                </c:pt>
                <c:pt idx="2295">
                  <c:v>44194</c:v>
                </c:pt>
                <c:pt idx="2296">
                  <c:v>44195</c:v>
                </c:pt>
                <c:pt idx="2297">
                  <c:v>44196</c:v>
                </c:pt>
                <c:pt idx="2298">
                  <c:v>44197</c:v>
                </c:pt>
                <c:pt idx="2299">
                  <c:v>44198</c:v>
                </c:pt>
                <c:pt idx="2300">
                  <c:v>44199</c:v>
                </c:pt>
                <c:pt idx="2301">
                  <c:v>44200</c:v>
                </c:pt>
                <c:pt idx="2302">
                  <c:v>44201</c:v>
                </c:pt>
                <c:pt idx="2303">
                  <c:v>44202</c:v>
                </c:pt>
                <c:pt idx="2304">
                  <c:v>44203</c:v>
                </c:pt>
                <c:pt idx="2305">
                  <c:v>44204</c:v>
                </c:pt>
                <c:pt idx="2306">
                  <c:v>44205</c:v>
                </c:pt>
                <c:pt idx="2307">
                  <c:v>44206</c:v>
                </c:pt>
                <c:pt idx="2308">
                  <c:v>44207</c:v>
                </c:pt>
                <c:pt idx="2309">
                  <c:v>44208</c:v>
                </c:pt>
                <c:pt idx="2310">
                  <c:v>44209</c:v>
                </c:pt>
                <c:pt idx="2311">
                  <c:v>44210</c:v>
                </c:pt>
                <c:pt idx="2312">
                  <c:v>44211</c:v>
                </c:pt>
                <c:pt idx="2313">
                  <c:v>44212</c:v>
                </c:pt>
                <c:pt idx="2314">
                  <c:v>44213</c:v>
                </c:pt>
                <c:pt idx="2315">
                  <c:v>44214</c:v>
                </c:pt>
                <c:pt idx="2316">
                  <c:v>44215</c:v>
                </c:pt>
                <c:pt idx="2317">
                  <c:v>44216</c:v>
                </c:pt>
                <c:pt idx="2318">
                  <c:v>44217</c:v>
                </c:pt>
                <c:pt idx="2319">
                  <c:v>44218</c:v>
                </c:pt>
                <c:pt idx="2320">
                  <c:v>44219</c:v>
                </c:pt>
                <c:pt idx="2321">
                  <c:v>44220</c:v>
                </c:pt>
                <c:pt idx="2322">
                  <c:v>44221</c:v>
                </c:pt>
                <c:pt idx="2323">
                  <c:v>44222</c:v>
                </c:pt>
                <c:pt idx="2324">
                  <c:v>44223</c:v>
                </c:pt>
                <c:pt idx="2325">
                  <c:v>44224</c:v>
                </c:pt>
                <c:pt idx="2326">
                  <c:v>44225</c:v>
                </c:pt>
                <c:pt idx="2327">
                  <c:v>44226</c:v>
                </c:pt>
                <c:pt idx="2328">
                  <c:v>44227</c:v>
                </c:pt>
                <c:pt idx="2329">
                  <c:v>44228</c:v>
                </c:pt>
                <c:pt idx="2330">
                  <c:v>44229</c:v>
                </c:pt>
                <c:pt idx="2331">
                  <c:v>44230</c:v>
                </c:pt>
                <c:pt idx="2332">
                  <c:v>44231</c:v>
                </c:pt>
                <c:pt idx="2333">
                  <c:v>44232</c:v>
                </c:pt>
                <c:pt idx="2334">
                  <c:v>44233</c:v>
                </c:pt>
                <c:pt idx="2335">
                  <c:v>44234</c:v>
                </c:pt>
                <c:pt idx="2336">
                  <c:v>44235</c:v>
                </c:pt>
                <c:pt idx="2337">
                  <c:v>44236</c:v>
                </c:pt>
                <c:pt idx="2338">
                  <c:v>44237</c:v>
                </c:pt>
                <c:pt idx="2339">
                  <c:v>44238</c:v>
                </c:pt>
                <c:pt idx="2340">
                  <c:v>44239</c:v>
                </c:pt>
                <c:pt idx="2341">
                  <c:v>44240</c:v>
                </c:pt>
                <c:pt idx="2342">
                  <c:v>44241</c:v>
                </c:pt>
                <c:pt idx="2343">
                  <c:v>44242</c:v>
                </c:pt>
                <c:pt idx="2344">
                  <c:v>44243</c:v>
                </c:pt>
                <c:pt idx="2345">
                  <c:v>44244</c:v>
                </c:pt>
                <c:pt idx="2346">
                  <c:v>44245</c:v>
                </c:pt>
                <c:pt idx="2347">
                  <c:v>44246</c:v>
                </c:pt>
                <c:pt idx="2348">
                  <c:v>44247</c:v>
                </c:pt>
                <c:pt idx="2349">
                  <c:v>44248</c:v>
                </c:pt>
                <c:pt idx="2350">
                  <c:v>44249</c:v>
                </c:pt>
                <c:pt idx="2351">
                  <c:v>44250</c:v>
                </c:pt>
                <c:pt idx="2352">
                  <c:v>44251</c:v>
                </c:pt>
                <c:pt idx="2353">
                  <c:v>44252</c:v>
                </c:pt>
                <c:pt idx="2354">
                  <c:v>44253</c:v>
                </c:pt>
                <c:pt idx="2355">
                  <c:v>44254</c:v>
                </c:pt>
                <c:pt idx="2356">
                  <c:v>44255</c:v>
                </c:pt>
                <c:pt idx="2357">
                  <c:v>44256</c:v>
                </c:pt>
                <c:pt idx="2358">
                  <c:v>44257</c:v>
                </c:pt>
                <c:pt idx="2359">
                  <c:v>44258</c:v>
                </c:pt>
                <c:pt idx="2360">
                  <c:v>44259</c:v>
                </c:pt>
                <c:pt idx="2361">
                  <c:v>44260</c:v>
                </c:pt>
                <c:pt idx="2362">
                  <c:v>44261</c:v>
                </c:pt>
                <c:pt idx="2363">
                  <c:v>44262</c:v>
                </c:pt>
                <c:pt idx="2364">
                  <c:v>44263</c:v>
                </c:pt>
                <c:pt idx="2365">
                  <c:v>44264</c:v>
                </c:pt>
                <c:pt idx="2366">
                  <c:v>44265</c:v>
                </c:pt>
                <c:pt idx="2367">
                  <c:v>44266</c:v>
                </c:pt>
                <c:pt idx="2368">
                  <c:v>44267</c:v>
                </c:pt>
                <c:pt idx="2369">
                  <c:v>44268</c:v>
                </c:pt>
                <c:pt idx="2370">
                  <c:v>44269</c:v>
                </c:pt>
                <c:pt idx="2371">
                  <c:v>44270</c:v>
                </c:pt>
                <c:pt idx="2372">
                  <c:v>44271</c:v>
                </c:pt>
                <c:pt idx="2373">
                  <c:v>44272</c:v>
                </c:pt>
                <c:pt idx="2374">
                  <c:v>44273</c:v>
                </c:pt>
                <c:pt idx="2375">
                  <c:v>44274</c:v>
                </c:pt>
                <c:pt idx="2376">
                  <c:v>44275</c:v>
                </c:pt>
                <c:pt idx="2377">
                  <c:v>44276</c:v>
                </c:pt>
                <c:pt idx="2378">
                  <c:v>44277</c:v>
                </c:pt>
                <c:pt idx="2379">
                  <c:v>44278</c:v>
                </c:pt>
                <c:pt idx="2380">
                  <c:v>44279</c:v>
                </c:pt>
                <c:pt idx="2381">
                  <c:v>44280</c:v>
                </c:pt>
                <c:pt idx="2382">
                  <c:v>44281</c:v>
                </c:pt>
                <c:pt idx="2383">
                  <c:v>44282</c:v>
                </c:pt>
                <c:pt idx="2384">
                  <c:v>44283</c:v>
                </c:pt>
                <c:pt idx="2385">
                  <c:v>44284</c:v>
                </c:pt>
                <c:pt idx="2386">
                  <c:v>44285</c:v>
                </c:pt>
                <c:pt idx="2387">
                  <c:v>44286</c:v>
                </c:pt>
                <c:pt idx="2388">
                  <c:v>44287</c:v>
                </c:pt>
                <c:pt idx="2389">
                  <c:v>44288</c:v>
                </c:pt>
                <c:pt idx="2390">
                  <c:v>44289</c:v>
                </c:pt>
                <c:pt idx="2391">
                  <c:v>44290</c:v>
                </c:pt>
                <c:pt idx="2392">
                  <c:v>44291</c:v>
                </c:pt>
                <c:pt idx="2393">
                  <c:v>44292</c:v>
                </c:pt>
                <c:pt idx="2394">
                  <c:v>44293</c:v>
                </c:pt>
                <c:pt idx="2395">
                  <c:v>44294</c:v>
                </c:pt>
                <c:pt idx="2396">
                  <c:v>44295</c:v>
                </c:pt>
                <c:pt idx="2397">
                  <c:v>44296</c:v>
                </c:pt>
                <c:pt idx="2398">
                  <c:v>44297</c:v>
                </c:pt>
                <c:pt idx="2399">
                  <c:v>44298</c:v>
                </c:pt>
                <c:pt idx="2400">
                  <c:v>44299</c:v>
                </c:pt>
                <c:pt idx="2401">
                  <c:v>44300</c:v>
                </c:pt>
                <c:pt idx="2402">
                  <c:v>44301</c:v>
                </c:pt>
                <c:pt idx="2403">
                  <c:v>44302</c:v>
                </c:pt>
                <c:pt idx="2404">
                  <c:v>44303</c:v>
                </c:pt>
                <c:pt idx="2405">
                  <c:v>44304</c:v>
                </c:pt>
                <c:pt idx="2406">
                  <c:v>44305</c:v>
                </c:pt>
                <c:pt idx="2407">
                  <c:v>44306</c:v>
                </c:pt>
                <c:pt idx="2408">
                  <c:v>44307</c:v>
                </c:pt>
                <c:pt idx="2409">
                  <c:v>44308</c:v>
                </c:pt>
                <c:pt idx="2410">
                  <c:v>44309</c:v>
                </c:pt>
                <c:pt idx="2411">
                  <c:v>44310</c:v>
                </c:pt>
                <c:pt idx="2412">
                  <c:v>44311</c:v>
                </c:pt>
                <c:pt idx="2413">
                  <c:v>44312</c:v>
                </c:pt>
                <c:pt idx="2414">
                  <c:v>44313</c:v>
                </c:pt>
                <c:pt idx="2415">
                  <c:v>44314</c:v>
                </c:pt>
                <c:pt idx="2416">
                  <c:v>44315</c:v>
                </c:pt>
                <c:pt idx="2417">
                  <c:v>44316</c:v>
                </c:pt>
                <c:pt idx="2418">
                  <c:v>44317</c:v>
                </c:pt>
                <c:pt idx="2419">
                  <c:v>44318</c:v>
                </c:pt>
                <c:pt idx="2420">
                  <c:v>44319</c:v>
                </c:pt>
                <c:pt idx="2421">
                  <c:v>44320</c:v>
                </c:pt>
                <c:pt idx="2422">
                  <c:v>44321</c:v>
                </c:pt>
                <c:pt idx="2423">
                  <c:v>44322</c:v>
                </c:pt>
                <c:pt idx="2424">
                  <c:v>44323</c:v>
                </c:pt>
                <c:pt idx="2425">
                  <c:v>44324</c:v>
                </c:pt>
                <c:pt idx="2426">
                  <c:v>44325</c:v>
                </c:pt>
                <c:pt idx="2427">
                  <c:v>44326</c:v>
                </c:pt>
                <c:pt idx="2428">
                  <c:v>44327</c:v>
                </c:pt>
                <c:pt idx="2429">
                  <c:v>44328</c:v>
                </c:pt>
                <c:pt idx="2430">
                  <c:v>44329</c:v>
                </c:pt>
                <c:pt idx="2431">
                  <c:v>44330</c:v>
                </c:pt>
                <c:pt idx="2432">
                  <c:v>44331</c:v>
                </c:pt>
                <c:pt idx="2433">
                  <c:v>44332</c:v>
                </c:pt>
                <c:pt idx="2434">
                  <c:v>44333</c:v>
                </c:pt>
                <c:pt idx="2435">
                  <c:v>44334</c:v>
                </c:pt>
                <c:pt idx="2436">
                  <c:v>44335</c:v>
                </c:pt>
                <c:pt idx="2437">
                  <c:v>44336</c:v>
                </c:pt>
                <c:pt idx="2438">
                  <c:v>44337</c:v>
                </c:pt>
                <c:pt idx="2439">
                  <c:v>44338</c:v>
                </c:pt>
                <c:pt idx="2440">
                  <c:v>44339</c:v>
                </c:pt>
                <c:pt idx="2441">
                  <c:v>44340</c:v>
                </c:pt>
                <c:pt idx="2442">
                  <c:v>44341</c:v>
                </c:pt>
                <c:pt idx="2443">
                  <c:v>44342</c:v>
                </c:pt>
                <c:pt idx="2444">
                  <c:v>44343</c:v>
                </c:pt>
                <c:pt idx="2445">
                  <c:v>44344</c:v>
                </c:pt>
                <c:pt idx="2446">
                  <c:v>44345</c:v>
                </c:pt>
                <c:pt idx="2447">
                  <c:v>44346</c:v>
                </c:pt>
                <c:pt idx="2448">
                  <c:v>44347</c:v>
                </c:pt>
                <c:pt idx="2449">
                  <c:v>44348</c:v>
                </c:pt>
                <c:pt idx="2450">
                  <c:v>44349</c:v>
                </c:pt>
                <c:pt idx="2451">
                  <c:v>44350</c:v>
                </c:pt>
                <c:pt idx="2452">
                  <c:v>44351</c:v>
                </c:pt>
                <c:pt idx="2453">
                  <c:v>44352</c:v>
                </c:pt>
                <c:pt idx="2454">
                  <c:v>44353</c:v>
                </c:pt>
                <c:pt idx="2455">
                  <c:v>44354</c:v>
                </c:pt>
                <c:pt idx="2456">
                  <c:v>44355</c:v>
                </c:pt>
                <c:pt idx="2457">
                  <c:v>44356</c:v>
                </c:pt>
                <c:pt idx="2458">
                  <c:v>44357</c:v>
                </c:pt>
                <c:pt idx="2459">
                  <c:v>44358</c:v>
                </c:pt>
                <c:pt idx="2460">
                  <c:v>44359</c:v>
                </c:pt>
                <c:pt idx="2461">
                  <c:v>44360</c:v>
                </c:pt>
                <c:pt idx="2462">
                  <c:v>44361</c:v>
                </c:pt>
                <c:pt idx="2463">
                  <c:v>44362</c:v>
                </c:pt>
                <c:pt idx="2464">
                  <c:v>44363</c:v>
                </c:pt>
                <c:pt idx="2465">
                  <c:v>44364</c:v>
                </c:pt>
                <c:pt idx="2466">
                  <c:v>44365</c:v>
                </c:pt>
                <c:pt idx="2467">
                  <c:v>44366</c:v>
                </c:pt>
                <c:pt idx="2468">
                  <c:v>44367</c:v>
                </c:pt>
                <c:pt idx="2469">
                  <c:v>44368</c:v>
                </c:pt>
                <c:pt idx="2470">
                  <c:v>44369</c:v>
                </c:pt>
                <c:pt idx="2471">
                  <c:v>44370</c:v>
                </c:pt>
                <c:pt idx="2472">
                  <c:v>44371</c:v>
                </c:pt>
                <c:pt idx="2473">
                  <c:v>44372</c:v>
                </c:pt>
                <c:pt idx="2474">
                  <c:v>44373</c:v>
                </c:pt>
                <c:pt idx="2475">
                  <c:v>44374</c:v>
                </c:pt>
                <c:pt idx="2476">
                  <c:v>44375</c:v>
                </c:pt>
                <c:pt idx="2477">
                  <c:v>44376</c:v>
                </c:pt>
                <c:pt idx="2478">
                  <c:v>44377</c:v>
                </c:pt>
                <c:pt idx="2479">
                  <c:v>44378</c:v>
                </c:pt>
                <c:pt idx="2480">
                  <c:v>44379</c:v>
                </c:pt>
                <c:pt idx="2481">
                  <c:v>44380</c:v>
                </c:pt>
                <c:pt idx="2482">
                  <c:v>44381</c:v>
                </c:pt>
                <c:pt idx="2483">
                  <c:v>44382</c:v>
                </c:pt>
                <c:pt idx="2484">
                  <c:v>44383</c:v>
                </c:pt>
                <c:pt idx="2485">
                  <c:v>44384</c:v>
                </c:pt>
                <c:pt idx="2486">
                  <c:v>44385</c:v>
                </c:pt>
                <c:pt idx="2487">
                  <c:v>44386</c:v>
                </c:pt>
                <c:pt idx="2488">
                  <c:v>44387</c:v>
                </c:pt>
                <c:pt idx="2489">
                  <c:v>44388</c:v>
                </c:pt>
                <c:pt idx="2490">
                  <c:v>44389</c:v>
                </c:pt>
                <c:pt idx="2491">
                  <c:v>44390</c:v>
                </c:pt>
                <c:pt idx="2492">
                  <c:v>44391</c:v>
                </c:pt>
                <c:pt idx="2493">
                  <c:v>44392</c:v>
                </c:pt>
                <c:pt idx="2494">
                  <c:v>44393</c:v>
                </c:pt>
                <c:pt idx="2495">
                  <c:v>44394</c:v>
                </c:pt>
                <c:pt idx="2496">
                  <c:v>44395</c:v>
                </c:pt>
                <c:pt idx="2497">
                  <c:v>44396</c:v>
                </c:pt>
                <c:pt idx="2498">
                  <c:v>44397</c:v>
                </c:pt>
                <c:pt idx="2499">
                  <c:v>44398</c:v>
                </c:pt>
                <c:pt idx="2500">
                  <c:v>44399</c:v>
                </c:pt>
                <c:pt idx="2501">
                  <c:v>44400</c:v>
                </c:pt>
                <c:pt idx="2502">
                  <c:v>44401</c:v>
                </c:pt>
                <c:pt idx="2503">
                  <c:v>44402</c:v>
                </c:pt>
                <c:pt idx="2504">
                  <c:v>44403</c:v>
                </c:pt>
                <c:pt idx="2505">
                  <c:v>44404</c:v>
                </c:pt>
                <c:pt idx="2506">
                  <c:v>44405</c:v>
                </c:pt>
                <c:pt idx="2507">
                  <c:v>44406</c:v>
                </c:pt>
                <c:pt idx="2508">
                  <c:v>44407</c:v>
                </c:pt>
                <c:pt idx="2509">
                  <c:v>44408</c:v>
                </c:pt>
                <c:pt idx="2510">
                  <c:v>44409</c:v>
                </c:pt>
                <c:pt idx="2511">
                  <c:v>44410</c:v>
                </c:pt>
                <c:pt idx="2512">
                  <c:v>44411</c:v>
                </c:pt>
                <c:pt idx="2513">
                  <c:v>44412</c:v>
                </c:pt>
                <c:pt idx="2514">
                  <c:v>44413</c:v>
                </c:pt>
                <c:pt idx="2515">
                  <c:v>44414</c:v>
                </c:pt>
                <c:pt idx="2516">
                  <c:v>44415</c:v>
                </c:pt>
                <c:pt idx="2517">
                  <c:v>44416</c:v>
                </c:pt>
                <c:pt idx="2518">
                  <c:v>44417</c:v>
                </c:pt>
                <c:pt idx="2519">
                  <c:v>44418</c:v>
                </c:pt>
                <c:pt idx="2520">
                  <c:v>44419</c:v>
                </c:pt>
                <c:pt idx="2521">
                  <c:v>44420</c:v>
                </c:pt>
                <c:pt idx="2522">
                  <c:v>44421</c:v>
                </c:pt>
                <c:pt idx="2523">
                  <c:v>44422</c:v>
                </c:pt>
                <c:pt idx="2524">
                  <c:v>44423</c:v>
                </c:pt>
                <c:pt idx="2525">
                  <c:v>44424</c:v>
                </c:pt>
                <c:pt idx="2526">
                  <c:v>44425</c:v>
                </c:pt>
                <c:pt idx="2527">
                  <c:v>44426</c:v>
                </c:pt>
                <c:pt idx="2528">
                  <c:v>44427</c:v>
                </c:pt>
                <c:pt idx="2529">
                  <c:v>44428</c:v>
                </c:pt>
                <c:pt idx="2530">
                  <c:v>44429</c:v>
                </c:pt>
                <c:pt idx="2531">
                  <c:v>44430</c:v>
                </c:pt>
                <c:pt idx="2532">
                  <c:v>44431</c:v>
                </c:pt>
                <c:pt idx="2533">
                  <c:v>44432</c:v>
                </c:pt>
                <c:pt idx="2534">
                  <c:v>44433</c:v>
                </c:pt>
                <c:pt idx="2535">
                  <c:v>44434</c:v>
                </c:pt>
                <c:pt idx="2536">
                  <c:v>44435</c:v>
                </c:pt>
                <c:pt idx="2537">
                  <c:v>44436</c:v>
                </c:pt>
                <c:pt idx="2538">
                  <c:v>44437</c:v>
                </c:pt>
                <c:pt idx="2539">
                  <c:v>44438</c:v>
                </c:pt>
                <c:pt idx="2540">
                  <c:v>44439</c:v>
                </c:pt>
                <c:pt idx="2541">
                  <c:v>44440</c:v>
                </c:pt>
                <c:pt idx="2542">
                  <c:v>44441</c:v>
                </c:pt>
                <c:pt idx="2543">
                  <c:v>44442</c:v>
                </c:pt>
                <c:pt idx="2544">
                  <c:v>44443</c:v>
                </c:pt>
                <c:pt idx="2545">
                  <c:v>44444</c:v>
                </c:pt>
                <c:pt idx="2546">
                  <c:v>44445</c:v>
                </c:pt>
                <c:pt idx="2547">
                  <c:v>44446</c:v>
                </c:pt>
                <c:pt idx="2548">
                  <c:v>44447</c:v>
                </c:pt>
                <c:pt idx="2549">
                  <c:v>44448</c:v>
                </c:pt>
                <c:pt idx="2550">
                  <c:v>44449</c:v>
                </c:pt>
                <c:pt idx="2551">
                  <c:v>44450</c:v>
                </c:pt>
                <c:pt idx="2552">
                  <c:v>44451</c:v>
                </c:pt>
                <c:pt idx="2553">
                  <c:v>44452</c:v>
                </c:pt>
                <c:pt idx="2554">
                  <c:v>44453</c:v>
                </c:pt>
                <c:pt idx="2555">
                  <c:v>44454</c:v>
                </c:pt>
                <c:pt idx="2556">
                  <c:v>44455</c:v>
                </c:pt>
                <c:pt idx="2557">
                  <c:v>44456</c:v>
                </c:pt>
                <c:pt idx="2558">
                  <c:v>44457</c:v>
                </c:pt>
                <c:pt idx="2559">
                  <c:v>44458</c:v>
                </c:pt>
                <c:pt idx="2560">
                  <c:v>44459</c:v>
                </c:pt>
                <c:pt idx="2561">
                  <c:v>44460</c:v>
                </c:pt>
                <c:pt idx="2562">
                  <c:v>44461</c:v>
                </c:pt>
                <c:pt idx="2563">
                  <c:v>44462</c:v>
                </c:pt>
                <c:pt idx="2564">
                  <c:v>44463</c:v>
                </c:pt>
                <c:pt idx="2565">
                  <c:v>44464</c:v>
                </c:pt>
                <c:pt idx="2566">
                  <c:v>44465</c:v>
                </c:pt>
                <c:pt idx="2567">
                  <c:v>44466</c:v>
                </c:pt>
                <c:pt idx="2568">
                  <c:v>44467</c:v>
                </c:pt>
                <c:pt idx="2569">
                  <c:v>44468</c:v>
                </c:pt>
                <c:pt idx="2570">
                  <c:v>44469</c:v>
                </c:pt>
                <c:pt idx="2571">
                  <c:v>44470</c:v>
                </c:pt>
                <c:pt idx="2572">
                  <c:v>44471</c:v>
                </c:pt>
                <c:pt idx="2573">
                  <c:v>44472</c:v>
                </c:pt>
                <c:pt idx="2574">
                  <c:v>44473</c:v>
                </c:pt>
                <c:pt idx="2575">
                  <c:v>44474</c:v>
                </c:pt>
                <c:pt idx="2576">
                  <c:v>44475</c:v>
                </c:pt>
                <c:pt idx="2577">
                  <c:v>44476</c:v>
                </c:pt>
                <c:pt idx="2578">
                  <c:v>44477</c:v>
                </c:pt>
                <c:pt idx="2579">
                  <c:v>44478</c:v>
                </c:pt>
                <c:pt idx="2580">
                  <c:v>44479</c:v>
                </c:pt>
                <c:pt idx="2581">
                  <c:v>44480</c:v>
                </c:pt>
                <c:pt idx="2582">
                  <c:v>44481</c:v>
                </c:pt>
                <c:pt idx="2583">
                  <c:v>44482</c:v>
                </c:pt>
                <c:pt idx="2584">
                  <c:v>44483</c:v>
                </c:pt>
                <c:pt idx="2585">
                  <c:v>44484</c:v>
                </c:pt>
                <c:pt idx="2586">
                  <c:v>44485</c:v>
                </c:pt>
                <c:pt idx="2587">
                  <c:v>44486</c:v>
                </c:pt>
                <c:pt idx="2588">
                  <c:v>44487</c:v>
                </c:pt>
                <c:pt idx="2589">
                  <c:v>44488</c:v>
                </c:pt>
                <c:pt idx="2590">
                  <c:v>44489</c:v>
                </c:pt>
                <c:pt idx="2591">
                  <c:v>44490</c:v>
                </c:pt>
                <c:pt idx="2592">
                  <c:v>44491</c:v>
                </c:pt>
                <c:pt idx="2593">
                  <c:v>44492</c:v>
                </c:pt>
                <c:pt idx="2594">
                  <c:v>44493</c:v>
                </c:pt>
                <c:pt idx="2595">
                  <c:v>44494</c:v>
                </c:pt>
                <c:pt idx="2596">
                  <c:v>44495</c:v>
                </c:pt>
                <c:pt idx="2597">
                  <c:v>44496</c:v>
                </c:pt>
                <c:pt idx="2598">
                  <c:v>44497</c:v>
                </c:pt>
                <c:pt idx="2599">
                  <c:v>44498</c:v>
                </c:pt>
                <c:pt idx="2600">
                  <c:v>44499</c:v>
                </c:pt>
                <c:pt idx="2601">
                  <c:v>44500</c:v>
                </c:pt>
                <c:pt idx="2602">
                  <c:v>44501</c:v>
                </c:pt>
                <c:pt idx="2603">
                  <c:v>44502</c:v>
                </c:pt>
                <c:pt idx="2604">
                  <c:v>44503</c:v>
                </c:pt>
                <c:pt idx="2605">
                  <c:v>44504</c:v>
                </c:pt>
                <c:pt idx="2606">
                  <c:v>44505</c:v>
                </c:pt>
                <c:pt idx="2607">
                  <c:v>44506</c:v>
                </c:pt>
                <c:pt idx="2608">
                  <c:v>44507</c:v>
                </c:pt>
                <c:pt idx="2609">
                  <c:v>44508</c:v>
                </c:pt>
                <c:pt idx="2610">
                  <c:v>44509</c:v>
                </c:pt>
                <c:pt idx="2611">
                  <c:v>44510</c:v>
                </c:pt>
                <c:pt idx="2612">
                  <c:v>44511</c:v>
                </c:pt>
                <c:pt idx="2613">
                  <c:v>44512</c:v>
                </c:pt>
                <c:pt idx="2614">
                  <c:v>44513</c:v>
                </c:pt>
                <c:pt idx="2615">
                  <c:v>44514</c:v>
                </c:pt>
                <c:pt idx="2616">
                  <c:v>44515</c:v>
                </c:pt>
                <c:pt idx="2617">
                  <c:v>44516</c:v>
                </c:pt>
                <c:pt idx="2618">
                  <c:v>44517</c:v>
                </c:pt>
                <c:pt idx="2619">
                  <c:v>44518</c:v>
                </c:pt>
                <c:pt idx="2620">
                  <c:v>44519</c:v>
                </c:pt>
                <c:pt idx="2621">
                  <c:v>44520</c:v>
                </c:pt>
                <c:pt idx="2622">
                  <c:v>44521</c:v>
                </c:pt>
                <c:pt idx="2623">
                  <c:v>44522</c:v>
                </c:pt>
                <c:pt idx="2624">
                  <c:v>44523</c:v>
                </c:pt>
                <c:pt idx="2625">
                  <c:v>44524</c:v>
                </c:pt>
                <c:pt idx="2626">
                  <c:v>44525</c:v>
                </c:pt>
                <c:pt idx="2627">
                  <c:v>44526</c:v>
                </c:pt>
                <c:pt idx="2628">
                  <c:v>44527</c:v>
                </c:pt>
                <c:pt idx="2629">
                  <c:v>44528</c:v>
                </c:pt>
                <c:pt idx="2630">
                  <c:v>44529</c:v>
                </c:pt>
                <c:pt idx="2631">
                  <c:v>44530</c:v>
                </c:pt>
                <c:pt idx="2632">
                  <c:v>44531</c:v>
                </c:pt>
                <c:pt idx="2633">
                  <c:v>44532</c:v>
                </c:pt>
                <c:pt idx="2634">
                  <c:v>44533</c:v>
                </c:pt>
                <c:pt idx="2635">
                  <c:v>44534</c:v>
                </c:pt>
                <c:pt idx="2636">
                  <c:v>44535</c:v>
                </c:pt>
                <c:pt idx="2637">
                  <c:v>44536</c:v>
                </c:pt>
                <c:pt idx="2638">
                  <c:v>44537</c:v>
                </c:pt>
                <c:pt idx="2639">
                  <c:v>44538</c:v>
                </c:pt>
                <c:pt idx="2640">
                  <c:v>44539</c:v>
                </c:pt>
                <c:pt idx="2641">
                  <c:v>44540</c:v>
                </c:pt>
                <c:pt idx="2642">
                  <c:v>44541</c:v>
                </c:pt>
                <c:pt idx="2643">
                  <c:v>44542</c:v>
                </c:pt>
                <c:pt idx="2644">
                  <c:v>44543</c:v>
                </c:pt>
                <c:pt idx="2645">
                  <c:v>44544</c:v>
                </c:pt>
                <c:pt idx="2646">
                  <c:v>44545</c:v>
                </c:pt>
                <c:pt idx="2647">
                  <c:v>44546</c:v>
                </c:pt>
                <c:pt idx="2648">
                  <c:v>44547</c:v>
                </c:pt>
                <c:pt idx="2649">
                  <c:v>44548</c:v>
                </c:pt>
                <c:pt idx="2650">
                  <c:v>44549</c:v>
                </c:pt>
                <c:pt idx="2651">
                  <c:v>44550</c:v>
                </c:pt>
                <c:pt idx="2652">
                  <c:v>44551</c:v>
                </c:pt>
                <c:pt idx="2653">
                  <c:v>44552</c:v>
                </c:pt>
                <c:pt idx="2654">
                  <c:v>44553</c:v>
                </c:pt>
                <c:pt idx="2655">
                  <c:v>44554</c:v>
                </c:pt>
                <c:pt idx="2656">
                  <c:v>44555</c:v>
                </c:pt>
                <c:pt idx="2657">
                  <c:v>44556</c:v>
                </c:pt>
                <c:pt idx="2658">
                  <c:v>44557</c:v>
                </c:pt>
                <c:pt idx="2659">
                  <c:v>44558</c:v>
                </c:pt>
                <c:pt idx="2660">
                  <c:v>44559</c:v>
                </c:pt>
                <c:pt idx="2661">
                  <c:v>44560</c:v>
                </c:pt>
                <c:pt idx="2662">
                  <c:v>44561</c:v>
                </c:pt>
                <c:pt idx="2663">
                  <c:v>44562</c:v>
                </c:pt>
                <c:pt idx="2664">
                  <c:v>44563</c:v>
                </c:pt>
                <c:pt idx="2665">
                  <c:v>44564</c:v>
                </c:pt>
                <c:pt idx="2666">
                  <c:v>44565</c:v>
                </c:pt>
                <c:pt idx="2667">
                  <c:v>44566</c:v>
                </c:pt>
                <c:pt idx="2668">
                  <c:v>44567</c:v>
                </c:pt>
                <c:pt idx="2669">
                  <c:v>44568</c:v>
                </c:pt>
                <c:pt idx="2670">
                  <c:v>44569</c:v>
                </c:pt>
                <c:pt idx="2671">
                  <c:v>44570</c:v>
                </c:pt>
                <c:pt idx="2672">
                  <c:v>44571</c:v>
                </c:pt>
                <c:pt idx="2673">
                  <c:v>44572</c:v>
                </c:pt>
                <c:pt idx="2674">
                  <c:v>44573</c:v>
                </c:pt>
                <c:pt idx="2675">
                  <c:v>44574</c:v>
                </c:pt>
                <c:pt idx="2676">
                  <c:v>44575</c:v>
                </c:pt>
                <c:pt idx="2677">
                  <c:v>44576</c:v>
                </c:pt>
                <c:pt idx="2678">
                  <c:v>44577</c:v>
                </c:pt>
                <c:pt idx="2679">
                  <c:v>44578</c:v>
                </c:pt>
                <c:pt idx="2680">
                  <c:v>44579</c:v>
                </c:pt>
                <c:pt idx="2681">
                  <c:v>44580</c:v>
                </c:pt>
                <c:pt idx="2682">
                  <c:v>44581</c:v>
                </c:pt>
                <c:pt idx="2683">
                  <c:v>44582</c:v>
                </c:pt>
                <c:pt idx="2684">
                  <c:v>44583</c:v>
                </c:pt>
                <c:pt idx="2685">
                  <c:v>44584</c:v>
                </c:pt>
                <c:pt idx="2686">
                  <c:v>44585</c:v>
                </c:pt>
                <c:pt idx="2687">
                  <c:v>44586</c:v>
                </c:pt>
                <c:pt idx="2688">
                  <c:v>44587</c:v>
                </c:pt>
                <c:pt idx="2689">
                  <c:v>44588</c:v>
                </c:pt>
                <c:pt idx="2690">
                  <c:v>44589</c:v>
                </c:pt>
                <c:pt idx="2691">
                  <c:v>44590</c:v>
                </c:pt>
                <c:pt idx="2692">
                  <c:v>44591</c:v>
                </c:pt>
                <c:pt idx="2693">
                  <c:v>44592</c:v>
                </c:pt>
                <c:pt idx="2694">
                  <c:v>44593</c:v>
                </c:pt>
                <c:pt idx="2695">
                  <c:v>44594</c:v>
                </c:pt>
                <c:pt idx="2696">
                  <c:v>44595</c:v>
                </c:pt>
                <c:pt idx="2697">
                  <c:v>44596</c:v>
                </c:pt>
                <c:pt idx="2698">
                  <c:v>44597</c:v>
                </c:pt>
                <c:pt idx="2699">
                  <c:v>44598</c:v>
                </c:pt>
                <c:pt idx="2700">
                  <c:v>44599</c:v>
                </c:pt>
                <c:pt idx="2701">
                  <c:v>44600</c:v>
                </c:pt>
                <c:pt idx="2702">
                  <c:v>44601</c:v>
                </c:pt>
                <c:pt idx="2703">
                  <c:v>44602</c:v>
                </c:pt>
                <c:pt idx="2704">
                  <c:v>44603</c:v>
                </c:pt>
                <c:pt idx="2705">
                  <c:v>44604</c:v>
                </c:pt>
                <c:pt idx="2706">
                  <c:v>44605</c:v>
                </c:pt>
                <c:pt idx="2707">
                  <c:v>44606</c:v>
                </c:pt>
                <c:pt idx="2708">
                  <c:v>44607</c:v>
                </c:pt>
                <c:pt idx="2709">
                  <c:v>44608</c:v>
                </c:pt>
                <c:pt idx="2710">
                  <c:v>44609</c:v>
                </c:pt>
                <c:pt idx="2711">
                  <c:v>44610</c:v>
                </c:pt>
                <c:pt idx="2712">
                  <c:v>44611</c:v>
                </c:pt>
                <c:pt idx="2713">
                  <c:v>44612</c:v>
                </c:pt>
                <c:pt idx="2714">
                  <c:v>44613</c:v>
                </c:pt>
                <c:pt idx="2715">
                  <c:v>44614</c:v>
                </c:pt>
                <c:pt idx="2716">
                  <c:v>44615</c:v>
                </c:pt>
                <c:pt idx="2717">
                  <c:v>44616</c:v>
                </c:pt>
                <c:pt idx="2718">
                  <c:v>44617</c:v>
                </c:pt>
                <c:pt idx="2719">
                  <c:v>44618</c:v>
                </c:pt>
                <c:pt idx="2720">
                  <c:v>44619</c:v>
                </c:pt>
                <c:pt idx="2721">
                  <c:v>44620</c:v>
                </c:pt>
                <c:pt idx="2722">
                  <c:v>44621</c:v>
                </c:pt>
                <c:pt idx="2723">
                  <c:v>44622</c:v>
                </c:pt>
                <c:pt idx="2724">
                  <c:v>44623</c:v>
                </c:pt>
                <c:pt idx="2725">
                  <c:v>44624</c:v>
                </c:pt>
                <c:pt idx="2726">
                  <c:v>44625</c:v>
                </c:pt>
                <c:pt idx="2727">
                  <c:v>44626</c:v>
                </c:pt>
                <c:pt idx="2728">
                  <c:v>44627</c:v>
                </c:pt>
                <c:pt idx="2729">
                  <c:v>44628</c:v>
                </c:pt>
                <c:pt idx="2730">
                  <c:v>44629</c:v>
                </c:pt>
                <c:pt idx="2731">
                  <c:v>44630</c:v>
                </c:pt>
                <c:pt idx="2732">
                  <c:v>44631</c:v>
                </c:pt>
                <c:pt idx="2733">
                  <c:v>44632</c:v>
                </c:pt>
                <c:pt idx="2734">
                  <c:v>44633</c:v>
                </c:pt>
                <c:pt idx="2735">
                  <c:v>44634</c:v>
                </c:pt>
                <c:pt idx="2736">
                  <c:v>44635</c:v>
                </c:pt>
                <c:pt idx="2737">
                  <c:v>44636</c:v>
                </c:pt>
                <c:pt idx="2738">
                  <c:v>44637</c:v>
                </c:pt>
                <c:pt idx="2739">
                  <c:v>44638</c:v>
                </c:pt>
                <c:pt idx="2740">
                  <c:v>44639</c:v>
                </c:pt>
                <c:pt idx="2741">
                  <c:v>44640</c:v>
                </c:pt>
                <c:pt idx="2742">
                  <c:v>44641</c:v>
                </c:pt>
                <c:pt idx="2743">
                  <c:v>44642</c:v>
                </c:pt>
                <c:pt idx="2744">
                  <c:v>44643</c:v>
                </c:pt>
                <c:pt idx="2745">
                  <c:v>44644</c:v>
                </c:pt>
                <c:pt idx="2746">
                  <c:v>44645</c:v>
                </c:pt>
                <c:pt idx="2747">
                  <c:v>44646</c:v>
                </c:pt>
                <c:pt idx="2748">
                  <c:v>44647</c:v>
                </c:pt>
                <c:pt idx="2749">
                  <c:v>44648</c:v>
                </c:pt>
                <c:pt idx="2750">
                  <c:v>44649</c:v>
                </c:pt>
                <c:pt idx="2751">
                  <c:v>44650</c:v>
                </c:pt>
                <c:pt idx="2752">
                  <c:v>44651</c:v>
                </c:pt>
                <c:pt idx="2753">
                  <c:v>44652</c:v>
                </c:pt>
                <c:pt idx="2754">
                  <c:v>44653</c:v>
                </c:pt>
                <c:pt idx="2755">
                  <c:v>44654</c:v>
                </c:pt>
                <c:pt idx="2756">
                  <c:v>44655</c:v>
                </c:pt>
                <c:pt idx="2757">
                  <c:v>44656</c:v>
                </c:pt>
                <c:pt idx="2758">
                  <c:v>44657</c:v>
                </c:pt>
                <c:pt idx="2759">
                  <c:v>44658</c:v>
                </c:pt>
                <c:pt idx="2760">
                  <c:v>44659</c:v>
                </c:pt>
                <c:pt idx="2761">
                  <c:v>44660</c:v>
                </c:pt>
                <c:pt idx="2762">
                  <c:v>44661</c:v>
                </c:pt>
                <c:pt idx="2763">
                  <c:v>44662</c:v>
                </c:pt>
                <c:pt idx="2764">
                  <c:v>44663</c:v>
                </c:pt>
                <c:pt idx="2765">
                  <c:v>44664</c:v>
                </c:pt>
                <c:pt idx="2766">
                  <c:v>44665</c:v>
                </c:pt>
                <c:pt idx="2767">
                  <c:v>44666</c:v>
                </c:pt>
                <c:pt idx="2768">
                  <c:v>44667</c:v>
                </c:pt>
                <c:pt idx="2769">
                  <c:v>44668</c:v>
                </c:pt>
                <c:pt idx="2770">
                  <c:v>44669</c:v>
                </c:pt>
                <c:pt idx="2771">
                  <c:v>44670</c:v>
                </c:pt>
                <c:pt idx="2772">
                  <c:v>44671</c:v>
                </c:pt>
                <c:pt idx="2773">
                  <c:v>44672</c:v>
                </c:pt>
                <c:pt idx="2774">
                  <c:v>44673</c:v>
                </c:pt>
                <c:pt idx="2775">
                  <c:v>44674</c:v>
                </c:pt>
                <c:pt idx="2776">
                  <c:v>44675</c:v>
                </c:pt>
                <c:pt idx="2777">
                  <c:v>44676</c:v>
                </c:pt>
                <c:pt idx="2778">
                  <c:v>44677</c:v>
                </c:pt>
                <c:pt idx="2779">
                  <c:v>44678</c:v>
                </c:pt>
                <c:pt idx="2780">
                  <c:v>44679</c:v>
                </c:pt>
                <c:pt idx="2781">
                  <c:v>44680</c:v>
                </c:pt>
                <c:pt idx="2782">
                  <c:v>44681</c:v>
                </c:pt>
                <c:pt idx="2783">
                  <c:v>44682</c:v>
                </c:pt>
                <c:pt idx="2784">
                  <c:v>44683</c:v>
                </c:pt>
                <c:pt idx="2785">
                  <c:v>44684</c:v>
                </c:pt>
                <c:pt idx="2786">
                  <c:v>44685</c:v>
                </c:pt>
                <c:pt idx="2787">
                  <c:v>44686</c:v>
                </c:pt>
                <c:pt idx="2788">
                  <c:v>44687</c:v>
                </c:pt>
                <c:pt idx="2789">
                  <c:v>44688</c:v>
                </c:pt>
                <c:pt idx="2790">
                  <c:v>44689</c:v>
                </c:pt>
                <c:pt idx="2791">
                  <c:v>44690</c:v>
                </c:pt>
                <c:pt idx="2792">
                  <c:v>44691</c:v>
                </c:pt>
                <c:pt idx="2793">
                  <c:v>44692</c:v>
                </c:pt>
                <c:pt idx="2794">
                  <c:v>44693</c:v>
                </c:pt>
                <c:pt idx="2795">
                  <c:v>44694</c:v>
                </c:pt>
                <c:pt idx="2796">
                  <c:v>44695</c:v>
                </c:pt>
                <c:pt idx="2797">
                  <c:v>44696</c:v>
                </c:pt>
                <c:pt idx="2798">
                  <c:v>44697</c:v>
                </c:pt>
                <c:pt idx="2799">
                  <c:v>44698</c:v>
                </c:pt>
                <c:pt idx="2800">
                  <c:v>44699</c:v>
                </c:pt>
                <c:pt idx="2801">
                  <c:v>44700</c:v>
                </c:pt>
                <c:pt idx="2802">
                  <c:v>44701</c:v>
                </c:pt>
                <c:pt idx="2803">
                  <c:v>44702</c:v>
                </c:pt>
                <c:pt idx="2804">
                  <c:v>44703</c:v>
                </c:pt>
                <c:pt idx="2805">
                  <c:v>44704</c:v>
                </c:pt>
                <c:pt idx="2806">
                  <c:v>44705</c:v>
                </c:pt>
                <c:pt idx="2807">
                  <c:v>44706</c:v>
                </c:pt>
                <c:pt idx="2808">
                  <c:v>44707</c:v>
                </c:pt>
                <c:pt idx="2809">
                  <c:v>44708</c:v>
                </c:pt>
                <c:pt idx="2810">
                  <c:v>44709</c:v>
                </c:pt>
                <c:pt idx="2811">
                  <c:v>44710</c:v>
                </c:pt>
                <c:pt idx="2812">
                  <c:v>44711</c:v>
                </c:pt>
                <c:pt idx="2813">
                  <c:v>44712</c:v>
                </c:pt>
                <c:pt idx="2814">
                  <c:v>44713</c:v>
                </c:pt>
                <c:pt idx="2815">
                  <c:v>44714</c:v>
                </c:pt>
                <c:pt idx="2816">
                  <c:v>44715</c:v>
                </c:pt>
                <c:pt idx="2817">
                  <c:v>44716</c:v>
                </c:pt>
                <c:pt idx="2818">
                  <c:v>44717</c:v>
                </c:pt>
                <c:pt idx="2819">
                  <c:v>44718</c:v>
                </c:pt>
                <c:pt idx="2820">
                  <c:v>44719</c:v>
                </c:pt>
                <c:pt idx="2821">
                  <c:v>44720</c:v>
                </c:pt>
                <c:pt idx="2822">
                  <c:v>44721</c:v>
                </c:pt>
                <c:pt idx="2823">
                  <c:v>44722</c:v>
                </c:pt>
                <c:pt idx="2824">
                  <c:v>44723</c:v>
                </c:pt>
                <c:pt idx="2825">
                  <c:v>44724</c:v>
                </c:pt>
                <c:pt idx="2826">
                  <c:v>44725</c:v>
                </c:pt>
                <c:pt idx="2827">
                  <c:v>44726</c:v>
                </c:pt>
                <c:pt idx="2828">
                  <c:v>44727</c:v>
                </c:pt>
                <c:pt idx="2829">
                  <c:v>44728</c:v>
                </c:pt>
                <c:pt idx="2830">
                  <c:v>44729</c:v>
                </c:pt>
                <c:pt idx="2831">
                  <c:v>44730</c:v>
                </c:pt>
              </c:numCache>
            </c:numRef>
          </c:cat>
          <c:val>
            <c:numRef>
              <c:f>'[Ch29_6e_Figure 29_2.xls]BTC-USD'!$B$2:$B$2834</c:f>
              <c:numCache>
                <c:formatCode>General</c:formatCode>
                <c:ptCount val="2833"/>
                <c:pt idx="0">
                  <c:v>457.33401500000002</c:v>
                </c:pt>
                <c:pt idx="1">
                  <c:v>424.44000199999999</c:v>
                </c:pt>
                <c:pt idx="2">
                  <c:v>394.79599000000002</c:v>
                </c:pt>
                <c:pt idx="3">
                  <c:v>408.90399200000002</c:v>
                </c:pt>
                <c:pt idx="4">
                  <c:v>398.82101399999999</c:v>
                </c:pt>
                <c:pt idx="5">
                  <c:v>402.15200800000002</c:v>
                </c:pt>
                <c:pt idx="6">
                  <c:v>435.79098499999998</c:v>
                </c:pt>
                <c:pt idx="7">
                  <c:v>423.20498700000002</c:v>
                </c:pt>
                <c:pt idx="8">
                  <c:v>411.574005</c:v>
                </c:pt>
                <c:pt idx="9">
                  <c:v>404.42498799999998</c:v>
                </c:pt>
                <c:pt idx="10">
                  <c:v>399.51998900000001</c:v>
                </c:pt>
                <c:pt idx="11">
                  <c:v>377.18099999999998</c:v>
                </c:pt>
                <c:pt idx="12">
                  <c:v>375.46701000000002</c:v>
                </c:pt>
                <c:pt idx="13">
                  <c:v>386.94400000000002</c:v>
                </c:pt>
                <c:pt idx="14">
                  <c:v>383.61498999999998</c:v>
                </c:pt>
                <c:pt idx="15">
                  <c:v>375.07199100000003</c:v>
                </c:pt>
                <c:pt idx="16">
                  <c:v>359.51199300000002</c:v>
                </c:pt>
                <c:pt idx="17">
                  <c:v>328.86599699999999</c:v>
                </c:pt>
                <c:pt idx="18">
                  <c:v>320.51001000000002</c:v>
                </c:pt>
                <c:pt idx="19">
                  <c:v>330.07900999999998</c:v>
                </c:pt>
                <c:pt idx="20">
                  <c:v>336.18701199999998</c:v>
                </c:pt>
                <c:pt idx="21">
                  <c:v>352.94000199999999</c:v>
                </c:pt>
                <c:pt idx="22">
                  <c:v>365.02600100000001</c:v>
                </c:pt>
                <c:pt idx="23">
                  <c:v>361.56201199999998</c:v>
                </c:pt>
                <c:pt idx="24">
                  <c:v>362.29901100000001</c:v>
                </c:pt>
                <c:pt idx="25">
                  <c:v>378.54901100000001</c:v>
                </c:pt>
                <c:pt idx="26">
                  <c:v>390.41400099999998</c:v>
                </c:pt>
                <c:pt idx="27">
                  <c:v>400.86999500000002</c:v>
                </c:pt>
                <c:pt idx="28">
                  <c:v>394.77301</c:v>
                </c:pt>
                <c:pt idx="29">
                  <c:v>382.55599999999998</c:v>
                </c:pt>
                <c:pt idx="30">
                  <c:v>383.75799599999999</c:v>
                </c:pt>
                <c:pt idx="31">
                  <c:v>391.44198599999999</c:v>
                </c:pt>
                <c:pt idx="32">
                  <c:v>389.54599000000002</c:v>
                </c:pt>
                <c:pt idx="33">
                  <c:v>382.84500100000002</c:v>
                </c:pt>
                <c:pt idx="34">
                  <c:v>386.47500600000001</c:v>
                </c:pt>
                <c:pt idx="35">
                  <c:v>383.15798999999998</c:v>
                </c:pt>
                <c:pt idx="36">
                  <c:v>358.41699199999999</c:v>
                </c:pt>
                <c:pt idx="37">
                  <c:v>358.34500100000002</c:v>
                </c:pt>
                <c:pt idx="38">
                  <c:v>347.27099600000003</c:v>
                </c:pt>
                <c:pt idx="39">
                  <c:v>354.70400999999998</c:v>
                </c:pt>
                <c:pt idx="40">
                  <c:v>352.989014</c:v>
                </c:pt>
                <c:pt idx="41">
                  <c:v>357.61801100000002</c:v>
                </c:pt>
                <c:pt idx="42">
                  <c:v>335.591003</c:v>
                </c:pt>
                <c:pt idx="43">
                  <c:v>345.30499300000002</c:v>
                </c:pt>
                <c:pt idx="44">
                  <c:v>338.32101399999999</c:v>
                </c:pt>
                <c:pt idx="45">
                  <c:v>325.74899299999998</c:v>
                </c:pt>
                <c:pt idx="46">
                  <c:v>325.891998</c:v>
                </c:pt>
                <c:pt idx="47">
                  <c:v>327.55398600000001</c:v>
                </c:pt>
                <c:pt idx="48">
                  <c:v>330.49200400000001</c:v>
                </c:pt>
                <c:pt idx="49">
                  <c:v>339.48599200000001</c:v>
                </c:pt>
                <c:pt idx="50">
                  <c:v>349.290009</c:v>
                </c:pt>
                <c:pt idx="51">
                  <c:v>342.415009</c:v>
                </c:pt>
                <c:pt idx="52">
                  <c:v>345.48800699999998</c:v>
                </c:pt>
                <c:pt idx="53">
                  <c:v>363.26400799999999</c:v>
                </c:pt>
                <c:pt idx="54">
                  <c:v>366.92401100000001</c:v>
                </c:pt>
                <c:pt idx="55">
                  <c:v>367.69500699999998</c:v>
                </c:pt>
                <c:pt idx="56">
                  <c:v>423.56100500000002</c:v>
                </c:pt>
                <c:pt idx="57">
                  <c:v>420.73498499999999</c:v>
                </c:pt>
                <c:pt idx="58">
                  <c:v>397.817993</c:v>
                </c:pt>
                <c:pt idx="59">
                  <c:v>376.13299599999999</c:v>
                </c:pt>
                <c:pt idx="60">
                  <c:v>387.88198899999998</c:v>
                </c:pt>
                <c:pt idx="61">
                  <c:v>387.40798999999998</c:v>
                </c:pt>
                <c:pt idx="62">
                  <c:v>375.19799799999998</c:v>
                </c:pt>
                <c:pt idx="63">
                  <c:v>380.55499300000002</c:v>
                </c:pt>
                <c:pt idx="64">
                  <c:v>357.83999599999999</c:v>
                </c:pt>
                <c:pt idx="65">
                  <c:v>350.84799199999998</c:v>
                </c:pt>
                <c:pt idx="66">
                  <c:v>352.92001299999998</c:v>
                </c:pt>
                <c:pt idx="67">
                  <c:v>367.57299799999998</c:v>
                </c:pt>
                <c:pt idx="68">
                  <c:v>376.90100100000001</c:v>
                </c:pt>
                <c:pt idx="69">
                  <c:v>375.34799199999998</c:v>
                </c:pt>
                <c:pt idx="70">
                  <c:v>368.36999500000002</c:v>
                </c:pt>
                <c:pt idx="71">
                  <c:v>369.67001299999998</c:v>
                </c:pt>
                <c:pt idx="72">
                  <c:v>376.44699100000003</c:v>
                </c:pt>
                <c:pt idx="73">
                  <c:v>375.49099699999999</c:v>
                </c:pt>
                <c:pt idx="74">
                  <c:v>378.04699699999998</c:v>
                </c:pt>
                <c:pt idx="75">
                  <c:v>379.24499500000002</c:v>
                </c:pt>
                <c:pt idx="76">
                  <c:v>381.31500199999999</c:v>
                </c:pt>
                <c:pt idx="77">
                  <c:v>375.01001000000002</c:v>
                </c:pt>
                <c:pt idx="78">
                  <c:v>369.60400399999997</c:v>
                </c:pt>
                <c:pt idx="79">
                  <c:v>376.85400399999997</c:v>
                </c:pt>
                <c:pt idx="80">
                  <c:v>374.78500400000001</c:v>
                </c:pt>
                <c:pt idx="81">
                  <c:v>375.09500100000002</c:v>
                </c:pt>
                <c:pt idx="82">
                  <c:v>361.908997</c:v>
                </c:pt>
                <c:pt idx="83">
                  <c:v>352.21899400000001</c:v>
                </c:pt>
                <c:pt idx="84">
                  <c:v>346.36498999999998</c:v>
                </c:pt>
                <c:pt idx="85">
                  <c:v>350.506012</c:v>
                </c:pt>
                <c:pt idx="86">
                  <c:v>352.54199199999999</c:v>
                </c:pt>
                <c:pt idx="87">
                  <c:v>347.37600700000002</c:v>
                </c:pt>
                <c:pt idx="88">
                  <c:v>351.63198899999998</c:v>
                </c:pt>
                <c:pt idx="89">
                  <c:v>345.34500100000002</c:v>
                </c:pt>
                <c:pt idx="90">
                  <c:v>327.06201199999998</c:v>
                </c:pt>
                <c:pt idx="91">
                  <c:v>319.77600100000001</c:v>
                </c:pt>
                <c:pt idx="92">
                  <c:v>311.39599600000003</c:v>
                </c:pt>
                <c:pt idx="93">
                  <c:v>317.84298699999999</c:v>
                </c:pt>
                <c:pt idx="94">
                  <c:v>329.95599399999998</c:v>
                </c:pt>
                <c:pt idx="95">
                  <c:v>320.84298699999999</c:v>
                </c:pt>
                <c:pt idx="96">
                  <c:v>331.885986</c:v>
                </c:pt>
                <c:pt idx="97">
                  <c:v>334.57199100000003</c:v>
                </c:pt>
                <c:pt idx="98">
                  <c:v>322.533997</c:v>
                </c:pt>
                <c:pt idx="99">
                  <c:v>319.00799599999999</c:v>
                </c:pt>
                <c:pt idx="100">
                  <c:v>327.92401100000001</c:v>
                </c:pt>
                <c:pt idx="101">
                  <c:v>315.86300699999998</c:v>
                </c:pt>
                <c:pt idx="102">
                  <c:v>317.239014</c:v>
                </c:pt>
                <c:pt idx="103">
                  <c:v>312.67001299999998</c:v>
                </c:pt>
                <c:pt idx="104">
                  <c:v>310.73700000000002</c:v>
                </c:pt>
                <c:pt idx="105">
                  <c:v>320.192993</c:v>
                </c:pt>
                <c:pt idx="106">
                  <c:v>314.24899299999998</c:v>
                </c:pt>
                <c:pt idx="107">
                  <c:v>315.03201300000001</c:v>
                </c:pt>
                <c:pt idx="108">
                  <c:v>281.08200099999999</c:v>
                </c:pt>
                <c:pt idx="109">
                  <c:v>264.19500699999998</c:v>
                </c:pt>
                <c:pt idx="110">
                  <c:v>274.47399899999999</c:v>
                </c:pt>
                <c:pt idx="111">
                  <c:v>286.18899499999998</c:v>
                </c:pt>
                <c:pt idx="112">
                  <c:v>294.33700599999997</c:v>
                </c:pt>
                <c:pt idx="113">
                  <c:v>283.34899899999999</c:v>
                </c:pt>
                <c:pt idx="114">
                  <c:v>290.40798999999998</c:v>
                </c:pt>
                <c:pt idx="115">
                  <c:v>274.79599000000002</c:v>
                </c:pt>
                <c:pt idx="116">
                  <c:v>265.66000400000001</c:v>
                </c:pt>
                <c:pt idx="117">
                  <c:v>267.79599000000002</c:v>
                </c:pt>
                <c:pt idx="118">
                  <c:v>225.86099200000001</c:v>
                </c:pt>
                <c:pt idx="119">
                  <c:v>178.10299699999999</c:v>
                </c:pt>
                <c:pt idx="120">
                  <c:v>209.84399400000001</c:v>
                </c:pt>
                <c:pt idx="121">
                  <c:v>208.09700000000001</c:v>
                </c:pt>
                <c:pt idx="122">
                  <c:v>199.259995</c:v>
                </c:pt>
                <c:pt idx="123">
                  <c:v>210.33900499999999</c:v>
                </c:pt>
                <c:pt idx="124">
                  <c:v>214.86099200000001</c:v>
                </c:pt>
                <c:pt idx="125">
                  <c:v>211.31500199999999</c:v>
                </c:pt>
                <c:pt idx="126">
                  <c:v>226.89700300000001</c:v>
                </c:pt>
                <c:pt idx="127">
                  <c:v>233.40600599999999</c:v>
                </c:pt>
                <c:pt idx="128">
                  <c:v>232.878998</c:v>
                </c:pt>
                <c:pt idx="129">
                  <c:v>247.84700000000001</c:v>
                </c:pt>
                <c:pt idx="130">
                  <c:v>253.71800200000001</c:v>
                </c:pt>
                <c:pt idx="131">
                  <c:v>273.47299199999998</c:v>
                </c:pt>
                <c:pt idx="132">
                  <c:v>263.47500600000001</c:v>
                </c:pt>
                <c:pt idx="133">
                  <c:v>233.91499300000001</c:v>
                </c:pt>
                <c:pt idx="134">
                  <c:v>233.51300000000001</c:v>
                </c:pt>
                <c:pt idx="135">
                  <c:v>226.425003</c:v>
                </c:pt>
                <c:pt idx="136">
                  <c:v>217.46400499999999</c:v>
                </c:pt>
                <c:pt idx="137">
                  <c:v>226.97200000000001</c:v>
                </c:pt>
                <c:pt idx="138">
                  <c:v>238.229004</c:v>
                </c:pt>
                <c:pt idx="139">
                  <c:v>227.26800499999999</c:v>
                </c:pt>
                <c:pt idx="140">
                  <c:v>226.85299699999999</c:v>
                </c:pt>
                <c:pt idx="141">
                  <c:v>217.11099200000001</c:v>
                </c:pt>
                <c:pt idx="142">
                  <c:v>222.266006</c:v>
                </c:pt>
                <c:pt idx="143">
                  <c:v>227.753998</c:v>
                </c:pt>
                <c:pt idx="144">
                  <c:v>223.412003</c:v>
                </c:pt>
                <c:pt idx="145">
                  <c:v>220.11000100000001</c:v>
                </c:pt>
                <c:pt idx="146">
                  <c:v>219.83900499999999</c:v>
                </c:pt>
                <c:pt idx="147">
                  <c:v>219.18499800000001</c:v>
                </c:pt>
                <c:pt idx="148">
                  <c:v>221.76400799999999</c:v>
                </c:pt>
                <c:pt idx="149">
                  <c:v>235.42700199999999</c:v>
                </c:pt>
                <c:pt idx="150">
                  <c:v>257.32101399999999</c:v>
                </c:pt>
                <c:pt idx="151">
                  <c:v>234.824997</c:v>
                </c:pt>
                <c:pt idx="152">
                  <c:v>233.84300200000001</c:v>
                </c:pt>
                <c:pt idx="153">
                  <c:v>243.61000100000001</c:v>
                </c:pt>
                <c:pt idx="154">
                  <c:v>236.32600400000001</c:v>
                </c:pt>
                <c:pt idx="155">
                  <c:v>240.283005</c:v>
                </c:pt>
                <c:pt idx="156">
                  <c:v>243.77900700000001</c:v>
                </c:pt>
                <c:pt idx="157">
                  <c:v>244.533997</c:v>
                </c:pt>
                <c:pt idx="158">
                  <c:v>235.97700499999999</c:v>
                </c:pt>
                <c:pt idx="159">
                  <c:v>238.891998</c:v>
                </c:pt>
                <c:pt idx="160">
                  <c:v>238.73500100000001</c:v>
                </c:pt>
                <c:pt idx="161">
                  <c:v>237.470001</c:v>
                </c:pt>
                <c:pt idx="162">
                  <c:v>236.425995</c:v>
                </c:pt>
                <c:pt idx="163">
                  <c:v>253.828003</c:v>
                </c:pt>
                <c:pt idx="164">
                  <c:v>254.26300000000001</c:v>
                </c:pt>
                <c:pt idx="165">
                  <c:v>260.20199600000001</c:v>
                </c:pt>
                <c:pt idx="166">
                  <c:v>275.67001299999998</c:v>
                </c:pt>
                <c:pt idx="167">
                  <c:v>281.70199600000001</c:v>
                </c:pt>
                <c:pt idx="168">
                  <c:v>273.09201000000002</c:v>
                </c:pt>
                <c:pt idx="169">
                  <c:v>276.17800899999997</c:v>
                </c:pt>
                <c:pt idx="170">
                  <c:v>272.72299199999998</c:v>
                </c:pt>
                <c:pt idx="171">
                  <c:v>276.260986</c:v>
                </c:pt>
                <c:pt idx="172">
                  <c:v>274.35400399999997</c:v>
                </c:pt>
                <c:pt idx="173">
                  <c:v>289.60699499999998</c:v>
                </c:pt>
                <c:pt idx="174">
                  <c:v>291.76001000000002</c:v>
                </c:pt>
                <c:pt idx="175">
                  <c:v>296.37899800000002</c:v>
                </c:pt>
                <c:pt idx="176">
                  <c:v>294.35400399999997</c:v>
                </c:pt>
                <c:pt idx="177">
                  <c:v>285.33700599999997</c:v>
                </c:pt>
                <c:pt idx="178">
                  <c:v>281.88501000000002</c:v>
                </c:pt>
                <c:pt idx="179">
                  <c:v>286.39300500000002</c:v>
                </c:pt>
                <c:pt idx="180">
                  <c:v>290.59298699999999</c:v>
                </c:pt>
                <c:pt idx="181">
                  <c:v>285.50500499999998</c:v>
                </c:pt>
                <c:pt idx="182">
                  <c:v>256.29901100000001</c:v>
                </c:pt>
                <c:pt idx="183">
                  <c:v>260.92800899999997</c:v>
                </c:pt>
                <c:pt idx="184">
                  <c:v>261.74899299999998</c:v>
                </c:pt>
                <c:pt idx="185">
                  <c:v>260.02499399999999</c:v>
                </c:pt>
                <c:pt idx="186">
                  <c:v>267.959991</c:v>
                </c:pt>
                <c:pt idx="187">
                  <c:v>266.73998999999998</c:v>
                </c:pt>
                <c:pt idx="188">
                  <c:v>245.595001</c:v>
                </c:pt>
                <c:pt idx="189">
                  <c:v>246.19700599999999</c:v>
                </c:pt>
                <c:pt idx="190">
                  <c:v>248.53199799999999</c:v>
                </c:pt>
                <c:pt idx="191">
                  <c:v>247.02900700000001</c:v>
                </c:pt>
                <c:pt idx="192">
                  <c:v>252.79800399999999</c:v>
                </c:pt>
                <c:pt idx="193">
                  <c:v>242.712997</c:v>
                </c:pt>
                <c:pt idx="194">
                  <c:v>247.52600100000001</c:v>
                </c:pt>
                <c:pt idx="195">
                  <c:v>244.22399899999999</c:v>
                </c:pt>
                <c:pt idx="196">
                  <c:v>247.27200300000001</c:v>
                </c:pt>
                <c:pt idx="197">
                  <c:v>253.00500500000001</c:v>
                </c:pt>
                <c:pt idx="198">
                  <c:v>254.32200599999999</c:v>
                </c:pt>
                <c:pt idx="199">
                  <c:v>253.69700599999999</c:v>
                </c:pt>
                <c:pt idx="200">
                  <c:v>260.59799199999998</c:v>
                </c:pt>
                <c:pt idx="201">
                  <c:v>255.49200400000001</c:v>
                </c:pt>
                <c:pt idx="202">
                  <c:v>253.179993</c:v>
                </c:pt>
                <c:pt idx="203">
                  <c:v>245.02200300000001</c:v>
                </c:pt>
                <c:pt idx="204">
                  <c:v>243.675995</c:v>
                </c:pt>
                <c:pt idx="205">
                  <c:v>236.07200599999999</c:v>
                </c:pt>
                <c:pt idx="206">
                  <c:v>236.55200199999999</c:v>
                </c:pt>
                <c:pt idx="207">
                  <c:v>236.15299999999999</c:v>
                </c:pt>
                <c:pt idx="208">
                  <c:v>224.587006</c:v>
                </c:pt>
                <c:pt idx="209">
                  <c:v>219.158997</c:v>
                </c:pt>
                <c:pt idx="210">
                  <c:v>223.83299299999999</c:v>
                </c:pt>
                <c:pt idx="211">
                  <c:v>228.57299800000001</c:v>
                </c:pt>
                <c:pt idx="212">
                  <c:v>222.88200399999999</c:v>
                </c:pt>
                <c:pt idx="213">
                  <c:v>223.35600299999999</c:v>
                </c:pt>
                <c:pt idx="214">
                  <c:v>222.60000600000001</c:v>
                </c:pt>
                <c:pt idx="215">
                  <c:v>224.62600699999999</c:v>
                </c:pt>
                <c:pt idx="216">
                  <c:v>235.26899700000001</c:v>
                </c:pt>
                <c:pt idx="217">
                  <c:v>234.175995</c:v>
                </c:pt>
                <c:pt idx="218">
                  <c:v>236.462006</c:v>
                </c:pt>
                <c:pt idx="219">
                  <c:v>231.26800499999999</c:v>
                </c:pt>
                <c:pt idx="220">
                  <c:v>226.38999899999999</c:v>
                </c:pt>
                <c:pt idx="221">
                  <c:v>219.429993</c:v>
                </c:pt>
                <c:pt idx="222">
                  <c:v>229.28599500000001</c:v>
                </c:pt>
                <c:pt idx="223">
                  <c:v>225.854996</c:v>
                </c:pt>
                <c:pt idx="224">
                  <c:v>225.807999</c:v>
                </c:pt>
                <c:pt idx="225">
                  <c:v>236.145004</c:v>
                </c:pt>
                <c:pt idx="226">
                  <c:v>232.07899499999999</c:v>
                </c:pt>
                <c:pt idx="227">
                  <c:v>234.929993</c:v>
                </c:pt>
                <c:pt idx="228">
                  <c:v>240.358002</c:v>
                </c:pt>
                <c:pt idx="229">
                  <c:v>239.01800499999999</c:v>
                </c:pt>
                <c:pt idx="230">
                  <c:v>236.121002</c:v>
                </c:pt>
                <c:pt idx="231">
                  <c:v>229.78199799999999</c:v>
                </c:pt>
                <c:pt idx="232">
                  <c:v>237.334</c:v>
                </c:pt>
                <c:pt idx="233">
                  <c:v>243.86300700000001</c:v>
                </c:pt>
                <c:pt idx="234">
                  <c:v>241.83200099999999</c:v>
                </c:pt>
                <c:pt idx="235">
                  <c:v>240.29600500000001</c:v>
                </c:pt>
                <c:pt idx="236">
                  <c:v>242.158005</c:v>
                </c:pt>
                <c:pt idx="237">
                  <c:v>241.11199999999999</c:v>
                </c:pt>
                <c:pt idx="238">
                  <c:v>236.37699900000001</c:v>
                </c:pt>
                <c:pt idx="239">
                  <c:v>236.929001</c:v>
                </c:pt>
                <c:pt idx="240">
                  <c:v>237.604996</c:v>
                </c:pt>
                <c:pt idx="241">
                  <c:v>236.15299999999999</c:v>
                </c:pt>
                <c:pt idx="242">
                  <c:v>236.80200199999999</c:v>
                </c:pt>
                <c:pt idx="243">
                  <c:v>233.128006</c:v>
                </c:pt>
                <c:pt idx="244">
                  <c:v>231.94700599999999</c:v>
                </c:pt>
                <c:pt idx="245">
                  <c:v>234.01800499999999</c:v>
                </c:pt>
                <c:pt idx="246">
                  <c:v>235.34399400000001</c:v>
                </c:pt>
                <c:pt idx="247">
                  <c:v>240.348007</c:v>
                </c:pt>
                <c:pt idx="248">
                  <c:v>238.871994</c:v>
                </c:pt>
                <c:pt idx="249">
                  <c:v>240.953003</c:v>
                </c:pt>
                <c:pt idx="250">
                  <c:v>237.11000100000001</c:v>
                </c:pt>
                <c:pt idx="251">
                  <c:v>237.11599699999999</c:v>
                </c:pt>
                <c:pt idx="252">
                  <c:v>237.283005</c:v>
                </c:pt>
                <c:pt idx="253">
                  <c:v>237.408005</c:v>
                </c:pt>
                <c:pt idx="254">
                  <c:v>237.09599299999999</c:v>
                </c:pt>
                <c:pt idx="255">
                  <c:v>233.345001</c:v>
                </c:pt>
                <c:pt idx="256">
                  <c:v>230.19000199999999</c:v>
                </c:pt>
                <c:pt idx="257">
                  <c:v>222.925995</c:v>
                </c:pt>
                <c:pt idx="258">
                  <c:v>225.80299400000001</c:v>
                </c:pt>
                <c:pt idx="259">
                  <c:v>225.87399300000001</c:v>
                </c:pt>
                <c:pt idx="260">
                  <c:v>224.324005</c:v>
                </c:pt>
                <c:pt idx="261">
                  <c:v>224.95199600000001</c:v>
                </c:pt>
                <c:pt idx="262">
                  <c:v>225.61900299999999</c:v>
                </c:pt>
                <c:pt idx="263">
                  <c:v>222.88099700000001</c:v>
                </c:pt>
                <c:pt idx="264">
                  <c:v>228.48899800000001</c:v>
                </c:pt>
                <c:pt idx="265">
                  <c:v>229.04800399999999</c:v>
                </c:pt>
                <c:pt idx="266">
                  <c:v>228.80299400000001</c:v>
                </c:pt>
                <c:pt idx="267">
                  <c:v>229.70500200000001</c:v>
                </c:pt>
                <c:pt idx="268">
                  <c:v>229.98199500000001</c:v>
                </c:pt>
                <c:pt idx="269">
                  <c:v>232.401993</c:v>
                </c:pt>
                <c:pt idx="270">
                  <c:v>233.54299900000001</c:v>
                </c:pt>
                <c:pt idx="271">
                  <c:v>236.82299800000001</c:v>
                </c:pt>
                <c:pt idx="272">
                  <c:v>250.895004</c:v>
                </c:pt>
                <c:pt idx="273">
                  <c:v>249.283997</c:v>
                </c:pt>
                <c:pt idx="274">
                  <c:v>249.00700399999999</c:v>
                </c:pt>
                <c:pt idx="275">
                  <c:v>244.60600299999999</c:v>
                </c:pt>
                <c:pt idx="276">
                  <c:v>245.212006</c:v>
                </c:pt>
                <c:pt idx="277">
                  <c:v>243.94399999999999</c:v>
                </c:pt>
                <c:pt idx="278">
                  <c:v>246.990005</c:v>
                </c:pt>
                <c:pt idx="279">
                  <c:v>244.29600500000001</c:v>
                </c:pt>
                <c:pt idx="280">
                  <c:v>240.51499899999999</c:v>
                </c:pt>
                <c:pt idx="281">
                  <c:v>242.79899599999999</c:v>
                </c:pt>
                <c:pt idx="282">
                  <c:v>243.59399400000001</c:v>
                </c:pt>
                <c:pt idx="283">
                  <c:v>250.990005</c:v>
                </c:pt>
                <c:pt idx="284">
                  <c:v>249.01100199999999</c:v>
                </c:pt>
                <c:pt idx="285">
                  <c:v>257.06399499999998</c:v>
                </c:pt>
                <c:pt idx="286">
                  <c:v>263.07199100000003</c:v>
                </c:pt>
                <c:pt idx="287">
                  <c:v>258.62100199999998</c:v>
                </c:pt>
                <c:pt idx="288">
                  <c:v>255.412003</c:v>
                </c:pt>
                <c:pt idx="289">
                  <c:v>256.33599900000002</c:v>
                </c:pt>
                <c:pt idx="290">
                  <c:v>260.885986</c:v>
                </c:pt>
                <c:pt idx="291">
                  <c:v>271.91299400000003</c:v>
                </c:pt>
                <c:pt idx="292">
                  <c:v>269.02999899999998</c:v>
                </c:pt>
                <c:pt idx="293">
                  <c:v>266.20700099999999</c:v>
                </c:pt>
                <c:pt idx="294">
                  <c:v>270.78500400000001</c:v>
                </c:pt>
                <c:pt idx="295">
                  <c:v>269.22799700000002</c:v>
                </c:pt>
                <c:pt idx="296">
                  <c:v>284.89401199999998</c:v>
                </c:pt>
                <c:pt idx="297">
                  <c:v>293.11498999999998</c:v>
                </c:pt>
                <c:pt idx="298">
                  <c:v>310.86700400000001</c:v>
                </c:pt>
                <c:pt idx="299">
                  <c:v>292.05398600000001</c:v>
                </c:pt>
                <c:pt idx="300">
                  <c:v>287.46398900000003</c:v>
                </c:pt>
                <c:pt idx="301">
                  <c:v>285.82900999999998</c:v>
                </c:pt>
                <c:pt idx="302">
                  <c:v>278.08898900000003</c:v>
                </c:pt>
                <c:pt idx="303">
                  <c:v>279.47198500000002</c:v>
                </c:pt>
                <c:pt idx="304">
                  <c:v>274.90100100000001</c:v>
                </c:pt>
                <c:pt idx="305">
                  <c:v>273.614014</c:v>
                </c:pt>
                <c:pt idx="306">
                  <c:v>278.98098800000002</c:v>
                </c:pt>
                <c:pt idx="307">
                  <c:v>275.83300800000001</c:v>
                </c:pt>
                <c:pt idx="308">
                  <c:v>277.22198500000002</c:v>
                </c:pt>
                <c:pt idx="309">
                  <c:v>276.04901100000001</c:v>
                </c:pt>
                <c:pt idx="310">
                  <c:v>288.27801499999998</c:v>
                </c:pt>
                <c:pt idx="311">
                  <c:v>288.69699100000003</c:v>
                </c:pt>
                <c:pt idx="312">
                  <c:v>292.68600500000002</c:v>
                </c:pt>
                <c:pt idx="313">
                  <c:v>293.62399299999998</c:v>
                </c:pt>
                <c:pt idx="314">
                  <c:v>294.42700200000002</c:v>
                </c:pt>
                <c:pt idx="315">
                  <c:v>289.58999599999999</c:v>
                </c:pt>
                <c:pt idx="316">
                  <c:v>287.72198500000002</c:v>
                </c:pt>
                <c:pt idx="317">
                  <c:v>284.64999399999999</c:v>
                </c:pt>
                <c:pt idx="318">
                  <c:v>281.60101300000002</c:v>
                </c:pt>
                <c:pt idx="319">
                  <c:v>282.614014</c:v>
                </c:pt>
                <c:pt idx="320">
                  <c:v>281.22699</c:v>
                </c:pt>
                <c:pt idx="321">
                  <c:v>285.21798699999999</c:v>
                </c:pt>
                <c:pt idx="322">
                  <c:v>281.88198899999998</c:v>
                </c:pt>
                <c:pt idx="323">
                  <c:v>278.57699600000001</c:v>
                </c:pt>
                <c:pt idx="324">
                  <c:v>279.584991</c:v>
                </c:pt>
                <c:pt idx="325">
                  <c:v>260.99700899999999</c:v>
                </c:pt>
                <c:pt idx="326">
                  <c:v>265.08300800000001</c:v>
                </c:pt>
                <c:pt idx="327">
                  <c:v>264.47000100000002</c:v>
                </c:pt>
                <c:pt idx="328">
                  <c:v>270.385986</c:v>
                </c:pt>
                <c:pt idx="329">
                  <c:v>266.37600700000002</c:v>
                </c:pt>
                <c:pt idx="330">
                  <c:v>264.07998700000002</c:v>
                </c:pt>
                <c:pt idx="331">
                  <c:v>265.67999300000002</c:v>
                </c:pt>
                <c:pt idx="332">
                  <c:v>261.550995</c:v>
                </c:pt>
                <c:pt idx="333">
                  <c:v>258.50698899999998</c:v>
                </c:pt>
                <c:pt idx="334">
                  <c:v>257.97601300000002</c:v>
                </c:pt>
                <c:pt idx="335">
                  <c:v>211.07899499999999</c:v>
                </c:pt>
                <c:pt idx="336">
                  <c:v>226.68400600000001</c:v>
                </c:pt>
                <c:pt idx="337">
                  <c:v>235.35000600000001</c:v>
                </c:pt>
                <c:pt idx="338">
                  <c:v>232.56899999999999</c:v>
                </c:pt>
                <c:pt idx="339">
                  <c:v>230.38999899999999</c:v>
                </c:pt>
                <c:pt idx="340">
                  <c:v>228.169006</c:v>
                </c:pt>
                <c:pt idx="341">
                  <c:v>210.49499499999999</c:v>
                </c:pt>
                <c:pt idx="342">
                  <c:v>221.608994</c:v>
                </c:pt>
                <c:pt idx="343">
                  <c:v>225.830994</c:v>
                </c:pt>
                <c:pt idx="344">
                  <c:v>224.76899700000001</c:v>
                </c:pt>
                <c:pt idx="345">
                  <c:v>231.395996</c:v>
                </c:pt>
                <c:pt idx="346">
                  <c:v>229.779999</c:v>
                </c:pt>
                <c:pt idx="347">
                  <c:v>228.76100199999999</c:v>
                </c:pt>
                <c:pt idx="348">
                  <c:v>230.05600000000001</c:v>
                </c:pt>
                <c:pt idx="349">
                  <c:v>228.121002</c:v>
                </c:pt>
                <c:pt idx="350">
                  <c:v>229.283997</c:v>
                </c:pt>
                <c:pt idx="351">
                  <c:v>227.182999</c:v>
                </c:pt>
                <c:pt idx="352">
                  <c:v>230.29800399999999</c:v>
                </c:pt>
                <c:pt idx="353">
                  <c:v>235.01899700000001</c:v>
                </c:pt>
                <c:pt idx="354">
                  <c:v>239.83999600000001</c:v>
                </c:pt>
                <c:pt idx="355">
                  <c:v>239.84700000000001</c:v>
                </c:pt>
                <c:pt idx="356">
                  <c:v>243.60699500000001</c:v>
                </c:pt>
                <c:pt idx="357">
                  <c:v>238.16799900000001</c:v>
                </c:pt>
                <c:pt idx="358">
                  <c:v>238.47700499999999</c:v>
                </c:pt>
                <c:pt idx="359">
                  <c:v>240.10699500000001</c:v>
                </c:pt>
                <c:pt idx="360">
                  <c:v>235.229004</c:v>
                </c:pt>
                <c:pt idx="361">
                  <c:v>230.51199299999999</c:v>
                </c:pt>
                <c:pt idx="362">
                  <c:v>230.64399700000001</c:v>
                </c:pt>
                <c:pt idx="363">
                  <c:v>230.304001</c:v>
                </c:pt>
                <c:pt idx="364">
                  <c:v>229.091003</c:v>
                </c:pt>
                <c:pt idx="365">
                  <c:v>229.80999800000001</c:v>
                </c:pt>
                <c:pt idx="366">
                  <c:v>232.97500600000001</c:v>
                </c:pt>
                <c:pt idx="367">
                  <c:v>231.49299600000001</c:v>
                </c:pt>
                <c:pt idx="368">
                  <c:v>231.212006</c:v>
                </c:pt>
                <c:pt idx="369">
                  <c:v>227.08500699999999</c:v>
                </c:pt>
                <c:pt idx="370">
                  <c:v>230.61799600000001</c:v>
                </c:pt>
                <c:pt idx="371">
                  <c:v>230.283005</c:v>
                </c:pt>
                <c:pt idx="372">
                  <c:v>234.52900700000001</c:v>
                </c:pt>
                <c:pt idx="373">
                  <c:v>235.14399700000001</c:v>
                </c:pt>
                <c:pt idx="374">
                  <c:v>234.33999600000001</c:v>
                </c:pt>
                <c:pt idx="375">
                  <c:v>232.75700399999999</c:v>
                </c:pt>
                <c:pt idx="376">
                  <c:v>239.141998</c:v>
                </c:pt>
                <c:pt idx="377">
                  <c:v>236.68699599999999</c:v>
                </c:pt>
                <c:pt idx="378">
                  <c:v>236.05999800000001</c:v>
                </c:pt>
                <c:pt idx="379">
                  <c:v>237.54899599999999</c:v>
                </c:pt>
                <c:pt idx="380">
                  <c:v>237.29299900000001</c:v>
                </c:pt>
                <c:pt idx="381">
                  <c:v>238.729996</c:v>
                </c:pt>
                <c:pt idx="382">
                  <c:v>238.25900300000001</c:v>
                </c:pt>
                <c:pt idx="383">
                  <c:v>240.38299599999999</c:v>
                </c:pt>
                <c:pt idx="384">
                  <c:v>246.06300400000001</c:v>
                </c:pt>
                <c:pt idx="385">
                  <c:v>242.96899400000001</c:v>
                </c:pt>
                <c:pt idx="386">
                  <c:v>242.304001</c:v>
                </c:pt>
                <c:pt idx="387">
                  <c:v>243.93100000000001</c:v>
                </c:pt>
                <c:pt idx="388">
                  <c:v>244.94099399999999</c:v>
                </c:pt>
                <c:pt idx="389">
                  <c:v>247.050003</c:v>
                </c:pt>
                <c:pt idx="390">
                  <c:v>245.307999</c:v>
                </c:pt>
                <c:pt idx="391">
                  <c:v>249.50799599999999</c:v>
                </c:pt>
                <c:pt idx="392">
                  <c:v>251.98899800000001</c:v>
                </c:pt>
                <c:pt idx="393">
                  <c:v>254.320007</c:v>
                </c:pt>
                <c:pt idx="394">
                  <c:v>262.868988</c:v>
                </c:pt>
                <c:pt idx="395">
                  <c:v>270.64001500000001</c:v>
                </c:pt>
                <c:pt idx="396">
                  <c:v>261.64300500000002</c:v>
                </c:pt>
                <c:pt idx="397">
                  <c:v>263.43701199999998</c:v>
                </c:pt>
                <c:pt idx="398">
                  <c:v>269.46301299999999</c:v>
                </c:pt>
                <c:pt idx="399">
                  <c:v>266.27200299999998</c:v>
                </c:pt>
                <c:pt idx="400">
                  <c:v>274.02301</c:v>
                </c:pt>
                <c:pt idx="401">
                  <c:v>276.49600199999998</c:v>
                </c:pt>
                <c:pt idx="402">
                  <c:v>281.65399200000002</c:v>
                </c:pt>
                <c:pt idx="403">
                  <c:v>283.67999300000002</c:v>
                </c:pt>
                <c:pt idx="404">
                  <c:v>285.29998799999998</c:v>
                </c:pt>
                <c:pt idx="405">
                  <c:v>293.78799400000003</c:v>
                </c:pt>
                <c:pt idx="406">
                  <c:v>304.61801100000002</c:v>
                </c:pt>
                <c:pt idx="407">
                  <c:v>313.85501099999999</c:v>
                </c:pt>
                <c:pt idx="408">
                  <c:v>328.01501500000001</c:v>
                </c:pt>
                <c:pt idx="409">
                  <c:v>314.16598499999998</c:v>
                </c:pt>
                <c:pt idx="410">
                  <c:v>325.43099999999998</c:v>
                </c:pt>
                <c:pt idx="411">
                  <c:v>361.18899499999998</c:v>
                </c:pt>
                <c:pt idx="412">
                  <c:v>403.41699199999999</c:v>
                </c:pt>
                <c:pt idx="413">
                  <c:v>411.56298800000002</c:v>
                </c:pt>
                <c:pt idx="414">
                  <c:v>386.35400399999997</c:v>
                </c:pt>
                <c:pt idx="415">
                  <c:v>374.47000100000002</c:v>
                </c:pt>
                <c:pt idx="416">
                  <c:v>386.48199499999998</c:v>
                </c:pt>
                <c:pt idx="417">
                  <c:v>373.36801100000002</c:v>
                </c:pt>
                <c:pt idx="418">
                  <c:v>380.25698899999998</c:v>
                </c:pt>
                <c:pt idx="419">
                  <c:v>336.81900000000002</c:v>
                </c:pt>
                <c:pt idx="420">
                  <c:v>311.08401500000002</c:v>
                </c:pt>
                <c:pt idx="421">
                  <c:v>338.15200800000002</c:v>
                </c:pt>
                <c:pt idx="422">
                  <c:v>336.75299100000001</c:v>
                </c:pt>
                <c:pt idx="423">
                  <c:v>332.90600599999999</c:v>
                </c:pt>
                <c:pt idx="424">
                  <c:v>320.16598499999998</c:v>
                </c:pt>
                <c:pt idx="425">
                  <c:v>330.75100700000002</c:v>
                </c:pt>
                <c:pt idx="426">
                  <c:v>335.09399400000001</c:v>
                </c:pt>
                <c:pt idx="427">
                  <c:v>334.58999599999999</c:v>
                </c:pt>
                <c:pt idx="428">
                  <c:v>326.14898699999998</c:v>
                </c:pt>
                <c:pt idx="429">
                  <c:v>322.02200299999998</c:v>
                </c:pt>
                <c:pt idx="430">
                  <c:v>326.92700200000002</c:v>
                </c:pt>
                <c:pt idx="431">
                  <c:v>324.53601099999997</c:v>
                </c:pt>
                <c:pt idx="432">
                  <c:v>323.04599000000002</c:v>
                </c:pt>
                <c:pt idx="433">
                  <c:v>320.04599000000002</c:v>
                </c:pt>
                <c:pt idx="434">
                  <c:v>328.20599399999998</c:v>
                </c:pt>
                <c:pt idx="435">
                  <c:v>352.68398999999999</c:v>
                </c:pt>
                <c:pt idx="436">
                  <c:v>358.04199199999999</c:v>
                </c:pt>
                <c:pt idx="437">
                  <c:v>357.381012</c:v>
                </c:pt>
                <c:pt idx="438">
                  <c:v>371.29400600000002</c:v>
                </c:pt>
                <c:pt idx="439">
                  <c:v>377.32101399999999</c:v>
                </c:pt>
                <c:pt idx="440">
                  <c:v>362.48800699999998</c:v>
                </c:pt>
                <c:pt idx="441">
                  <c:v>359.18701199999998</c:v>
                </c:pt>
                <c:pt idx="442">
                  <c:v>361.04599000000002</c:v>
                </c:pt>
                <c:pt idx="443">
                  <c:v>363.18301400000001</c:v>
                </c:pt>
                <c:pt idx="444">
                  <c:v>388.949005</c:v>
                </c:pt>
                <c:pt idx="445">
                  <c:v>388.78298999999998</c:v>
                </c:pt>
                <c:pt idx="446">
                  <c:v>395.53601099999997</c:v>
                </c:pt>
                <c:pt idx="447">
                  <c:v>415.56298800000002</c:v>
                </c:pt>
                <c:pt idx="448">
                  <c:v>417.56298800000002</c:v>
                </c:pt>
                <c:pt idx="449">
                  <c:v>415.47900399999997</c:v>
                </c:pt>
                <c:pt idx="450">
                  <c:v>451.93798800000002</c:v>
                </c:pt>
                <c:pt idx="451">
                  <c:v>434.99700899999999</c:v>
                </c:pt>
                <c:pt idx="452">
                  <c:v>433.75500499999998</c:v>
                </c:pt>
                <c:pt idx="453">
                  <c:v>444.182007</c:v>
                </c:pt>
                <c:pt idx="454">
                  <c:v>465.32101399999999</c:v>
                </c:pt>
                <c:pt idx="455">
                  <c:v>454.93398999999999</c:v>
                </c:pt>
                <c:pt idx="456">
                  <c:v>456.07800300000002</c:v>
                </c:pt>
                <c:pt idx="457">
                  <c:v>463.61599699999999</c:v>
                </c:pt>
                <c:pt idx="458">
                  <c:v>462.32199100000003</c:v>
                </c:pt>
                <c:pt idx="459">
                  <c:v>442.68499800000001</c:v>
                </c:pt>
                <c:pt idx="460">
                  <c:v>438.63900799999999</c:v>
                </c:pt>
                <c:pt idx="461">
                  <c:v>436.57199100000003</c:v>
                </c:pt>
                <c:pt idx="462">
                  <c:v>442.40100100000001</c:v>
                </c:pt>
                <c:pt idx="463">
                  <c:v>454.98498499999999</c:v>
                </c:pt>
                <c:pt idx="464">
                  <c:v>455.65301499999998</c:v>
                </c:pt>
                <c:pt idx="465">
                  <c:v>417.27398699999998</c:v>
                </c:pt>
                <c:pt idx="466">
                  <c:v>422.82299799999998</c:v>
                </c:pt>
                <c:pt idx="467">
                  <c:v>422.27899200000002</c:v>
                </c:pt>
                <c:pt idx="468">
                  <c:v>432.983002</c:v>
                </c:pt>
                <c:pt idx="469">
                  <c:v>426.61999500000002</c:v>
                </c:pt>
                <c:pt idx="470">
                  <c:v>430.56698599999999</c:v>
                </c:pt>
                <c:pt idx="471">
                  <c:v>434.33401500000002</c:v>
                </c:pt>
                <c:pt idx="472">
                  <c:v>433.43798800000002</c:v>
                </c:pt>
                <c:pt idx="473">
                  <c:v>430.010986</c:v>
                </c:pt>
                <c:pt idx="474">
                  <c:v>433.091003</c:v>
                </c:pt>
                <c:pt idx="475">
                  <c:v>431.959991</c:v>
                </c:pt>
                <c:pt idx="476">
                  <c:v>429.10501099999999</c:v>
                </c:pt>
                <c:pt idx="477">
                  <c:v>458.04800399999999</c:v>
                </c:pt>
                <c:pt idx="478">
                  <c:v>453.23001099999999</c:v>
                </c:pt>
                <c:pt idx="479">
                  <c:v>447.61099200000001</c:v>
                </c:pt>
                <c:pt idx="480">
                  <c:v>447.99099699999999</c:v>
                </c:pt>
                <c:pt idx="481">
                  <c:v>448.42800899999997</c:v>
                </c:pt>
                <c:pt idx="482">
                  <c:v>435.69000199999999</c:v>
                </c:pt>
                <c:pt idx="483">
                  <c:v>432.37100199999998</c:v>
                </c:pt>
                <c:pt idx="484">
                  <c:v>430.30599999999998</c:v>
                </c:pt>
                <c:pt idx="485">
                  <c:v>364.33099399999998</c:v>
                </c:pt>
                <c:pt idx="486">
                  <c:v>387.53601099999997</c:v>
                </c:pt>
                <c:pt idx="487">
                  <c:v>382.29901100000001</c:v>
                </c:pt>
                <c:pt idx="488">
                  <c:v>387.16799900000001</c:v>
                </c:pt>
                <c:pt idx="489">
                  <c:v>380.14898699999998</c:v>
                </c:pt>
                <c:pt idx="490">
                  <c:v>420.23001099999999</c:v>
                </c:pt>
                <c:pt idx="491">
                  <c:v>410.26199300000002</c:v>
                </c:pt>
                <c:pt idx="492">
                  <c:v>382.49200400000001</c:v>
                </c:pt>
                <c:pt idx="493">
                  <c:v>387.49099699999999</c:v>
                </c:pt>
                <c:pt idx="494">
                  <c:v>402.97100799999998</c:v>
                </c:pt>
                <c:pt idx="495">
                  <c:v>391.72601300000002</c:v>
                </c:pt>
                <c:pt idx="496">
                  <c:v>392.15301499999998</c:v>
                </c:pt>
                <c:pt idx="497">
                  <c:v>394.97198500000002</c:v>
                </c:pt>
                <c:pt idx="498">
                  <c:v>380.28900099999998</c:v>
                </c:pt>
                <c:pt idx="499">
                  <c:v>379.47399899999999</c:v>
                </c:pt>
                <c:pt idx="500">
                  <c:v>378.25500499999998</c:v>
                </c:pt>
                <c:pt idx="501">
                  <c:v>368.766998</c:v>
                </c:pt>
                <c:pt idx="502">
                  <c:v>373.05599999999998</c:v>
                </c:pt>
                <c:pt idx="503">
                  <c:v>374.44799799999998</c:v>
                </c:pt>
                <c:pt idx="504">
                  <c:v>369.949005</c:v>
                </c:pt>
                <c:pt idx="505">
                  <c:v>389.59399400000001</c:v>
                </c:pt>
                <c:pt idx="506">
                  <c:v>386.54901100000001</c:v>
                </c:pt>
                <c:pt idx="507">
                  <c:v>376.52200299999998</c:v>
                </c:pt>
                <c:pt idx="508">
                  <c:v>376.61999500000002</c:v>
                </c:pt>
                <c:pt idx="509">
                  <c:v>373.44699100000003</c:v>
                </c:pt>
                <c:pt idx="510">
                  <c:v>376.02899200000002</c:v>
                </c:pt>
                <c:pt idx="511">
                  <c:v>381.64898699999998</c:v>
                </c:pt>
                <c:pt idx="512">
                  <c:v>379.65399200000002</c:v>
                </c:pt>
                <c:pt idx="513">
                  <c:v>384.26299999999998</c:v>
                </c:pt>
                <c:pt idx="514">
                  <c:v>391.85998499999999</c:v>
                </c:pt>
                <c:pt idx="515">
                  <c:v>407.23001099999999</c:v>
                </c:pt>
                <c:pt idx="516">
                  <c:v>400.18499800000001</c:v>
                </c:pt>
                <c:pt idx="517">
                  <c:v>407.48800699999998</c:v>
                </c:pt>
                <c:pt idx="518">
                  <c:v>416.32199100000003</c:v>
                </c:pt>
                <c:pt idx="519">
                  <c:v>422.37298600000003</c:v>
                </c:pt>
                <c:pt idx="520">
                  <c:v>420.78500400000001</c:v>
                </c:pt>
                <c:pt idx="521">
                  <c:v>437.16400099999998</c:v>
                </c:pt>
                <c:pt idx="522">
                  <c:v>438.79800399999999</c:v>
                </c:pt>
                <c:pt idx="523">
                  <c:v>437.74798600000003</c:v>
                </c:pt>
                <c:pt idx="524">
                  <c:v>420.73599200000001</c:v>
                </c:pt>
                <c:pt idx="525">
                  <c:v>424.95498700000002</c:v>
                </c:pt>
                <c:pt idx="526">
                  <c:v>424.54400600000002</c:v>
                </c:pt>
                <c:pt idx="527">
                  <c:v>432.15200800000002</c:v>
                </c:pt>
                <c:pt idx="528">
                  <c:v>432.51901199999998</c:v>
                </c:pt>
                <c:pt idx="529">
                  <c:v>433.50399800000002</c:v>
                </c:pt>
                <c:pt idx="530">
                  <c:v>437.69699100000003</c:v>
                </c:pt>
                <c:pt idx="531">
                  <c:v>435.12298600000003</c:v>
                </c:pt>
                <c:pt idx="532">
                  <c:v>423.989014</c:v>
                </c:pt>
                <c:pt idx="533">
                  <c:v>421.65100100000001</c:v>
                </c:pt>
                <c:pt idx="534">
                  <c:v>410.93899499999998</c:v>
                </c:pt>
                <c:pt idx="535">
                  <c:v>400.57000699999998</c:v>
                </c:pt>
                <c:pt idx="536">
                  <c:v>407.70700099999999</c:v>
                </c:pt>
                <c:pt idx="537">
                  <c:v>414.32101399999999</c:v>
                </c:pt>
                <c:pt idx="538">
                  <c:v>413.97198500000002</c:v>
                </c:pt>
                <c:pt idx="539">
                  <c:v>414.85998499999999</c:v>
                </c:pt>
                <c:pt idx="540">
                  <c:v>417.131012</c:v>
                </c:pt>
                <c:pt idx="541">
                  <c:v>421.69000199999999</c:v>
                </c:pt>
                <c:pt idx="542">
                  <c:v>411.62399299999998</c:v>
                </c:pt>
                <c:pt idx="543">
                  <c:v>414.06500199999999</c:v>
                </c:pt>
                <c:pt idx="544">
                  <c:v>416.43798800000002</c:v>
                </c:pt>
                <c:pt idx="545">
                  <c:v>416.82998700000002</c:v>
                </c:pt>
                <c:pt idx="546">
                  <c:v>417.010986</c:v>
                </c:pt>
                <c:pt idx="547">
                  <c:v>420.62100199999998</c:v>
                </c:pt>
                <c:pt idx="548">
                  <c:v>409.54800399999999</c:v>
                </c:pt>
                <c:pt idx="549">
                  <c:v>410.44400000000002</c:v>
                </c:pt>
                <c:pt idx="550">
                  <c:v>413.75500499999998</c:v>
                </c:pt>
                <c:pt idx="551">
                  <c:v>413.307007</c:v>
                </c:pt>
                <c:pt idx="552">
                  <c:v>418.08898900000003</c:v>
                </c:pt>
                <c:pt idx="553">
                  <c:v>418.04098499999998</c:v>
                </c:pt>
                <c:pt idx="554">
                  <c:v>416.39401199999998</c:v>
                </c:pt>
                <c:pt idx="555">
                  <c:v>417.17700200000002</c:v>
                </c:pt>
                <c:pt idx="556">
                  <c:v>417.94500699999998</c:v>
                </c:pt>
                <c:pt idx="557">
                  <c:v>426.76501500000001</c:v>
                </c:pt>
                <c:pt idx="558">
                  <c:v>424.23098800000002</c:v>
                </c:pt>
                <c:pt idx="559">
                  <c:v>416.51599099999999</c:v>
                </c:pt>
                <c:pt idx="560">
                  <c:v>414.81601000000001</c:v>
                </c:pt>
                <c:pt idx="561">
                  <c:v>416.72900399999997</c:v>
                </c:pt>
                <c:pt idx="562">
                  <c:v>417.959991</c:v>
                </c:pt>
                <c:pt idx="563">
                  <c:v>420.87298600000003</c:v>
                </c:pt>
                <c:pt idx="564">
                  <c:v>420.90399200000002</c:v>
                </c:pt>
                <c:pt idx="565">
                  <c:v>421.44400000000002</c:v>
                </c:pt>
                <c:pt idx="566">
                  <c:v>424.02999899999998</c:v>
                </c:pt>
                <c:pt idx="567">
                  <c:v>423.41299400000003</c:v>
                </c:pt>
                <c:pt idx="568">
                  <c:v>422.74499500000002</c:v>
                </c:pt>
                <c:pt idx="569">
                  <c:v>420.34899899999999</c:v>
                </c:pt>
                <c:pt idx="570">
                  <c:v>419.41101099999997</c:v>
                </c:pt>
                <c:pt idx="571">
                  <c:v>421.56399499999998</c:v>
                </c:pt>
                <c:pt idx="572">
                  <c:v>422.483002</c:v>
                </c:pt>
                <c:pt idx="573">
                  <c:v>425.19000199999999</c:v>
                </c:pt>
                <c:pt idx="574">
                  <c:v>423.73400900000001</c:v>
                </c:pt>
                <c:pt idx="575">
                  <c:v>424.28201300000001</c:v>
                </c:pt>
                <c:pt idx="576">
                  <c:v>429.71301299999999</c:v>
                </c:pt>
                <c:pt idx="577">
                  <c:v>430.57199100000003</c:v>
                </c:pt>
                <c:pt idx="578">
                  <c:v>427.39898699999998</c:v>
                </c:pt>
                <c:pt idx="579">
                  <c:v>428.591003</c:v>
                </c:pt>
                <c:pt idx="580">
                  <c:v>435.50900300000001</c:v>
                </c:pt>
                <c:pt idx="581">
                  <c:v>441.38900799999999</c:v>
                </c:pt>
                <c:pt idx="582">
                  <c:v>449.42498799999998</c:v>
                </c:pt>
                <c:pt idx="583">
                  <c:v>445.73700000000002</c:v>
                </c:pt>
                <c:pt idx="584">
                  <c:v>450.28201300000001</c:v>
                </c:pt>
                <c:pt idx="585">
                  <c:v>458.55499300000002</c:v>
                </c:pt>
                <c:pt idx="586">
                  <c:v>461.425995</c:v>
                </c:pt>
                <c:pt idx="587">
                  <c:v>466.08898900000003</c:v>
                </c:pt>
                <c:pt idx="588">
                  <c:v>444.68701199999998</c:v>
                </c:pt>
                <c:pt idx="589">
                  <c:v>449.010986</c:v>
                </c:pt>
                <c:pt idx="590">
                  <c:v>455.09698500000002</c:v>
                </c:pt>
                <c:pt idx="591">
                  <c:v>448.317993</c:v>
                </c:pt>
                <c:pt idx="592">
                  <c:v>451.875</c:v>
                </c:pt>
                <c:pt idx="593">
                  <c:v>444.66900600000002</c:v>
                </c:pt>
                <c:pt idx="594">
                  <c:v>450.30398600000001</c:v>
                </c:pt>
                <c:pt idx="595">
                  <c:v>446.72198500000002</c:v>
                </c:pt>
                <c:pt idx="596">
                  <c:v>447.97601300000002</c:v>
                </c:pt>
                <c:pt idx="597">
                  <c:v>459.60299700000002</c:v>
                </c:pt>
                <c:pt idx="598">
                  <c:v>458.53601099999997</c:v>
                </c:pt>
                <c:pt idx="599">
                  <c:v>458.54800399999999</c:v>
                </c:pt>
                <c:pt idx="600">
                  <c:v>460.483002</c:v>
                </c:pt>
                <c:pt idx="601">
                  <c:v>450.89498900000001</c:v>
                </c:pt>
                <c:pt idx="602">
                  <c:v>452.72799700000002</c:v>
                </c:pt>
                <c:pt idx="603">
                  <c:v>454.76599099999999</c:v>
                </c:pt>
                <c:pt idx="604">
                  <c:v>455.67001299999998</c:v>
                </c:pt>
                <c:pt idx="605">
                  <c:v>455.67099000000002</c:v>
                </c:pt>
                <c:pt idx="606">
                  <c:v>457.567993</c:v>
                </c:pt>
                <c:pt idx="607">
                  <c:v>454.16299400000003</c:v>
                </c:pt>
                <c:pt idx="608">
                  <c:v>453.78298999999998</c:v>
                </c:pt>
                <c:pt idx="609">
                  <c:v>454.618988</c:v>
                </c:pt>
                <c:pt idx="610">
                  <c:v>438.71499599999999</c:v>
                </c:pt>
                <c:pt idx="611">
                  <c:v>442.675995</c:v>
                </c:pt>
                <c:pt idx="612">
                  <c:v>443.18798800000002</c:v>
                </c:pt>
                <c:pt idx="613">
                  <c:v>439.32299799999998</c:v>
                </c:pt>
                <c:pt idx="614">
                  <c:v>444.15499899999998</c:v>
                </c:pt>
                <c:pt idx="615">
                  <c:v>445.98098800000002</c:v>
                </c:pt>
                <c:pt idx="616">
                  <c:v>449.59899899999999</c:v>
                </c:pt>
                <c:pt idx="617">
                  <c:v>453.38400300000001</c:v>
                </c:pt>
                <c:pt idx="618">
                  <c:v>473.46398900000003</c:v>
                </c:pt>
                <c:pt idx="619">
                  <c:v>530.03997800000002</c:v>
                </c:pt>
                <c:pt idx="620">
                  <c:v>526.23297100000002</c:v>
                </c:pt>
                <c:pt idx="621">
                  <c:v>533.864014</c:v>
                </c:pt>
                <c:pt idx="622">
                  <c:v>531.385986</c:v>
                </c:pt>
                <c:pt idx="623">
                  <c:v>536.919983</c:v>
                </c:pt>
                <c:pt idx="624">
                  <c:v>537.97198500000002</c:v>
                </c:pt>
                <c:pt idx="625">
                  <c:v>569.19397000000004</c:v>
                </c:pt>
                <c:pt idx="626">
                  <c:v>572.72699</c:v>
                </c:pt>
                <c:pt idx="627">
                  <c:v>574.97699</c:v>
                </c:pt>
                <c:pt idx="628">
                  <c:v>585.53698699999995</c:v>
                </c:pt>
                <c:pt idx="629">
                  <c:v>576.59698500000002</c:v>
                </c:pt>
                <c:pt idx="630">
                  <c:v>581.64502000000005</c:v>
                </c:pt>
                <c:pt idx="631">
                  <c:v>574.63000499999998</c:v>
                </c:pt>
                <c:pt idx="632">
                  <c:v>577.46997099999999</c:v>
                </c:pt>
                <c:pt idx="633">
                  <c:v>606.72699</c:v>
                </c:pt>
                <c:pt idx="634">
                  <c:v>672.783997</c:v>
                </c:pt>
                <c:pt idx="635">
                  <c:v>704.37597700000003</c:v>
                </c:pt>
                <c:pt idx="636">
                  <c:v>685.55902100000003</c:v>
                </c:pt>
                <c:pt idx="637">
                  <c:v>694.46899399999995</c:v>
                </c:pt>
                <c:pt idx="638">
                  <c:v>766.30798300000004</c:v>
                </c:pt>
                <c:pt idx="639">
                  <c:v>748.908997</c:v>
                </c:pt>
                <c:pt idx="640">
                  <c:v>756.22699</c:v>
                </c:pt>
                <c:pt idx="641">
                  <c:v>763.78100600000005</c:v>
                </c:pt>
                <c:pt idx="642">
                  <c:v>737.22601299999997</c:v>
                </c:pt>
                <c:pt idx="643">
                  <c:v>666.65197799999999</c:v>
                </c:pt>
                <c:pt idx="644">
                  <c:v>596.11602800000003</c:v>
                </c:pt>
                <c:pt idx="645">
                  <c:v>623.97699</c:v>
                </c:pt>
                <c:pt idx="646">
                  <c:v>665.29901099999995</c:v>
                </c:pt>
                <c:pt idx="647">
                  <c:v>665.12298599999997</c:v>
                </c:pt>
                <c:pt idx="648">
                  <c:v>629.36700399999995</c:v>
                </c:pt>
                <c:pt idx="649">
                  <c:v>655.27502400000003</c:v>
                </c:pt>
                <c:pt idx="650">
                  <c:v>647.00097700000003</c:v>
                </c:pt>
                <c:pt idx="651">
                  <c:v>639.89001499999995</c:v>
                </c:pt>
                <c:pt idx="652">
                  <c:v>673.33697500000005</c:v>
                </c:pt>
                <c:pt idx="653">
                  <c:v>676.296021</c:v>
                </c:pt>
                <c:pt idx="654">
                  <c:v>703.70202600000005</c:v>
                </c:pt>
                <c:pt idx="655">
                  <c:v>658.66400099999998</c:v>
                </c:pt>
                <c:pt idx="656">
                  <c:v>683.66198699999995</c:v>
                </c:pt>
                <c:pt idx="657">
                  <c:v>670.62701400000003</c:v>
                </c:pt>
                <c:pt idx="658">
                  <c:v>677.33099400000003</c:v>
                </c:pt>
                <c:pt idx="659">
                  <c:v>640.56201199999998</c:v>
                </c:pt>
                <c:pt idx="660">
                  <c:v>666.52301</c:v>
                </c:pt>
                <c:pt idx="661">
                  <c:v>650.96002199999998</c:v>
                </c:pt>
                <c:pt idx="662">
                  <c:v>649.35998500000005</c:v>
                </c:pt>
                <c:pt idx="663">
                  <c:v>647.658997</c:v>
                </c:pt>
                <c:pt idx="664">
                  <c:v>664.55102499999998</c:v>
                </c:pt>
                <c:pt idx="665">
                  <c:v>654.46801800000003</c:v>
                </c:pt>
                <c:pt idx="666">
                  <c:v>658.07800299999997</c:v>
                </c:pt>
                <c:pt idx="667">
                  <c:v>663.25500499999998</c:v>
                </c:pt>
                <c:pt idx="668">
                  <c:v>660.76702899999998</c:v>
                </c:pt>
                <c:pt idx="669">
                  <c:v>679.45898399999999</c:v>
                </c:pt>
                <c:pt idx="670">
                  <c:v>673.10601799999995</c:v>
                </c:pt>
                <c:pt idx="671">
                  <c:v>672.864014</c:v>
                </c:pt>
                <c:pt idx="672">
                  <c:v>665.68499799999995</c:v>
                </c:pt>
                <c:pt idx="673">
                  <c:v>665.012024</c:v>
                </c:pt>
                <c:pt idx="674">
                  <c:v>650.61901899999998</c:v>
                </c:pt>
                <c:pt idx="675">
                  <c:v>655.55602999999996</c:v>
                </c:pt>
                <c:pt idx="676">
                  <c:v>661.28497300000004</c:v>
                </c:pt>
                <c:pt idx="677">
                  <c:v>654.09698500000002</c:v>
                </c:pt>
                <c:pt idx="678">
                  <c:v>651.783997</c:v>
                </c:pt>
                <c:pt idx="679">
                  <c:v>654.35199</c:v>
                </c:pt>
                <c:pt idx="680">
                  <c:v>655.03497300000004</c:v>
                </c:pt>
                <c:pt idx="681">
                  <c:v>656.99200399999995</c:v>
                </c:pt>
                <c:pt idx="682">
                  <c:v>655.04699700000003</c:v>
                </c:pt>
                <c:pt idx="683">
                  <c:v>624.68102999999996</c:v>
                </c:pt>
                <c:pt idx="684">
                  <c:v>606.271973</c:v>
                </c:pt>
                <c:pt idx="685">
                  <c:v>547.46502699999996</c:v>
                </c:pt>
                <c:pt idx="686">
                  <c:v>566.35497999999995</c:v>
                </c:pt>
                <c:pt idx="687">
                  <c:v>578.28900099999998</c:v>
                </c:pt>
                <c:pt idx="688">
                  <c:v>575.04303000000004</c:v>
                </c:pt>
                <c:pt idx="689">
                  <c:v>587.77801499999998</c:v>
                </c:pt>
                <c:pt idx="690">
                  <c:v>592.69000200000005</c:v>
                </c:pt>
                <c:pt idx="691">
                  <c:v>591.05401600000005</c:v>
                </c:pt>
                <c:pt idx="692">
                  <c:v>587.80102499999998</c:v>
                </c:pt>
                <c:pt idx="693">
                  <c:v>592.103027</c:v>
                </c:pt>
                <c:pt idx="694">
                  <c:v>589.11999500000002</c:v>
                </c:pt>
                <c:pt idx="695">
                  <c:v>587.55902100000003</c:v>
                </c:pt>
                <c:pt idx="696">
                  <c:v>585.58801300000005</c:v>
                </c:pt>
                <c:pt idx="697">
                  <c:v>570.47302200000001</c:v>
                </c:pt>
                <c:pt idx="698">
                  <c:v>567.23999000000003</c:v>
                </c:pt>
                <c:pt idx="699">
                  <c:v>577.43902600000001</c:v>
                </c:pt>
                <c:pt idx="700">
                  <c:v>573.216003</c:v>
                </c:pt>
                <c:pt idx="701">
                  <c:v>574.317993</c:v>
                </c:pt>
                <c:pt idx="702">
                  <c:v>575.63000499999998</c:v>
                </c:pt>
                <c:pt idx="703">
                  <c:v>581.69702099999995</c:v>
                </c:pt>
                <c:pt idx="704">
                  <c:v>581.30798300000004</c:v>
                </c:pt>
                <c:pt idx="705">
                  <c:v>586.75299099999995</c:v>
                </c:pt>
                <c:pt idx="706">
                  <c:v>583.41497800000002</c:v>
                </c:pt>
                <c:pt idx="707">
                  <c:v>580.182007</c:v>
                </c:pt>
                <c:pt idx="708">
                  <c:v>577.760986</c:v>
                </c:pt>
                <c:pt idx="709">
                  <c:v>579.65100099999995</c:v>
                </c:pt>
                <c:pt idx="710">
                  <c:v>569.94702099999995</c:v>
                </c:pt>
                <c:pt idx="711">
                  <c:v>573.91198699999995</c:v>
                </c:pt>
                <c:pt idx="712">
                  <c:v>574.10699499999998</c:v>
                </c:pt>
                <c:pt idx="713">
                  <c:v>577.50299099999995</c:v>
                </c:pt>
                <c:pt idx="714">
                  <c:v>575.47198500000002</c:v>
                </c:pt>
                <c:pt idx="715">
                  <c:v>572.30297900000005</c:v>
                </c:pt>
                <c:pt idx="716">
                  <c:v>575.53698699999995</c:v>
                </c:pt>
                <c:pt idx="717">
                  <c:v>598.21197500000005</c:v>
                </c:pt>
                <c:pt idx="718">
                  <c:v>608.63397199999997</c:v>
                </c:pt>
                <c:pt idx="719">
                  <c:v>606.59002699999996</c:v>
                </c:pt>
                <c:pt idx="720">
                  <c:v>610.43597399999999</c:v>
                </c:pt>
                <c:pt idx="721">
                  <c:v>614.54400599999997</c:v>
                </c:pt>
                <c:pt idx="722">
                  <c:v>626.31597899999997</c:v>
                </c:pt>
                <c:pt idx="723">
                  <c:v>622.86102300000005</c:v>
                </c:pt>
                <c:pt idx="724">
                  <c:v>623.50897199999997</c:v>
                </c:pt>
                <c:pt idx="725">
                  <c:v>606.71899399999995</c:v>
                </c:pt>
                <c:pt idx="726">
                  <c:v>608.24298099999999</c:v>
                </c:pt>
                <c:pt idx="727">
                  <c:v>609.24102800000003</c:v>
                </c:pt>
                <c:pt idx="728">
                  <c:v>610.68402100000003</c:v>
                </c:pt>
                <c:pt idx="729">
                  <c:v>607.15502900000001</c:v>
                </c:pt>
                <c:pt idx="730">
                  <c:v>606.97302200000001</c:v>
                </c:pt>
                <c:pt idx="731">
                  <c:v>605.98400900000001</c:v>
                </c:pt>
                <c:pt idx="732">
                  <c:v>609.87402299999997</c:v>
                </c:pt>
                <c:pt idx="733">
                  <c:v>609.22699</c:v>
                </c:pt>
                <c:pt idx="734">
                  <c:v>608.31201199999998</c:v>
                </c:pt>
                <c:pt idx="735">
                  <c:v>597.14898700000003</c:v>
                </c:pt>
                <c:pt idx="736">
                  <c:v>596.29797399999995</c:v>
                </c:pt>
                <c:pt idx="737">
                  <c:v>602.84198000000004</c:v>
                </c:pt>
                <c:pt idx="738">
                  <c:v>602.625</c:v>
                </c:pt>
                <c:pt idx="739">
                  <c:v>600.82598900000005</c:v>
                </c:pt>
                <c:pt idx="740">
                  <c:v>608.04303000000004</c:v>
                </c:pt>
                <c:pt idx="741">
                  <c:v>606.16601600000001</c:v>
                </c:pt>
                <c:pt idx="742">
                  <c:v>604.728027</c:v>
                </c:pt>
                <c:pt idx="743">
                  <c:v>605.692993</c:v>
                </c:pt>
                <c:pt idx="744">
                  <c:v>609.73498500000005</c:v>
                </c:pt>
                <c:pt idx="745">
                  <c:v>613.98297100000002</c:v>
                </c:pt>
                <c:pt idx="746">
                  <c:v>610.89202899999998</c:v>
                </c:pt>
                <c:pt idx="747">
                  <c:v>612.13299600000005</c:v>
                </c:pt>
                <c:pt idx="748">
                  <c:v>610.203979</c:v>
                </c:pt>
                <c:pt idx="749">
                  <c:v>612.510986</c:v>
                </c:pt>
                <c:pt idx="750">
                  <c:v>613.02099599999997</c:v>
                </c:pt>
                <c:pt idx="751">
                  <c:v>617.12097200000005</c:v>
                </c:pt>
                <c:pt idx="752">
                  <c:v>619.10797100000002</c:v>
                </c:pt>
                <c:pt idx="753">
                  <c:v>616.75201400000003</c:v>
                </c:pt>
                <c:pt idx="754">
                  <c:v>618.99401899999998</c:v>
                </c:pt>
                <c:pt idx="755">
                  <c:v>641.07202099999995</c:v>
                </c:pt>
                <c:pt idx="756">
                  <c:v>636.19201699999996</c:v>
                </c:pt>
                <c:pt idx="757">
                  <c:v>636.78601100000003</c:v>
                </c:pt>
                <c:pt idx="758">
                  <c:v>640.37799099999995</c:v>
                </c:pt>
                <c:pt idx="759">
                  <c:v>638.64599599999997</c:v>
                </c:pt>
                <c:pt idx="760">
                  <c:v>641.63098100000002</c:v>
                </c:pt>
                <c:pt idx="761">
                  <c:v>639.192993</c:v>
                </c:pt>
                <c:pt idx="762">
                  <c:v>637.96002199999998</c:v>
                </c:pt>
                <c:pt idx="763">
                  <c:v>630.52002000000005</c:v>
                </c:pt>
                <c:pt idx="764">
                  <c:v>630.85699499999998</c:v>
                </c:pt>
                <c:pt idx="765">
                  <c:v>632.82800299999997</c:v>
                </c:pt>
                <c:pt idx="766">
                  <c:v>657.29400599999997</c:v>
                </c:pt>
                <c:pt idx="767">
                  <c:v>657.07098399999995</c:v>
                </c:pt>
                <c:pt idx="768">
                  <c:v>653.760986</c:v>
                </c:pt>
                <c:pt idx="769">
                  <c:v>657.58801300000005</c:v>
                </c:pt>
                <c:pt idx="770">
                  <c:v>678.30401600000005</c:v>
                </c:pt>
                <c:pt idx="771">
                  <c:v>688.31298800000002</c:v>
                </c:pt>
                <c:pt idx="772">
                  <c:v>689.65100099999995</c:v>
                </c:pt>
                <c:pt idx="773">
                  <c:v>714.47900400000003</c:v>
                </c:pt>
                <c:pt idx="774">
                  <c:v>701.864014</c:v>
                </c:pt>
                <c:pt idx="775">
                  <c:v>700.97198500000002</c:v>
                </c:pt>
                <c:pt idx="776">
                  <c:v>729.79303000000004</c:v>
                </c:pt>
                <c:pt idx="777">
                  <c:v>740.828979</c:v>
                </c:pt>
                <c:pt idx="778">
                  <c:v>688.70001200000002</c:v>
                </c:pt>
                <c:pt idx="779">
                  <c:v>703.23498500000005</c:v>
                </c:pt>
                <c:pt idx="780">
                  <c:v>703.41803000000004</c:v>
                </c:pt>
                <c:pt idx="781">
                  <c:v>711.521973</c:v>
                </c:pt>
                <c:pt idx="782">
                  <c:v>703.13098100000002</c:v>
                </c:pt>
                <c:pt idx="783">
                  <c:v>709.84802200000001</c:v>
                </c:pt>
                <c:pt idx="784">
                  <c:v>723.27301</c:v>
                </c:pt>
                <c:pt idx="785">
                  <c:v>715.533997</c:v>
                </c:pt>
                <c:pt idx="786">
                  <c:v>716.41101100000003</c:v>
                </c:pt>
                <c:pt idx="787">
                  <c:v>705.05401600000005</c:v>
                </c:pt>
                <c:pt idx="788">
                  <c:v>702.03100600000005</c:v>
                </c:pt>
                <c:pt idx="789">
                  <c:v>705.02099599999997</c:v>
                </c:pt>
                <c:pt idx="790">
                  <c:v>711.61901899999998</c:v>
                </c:pt>
                <c:pt idx="791">
                  <c:v>744.19799799999998</c:v>
                </c:pt>
                <c:pt idx="792">
                  <c:v>740.97699</c:v>
                </c:pt>
                <c:pt idx="793">
                  <c:v>751.58502199999998</c:v>
                </c:pt>
                <c:pt idx="794">
                  <c:v>751.61602800000003</c:v>
                </c:pt>
                <c:pt idx="795">
                  <c:v>731.02600099999995</c:v>
                </c:pt>
                <c:pt idx="796">
                  <c:v>739.24798599999997</c:v>
                </c:pt>
                <c:pt idx="797">
                  <c:v>751.34698500000002</c:v>
                </c:pt>
                <c:pt idx="798">
                  <c:v>744.59399399999995</c:v>
                </c:pt>
                <c:pt idx="799">
                  <c:v>740.28900099999998</c:v>
                </c:pt>
                <c:pt idx="800">
                  <c:v>741.64898700000003</c:v>
                </c:pt>
                <c:pt idx="801">
                  <c:v>735.38201900000001</c:v>
                </c:pt>
                <c:pt idx="802">
                  <c:v>732.03497300000004</c:v>
                </c:pt>
                <c:pt idx="803">
                  <c:v>735.81298800000002</c:v>
                </c:pt>
                <c:pt idx="804">
                  <c:v>735.60400400000003</c:v>
                </c:pt>
                <c:pt idx="805">
                  <c:v>745.69097899999997</c:v>
                </c:pt>
                <c:pt idx="806">
                  <c:v>756.77398700000003</c:v>
                </c:pt>
                <c:pt idx="807">
                  <c:v>777.94397000000004</c:v>
                </c:pt>
                <c:pt idx="808">
                  <c:v>771.15502900000001</c:v>
                </c:pt>
                <c:pt idx="809">
                  <c:v>773.87200900000005</c:v>
                </c:pt>
                <c:pt idx="810">
                  <c:v>758.70001200000002</c:v>
                </c:pt>
                <c:pt idx="811">
                  <c:v>764.22399900000005</c:v>
                </c:pt>
                <c:pt idx="812">
                  <c:v>768.13201900000001</c:v>
                </c:pt>
                <c:pt idx="813">
                  <c:v>770.80999799999995</c:v>
                </c:pt>
                <c:pt idx="814">
                  <c:v>772.79400599999997</c:v>
                </c:pt>
                <c:pt idx="815">
                  <c:v>774.65002400000003</c:v>
                </c:pt>
                <c:pt idx="816">
                  <c:v>769.73101799999995</c:v>
                </c:pt>
                <c:pt idx="817">
                  <c:v>780.08697500000005</c:v>
                </c:pt>
                <c:pt idx="818">
                  <c:v>780.55602999999996</c:v>
                </c:pt>
                <c:pt idx="819">
                  <c:v>781.48101799999995</c:v>
                </c:pt>
                <c:pt idx="820">
                  <c:v>778.08801300000005</c:v>
                </c:pt>
                <c:pt idx="821">
                  <c:v>784.90698199999997</c:v>
                </c:pt>
                <c:pt idx="822">
                  <c:v>790.828979</c:v>
                </c:pt>
                <c:pt idx="823">
                  <c:v>790.53002900000001</c:v>
                </c:pt>
                <c:pt idx="824">
                  <c:v>792.71398899999997</c:v>
                </c:pt>
                <c:pt idx="825">
                  <c:v>800.87597700000003</c:v>
                </c:pt>
                <c:pt idx="826">
                  <c:v>834.28100600000005</c:v>
                </c:pt>
                <c:pt idx="827">
                  <c:v>864.53997800000002</c:v>
                </c:pt>
                <c:pt idx="828">
                  <c:v>921.98400900000001</c:v>
                </c:pt>
                <c:pt idx="829">
                  <c:v>898.82202099999995</c:v>
                </c:pt>
                <c:pt idx="830">
                  <c:v>896.18298300000004</c:v>
                </c:pt>
                <c:pt idx="831">
                  <c:v>907.60998500000005</c:v>
                </c:pt>
                <c:pt idx="832">
                  <c:v>933.19799799999998</c:v>
                </c:pt>
                <c:pt idx="833">
                  <c:v>975.921021</c:v>
                </c:pt>
                <c:pt idx="834">
                  <c:v>973.49700900000005</c:v>
                </c:pt>
                <c:pt idx="835">
                  <c:v>961.237976</c:v>
                </c:pt>
                <c:pt idx="836">
                  <c:v>963.74298099999999</c:v>
                </c:pt>
                <c:pt idx="837">
                  <c:v>998.32501200000002</c:v>
                </c:pt>
                <c:pt idx="838">
                  <c:v>1021.75</c:v>
                </c:pt>
                <c:pt idx="839">
                  <c:v>1043.839966</c:v>
                </c:pt>
                <c:pt idx="840">
                  <c:v>1154.7299800000001</c:v>
                </c:pt>
                <c:pt idx="841">
                  <c:v>1013.380005</c:v>
                </c:pt>
                <c:pt idx="842">
                  <c:v>902.20098900000005</c:v>
                </c:pt>
                <c:pt idx="843">
                  <c:v>908.58502199999998</c:v>
                </c:pt>
                <c:pt idx="844">
                  <c:v>911.19897500000002</c:v>
                </c:pt>
                <c:pt idx="845">
                  <c:v>902.82800299999997</c:v>
                </c:pt>
                <c:pt idx="846">
                  <c:v>907.67901600000005</c:v>
                </c:pt>
                <c:pt idx="847">
                  <c:v>777.75701900000001</c:v>
                </c:pt>
                <c:pt idx="848">
                  <c:v>804.83398399999999</c:v>
                </c:pt>
                <c:pt idx="849">
                  <c:v>823.98400900000001</c:v>
                </c:pt>
                <c:pt idx="850">
                  <c:v>818.41198699999995</c:v>
                </c:pt>
                <c:pt idx="851">
                  <c:v>821.79797399999995</c:v>
                </c:pt>
                <c:pt idx="852">
                  <c:v>831.533997</c:v>
                </c:pt>
                <c:pt idx="853">
                  <c:v>907.93798800000002</c:v>
                </c:pt>
                <c:pt idx="854">
                  <c:v>886.61798099999999</c:v>
                </c:pt>
                <c:pt idx="855">
                  <c:v>899.07299799999998</c:v>
                </c:pt>
                <c:pt idx="856">
                  <c:v>895.02600099999995</c:v>
                </c:pt>
                <c:pt idx="857">
                  <c:v>921.78900099999998</c:v>
                </c:pt>
                <c:pt idx="858">
                  <c:v>924.67297399999995</c:v>
                </c:pt>
                <c:pt idx="859">
                  <c:v>921.012024</c:v>
                </c:pt>
                <c:pt idx="860">
                  <c:v>892.68701199999998</c:v>
                </c:pt>
                <c:pt idx="861">
                  <c:v>901.54199200000005</c:v>
                </c:pt>
                <c:pt idx="862">
                  <c:v>917.58599900000002</c:v>
                </c:pt>
                <c:pt idx="863">
                  <c:v>919.75</c:v>
                </c:pt>
                <c:pt idx="864">
                  <c:v>921.59002699999996</c:v>
                </c:pt>
                <c:pt idx="865">
                  <c:v>919.49597200000005</c:v>
                </c:pt>
                <c:pt idx="866">
                  <c:v>920.38201900000001</c:v>
                </c:pt>
                <c:pt idx="867">
                  <c:v>970.40301499999998</c:v>
                </c:pt>
                <c:pt idx="868">
                  <c:v>989.02301</c:v>
                </c:pt>
                <c:pt idx="869">
                  <c:v>1011.799988</c:v>
                </c:pt>
                <c:pt idx="870">
                  <c:v>1029.910034</c:v>
                </c:pt>
                <c:pt idx="871">
                  <c:v>1042.900024</c:v>
                </c:pt>
                <c:pt idx="872">
                  <c:v>1027.339966</c:v>
                </c:pt>
                <c:pt idx="873">
                  <c:v>1038.150024</c:v>
                </c:pt>
                <c:pt idx="874">
                  <c:v>1061.349976</c:v>
                </c:pt>
                <c:pt idx="875">
                  <c:v>1063.0699460000001</c:v>
                </c:pt>
                <c:pt idx="876">
                  <c:v>994.38299600000005</c:v>
                </c:pt>
                <c:pt idx="877">
                  <c:v>988.67401099999995</c:v>
                </c:pt>
                <c:pt idx="878">
                  <c:v>1004.450012</c:v>
                </c:pt>
                <c:pt idx="879">
                  <c:v>999.18102999999996</c:v>
                </c:pt>
                <c:pt idx="880">
                  <c:v>990.64202899999998</c:v>
                </c:pt>
                <c:pt idx="881">
                  <c:v>1004.549988</c:v>
                </c:pt>
                <c:pt idx="882">
                  <c:v>1007.47998</c:v>
                </c:pt>
                <c:pt idx="883">
                  <c:v>1027.4399410000001</c:v>
                </c:pt>
                <c:pt idx="884">
                  <c:v>1046.209961</c:v>
                </c:pt>
                <c:pt idx="885">
                  <c:v>1054.420044</c:v>
                </c:pt>
                <c:pt idx="886">
                  <c:v>1047.869995</c:v>
                </c:pt>
                <c:pt idx="887">
                  <c:v>1079.9799800000001</c:v>
                </c:pt>
                <c:pt idx="888">
                  <c:v>1115.3000489999999</c:v>
                </c:pt>
                <c:pt idx="889">
                  <c:v>1117.4399410000001</c:v>
                </c:pt>
                <c:pt idx="890">
                  <c:v>1166.719971</c:v>
                </c:pt>
                <c:pt idx="891">
                  <c:v>1173.6800539999999</c:v>
                </c:pt>
                <c:pt idx="892">
                  <c:v>1143.839966</c:v>
                </c:pt>
                <c:pt idx="893">
                  <c:v>1165.1999510000001</c:v>
                </c:pt>
                <c:pt idx="894">
                  <c:v>1179.969971</c:v>
                </c:pt>
                <c:pt idx="895">
                  <c:v>1179.969971</c:v>
                </c:pt>
                <c:pt idx="896">
                  <c:v>1222.5</c:v>
                </c:pt>
                <c:pt idx="897">
                  <c:v>1251.01001</c:v>
                </c:pt>
                <c:pt idx="898">
                  <c:v>1274.98999</c:v>
                </c:pt>
                <c:pt idx="899">
                  <c:v>1255.150024</c:v>
                </c:pt>
                <c:pt idx="900">
                  <c:v>1267.119995</c:v>
                </c:pt>
                <c:pt idx="901">
                  <c:v>1272.829956</c:v>
                </c:pt>
                <c:pt idx="902">
                  <c:v>1223.540039</c:v>
                </c:pt>
                <c:pt idx="903">
                  <c:v>1150</c:v>
                </c:pt>
                <c:pt idx="904">
                  <c:v>1188.48999</c:v>
                </c:pt>
                <c:pt idx="905">
                  <c:v>1116.719971</c:v>
                </c:pt>
                <c:pt idx="906">
                  <c:v>1175.829956</c:v>
                </c:pt>
                <c:pt idx="907">
                  <c:v>1221.380005</c:v>
                </c:pt>
                <c:pt idx="908">
                  <c:v>1231.920044</c:v>
                </c:pt>
                <c:pt idx="909">
                  <c:v>1240</c:v>
                </c:pt>
                <c:pt idx="910">
                  <c:v>1249.6099850000001</c:v>
                </c:pt>
                <c:pt idx="911">
                  <c:v>1187.8100589999999</c:v>
                </c:pt>
                <c:pt idx="912">
                  <c:v>1100.2299800000001</c:v>
                </c:pt>
                <c:pt idx="913">
                  <c:v>973.817993</c:v>
                </c:pt>
                <c:pt idx="914">
                  <c:v>1036.73999</c:v>
                </c:pt>
                <c:pt idx="915">
                  <c:v>1054.2299800000001</c:v>
                </c:pt>
                <c:pt idx="916">
                  <c:v>1120.540039</c:v>
                </c:pt>
                <c:pt idx="917">
                  <c:v>1049.1400149999999</c:v>
                </c:pt>
                <c:pt idx="918">
                  <c:v>1038.589966</c:v>
                </c:pt>
                <c:pt idx="919">
                  <c:v>937.52002000000005</c:v>
                </c:pt>
                <c:pt idx="920">
                  <c:v>972.77899200000002</c:v>
                </c:pt>
                <c:pt idx="921">
                  <c:v>966.72497599999997</c:v>
                </c:pt>
                <c:pt idx="922">
                  <c:v>1045.7700199999999</c:v>
                </c:pt>
                <c:pt idx="923">
                  <c:v>1047.150024</c:v>
                </c:pt>
                <c:pt idx="924">
                  <c:v>1039.969971</c:v>
                </c:pt>
                <c:pt idx="925">
                  <c:v>1026.4300539999999</c:v>
                </c:pt>
                <c:pt idx="926">
                  <c:v>1071.790039</c:v>
                </c:pt>
                <c:pt idx="927">
                  <c:v>1080.5</c:v>
                </c:pt>
                <c:pt idx="928">
                  <c:v>1102.170044</c:v>
                </c:pt>
                <c:pt idx="929">
                  <c:v>1143.8100589999999</c:v>
                </c:pt>
                <c:pt idx="930">
                  <c:v>1133.25</c:v>
                </c:pt>
                <c:pt idx="931">
                  <c:v>1124.780029</c:v>
                </c:pt>
                <c:pt idx="932">
                  <c:v>1182.6800539999999</c:v>
                </c:pt>
                <c:pt idx="933">
                  <c:v>1176.900024</c:v>
                </c:pt>
                <c:pt idx="934">
                  <c:v>1175.9499510000001</c:v>
                </c:pt>
                <c:pt idx="935">
                  <c:v>1187.869995</c:v>
                </c:pt>
                <c:pt idx="936">
                  <c:v>1187.130005</c:v>
                </c:pt>
                <c:pt idx="937">
                  <c:v>1205.01001</c:v>
                </c:pt>
                <c:pt idx="938">
                  <c:v>1200.369995</c:v>
                </c:pt>
                <c:pt idx="939">
                  <c:v>1169.280029</c:v>
                </c:pt>
                <c:pt idx="940">
                  <c:v>1167.540039</c:v>
                </c:pt>
                <c:pt idx="941">
                  <c:v>1172.5200199999999</c:v>
                </c:pt>
                <c:pt idx="942">
                  <c:v>1182.9399410000001</c:v>
                </c:pt>
                <c:pt idx="943">
                  <c:v>1193.910034</c:v>
                </c:pt>
                <c:pt idx="944">
                  <c:v>1211.670044</c:v>
                </c:pt>
                <c:pt idx="945">
                  <c:v>1210.290039</c:v>
                </c:pt>
                <c:pt idx="946">
                  <c:v>1229.079956</c:v>
                </c:pt>
                <c:pt idx="947">
                  <c:v>1222.0500489999999</c:v>
                </c:pt>
                <c:pt idx="948">
                  <c:v>1231.709961</c:v>
                </c:pt>
                <c:pt idx="949">
                  <c:v>1207.209961</c:v>
                </c:pt>
                <c:pt idx="950">
                  <c:v>1250.150024</c:v>
                </c:pt>
                <c:pt idx="951">
                  <c:v>1265.48999</c:v>
                </c:pt>
                <c:pt idx="952">
                  <c:v>1281.079956</c:v>
                </c:pt>
                <c:pt idx="953">
                  <c:v>1317.7299800000001</c:v>
                </c:pt>
                <c:pt idx="954">
                  <c:v>1316.4799800000001</c:v>
                </c:pt>
                <c:pt idx="955">
                  <c:v>1321.790039</c:v>
                </c:pt>
                <c:pt idx="956">
                  <c:v>1347.8900149999999</c:v>
                </c:pt>
                <c:pt idx="957">
                  <c:v>1421.599976</c:v>
                </c:pt>
                <c:pt idx="958">
                  <c:v>1452.8199460000001</c:v>
                </c:pt>
                <c:pt idx="959">
                  <c:v>1490.089966</c:v>
                </c:pt>
                <c:pt idx="960">
                  <c:v>1537.670044</c:v>
                </c:pt>
                <c:pt idx="961">
                  <c:v>1555.4499510000001</c:v>
                </c:pt>
                <c:pt idx="962">
                  <c:v>1578.8000489999999</c:v>
                </c:pt>
                <c:pt idx="963">
                  <c:v>1596.709961</c:v>
                </c:pt>
                <c:pt idx="964">
                  <c:v>1723.349976</c:v>
                </c:pt>
                <c:pt idx="965">
                  <c:v>1755.3599850000001</c:v>
                </c:pt>
                <c:pt idx="966">
                  <c:v>1787.130005</c:v>
                </c:pt>
                <c:pt idx="967">
                  <c:v>1848.5699460000001</c:v>
                </c:pt>
                <c:pt idx="968">
                  <c:v>1724.23999</c:v>
                </c:pt>
                <c:pt idx="969">
                  <c:v>1804.910034</c:v>
                </c:pt>
                <c:pt idx="970">
                  <c:v>1808.910034</c:v>
                </c:pt>
                <c:pt idx="971">
                  <c:v>1738.4300539999999</c:v>
                </c:pt>
                <c:pt idx="972">
                  <c:v>1734.4499510000001</c:v>
                </c:pt>
                <c:pt idx="973">
                  <c:v>1839.089966</c:v>
                </c:pt>
                <c:pt idx="974">
                  <c:v>1888.650024</c:v>
                </c:pt>
                <c:pt idx="975">
                  <c:v>1987.709961</c:v>
                </c:pt>
                <c:pt idx="976">
                  <c:v>2084.7299800000001</c:v>
                </c:pt>
                <c:pt idx="977">
                  <c:v>2041.1999510000001</c:v>
                </c:pt>
                <c:pt idx="978">
                  <c:v>2173.3999020000001</c:v>
                </c:pt>
                <c:pt idx="979">
                  <c:v>2320.419922</c:v>
                </c:pt>
                <c:pt idx="980">
                  <c:v>2443.639893</c:v>
                </c:pt>
                <c:pt idx="981">
                  <c:v>2304.9799800000001</c:v>
                </c:pt>
                <c:pt idx="982">
                  <c:v>2202.419922</c:v>
                </c:pt>
                <c:pt idx="983">
                  <c:v>2038.869995</c:v>
                </c:pt>
                <c:pt idx="984">
                  <c:v>2155.8000489999999</c:v>
                </c:pt>
                <c:pt idx="985">
                  <c:v>2255.610107</c:v>
                </c:pt>
                <c:pt idx="986">
                  <c:v>2175.469971</c:v>
                </c:pt>
                <c:pt idx="987">
                  <c:v>2286.4099120000001</c:v>
                </c:pt>
                <c:pt idx="988">
                  <c:v>2407.8798830000001</c:v>
                </c:pt>
                <c:pt idx="989">
                  <c:v>2488.5500489999999</c:v>
                </c:pt>
                <c:pt idx="990">
                  <c:v>2515.3500979999999</c:v>
                </c:pt>
                <c:pt idx="991">
                  <c:v>2511.8100589999999</c:v>
                </c:pt>
                <c:pt idx="992">
                  <c:v>2686.8100589999999</c:v>
                </c:pt>
                <c:pt idx="993">
                  <c:v>2863.1999510000001</c:v>
                </c:pt>
                <c:pt idx="994">
                  <c:v>2732.1599120000001</c:v>
                </c:pt>
                <c:pt idx="995">
                  <c:v>2805.6201169999999</c:v>
                </c:pt>
                <c:pt idx="996">
                  <c:v>2823.8100589999999</c:v>
                </c:pt>
                <c:pt idx="997">
                  <c:v>2947.709961</c:v>
                </c:pt>
                <c:pt idx="998">
                  <c:v>2958.110107</c:v>
                </c:pt>
                <c:pt idx="999">
                  <c:v>2659.6298830000001</c:v>
                </c:pt>
                <c:pt idx="1000">
                  <c:v>2717.0200199999999</c:v>
                </c:pt>
                <c:pt idx="1001">
                  <c:v>2506.3701169999999</c:v>
                </c:pt>
                <c:pt idx="1002">
                  <c:v>2464.580078</c:v>
                </c:pt>
                <c:pt idx="1003">
                  <c:v>2518.5600589999999</c:v>
                </c:pt>
                <c:pt idx="1004">
                  <c:v>2655.8798830000001</c:v>
                </c:pt>
                <c:pt idx="1005">
                  <c:v>2548.290039</c:v>
                </c:pt>
                <c:pt idx="1006">
                  <c:v>2589.6000979999999</c:v>
                </c:pt>
                <c:pt idx="1007">
                  <c:v>2721.790039</c:v>
                </c:pt>
                <c:pt idx="1008">
                  <c:v>2689.1000979999999</c:v>
                </c:pt>
                <c:pt idx="1009">
                  <c:v>2705.4099120000001</c:v>
                </c:pt>
                <c:pt idx="1010">
                  <c:v>2744.9099120000001</c:v>
                </c:pt>
                <c:pt idx="1011">
                  <c:v>2608.719971</c:v>
                </c:pt>
                <c:pt idx="1012">
                  <c:v>2589.4099120000001</c:v>
                </c:pt>
                <c:pt idx="1013">
                  <c:v>2478.4499510000001</c:v>
                </c:pt>
                <c:pt idx="1014">
                  <c:v>2552.4499510000001</c:v>
                </c:pt>
                <c:pt idx="1015">
                  <c:v>2574.790039</c:v>
                </c:pt>
                <c:pt idx="1016">
                  <c:v>2539.320068</c:v>
                </c:pt>
                <c:pt idx="1017">
                  <c:v>2480.8400879999999</c:v>
                </c:pt>
                <c:pt idx="1018">
                  <c:v>2434.5500489999999</c:v>
                </c:pt>
                <c:pt idx="1019">
                  <c:v>2506.469971</c:v>
                </c:pt>
                <c:pt idx="1020">
                  <c:v>2564.0600589999999</c:v>
                </c:pt>
                <c:pt idx="1021">
                  <c:v>2601.639893</c:v>
                </c:pt>
                <c:pt idx="1022">
                  <c:v>2601.98999</c:v>
                </c:pt>
                <c:pt idx="1023">
                  <c:v>2608.5600589999999</c:v>
                </c:pt>
                <c:pt idx="1024">
                  <c:v>2518.6599120000001</c:v>
                </c:pt>
                <c:pt idx="1025">
                  <c:v>2571.3400879999999</c:v>
                </c:pt>
                <c:pt idx="1026">
                  <c:v>2518.4399410000001</c:v>
                </c:pt>
                <c:pt idx="1027">
                  <c:v>2372.5600589999999</c:v>
                </c:pt>
                <c:pt idx="1028">
                  <c:v>2337.790039</c:v>
                </c:pt>
                <c:pt idx="1029">
                  <c:v>2398.8400879999999</c:v>
                </c:pt>
                <c:pt idx="1030">
                  <c:v>2357.8999020000001</c:v>
                </c:pt>
                <c:pt idx="1031">
                  <c:v>2233.3400879999999</c:v>
                </c:pt>
                <c:pt idx="1032">
                  <c:v>1998.8599850000001</c:v>
                </c:pt>
                <c:pt idx="1033">
                  <c:v>1929.8199460000001</c:v>
                </c:pt>
                <c:pt idx="1034">
                  <c:v>2228.4099120000001</c:v>
                </c:pt>
                <c:pt idx="1035">
                  <c:v>2318.8798830000001</c:v>
                </c:pt>
                <c:pt idx="1036">
                  <c:v>2273.429932</c:v>
                </c:pt>
                <c:pt idx="1037">
                  <c:v>2817.6000979999999</c:v>
                </c:pt>
                <c:pt idx="1038">
                  <c:v>2667.76001</c:v>
                </c:pt>
                <c:pt idx="1039">
                  <c:v>2810.1201169999999</c:v>
                </c:pt>
                <c:pt idx="1040">
                  <c:v>2730.3999020000001</c:v>
                </c:pt>
                <c:pt idx="1041">
                  <c:v>2754.860107</c:v>
                </c:pt>
                <c:pt idx="1042">
                  <c:v>2576.4799800000001</c:v>
                </c:pt>
                <c:pt idx="1043">
                  <c:v>2529.4499510000001</c:v>
                </c:pt>
                <c:pt idx="1044">
                  <c:v>2671.780029</c:v>
                </c:pt>
                <c:pt idx="1045">
                  <c:v>2809.01001</c:v>
                </c:pt>
                <c:pt idx="1046">
                  <c:v>2726.4499510000001</c:v>
                </c:pt>
                <c:pt idx="1047">
                  <c:v>2757.179932</c:v>
                </c:pt>
                <c:pt idx="1048">
                  <c:v>2875.3400879999999</c:v>
                </c:pt>
                <c:pt idx="1049">
                  <c:v>2718.26001</c:v>
                </c:pt>
                <c:pt idx="1050">
                  <c:v>2710.669922</c:v>
                </c:pt>
                <c:pt idx="1051">
                  <c:v>2804.7299800000001</c:v>
                </c:pt>
                <c:pt idx="1052">
                  <c:v>2895.889893</c:v>
                </c:pt>
                <c:pt idx="1053">
                  <c:v>3252.9099120000001</c:v>
                </c:pt>
                <c:pt idx="1054">
                  <c:v>3213.9399410000001</c:v>
                </c:pt>
                <c:pt idx="1055">
                  <c:v>3378.9399410000001</c:v>
                </c:pt>
                <c:pt idx="1056">
                  <c:v>3419.9399410000001</c:v>
                </c:pt>
                <c:pt idx="1057">
                  <c:v>3342.469971</c:v>
                </c:pt>
                <c:pt idx="1058">
                  <c:v>3381.280029</c:v>
                </c:pt>
                <c:pt idx="1059">
                  <c:v>3650.6201169999999</c:v>
                </c:pt>
                <c:pt idx="1060">
                  <c:v>3884.709961</c:v>
                </c:pt>
                <c:pt idx="1061">
                  <c:v>4073.26001</c:v>
                </c:pt>
                <c:pt idx="1062">
                  <c:v>4325.1298829999996</c:v>
                </c:pt>
                <c:pt idx="1063">
                  <c:v>4181.9301759999998</c:v>
                </c:pt>
                <c:pt idx="1064">
                  <c:v>4376.6298829999996</c:v>
                </c:pt>
                <c:pt idx="1065">
                  <c:v>4331.6899409999996</c:v>
                </c:pt>
                <c:pt idx="1066">
                  <c:v>4160.6201170000004</c:v>
                </c:pt>
                <c:pt idx="1067">
                  <c:v>4193.7001950000003</c:v>
                </c:pt>
                <c:pt idx="1068">
                  <c:v>4087.6599120000001</c:v>
                </c:pt>
                <c:pt idx="1069">
                  <c:v>4001.73999</c:v>
                </c:pt>
                <c:pt idx="1070">
                  <c:v>4100.5200199999999</c:v>
                </c:pt>
                <c:pt idx="1071">
                  <c:v>4151.5200199999999</c:v>
                </c:pt>
                <c:pt idx="1072">
                  <c:v>4334.6801759999998</c:v>
                </c:pt>
                <c:pt idx="1073">
                  <c:v>4371.6000979999999</c:v>
                </c:pt>
                <c:pt idx="1074">
                  <c:v>4352.3999020000001</c:v>
                </c:pt>
                <c:pt idx="1075">
                  <c:v>4382.8798829999996</c:v>
                </c:pt>
                <c:pt idx="1076">
                  <c:v>4382.6601559999999</c:v>
                </c:pt>
                <c:pt idx="1077">
                  <c:v>4579.0200199999999</c:v>
                </c:pt>
                <c:pt idx="1078">
                  <c:v>4565.2998049999997</c:v>
                </c:pt>
                <c:pt idx="1079">
                  <c:v>4703.3901370000003</c:v>
                </c:pt>
                <c:pt idx="1080">
                  <c:v>4892.0097660000001</c:v>
                </c:pt>
                <c:pt idx="1081">
                  <c:v>4578.7700199999999</c:v>
                </c:pt>
                <c:pt idx="1082">
                  <c:v>4582.9599609999996</c:v>
                </c:pt>
                <c:pt idx="1083">
                  <c:v>4236.3100590000004</c:v>
                </c:pt>
                <c:pt idx="1084">
                  <c:v>4376.5297849999997</c:v>
                </c:pt>
                <c:pt idx="1085">
                  <c:v>4597.1201170000004</c:v>
                </c:pt>
                <c:pt idx="1086">
                  <c:v>4599.8798829999996</c:v>
                </c:pt>
                <c:pt idx="1087">
                  <c:v>4228.75</c:v>
                </c:pt>
                <c:pt idx="1088">
                  <c:v>4226.0600590000004</c:v>
                </c:pt>
                <c:pt idx="1089">
                  <c:v>4122.9399409999996</c:v>
                </c:pt>
                <c:pt idx="1090">
                  <c:v>4161.2700199999999</c:v>
                </c:pt>
                <c:pt idx="1091">
                  <c:v>4130.8100590000004</c:v>
                </c:pt>
                <c:pt idx="1092">
                  <c:v>3882.5900879999999</c:v>
                </c:pt>
                <c:pt idx="1093">
                  <c:v>3154.9499510000001</c:v>
                </c:pt>
                <c:pt idx="1094">
                  <c:v>3637.5200199999999</c:v>
                </c:pt>
                <c:pt idx="1095">
                  <c:v>3625.040039</c:v>
                </c:pt>
                <c:pt idx="1096">
                  <c:v>3582.8798830000001</c:v>
                </c:pt>
                <c:pt idx="1097">
                  <c:v>4065.1999510000001</c:v>
                </c:pt>
                <c:pt idx="1098">
                  <c:v>3924.969971</c:v>
                </c:pt>
                <c:pt idx="1099">
                  <c:v>3905.9499510000001</c:v>
                </c:pt>
                <c:pt idx="1100">
                  <c:v>3631.040039</c:v>
                </c:pt>
                <c:pt idx="1101">
                  <c:v>3630.6999510000001</c:v>
                </c:pt>
                <c:pt idx="1102">
                  <c:v>3792.3999020000001</c:v>
                </c:pt>
                <c:pt idx="1103">
                  <c:v>3682.8400879999999</c:v>
                </c:pt>
                <c:pt idx="1104">
                  <c:v>3926.070068</c:v>
                </c:pt>
                <c:pt idx="1105">
                  <c:v>3892.3500979999999</c:v>
                </c:pt>
                <c:pt idx="1106">
                  <c:v>4200.669922</c:v>
                </c:pt>
                <c:pt idx="1107">
                  <c:v>4174.7299800000001</c:v>
                </c:pt>
                <c:pt idx="1108">
                  <c:v>4163.0698240000002</c:v>
                </c:pt>
                <c:pt idx="1109">
                  <c:v>4338.7099609999996</c:v>
                </c:pt>
                <c:pt idx="1110">
                  <c:v>4403.7402339999999</c:v>
                </c:pt>
                <c:pt idx="1111">
                  <c:v>4409.3198240000002</c:v>
                </c:pt>
                <c:pt idx="1112">
                  <c:v>4317.4799800000001</c:v>
                </c:pt>
                <c:pt idx="1113">
                  <c:v>4229.3598629999997</c:v>
                </c:pt>
                <c:pt idx="1114">
                  <c:v>4328.4101559999999</c:v>
                </c:pt>
                <c:pt idx="1115">
                  <c:v>4370.8100590000004</c:v>
                </c:pt>
                <c:pt idx="1116">
                  <c:v>4426.8901370000003</c:v>
                </c:pt>
                <c:pt idx="1117">
                  <c:v>4610.4799800000001</c:v>
                </c:pt>
                <c:pt idx="1118">
                  <c:v>4772.0200199999999</c:v>
                </c:pt>
                <c:pt idx="1119">
                  <c:v>4781.9902339999999</c:v>
                </c:pt>
                <c:pt idx="1120">
                  <c:v>4826.4799800000001</c:v>
                </c:pt>
                <c:pt idx="1121">
                  <c:v>5446.9101559999999</c:v>
                </c:pt>
                <c:pt idx="1122">
                  <c:v>5647.2099609999996</c:v>
                </c:pt>
                <c:pt idx="1123">
                  <c:v>5831.7900390000004</c:v>
                </c:pt>
                <c:pt idx="1124">
                  <c:v>5678.1899409999996</c:v>
                </c:pt>
                <c:pt idx="1125">
                  <c:v>5725.5898440000001</c:v>
                </c:pt>
                <c:pt idx="1126">
                  <c:v>5605.5097660000001</c:v>
                </c:pt>
                <c:pt idx="1127">
                  <c:v>5590.6899409999996</c:v>
                </c:pt>
                <c:pt idx="1128">
                  <c:v>5708.5200199999999</c:v>
                </c:pt>
                <c:pt idx="1129">
                  <c:v>6011.4501950000003</c:v>
                </c:pt>
                <c:pt idx="1130">
                  <c:v>6031.6000979999999</c:v>
                </c:pt>
                <c:pt idx="1131">
                  <c:v>6008.419922</c:v>
                </c:pt>
                <c:pt idx="1132">
                  <c:v>5930.3198240000002</c:v>
                </c:pt>
                <c:pt idx="1133">
                  <c:v>5526.6401370000003</c:v>
                </c:pt>
                <c:pt idx="1134">
                  <c:v>5750.7998049999997</c:v>
                </c:pt>
                <c:pt idx="1135">
                  <c:v>5904.830078</c:v>
                </c:pt>
                <c:pt idx="1136">
                  <c:v>5780.8999020000001</c:v>
                </c:pt>
                <c:pt idx="1137">
                  <c:v>5753.0898440000001</c:v>
                </c:pt>
                <c:pt idx="1138">
                  <c:v>6153.8500979999999</c:v>
                </c:pt>
                <c:pt idx="1139">
                  <c:v>6130.5297849999997</c:v>
                </c:pt>
                <c:pt idx="1140">
                  <c:v>6468.3999020000001</c:v>
                </c:pt>
                <c:pt idx="1141">
                  <c:v>6767.3100590000004</c:v>
                </c:pt>
                <c:pt idx="1142">
                  <c:v>7078.5</c:v>
                </c:pt>
                <c:pt idx="1143">
                  <c:v>7207.7597660000001</c:v>
                </c:pt>
                <c:pt idx="1144">
                  <c:v>7379.9501950000003</c:v>
                </c:pt>
                <c:pt idx="1145">
                  <c:v>7407.4101559999999</c:v>
                </c:pt>
                <c:pt idx="1146">
                  <c:v>7022.7597660000001</c:v>
                </c:pt>
                <c:pt idx="1147">
                  <c:v>7144.3798829999996</c:v>
                </c:pt>
                <c:pt idx="1148">
                  <c:v>7459.6899409999996</c:v>
                </c:pt>
                <c:pt idx="1149">
                  <c:v>7143.580078</c:v>
                </c:pt>
                <c:pt idx="1150">
                  <c:v>6618.1401370000003</c:v>
                </c:pt>
                <c:pt idx="1151">
                  <c:v>6357.6000979999999</c:v>
                </c:pt>
                <c:pt idx="1152">
                  <c:v>5950.0698240000002</c:v>
                </c:pt>
                <c:pt idx="1153">
                  <c:v>6559.4902339999999</c:v>
                </c:pt>
                <c:pt idx="1154">
                  <c:v>6635.75</c:v>
                </c:pt>
                <c:pt idx="1155">
                  <c:v>7315.5400390000004</c:v>
                </c:pt>
                <c:pt idx="1156">
                  <c:v>7871.6899409999996</c:v>
                </c:pt>
                <c:pt idx="1157">
                  <c:v>7708.9902339999999</c:v>
                </c:pt>
                <c:pt idx="1158">
                  <c:v>7790.1499020000001</c:v>
                </c:pt>
                <c:pt idx="1159">
                  <c:v>8036.4902339999999</c:v>
                </c:pt>
                <c:pt idx="1160">
                  <c:v>8200.6396480000003</c:v>
                </c:pt>
                <c:pt idx="1161">
                  <c:v>8071.2597660000001</c:v>
                </c:pt>
                <c:pt idx="1162">
                  <c:v>8253.5498050000006</c:v>
                </c:pt>
                <c:pt idx="1163">
                  <c:v>8038.7700199999999</c:v>
                </c:pt>
                <c:pt idx="1164">
                  <c:v>8253.6904300000006</c:v>
                </c:pt>
                <c:pt idx="1165">
                  <c:v>8790.9199219999991</c:v>
                </c:pt>
                <c:pt idx="1166">
                  <c:v>9330.5498050000006</c:v>
                </c:pt>
                <c:pt idx="1167">
                  <c:v>9818.3496090000008</c:v>
                </c:pt>
                <c:pt idx="1168">
                  <c:v>10058.799805000001</c:v>
                </c:pt>
                <c:pt idx="1169">
                  <c:v>9888.6103519999997</c:v>
                </c:pt>
                <c:pt idx="1170">
                  <c:v>10233.599609000001</c:v>
                </c:pt>
                <c:pt idx="1171">
                  <c:v>10975.599609000001</c:v>
                </c:pt>
                <c:pt idx="1172">
                  <c:v>11074.599609000001</c:v>
                </c:pt>
                <c:pt idx="1173">
                  <c:v>11323.200194999999</c:v>
                </c:pt>
                <c:pt idx="1174">
                  <c:v>11657.200194999999</c:v>
                </c:pt>
                <c:pt idx="1175">
                  <c:v>11916.700194999999</c:v>
                </c:pt>
                <c:pt idx="1176">
                  <c:v>14291.5</c:v>
                </c:pt>
                <c:pt idx="1177">
                  <c:v>17899.699218999998</c:v>
                </c:pt>
                <c:pt idx="1178">
                  <c:v>16569.400390999999</c:v>
                </c:pt>
                <c:pt idx="1179">
                  <c:v>15178.200194999999</c:v>
                </c:pt>
                <c:pt idx="1180">
                  <c:v>15455.400390999999</c:v>
                </c:pt>
                <c:pt idx="1181">
                  <c:v>16936.800781000002</c:v>
                </c:pt>
                <c:pt idx="1182">
                  <c:v>17415.400390999999</c:v>
                </c:pt>
                <c:pt idx="1183">
                  <c:v>16408.199218999998</c:v>
                </c:pt>
                <c:pt idx="1184">
                  <c:v>16564</c:v>
                </c:pt>
                <c:pt idx="1185">
                  <c:v>17706.900390999999</c:v>
                </c:pt>
                <c:pt idx="1186">
                  <c:v>19497.400390999999</c:v>
                </c:pt>
                <c:pt idx="1187">
                  <c:v>19140.800781000002</c:v>
                </c:pt>
                <c:pt idx="1188">
                  <c:v>19114.199218999998</c:v>
                </c:pt>
                <c:pt idx="1189">
                  <c:v>17776.699218999998</c:v>
                </c:pt>
                <c:pt idx="1190">
                  <c:v>16624.599609000001</c:v>
                </c:pt>
                <c:pt idx="1191">
                  <c:v>15802.900390999999</c:v>
                </c:pt>
                <c:pt idx="1192">
                  <c:v>13831.799805000001</c:v>
                </c:pt>
                <c:pt idx="1193">
                  <c:v>14699.200194999999</c:v>
                </c:pt>
                <c:pt idx="1194">
                  <c:v>13925.799805000001</c:v>
                </c:pt>
                <c:pt idx="1195">
                  <c:v>14026.599609000001</c:v>
                </c:pt>
                <c:pt idx="1196">
                  <c:v>16099.799805000001</c:v>
                </c:pt>
                <c:pt idx="1197">
                  <c:v>15838.5</c:v>
                </c:pt>
                <c:pt idx="1198">
                  <c:v>14606.5</c:v>
                </c:pt>
                <c:pt idx="1199">
                  <c:v>14656.200194999999</c:v>
                </c:pt>
                <c:pt idx="1200">
                  <c:v>12952.200194999999</c:v>
                </c:pt>
                <c:pt idx="1201">
                  <c:v>14156.400390999999</c:v>
                </c:pt>
                <c:pt idx="1202">
                  <c:v>13657.200194999999</c:v>
                </c:pt>
                <c:pt idx="1203">
                  <c:v>14982.099609000001</c:v>
                </c:pt>
                <c:pt idx="1204">
                  <c:v>15201</c:v>
                </c:pt>
                <c:pt idx="1205">
                  <c:v>15599.200194999999</c:v>
                </c:pt>
                <c:pt idx="1206">
                  <c:v>17429.5</c:v>
                </c:pt>
                <c:pt idx="1207">
                  <c:v>17527</c:v>
                </c:pt>
                <c:pt idx="1208">
                  <c:v>16477.599609000001</c:v>
                </c:pt>
                <c:pt idx="1209">
                  <c:v>15170.099609000001</c:v>
                </c:pt>
                <c:pt idx="1210">
                  <c:v>14595.400390999999</c:v>
                </c:pt>
                <c:pt idx="1211">
                  <c:v>14973.299805000001</c:v>
                </c:pt>
                <c:pt idx="1212">
                  <c:v>13405.799805000001</c:v>
                </c:pt>
                <c:pt idx="1213">
                  <c:v>13980.599609000001</c:v>
                </c:pt>
                <c:pt idx="1214">
                  <c:v>14360.200194999999</c:v>
                </c:pt>
                <c:pt idx="1215">
                  <c:v>13772</c:v>
                </c:pt>
                <c:pt idx="1216">
                  <c:v>13819.799805000001</c:v>
                </c:pt>
                <c:pt idx="1217">
                  <c:v>11490.5</c:v>
                </c:pt>
                <c:pt idx="1218">
                  <c:v>11188.599609000001</c:v>
                </c:pt>
                <c:pt idx="1219">
                  <c:v>11474.900390999999</c:v>
                </c:pt>
                <c:pt idx="1220">
                  <c:v>11607.400390999999</c:v>
                </c:pt>
                <c:pt idx="1221">
                  <c:v>12899.200194999999</c:v>
                </c:pt>
                <c:pt idx="1222">
                  <c:v>11600.099609000001</c:v>
                </c:pt>
                <c:pt idx="1223">
                  <c:v>10931.400390999999</c:v>
                </c:pt>
                <c:pt idx="1224">
                  <c:v>10868.400390999999</c:v>
                </c:pt>
                <c:pt idx="1225">
                  <c:v>11359.400390999999</c:v>
                </c:pt>
                <c:pt idx="1226">
                  <c:v>11259.400390999999</c:v>
                </c:pt>
                <c:pt idx="1227">
                  <c:v>11171.400390999999</c:v>
                </c:pt>
                <c:pt idx="1228">
                  <c:v>11440.700194999999</c:v>
                </c:pt>
                <c:pt idx="1229">
                  <c:v>11786.299805000001</c:v>
                </c:pt>
                <c:pt idx="1230">
                  <c:v>11296.400390999999</c:v>
                </c:pt>
                <c:pt idx="1231">
                  <c:v>10106.299805000001</c:v>
                </c:pt>
                <c:pt idx="1232">
                  <c:v>10221.099609000001</c:v>
                </c:pt>
                <c:pt idx="1233">
                  <c:v>9170.5400389999995</c:v>
                </c:pt>
                <c:pt idx="1234">
                  <c:v>8830.75</c:v>
                </c:pt>
                <c:pt idx="1235">
                  <c:v>9174.9101559999999</c:v>
                </c:pt>
                <c:pt idx="1236">
                  <c:v>8277.0097659999992</c:v>
                </c:pt>
                <c:pt idx="1237">
                  <c:v>6955.2700199999999</c:v>
                </c:pt>
                <c:pt idx="1238">
                  <c:v>7754</c:v>
                </c:pt>
                <c:pt idx="1239">
                  <c:v>7621.2998049999997</c:v>
                </c:pt>
                <c:pt idx="1240">
                  <c:v>8265.5898440000001</c:v>
                </c:pt>
                <c:pt idx="1241">
                  <c:v>8736.9804690000001</c:v>
                </c:pt>
                <c:pt idx="1242">
                  <c:v>8621.9003909999992</c:v>
                </c:pt>
                <c:pt idx="1243">
                  <c:v>8129.9702150000003</c:v>
                </c:pt>
                <c:pt idx="1244">
                  <c:v>8926.5703130000002</c:v>
                </c:pt>
                <c:pt idx="1245">
                  <c:v>8598.3095699999994</c:v>
                </c:pt>
                <c:pt idx="1246">
                  <c:v>9494.6298829999996</c:v>
                </c:pt>
                <c:pt idx="1247">
                  <c:v>10166.400390999999</c:v>
                </c:pt>
                <c:pt idx="1248">
                  <c:v>10233.900390999999</c:v>
                </c:pt>
                <c:pt idx="1249">
                  <c:v>11112.700194999999</c:v>
                </c:pt>
                <c:pt idx="1250">
                  <c:v>10551.799805000001</c:v>
                </c:pt>
                <c:pt idx="1251">
                  <c:v>11225.299805000001</c:v>
                </c:pt>
                <c:pt idx="1252">
                  <c:v>11403.700194999999</c:v>
                </c:pt>
                <c:pt idx="1253">
                  <c:v>10690.400390999999</c:v>
                </c:pt>
                <c:pt idx="1254">
                  <c:v>10005</c:v>
                </c:pt>
                <c:pt idx="1255">
                  <c:v>10301.099609000001</c:v>
                </c:pt>
                <c:pt idx="1256">
                  <c:v>9813.0703130000002</c:v>
                </c:pt>
                <c:pt idx="1257">
                  <c:v>9664.7304690000001</c:v>
                </c:pt>
                <c:pt idx="1258">
                  <c:v>10366.700194999999</c:v>
                </c:pt>
                <c:pt idx="1259">
                  <c:v>10725.599609000001</c:v>
                </c:pt>
                <c:pt idx="1260">
                  <c:v>10397.900390999999</c:v>
                </c:pt>
                <c:pt idx="1261">
                  <c:v>10951</c:v>
                </c:pt>
                <c:pt idx="1262">
                  <c:v>11086.400390999999</c:v>
                </c:pt>
                <c:pt idx="1263">
                  <c:v>11489.700194999999</c:v>
                </c:pt>
                <c:pt idx="1264">
                  <c:v>11512.599609000001</c:v>
                </c:pt>
                <c:pt idx="1265">
                  <c:v>11573.299805000001</c:v>
                </c:pt>
                <c:pt idx="1266">
                  <c:v>10779.900390999999</c:v>
                </c:pt>
                <c:pt idx="1267">
                  <c:v>9965.5703130000002</c:v>
                </c:pt>
                <c:pt idx="1268">
                  <c:v>9395.0097659999992</c:v>
                </c:pt>
                <c:pt idx="1269">
                  <c:v>9337.5498050000006</c:v>
                </c:pt>
                <c:pt idx="1270">
                  <c:v>8866</c:v>
                </c:pt>
                <c:pt idx="1271">
                  <c:v>9578.6298829999996</c:v>
                </c:pt>
                <c:pt idx="1272">
                  <c:v>9205.1201170000004</c:v>
                </c:pt>
                <c:pt idx="1273">
                  <c:v>9194.8496090000008</c:v>
                </c:pt>
                <c:pt idx="1274">
                  <c:v>8269.8095699999994</c:v>
                </c:pt>
                <c:pt idx="1275">
                  <c:v>8300.8603519999997</c:v>
                </c:pt>
                <c:pt idx="1276">
                  <c:v>8338.3496090000008</c:v>
                </c:pt>
                <c:pt idx="1277">
                  <c:v>7916.8798829999996</c:v>
                </c:pt>
                <c:pt idx="1278">
                  <c:v>8223.6796880000002</c:v>
                </c:pt>
                <c:pt idx="1279">
                  <c:v>8630.6503909999992</c:v>
                </c:pt>
                <c:pt idx="1280">
                  <c:v>8913.4697269999997</c:v>
                </c:pt>
                <c:pt idx="1281">
                  <c:v>8929.2802730000003</c:v>
                </c:pt>
                <c:pt idx="1282">
                  <c:v>8728.4697269999997</c:v>
                </c:pt>
                <c:pt idx="1283">
                  <c:v>8879.6201170000004</c:v>
                </c:pt>
                <c:pt idx="1284">
                  <c:v>8668.1201170000004</c:v>
                </c:pt>
                <c:pt idx="1285">
                  <c:v>8495.7802730000003</c:v>
                </c:pt>
                <c:pt idx="1286">
                  <c:v>8209.4003909999992</c:v>
                </c:pt>
                <c:pt idx="1287">
                  <c:v>7833.0400390000004</c:v>
                </c:pt>
                <c:pt idx="1288">
                  <c:v>7954.4799800000001</c:v>
                </c:pt>
                <c:pt idx="1289">
                  <c:v>7165.7001950000003</c:v>
                </c:pt>
                <c:pt idx="1290">
                  <c:v>6890.5200199999999</c:v>
                </c:pt>
                <c:pt idx="1291">
                  <c:v>6973.5297849999997</c:v>
                </c:pt>
                <c:pt idx="1292">
                  <c:v>6844.2299800000001</c:v>
                </c:pt>
                <c:pt idx="1293">
                  <c:v>7083.7998049999997</c:v>
                </c:pt>
                <c:pt idx="1294">
                  <c:v>7456.1098629999997</c:v>
                </c:pt>
                <c:pt idx="1295">
                  <c:v>6853.8398440000001</c:v>
                </c:pt>
                <c:pt idx="1296">
                  <c:v>6811.4702150000003</c:v>
                </c:pt>
                <c:pt idx="1297">
                  <c:v>6636.3198240000002</c:v>
                </c:pt>
                <c:pt idx="1298">
                  <c:v>6911.0898440000001</c:v>
                </c:pt>
                <c:pt idx="1299">
                  <c:v>7023.5200199999999</c:v>
                </c:pt>
                <c:pt idx="1300">
                  <c:v>6770.7299800000001</c:v>
                </c:pt>
                <c:pt idx="1301">
                  <c:v>6834.7597660000001</c:v>
                </c:pt>
                <c:pt idx="1302">
                  <c:v>6968.3198240000002</c:v>
                </c:pt>
                <c:pt idx="1303">
                  <c:v>7889.25</c:v>
                </c:pt>
                <c:pt idx="1304">
                  <c:v>7895.9599609999996</c:v>
                </c:pt>
                <c:pt idx="1305">
                  <c:v>7986.2402339999999</c:v>
                </c:pt>
                <c:pt idx="1306">
                  <c:v>8329.1103519999997</c:v>
                </c:pt>
                <c:pt idx="1307">
                  <c:v>8058.669922</c:v>
                </c:pt>
                <c:pt idx="1308">
                  <c:v>7902.0898440000001</c:v>
                </c:pt>
                <c:pt idx="1309">
                  <c:v>8163.419922</c:v>
                </c:pt>
                <c:pt idx="1310">
                  <c:v>8294.3095699999994</c:v>
                </c:pt>
                <c:pt idx="1311">
                  <c:v>8845.8300780000009</c:v>
                </c:pt>
                <c:pt idx="1312">
                  <c:v>8895.5800780000009</c:v>
                </c:pt>
                <c:pt idx="1313">
                  <c:v>8802.4599610000005</c:v>
                </c:pt>
                <c:pt idx="1314">
                  <c:v>8930.8798829999996</c:v>
                </c:pt>
                <c:pt idx="1315">
                  <c:v>9697.5</c:v>
                </c:pt>
                <c:pt idx="1316">
                  <c:v>8845.7402340000008</c:v>
                </c:pt>
                <c:pt idx="1317">
                  <c:v>9281.5097659999992</c:v>
                </c:pt>
                <c:pt idx="1318">
                  <c:v>8987.0498050000006</c:v>
                </c:pt>
                <c:pt idx="1319">
                  <c:v>9348.4804690000001</c:v>
                </c:pt>
                <c:pt idx="1320">
                  <c:v>9419.0800780000009</c:v>
                </c:pt>
                <c:pt idx="1321">
                  <c:v>9240.5498050000006</c:v>
                </c:pt>
                <c:pt idx="1322">
                  <c:v>9119.0097659999992</c:v>
                </c:pt>
                <c:pt idx="1323">
                  <c:v>9235.9199219999991</c:v>
                </c:pt>
                <c:pt idx="1324">
                  <c:v>9743.8603519999997</c:v>
                </c:pt>
                <c:pt idx="1325">
                  <c:v>9700.7597659999992</c:v>
                </c:pt>
                <c:pt idx="1326">
                  <c:v>9858.1503909999992</c:v>
                </c:pt>
                <c:pt idx="1327">
                  <c:v>9654.7998050000006</c:v>
                </c:pt>
                <c:pt idx="1328">
                  <c:v>9373.0097659999992</c:v>
                </c:pt>
                <c:pt idx="1329">
                  <c:v>9234.8203130000002</c:v>
                </c:pt>
                <c:pt idx="1330">
                  <c:v>9325.1796880000002</c:v>
                </c:pt>
                <c:pt idx="1331">
                  <c:v>9043.9404300000006</c:v>
                </c:pt>
                <c:pt idx="1332">
                  <c:v>8441.4902340000008</c:v>
                </c:pt>
                <c:pt idx="1333">
                  <c:v>8504.8896480000003</c:v>
                </c:pt>
                <c:pt idx="1334">
                  <c:v>8723.9404300000006</c:v>
                </c:pt>
                <c:pt idx="1335">
                  <c:v>8716.7900389999995</c:v>
                </c:pt>
                <c:pt idx="1336">
                  <c:v>8510.3798829999996</c:v>
                </c:pt>
                <c:pt idx="1337">
                  <c:v>8368.8300780000009</c:v>
                </c:pt>
                <c:pt idx="1338">
                  <c:v>8094.3198240000002</c:v>
                </c:pt>
                <c:pt idx="1339">
                  <c:v>8250.9697269999997</c:v>
                </c:pt>
                <c:pt idx="1340">
                  <c:v>8247.1796880000002</c:v>
                </c:pt>
                <c:pt idx="1341">
                  <c:v>8513.25</c:v>
                </c:pt>
                <c:pt idx="1342">
                  <c:v>8418.9902340000008</c:v>
                </c:pt>
                <c:pt idx="1343">
                  <c:v>8041.7797849999997</c:v>
                </c:pt>
                <c:pt idx="1344">
                  <c:v>7557.8198240000002</c:v>
                </c:pt>
                <c:pt idx="1345">
                  <c:v>7587.3398440000001</c:v>
                </c:pt>
                <c:pt idx="1346">
                  <c:v>7480.1401370000003</c:v>
                </c:pt>
                <c:pt idx="1347">
                  <c:v>7355.8798829999996</c:v>
                </c:pt>
                <c:pt idx="1348">
                  <c:v>7368.2202150000003</c:v>
                </c:pt>
                <c:pt idx="1349">
                  <c:v>7135.9902339999999</c:v>
                </c:pt>
                <c:pt idx="1350">
                  <c:v>7472.5898440000001</c:v>
                </c:pt>
                <c:pt idx="1351">
                  <c:v>7406.5200199999999</c:v>
                </c:pt>
                <c:pt idx="1352">
                  <c:v>7494.169922</c:v>
                </c:pt>
                <c:pt idx="1353">
                  <c:v>7541.4501950000003</c:v>
                </c:pt>
                <c:pt idx="1354">
                  <c:v>7643.4501950000003</c:v>
                </c:pt>
                <c:pt idx="1355">
                  <c:v>7720.25</c:v>
                </c:pt>
                <c:pt idx="1356">
                  <c:v>7514.4702150000003</c:v>
                </c:pt>
                <c:pt idx="1357">
                  <c:v>7633.7597660000001</c:v>
                </c:pt>
                <c:pt idx="1358">
                  <c:v>7653.9799800000001</c:v>
                </c:pt>
                <c:pt idx="1359">
                  <c:v>7678.2402339999999</c:v>
                </c:pt>
                <c:pt idx="1360">
                  <c:v>7624.919922</c:v>
                </c:pt>
                <c:pt idx="1361">
                  <c:v>7531.9799800000001</c:v>
                </c:pt>
                <c:pt idx="1362">
                  <c:v>6786.0200199999999</c:v>
                </c:pt>
                <c:pt idx="1363">
                  <c:v>6906.919922</c:v>
                </c:pt>
                <c:pt idx="1364">
                  <c:v>6582.3598629999997</c:v>
                </c:pt>
                <c:pt idx="1365">
                  <c:v>6349.8999020000001</c:v>
                </c:pt>
                <c:pt idx="1366">
                  <c:v>6675.3500979999999</c:v>
                </c:pt>
                <c:pt idx="1367">
                  <c:v>6456.580078</c:v>
                </c:pt>
                <c:pt idx="1368">
                  <c:v>6550.1601559999999</c:v>
                </c:pt>
                <c:pt idx="1369">
                  <c:v>6499.2700199999999</c:v>
                </c:pt>
                <c:pt idx="1370">
                  <c:v>6734.8198240000002</c:v>
                </c:pt>
                <c:pt idx="1371">
                  <c:v>6769.9399409999996</c:v>
                </c:pt>
                <c:pt idx="1372">
                  <c:v>6776.5498049999997</c:v>
                </c:pt>
                <c:pt idx="1373">
                  <c:v>6729.7402339999999</c:v>
                </c:pt>
                <c:pt idx="1374">
                  <c:v>6083.6899409999996</c:v>
                </c:pt>
                <c:pt idx="1375">
                  <c:v>6162.4799800000001</c:v>
                </c:pt>
                <c:pt idx="1376">
                  <c:v>6173.2299800000001</c:v>
                </c:pt>
                <c:pt idx="1377">
                  <c:v>6249.1801759999998</c:v>
                </c:pt>
                <c:pt idx="1378">
                  <c:v>6093.669922</c:v>
                </c:pt>
                <c:pt idx="1379">
                  <c:v>6157.1298829999996</c:v>
                </c:pt>
                <c:pt idx="1380">
                  <c:v>5903.4399409999996</c:v>
                </c:pt>
                <c:pt idx="1381">
                  <c:v>6218.2998049999997</c:v>
                </c:pt>
                <c:pt idx="1382">
                  <c:v>6404</c:v>
                </c:pt>
                <c:pt idx="1383">
                  <c:v>6385.8198240000002</c:v>
                </c:pt>
                <c:pt idx="1384">
                  <c:v>6614.1801759999998</c:v>
                </c:pt>
                <c:pt idx="1385">
                  <c:v>6529.5898440000001</c:v>
                </c:pt>
                <c:pt idx="1386">
                  <c:v>6597.5498049999997</c:v>
                </c:pt>
                <c:pt idx="1387">
                  <c:v>6639.1401370000003</c:v>
                </c:pt>
                <c:pt idx="1388">
                  <c:v>6673.5</c:v>
                </c:pt>
                <c:pt idx="1389">
                  <c:v>6856.9301759999998</c:v>
                </c:pt>
                <c:pt idx="1390">
                  <c:v>6773.8798829999996</c:v>
                </c:pt>
                <c:pt idx="1391">
                  <c:v>6741.75</c:v>
                </c:pt>
                <c:pt idx="1392">
                  <c:v>6329.9501950000003</c:v>
                </c:pt>
                <c:pt idx="1393">
                  <c:v>6394.7099609999996</c:v>
                </c:pt>
                <c:pt idx="1394">
                  <c:v>6228.8100590000004</c:v>
                </c:pt>
                <c:pt idx="1395">
                  <c:v>6238.0498049999997</c:v>
                </c:pt>
                <c:pt idx="1396">
                  <c:v>6276.1201170000004</c:v>
                </c:pt>
                <c:pt idx="1397">
                  <c:v>6359.6401370000003</c:v>
                </c:pt>
                <c:pt idx="1398">
                  <c:v>6741.75</c:v>
                </c:pt>
                <c:pt idx="1399">
                  <c:v>7321.0400390000004</c:v>
                </c:pt>
                <c:pt idx="1400">
                  <c:v>7370.7797849999997</c:v>
                </c:pt>
                <c:pt idx="1401">
                  <c:v>7466.8598629999997</c:v>
                </c:pt>
                <c:pt idx="1402">
                  <c:v>7354.1298829999996</c:v>
                </c:pt>
                <c:pt idx="1403">
                  <c:v>7419.2900390000004</c:v>
                </c:pt>
                <c:pt idx="1404">
                  <c:v>7418.4902339999999</c:v>
                </c:pt>
                <c:pt idx="1405">
                  <c:v>7711.1098629999997</c:v>
                </c:pt>
                <c:pt idx="1406">
                  <c:v>8424.2695309999999</c:v>
                </c:pt>
                <c:pt idx="1407">
                  <c:v>8181.3901370000003</c:v>
                </c:pt>
                <c:pt idx="1408">
                  <c:v>7951.580078</c:v>
                </c:pt>
                <c:pt idx="1409">
                  <c:v>8165.0097660000001</c:v>
                </c:pt>
                <c:pt idx="1410">
                  <c:v>8192.1503909999992</c:v>
                </c:pt>
                <c:pt idx="1411">
                  <c:v>8218.4599610000005</c:v>
                </c:pt>
                <c:pt idx="1412">
                  <c:v>8180.4799800000001</c:v>
                </c:pt>
                <c:pt idx="1413">
                  <c:v>7780.4399409999996</c:v>
                </c:pt>
                <c:pt idx="1414">
                  <c:v>7624.9101559999999</c:v>
                </c:pt>
                <c:pt idx="1415">
                  <c:v>7567.1499020000001</c:v>
                </c:pt>
                <c:pt idx="1416">
                  <c:v>7434.3901370000003</c:v>
                </c:pt>
                <c:pt idx="1417">
                  <c:v>7032.8500979999999</c:v>
                </c:pt>
                <c:pt idx="1418">
                  <c:v>7068.4799800000001</c:v>
                </c:pt>
                <c:pt idx="1419">
                  <c:v>6951.7998049999997</c:v>
                </c:pt>
                <c:pt idx="1420">
                  <c:v>6753.1201170000004</c:v>
                </c:pt>
                <c:pt idx="1421">
                  <c:v>6305.7998049999997</c:v>
                </c:pt>
                <c:pt idx="1422">
                  <c:v>6568.2299800000001</c:v>
                </c:pt>
                <c:pt idx="1423">
                  <c:v>6184.7099609999996</c:v>
                </c:pt>
                <c:pt idx="1424">
                  <c:v>6295.7299800000001</c:v>
                </c:pt>
                <c:pt idx="1425">
                  <c:v>6322.6899409999996</c:v>
                </c:pt>
                <c:pt idx="1426">
                  <c:v>6297.5698240000002</c:v>
                </c:pt>
                <c:pt idx="1427">
                  <c:v>6199.7099609999996</c:v>
                </c:pt>
                <c:pt idx="1428">
                  <c:v>6308.5200199999999</c:v>
                </c:pt>
                <c:pt idx="1429">
                  <c:v>6334.7299800000001</c:v>
                </c:pt>
                <c:pt idx="1430">
                  <c:v>6580.6298829999996</c:v>
                </c:pt>
                <c:pt idx="1431">
                  <c:v>6423.7597660000001</c:v>
                </c:pt>
                <c:pt idx="1432">
                  <c:v>6506.0698240000002</c:v>
                </c:pt>
                <c:pt idx="1433">
                  <c:v>6308.5297849999997</c:v>
                </c:pt>
                <c:pt idx="1434">
                  <c:v>6488.7597660000001</c:v>
                </c:pt>
                <c:pt idx="1435">
                  <c:v>6376.7099609999996</c:v>
                </c:pt>
                <c:pt idx="1436">
                  <c:v>6534.8798829999996</c:v>
                </c:pt>
                <c:pt idx="1437">
                  <c:v>6719.9599609999996</c:v>
                </c:pt>
                <c:pt idx="1438">
                  <c:v>6763.1899409999996</c:v>
                </c:pt>
                <c:pt idx="1439">
                  <c:v>6707.2597660000001</c:v>
                </c:pt>
                <c:pt idx="1440">
                  <c:v>6884.6401370000003</c:v>
                </c:pt>
                <c:pt idx="1441">
                  <c:v>7096.2797849999997</c:v>
                </c:pt>
                <c:pt idx="1442">
                  <c:v>7047.1601559999999</c:v>
                </c:pt>
                <c:pt idx="1443">
                  <c:v>6978.2299800000001</c:v>
                </c:pt>
                <c:pt idx="1444">
                  <c:v>7037.580078</c:v>
                </c:pt>
                <c:pt idx="1445">
                  <c:v>7193.25</c:v>
                </c:pt>
                <c:pt idx="1446">
                  <c:v>7272.7202150000003</c:v>
                </c:pt>
                <c:pt idx="1447">
                  <c:v>7260.0600590000004</c:v>
                </c:pt>
                <c:pt idx="1448">
                  <c:v>7361.6601559999999</c:v>
                </c:pt>
                <c:pt idx="1449">
                  <c:v>6792.830078</c:v>
                </c:pt>
                <c:pt idx="1450">
                  <c:v>6529.169922</c:v>
                </c:pt>
                <c:pt idx="1451">
                  <c:v>6467.0698240000002</c:v>
                </c:pt>
                <c:pt idx="1452">
                  <c:v>6225.9799800000001</c:v>
                </c:pt>
                <c:pt idx="1453">
                  <c:v>6300.8598629999997</c:v>
                </c:pt>
                <c:pt idx="1454">
                  <c:v>6329.7001950000003</c:v>
                </c:pt>
                <c:pt idx="1455">
                  <c:v>6321.2001950000003</c:v>
                </c:pt>
                <c:pt idx="1456">
                  <c:v>6351.7998049999997</c:v>
                </c:pt>
                <c:pt idx="1457">
                  <c:v>6517.3100590000004</c:v>
                </c:pt>
                <c:pt idx="1458">
                  <c:v>6512.7099609999996</c:v>
                </c:pt>
                <c:pt idx="1459">
                  <c:v>6543.2001950000003</c:v>
                </c:pt>
                <c:pt idx="1460">
                  <c:v>6517.1801759999998</c:v>
                </c:pt>
                <c:pt idx="1461">
                  <c:v>6281.2001950000003</c:v>
                </c:pt>
                <c:pt idx="1462">
                  <c:v>6371.2998049999997</c:v>
                </c:pt>
                <c:pt idx="1463">
                  <c:v>6398.5400390000004</c:v>
                </c:pt>
                <c:pt idx="1464">
                  <c:v>6519.669922</c:v>
                </c:pt>
                <c:pt idx="1465">
                  <c:v>6734.9501950000003</c:v>
                </c:pt>
                <c:pt idx="1466">
                  <c:v>6721.9799800000001</c:v>
                </c:pt>
                <c:pt idx="1467">
                  <c:v>6710.6298829999996</c:v>
                </c:pt>
                <c:pt idx="1468">
                  <c:v>6595.4101559999999</c:v>
                </c:pt>
                <c:pt idx="1469">
                  <c:v>6446.4702150000003</c:v>
                </c:pt>
                <c:pt idx="1470">
                  <c:v>6495</c:v>
                </c:pt>
                <c:pt idx="1471">
                  <c:v>6676.75</c:v>
                </c:pt>
                <c:pt idx="1472">
                  <c:v>6644.1298829999996</c:v>
                </c:pt>
                <c:pt idx="1473">
                  <c:v>6601.9599609999996</c:v>
                </c:pt>
                <c:pt idx="1474">
                  <c:v>6625.5600590000004</c:v>
                </c:pt>
                <c:pt idx="1475">
                  <c:v>6589.6201170000004</c:v>
                </c:pt>
                <c:pt idx="1476">
                  <c:v>6556.1000979999999</c:v>
                </c:pt>
                <c:pt idx="1477">
                  <c:v>6502.5898440000001</c:v>
                </c:pt>
                <c:pt idx="1478">
                  <c:v>6576.6899409999996</c:v>
                </c:pt>
                <c:pt idx="1479">
                  <c:v>6622.4799800000001</c:v>
                </c:pt>
                <c:pt idx="1480">
                  <c:v>6588.3100590000004</c:v>
                </c:pt>
                <c:pt idx="1481">
                  <c:v>6602.9501950000003</c:v>
                </c:pt>
                <c:pt idx="1482">
                  <c:v>6652.2299800000001</c:v>
                </c:pt>
                <c:pt idx="1483">
                  <c:v>6642.6401370000003</c:v>
                </c:pt>
                <c:pt idx="1484">
                  <c:v>6585.5297849999997</c:v>
                </c:pt>
                <c:pt idx="1485">
                  <c:v>6256.2402339999999</c:v>
                </c:pt>
                <c:pt idx="1486">
                  <c:v>6274.580078</c:v>
                </c:pt>
                <c:pt idx="1487">
                  <c:v>6285.9902339999999</c:v>
                </c:pt>
                <c:pt idx="1488">
                  <c:v>6290.9301759999998</c:v>
                </c:pt>
                <c:pt idx="1489">
                  <c:v>6596.5400390000004</c:v>
                </c:pt>
                <c:pt idx="1490">
                  <c:v>6596.1098629999997</c:v>
                </c:pt>
                <c:pt idx="1491">
                  <c:v>6544.4301759999998</c:v>
                </c:pt>
                <c:pt idx="1492">
                  <c:v>6476.7099609999996</c:v>
                </c:pt>
                <c:pt idx="1493">
                  <c:v>6465.4101559999999</c:v>
                </c:pt>
                <c:pt idx="1494">
                  <c:v>6489.1899409999996</c:v>
                </c:pt>
                <c:pt idx="1495">
                  <c:v>6482.3500979999999</c:v>
                </c:pt>
                <c:pt idx="1496">
                  <c:v>6487.1601559999999</c:v>
                </c:pt>
                <c:pt idx="1497">
                  <c:v>6475.7402339999999</c:v>
                </c:pt>
                <c:pt idx="1498">
                  <c:v>6495.8398440000001</c:v>
                </c:pt>
                <c:pt idx="1499">
                  <c:v>6476.2900390000004</c:v>
                </c:pt>
                <c:pt idx="1500">
                  <c:v>6474.75</c:v>
                </c:pt>
                <c:pt idx="1501">
                  <c:v>6480.3798829999996</c:v>
                </c:pt>
                <c:pt idx="1502">
                  <c:v>6486.3901370000003</c:v>
                </c:pt>
                <c:pt idx="1503">
                  <c:v>6332.6298829999996</c:v>
                </c:pt>
                <c:pt idx="1504">
                  <c:v>6334.2700199999999</c:v>
                </c:pt>
                <c:pt idx="1505">
                  <c:v>6317.6098629999997</c:v>
                </c:pt>
                <c:pt idx="1506">
                  <c:v>6377.7797849999997</c:v>
                </c:pt>
                <c:pt idx="1507">
                  <c:v>6388.4399409999996</c:v>
                </c:pt>
                <c:pt idx="1508">
                  <c:v>6361.2597660000001</c:v>
                </c:pt>
                <c:pt idx="1509">
                  <c:v>6376.1298829999996</c:v>
                </c:pt>
                <c:pt idx="1510">
                  <c:v>6419.6601559999999</c:v>
                </c:pt>
                <c:pt idx="1511">
                  <c:v>6461.0097660000001</c:v>
                </c:pt>
                <c:pt idx="1512">
                  <c:v>6530.1401370000003</c:v>
                </c:pt>
                <c:pt idx="1513">
                  <c:v>6453.7202150000003</c:v>
                </c:pt>
                <c:pt idx="1514">
                  <c:v>6385.6201170000004</c:v>
                </c:pt>
                <c:pt idx="1515">
                  <c:v>6409.2202150000003</c:v>
                </c:pt>
                <c:pt idx="1516">
                  <c:v>6411.2700199999999</c:v>
                </c:pt>
                <c:pt idx="1517">
                  <c:v>6371.2700199999999</c:v>
                </c:pt>
                <c:pt idx="1518">
                  <c:v>6359.4902339999999</c:v>
                </c:pt>
                <c:pt idx="1519">
                  <c:v>5738.3500979999999</c:v>
                </c:pt>
                <c:pt idx="1520">
                  <c:v>5648.0297849999997</c:v>
                </c:pt>
                <c:pt idx="1521">
                  <c:v>5575.5498049999997</c:v>
                </c:pt>
                <c:pt idx="1522">
                  <c:v>5554.330078</c:v>
                </c:pt>
                <c:pt idx="1523">
                  <c:v>5623.5400390000004</c:v>
                </c:pt>
                <c:pt idx="1524">
                  <c:v>4871.4902339999999</c:v>
                </c:pt>
                <c:pt idx="1525">
                  <c:v>4451.8701170000004</c:v>
                </c:pt>
                <c:pt idx="1526">
                  <c:v>4602.169922</c:v>
                </c:pt>
                <c:pt idx="1527">
                  <c:v>4365.9399409999996</c:v>
                </c:pt>
                <c:pt idx="1528">
                  <c:v>4347.1098629999997</c:v>
                </c:pt>
                <c:pt idx="1529">
                  <c:v>3880.76001</c:v>
                </c:pt>
                <c:pt idx="1530">
                  <c:v>4009.969971</c:v>
                </c:pt>
                <c:pt idx="1531">
                  <c:v>3779.1298830000001</c:v>
                </c:pt>
                <c:pt idx="1532">
                  <c:v>3820.719971</c:v>
                </c:pt>
                <c:pt idx="1533">
                  <c:v>4257.419922</c:v>
                </c:pt>
                <c:pt idx="1534">
                  <c:v>4278.8466799999997</c:v>
                </c:pt>
                <c:pt idx="1535">
                  <c:v>4017.2685550000001</c:v>
                </c:pt>
                <c:pt idx="1536">
                  <c:v>4214.671875</c:v>
                </c:pt>
                <c:pt idx="1537">
                  <c:v>4139.8779299999997</c:v>
                </c:pt>
                <c:pt idx="1538">
                  <c:v>3894.1308589999999</c:v>
                </c:pt>
                <c:pt idx="1539">
                  <c:v>3956.8937989999999</c:v>
                </c:pt>
                <c:pt idx="1540">
                  <c:v>3753.9948730000001</c:v>
                </c:pt>
                <c:pt idx="1541">
                  <c:v>3521.101807</c:v>
                </c:pt>
                <c:pt idx="1542">
                  <c:v>3419.9372560000002</c:v>
                </c:pt>
                <c:pt idx="1543">
                  <c:v>3476.1147460000002</c:v>
                </c:pt>
                <c:pt idx="1544">
                  <c:v>3614.234375</c:v>
                </c:pt>
                <c:pt idx="1545">
                  <c:v>3502.6560060000002</c:v>
                </c:pt>
                <c:pt idx="1546">
                  <c:v>3424.588135</c:v>
                </c:pt>
                <c:pt idx="1547">
                  <c:v>3486.9501949999999</c:v>
                </c:pt>
                <c:pt idx="1548">
                  <c:v>3313.6772460000002</c:v>
                </c:pt>
                <c:pt idx="1549">
                  <c:v>3242.4848630000001</c:v>
                </c:pt>
                <c:pt idx="1550">
                  <c:v>3236.7617190000001</c:v>
                </c:pt>
                <c:pt idx="1551">
                  <c:v>3252.8391109999998</c:v>
                </c:pt>
                <c:pt idx="1552">
                  <c:v>3545.8647460000002</c:v>
                </c:pt>
                <c:pt idx="1553">
                  <c:v>3696.0590820000002</c:v>
                </c:pt>
                <c:pt idx="1554">
                  <c:v>3745.9506839999999</c:v>
                </c:pt>
                <c:pt idx="1555">
                  <c:v>4134.4414059999999</c:v>
                </c:pt>
                <c:pt idx="1556">
                  <c:v>3896.5437010000001</c:v>
                </c:pt>
                <c:pt idx="1557">
                  <c:v>4014.1826169999999</c:v>
                </c:pt>
                <c:pt idx="1558">
                  <c:v>3998.9802249999998</c:v>
                </c:pt>
                <c:pt idx="1559">
                  <c:v>4078.5991210000002</c:v>
                </c:pt>
                <c:pt idx="1560">
                  <c:v>3815.4907229999999</c:v>
                </c:pt>
                <c:pt idx="1561">
                  <c:v>3857.297607</c:v>
                </c:pt>
                <c:pt idx="1562">
                  <c:v>3654.8334960000002</c:v>
                </c:pt>
                <c:pt idx="1563">
                  <c:v>3923.9187010000001</c:v>
                </c:pt>
                <c:pt idx="1564">
                  <c:v>3820.4086910000001</c:v>
                </c:pt>
                <c:pt idx="1565">
                  <c:v>3865.9526369999999</c:v>
                </c:pt>
                <c:pt idx="1566">
                  <c:v>3742.7004390000002</c:v>
                </c:pt>
                <c:pt idx="1567">
                  <c:v>3843.5200199999999</c:v>
                </c:pt>
                <c:pt idx="1568">
                  <c:v>3943.4094239999999</c:v>
                </c:pt>
                <c:pt idx="1569">
                  <c:v>3836.741211</c:v>
                </c:pt>
                <c:pt idx="1570">
                  <c:v>3857.717529</c:v>
                </c:pt>
                <c:pt idx="1571">
                  <c:v>3845.1945799999999</c:v>
                </c:pt>
                <c:pt idx="1572">
                  <c:v>4076.632568</c:v>
                </c:pt>
                <c:pt idx="1573">
                  <c:v>4025.2482909999999</c:v>
                </c:pt>
                <c:pt idx="1574">
                  <c:v>4030.8479000000002</c:v>
                </c:pt>
                <c:pt idx="1575">
                  <c:v>4035.2963869999999</c:v>
                </c:pt>
                <c:pt idx="1576">
                  <c:v>3678.9245609999998</c:v>
                </c:pt>
                <c:pt idx="1577">
                  <c:v>3687.3654790000001</c:v>
                </c:pt>
                <c:pt idx="1578">
                  <c:v>3661.3010250000002</c:v>
                </c:pt>
                <c:pt idx="1579">
                  <c:v>3552.953125</c:v>
                </c:pt>
                <c:pt idx="1580">
                  <c:v>3706.0522460000002</c:v>
                </c:pt>
                <c:pt idx="1581">
                  <c:v>3630.6752929999998</c:v>
                </c:pt>
                <c:pt idx="1582">
                  <c:v>3655.006836</c:v>
                </c:pt>
                <c:pt idx="1583">
                  <c:v>3678.5639649999998</c:v>
                </c:pt>
                <c:pt idx="1584">
                  <c:v>3657.8393550000001</c:v>
                </c:pt>
                <c:pt idx="1585">
                  <c:v>3728.5683589999999</c:v>
                </c:pt>
                <c:pt idx="1586">
                  <c:v>3601.013672</c:v>
                </c:pt>
                <c:pt idx="1587">
                  <c:v>3576.032471</c:v>
                </c:pt>
                <c:pt idx="1588">
                  <c:v>3604.5771479999999</c:v>
                </c:pt>
                <c:pt idx="1589">
                  <c:v>3585.123047</c:v>
                </c:pt>
                <c:pt idx="1590">
                  <c:v>3600.8654790000001</c:v>
                </c:pt>
                <c:pt idx="1591">
                  <c:v>3599.7658689999998</c:v>
                </c:pt>
                <c:pt idx="1592">
                  <c:v>3602.4604490000002</c:v>
                </c:pt>
                <c:pt idx="1593">
                  <c:v>3583.9658199999999</c:v>
                </c:pt>
                <c:pt idx="1594">
                  <c:v>3470.4504390000002</c:v>
                </c:pt>
                <c:pt idx="1595">
                  <c:v>3448.116943</c:v>
                </c:pt>
                <c:pt idx="1596">
                  <c:v>3486.1816410000001</c:v>
                </c:pt>
                <c:pt idx="1597">
                  <c:v>3457.7927249999998</c:v>
                </c:pt>
                <c:pt idx="1598">
                  <c:v>3487.9453130000002</c:v>
                </c:pt>
                <c:pt idx="1599">
                  <c:v>3521.0607909999999</c:v>
                </c:pt>
                <c:pt idx="1600">
                  <c:v>3464.0134280000002</c:v>
                </c:pt>
                <c:pt idx="1601">
                  <c:v>3459.1540530000002</c:v>
                </c:pt>
                <c:pt idx="1602">
                  <c:v>3466.357422</c:v>
                </c:pt>
                <c:pt idx="1603">
                  <c:v>3413.7678219999998</c:v>
                </c:pt>
                <c:pt idx="1604">
                  <c:v>3399.4716800000001</c:v>
                </c:pt>
                <c:pt idx="1605">
                  <c:v>3666.7802729999999</c:v>
                </c:pt>
                <c:pt idx="1606">
                  <c:v>3671.2036130000001</c:v>
                </c:pt>
                <c:pt idx="1607">
                  <c:v>3690.188232</c:v>
                </c:pt>
                <c:pt idx="1608">
                  <c:v>3648.430664</c:v>
                </c:pt>
                <c:pt idx="1609">
                  <c:v>3653.5285640000002</c:v>
                </c:pt>
                <c:pt idx="1610">
                  <c:v>3632.070557</c:v>
                </c:pt>
                <c:pt idx="1611">
                  <c:v>3616.8808589999999</c:v>
                </c:pt>
                <c:pt idx="1612">
                  <c:v>3620.8107909999999</c:v>
                </c:pt>
                <c:pt idx="1613">
                  <c:v>3629.7875979999999</c:v>
                </c:pt>
                <c:pt idx="1614">
                  <c:v>3673.836182</c:v>
                </c:pt>
                <c:pt idx="1615">
                  <c:v>3915.7143550000001</c:v>
                </c:pt>
                <c:pt idx="1616">
                  <c:v>3947.094482</c:v>
                </c:pt>
                <c:pt idx="1617">
                  <c:v>3999.820557</c:v>
                </c:pt>
                <c:pt idx="1618">
                  <c:v>3954.118164</c:v>
                </c:pt>
                <c:pt idx="1619">
                  <c:v>4005.5266109999998</c:v>
                </c:pt>
                <c:pt idx="1620">
                  <c:v>4142.5268550000001</c:v>
                </c:pt>
                <c:pt idx="1621">
                  <c:v>3810.42749</c:v>
                </c:pt>
                <c:pt idx="1622">
                  <c:v>3882.696289</c:v>
                </c:pt>
                <c:pt idx="1623">
                  <c:v>3854.3579100000002</c:v>
                </c:pt>
                <c:pt idx="1624">
                  <c:v>3851.0473630000001</c:v>
                </c:pt>
                <c:pt idx="1625">
                  <c:v>3854.7854000000002</c:v>
                </c:pt>
                <c:pt idx="1626">
                  <c:v>3859.58374</c:v>
                </c:pt>
                <c:pt idx="1627">
                  <c:v>3864.415039</c:v>
                </c:pt>
                <c:pt idx="1628">
                  <c:v>3847.1757809999999</c:v>
                </c:pt>
                <c:pt idx="1629">
                  <c:v>3761.5571289999998</c:v>
                </c:pt>
                <c:pt idx="1630">
                  <c:v>3896.375</c:v>
                </c:pt>
                <c:pt idx="1631">
                  <c:v>3903.9426269999999</c:v>
                </c:pt>
                <c:pt idx="1632">
                  <c:v>3911.484375</c:v>
                </c:pt>
                <c:pt idx="1633">
                  <c:v>3901.1315920000002</c:v>
                </c:pt>
                <c:pt idx="1634">
                  <c:v>3963.313721</c:v>
                </c:pt>
                <c:pt idx="1635">
                  <c:v>3951.5998540000001</c:v>
                </c:pt>
                <c:pt idx="1636">
                  <c:v>3905.2272950000001</c:v>
                </c:pt>
                <c:pt idx="1637">
                  <c:v>3909.15625</c:v>
                </c:pt>
                <c:pt idx="1638">
                  <c:v>3906.7172850000002</c:v>
                </c:pt>
                <c:pt idx="1639">
                  <c:v>3924.3691410000001</c:v>
                </c:pt>
                <c:pt idx="1640">
                  <c:v>3960.9111330000001</c:v>
                </c:pt>
                <c:pt idx="1641">
                  <c:v>4048.7258299999999</c:v>
                </c:pt>
                <c:pt idx="1642">
                  <c:v>4025.2290039999998</c:v>
                </c:pt>
                <c:pt idx="1643">
                  <c:v>4032.5073240000002</c:v>
                </c:pt>
                <c:pt idx="1644">
                  <c:v>4071.1901859999998</c:v>
                </c:pt>
                <c:pt idx="1645">
                  <c:v>4087.476318</c:v>
                </c:pt>
                <c:pt idx="1646">
                  <c:v>4029.326904</c:v>
                </c:pt>
                <c:pt idx="1647">
                  <c:v>4023.9682619999999</c:v>
                </c:pt>
                <c:pt idx="1648">
                  <c:v>4035.8264159999999</c:v>
                </c:pt>
                <c:pt idx="1649">
                  <c:v>4022.1682129999999</c:v>
                </c:pt>
                <c:pt idx="1650">
                  <c:v>3963.070557</c:v>
                </c:pt>
                <c:pt idx="1651">
                  <c:v>3985.0808109999998</c:v>
                </c:pt>
                <c:pt idx="1652">
                  <c:v>4087.0661620000001</c:v>
                </c:pt>
                <c:pt idx="1653">
                  <c:v>4069.1071780000002</c:v>
                </c:pt>
                <c:pt idx="1654">
                  <c:v>4098.3745120000003</c:v>
                </c:pt>
                <c:pt idx="1655">
                  <c:v>4106.6601559999999</c:v>
                </c:pt>
                <c:pt idx="1656">
                  <c:v>4105.404297</c:v>
                </c:pt>
                <c:pt idx="1657">
                  <c:v>4158.1831050000001</c:v>
                </c:pt>
                <c:pt idx="1658">
                  <c:v>4879.8779299999997</c:v>
                </c:pt>
                <c:pt idx="1659">
                  <c:v>4973.0219729999999</c:v>
                </c:pt>
                <c:pt idx="1660">
                  <c:v>4922.798828</c:v>
                </c:pt>
                <c:pt idx="1661">
                  <c:v>5036.6811520000001</c:v>
                </c:pt>
                <c:pt idx="1662">
                  <c:v>5059.8173829999996</c:v>
                </c:pt>
                <c:pt idx="1663">
                  <c:v>5198.8969729999999</c:v>
                </c:pt>
                <c:pt idx="1664">
                  <c:v>5289.7709960000002</c:v>
                </c:pt>
                <c:pt idx="1665">
                  <c:v>5204.9584960000002</c:v>
                </c:pt>
                <c:pt idx="1666">
                  <c:v>5324.5517579999996</c:v>
                </c:pt>
                <c:pt idx="1667">
                  <c:v>5064.4877930000002</c:v>
                </c:pt>
                <c:pt idx="1668">
                  <c:v>5089.5390630000002</c:v>
                </c:pt>
                <c:pt idx="1669">
                  <c:v>5096.5864259999998</c:v>
                </c:pt>
                <c:pt idx="1670">
                  <c:v>5167.7221680000002</c:v>
                </c:pt>
                <c:pt idx="1671">
                  <c:v>5067.1083980000003</c:v>
                </c:pt>
                <c:pt idx="1672">
                  <c:v>5235.5595700000003</c:v>
                </c:pt>
                <c:pt idx="1673">
                  <c:v>5251.9379879999997</c:v>
                </c:pt>
                <c:pt idx="1674">
                  <c:v>5298.3857420000004</c:v>
                </c:pt>
                <c:pt idx="1675">
                  <c:v>5303.8125</c:v>
                </c:pt>
                <c:pt idx="1676">
                  <c:v>5337.8862300000001</c:v>
                </c:pt>
                <c:pt idx="1677">
                  <c:v>5314.53125</c:v>
                </c:pt>
                <c:pt idx="1678">
                  <c:v>5399.3652339999999</c:v>
                </c:pt>
                <c:pt idx="1679">
                  <c:v>5572.3623049999997</c:v>
                </c:pt>
                <c:pt idx="1680">
                  <c:v>5464.8666990000002</c:v>
                </c:pt>
                <c:pt idx="1681">
                  <c:v>5210.515625</c:v>
                </c:pt>
                <c:pt idx="1682">
                  <c:v>5279.3481449999999</c:v>
                </c:pt>
                <c:pt idx="1683">
                  <c:v>5268.2910160000001</c:v>
                </c:pt>
                <c:pt idx="1684">
                  <c:v>5285.1391599999997</c:v>
                </c:pt>
                <c:pt idx="1685">
                  <c:v>5247.3525390000004</c:v>
                </c:pt>
                <c:pt idx="1686">
                  <c:v>5350.7265630000002</c:v>
                </c:pt>
                <c:pt idx="1687">
                  <c:v>5402.6972660000001</c:v>
                </c:pt>
                <c:pt idx="1688">
                  <c:v>5505.2836909999996</c:v>
                </c:pt>
                <c:pt idx="1689">
                  <c:v>5768.2895509999998</c:v>
                </c:pt>
                <c:pt idx="1690">
                  <c:v>5831.1674800000001</c:v>
                </c:pt>
                <c:pt idx="1691">
                  <c:v>5795.7084960000002</c:v>
                </c:pt>
                <c:pt idx="1692">
                  <c:v>5746.8071289999998</c:v>
                </c:pt>
                <c:pt idx="1693">
                  <c:v>5829.5014650000003</c:v>
                </c:pt>
                <c:pt idx="1694">
                  <c:v>5982.4575199999999</c:v>
                </c:pt>
                <c:pt idx="1695">
                  <c:v>6174.5288090000004</c:v>
                </c:pt>
                <c:pt idx="1696">
                  <c:v>6378.8491210000002</c:v>
                </c:pt>
                <c:pt idx="1697">
                  <c:v>7204.7714839999999</c:v>
                </c:pt>
                <c:pt idx="1698">
                  <c:v>6972.3715819999998</c:v>
                </c:pt>
                <c:pt idx="1699">
                  <c:v>7814.9150390000004</c:v>
                </c:pt>
                <c:pt idx="1700">
                  <c:v>7994.4160160000001</c:v>
                </c:pt>
                <c:pt idx="1701">
                  <c:v>8205.1679690000001</c:v>
                </c:pt>
                <c:pt idx="1702">
                  <c:v>7884.9091799999997</c:v>
                </c:pt>
                <c:pt idx="1703">
                  <c:v>7343.8955079999996</c:v>
                </c:pt>
                <c:pt idx="1704">
                  <c:v>7271.2080079999996</c:v>
                </c:pt>
                <c:pt idx="1705">
                  <c:v>8197.6894530000009</c:v>
                </c:pt>
                <c:pt idx="1706">
                  <c:v>7978.3090819999998</c:v>
                </c:pt>
                <c:pt idx="1707">
                  <c:v>7963.3276370000003</c:v>
                </c:pt>
                <c:pt idx="1708">
                  <c:v>7680.0664059999999</c:v>
                </c:pt>
                <c:pt idx="1709">
                  <c:v>7881.8466799999997</c:v>
                </c:pt>
                <c:pt idx="1710">
                  <c:v>7987.3715819999998</c:v>
                </c:pt>
                <c:pt idx="1711">
                  <c:v>8052.5439450000003</c:v>
                </c:pt>
                <c:pt idx="1712">
                  <c:v>8673.2158199999994</c:v>
                </c:pt>
                <c:pt idx="1713">
                  <c:v>8805.7783199999994</c:v>
                </c:pt>
                <c:pt idx="1714">
                  <c:v>8719.9619139999995</c:v>
                </c:pt>
                <c:pt idx="1715">
                  <c:v>8659.4873050000006</c:v>
                </c:pt>
                <c:pt idx="1716">
                  <c:v>8319.4726559999999</c:v>
                </c:pt>
                <c:pt idx="1717">
                  <c:v>8574.5019530000009</c:v>
                </c:pt>
                <c:pt idx="1718">
                  <c:v>8564.0166019999997</c:v>
                </c:pt>
                <c:pt idx="1719">
                  <c:v>8742.9580079999996</c:v>
                </c:pt>
                <c:pt idx="1720">
                  <c:v>8208.9951170000004</c:v>
                </c:pt>
                <c:pt idx="1721">
                  <c:v>7707.7709960000002</c:v>
                </c:pt>
                <c:pt idx="1722">
                  <c:v>7824.2314450000003</c:v>
                </c:pt>
                <c:pt idx="1723">
                  <c:v>7822.0234380000002</c:v>
                </c:pt>
                <c:pt idx="1724">
                  <c:v>8043.951172</c:v>
                </c:pt>
                <c:pt idx="1725">
                  <c:v>7954.1279299999997</c:v>
                </c:pt>
                <c:pt idx="1726">
                  <c:v>7688.0771480000003</c:v>
                </c:pt>
                <c:pt idx="1727">
                  <c:v>8000.3295900000003</c:v>
                </c:pt>
                <c:pt idx="1728">
                  <c:v>7927.7143550000001</c:v>
                </c:pt>
                <c:pt idx="1729">
                  <c:v>8145.857422</c:v>
                </c:pt>
                <c:pt idx="1730">
                  <c:v>8230.9238280000009</c:v>
                </c:pt>
                <c:pt idx="1731">
                  <c:v>8693.8330079999996</c:v>
                </c:pt>
                <c:pt idx="1732">
                  <c:v>8838.375</c:v>
                </c:pt>
                <c:pt idx="1733">
                  <c:v>8994.4882809999999</c:v>
                </c:pt>
                <c:pt idx="1734">
                  <c:v>9320.3525389999995</c:v>
                </c:pt>
                <c:pt idx="1735">
                  <c:v>9081.7626949999994</c:v>
                </c:pt>
                <c:pt idx="1736">
                  <c:v>9273.5214840000008</c:v>
                </c:pt>
                <c:pt idx="1737">
                  <c:v>9527.1601559999999</c:v>
                </c:pt>
                <c:pt idx="1738">
                  <c:v>10144.556640999999</c:v>
                </c:pt>
                <c:pt idx="1739">
                  <c:v>10701.691406</c:v>
                </c:pt>
                <c:pt idx="1740">
                  <c:v>10855.371094</c:v>
                </c:pt>
                <c:pt idx="1741">
                  <c:v>11011.102539</c:v>
                </c:pt>
                <c:pt idx="1742">
                  <c:v>11790.916992</c:v>
                </c:pt>
                <c:pt idx="1743">
                  <c:v>13016.231444999999</c:v>
                </c:pt>
                <c:pt idx="1744">
                  <c:v>11182.806640999999</c:v>
                </c:pt>
                <c:pt idx="1745">
                  <c:v>12407.332031</c:v>
                </c:pt>
                <c:pt idx="1746">
                  <c:v>11959.371094</c:v>
                </c:pt>
                <c:pt idx="1747">
                  <c:v>10817.155273</c:v>
                </c:pt>
                <c:pt idx="1748">
                  <c:v>10583.134765999999</c:v>
                </c:pt>
                <c:pt idx="1749">
                  <c:v>10801.677734000001</c:v>
                </c:pt>
                <c:pt idx="1750">
                  <c:v>11961.269531</c:v>
                </c:pt>
                <c:pt idx="1751">
                  <c:v>11215.4375</c:v>
                </c:pt>
                <c:pt idx="1752">
                  <c:v>10978.459961</c:v>
                </c:pt>
                <c:pt idx="1753">
                  <c:v>11208.550781</c:v>
                </c:pt>
                <c:pt idx="1754">
                  <c:v>11450.846680000001</c:v>
                </c:pt>
                <c:pt idx="1755">
                  <c:v>12285.958008</c:v>
                </c:pt>
                <c:pt idx="1756">
                  <c:v>12573.8125</c:v>
                </c:pt>
                <c:pt idx="1757">
                  <c:v>12156.512694999999</c:v>
                </c:pt>
                <c:pt idx="1758">
                  <c:v>11358.662109000001</c:v>
                </c:pt>
                <c:pt idx="1759">
                  <c:v>11815.986328000001</c:v>
                </c:pt>
                <c:pt idx="1760">
                  <c:v>11392.378906</c:v>
                </c:pt>
                <c:pt idx="1761">
                  <c:v>10256.058594</c:v>
                </c:pt>
                <c:pt idx="1762">
                  <c:v>10895.089844</c:v>
                </c:pt>
                <c:pt idx="1763">
                  <c:v>9477.6416019999997</c:v>
                </c:pt>
                <c:pt idx="1764">
                  <c:v>9693.8027340000008</c:v>
                </c:pt>
                <c:pt idx="1765">
                  <c:v>10666.482421999999</c:v>
                </c:pt>
                <c:pt idx="1766">
                  <c:v>10530.732421999999</c:v>
                </c:pt>
                <c:pt idx="1767">
                  <c:v>10767.139648</c:v>
                </c:pt>
                <c:pt idx="1768">
                  <c:v>10599.105469</c:v>
                </c:pt>
                <c:pt idx="1769">
                  <c:v>10343.106444999999</c:v>
                </c:pt>
                <c:pt idx="1770">
                  <c:v>9900.7675780000009</c:v>
                </c:pt>
                <c:pt idx="1771">
                  <c:v>9811.9257809999999</c:v>
                </c:pt>
                <c:pt idx="1772">
                  <c:v>9911.8417969999991</c:v>
                </c:pt>
                <c:pt idx="1773">
                  <c:v>9870.3037110000005</c:v>
                </c:pt>
                <c:pt idx="1774">
                  <c:v>9477.6777340000008</c:v>
                </c:pt>
                <c:pt idx="1775">
                  <c:v>9552.8603519999997</c:v>
                </c:pt>
                <c:pt idx="1776">
                  <c:v>9519.1455079999996</c:v>
                </c:pt>
                <c:pt idx="1777">
                  <c:v>9607.4238280000009</c:v>
                </c:pt>
                <c:pt idx="1778">
                  <c:v>10085.627930000001</c:v>
                </c:pt>
                <c:pt idx="1779">
                  <c:v>10399.668944999999</c:v>
                </c:pt>
                <c:pt idx="1780">
                  <c:v>10518.174805000001</c:v>
                </c:pt>
                <c:pt idx="1781">
                  <c:v>10821.726563</c:v>
                </c:pt>
                <c:pt idx="1782">
                  <c:v>10970.184569999999</c:v>
                </c:pt>
                <c:pt idx="1783">
                  <c:v>11805.653319999999</c:v>
                </c:pt>
                <c:pt idx="1784">
                  <c:v>11478.168944999999</c:v>
                </c:pt>
                <c:pt idx="1785">
                  <c:v>11941.96875</c:v>
                </c:pt>
                <c:pt idx="1786">
                  <c:v>11966.407227</c:v>
                </c:pt>
                <c:pt idx="1787">
                  <c:v>11862.936523</c:v>
                </c:pt>
                <c:pt idx="1788">
                  <c:v>11354.024414</c:v>
                </c:pt>
                <c:pt idx="1789">
                  <c:v>11523.579102</c:v>
                </c:pt>
                <c:pt idx="1790">
                  <c:v>11382.616211</c:v>
                </c:pt>
                <c:pt idx="1791">
                  <c:v>10895.830078000001</c:v>
                </c:pt>
                <c:pt idx="1792">
                  <c:v>10051.704102</c:v>
                </c:pt>
                <c:pt idx="1793">
                  <c:v>10311.545898</c:v>
                </c:pt>
                <c:pt idx="1794">
                  <c:v>10374.338867</c:v>
                </c:pt>
                <c:pt idx="1795">
                  <c:v>10231.744140999999</c:v>
                </c:pt>
                <c:pt idx="1796">
                  <c:v>10345.810546999999</c:v>
                </c:pt>
                <c:pt idx="1797">
                  <c:v>10916.053711</c:v>
                </c:pt>
                <c:pt idx="1798">
                  <c:v>10763.232421999999</c:v>
                </c:pt>
                <c:pt idx="1799">
                  <c:v>10138.049805000001</c:v>
                </c:pt>
                <c:pt idx="1800">
                  <c:v>10131.055664</c:v>
                </c:pt>
                <c:pt idx="1801">
                  <c:v>10407.964844</c:v>
                </c:pt>
                <c:pt idx="1802">
                  <c:v>10159.960938</c:v>
                </c:pt>
                <c:pt idx="1803">
                  <c:v>10138.517578000001</c:v>
                </c:pt>
                <c:pt idx="1804">
                  <c:v>10370.820313</c:v>
                </c:pt>
                <c:pt idx="1805">
                  <c:v>10185.5</c:v>
                </c:pt>
                <c:pt idx="1806">
                  <c:v>9754.4228519999997</c:v>
                </c:pt>
                <c:pt idx="1807">
                  <c:v>9510.2001949999994</c:v>
                </c:pt>
                <c:pt idx="1808">
                  <c:v>9598.1738280000009</c:v>
                </c:pt>
                <c:pt idx="1809">
                  <c:v>9630.6640630000002</c:v>
                </c:pt>
                <c:pt idx="1810">
                  <c:v>9757.9707030000009</c:v>
                </c:pt>
                <c:pt idx="1811">
                  <c:v>10346.760742</c:v>
                </c:pt>
                <c:pt idx="1812">
                  <c:v>10623.540039</c:v>
                </c:pt>
                <c:pt idx="1813">
                  <c:v>10594.493164</c:v>
                </c:pt>
                <c:pt idx="1814">
                  <c:v>10575.533203000001</c:v>
                </c:pt>
                <c:pt idx="1815">
                  <c:v>10353.302734000001</c:v>
                </c:pt>
                <c:pt idx="1816">
                  <c:v>10517.254883</c:v>
                </c:pt>
                <c:pt idx="1817">
                  <c:v>10441.276367</c:v>
                </c:pt>
                <c:pt idx="1818">
                  <c:v>10334.974609000001</c:v>
                </c:pt>
                <c:pt idx="1819">
                  <c:v>10115.975586</c:v>
                </c:pt>
                <c:pt idx="1820">
                  <c:v>10178.372069999999</c:v>
                </c:pt>
                <c:pt idx="1821">
                  <c:v>10410.126953000001</c:v>
                </c:pt>
                <c:pt idx="1822">
                  <c:v>10360.546875</c:v>
                </c:pt>
                <c:pt idx="1823">
                  <c:v>10358.048828000001</c:v>
                </c:pt>
                <c:pt idx="1824">
                  <c:v>10347.712890999999</c:v>
                </c:pt>
                <c:pt idx="1825">
                  <c:v>10276.793944999999</c:v>
                </c:pt>
                <c:pt idx="1826">
                  <c:v>10241.272461</c:v>
                </c:pt>
                <c:pt idx="1827">
                  <c:v>10198.248046999999</c:v>
                </c:pt>
                <c:pt idx="1828">
                  <c:v>10266.415039</c:v>
                </c:pt>
                <c:pt idx="1829">
                  <c:v>10181.641602</c:v>
                </c:pt>
                <c:pt idx="1830">
                  <c:v>10019.716796999999</c:v>
                </c:pt>
                <c:pt idx="1831">
                  <c:v>10070.392578000001</c:v>
                </c:pt>
                <c:pt idx="1832">
                  <c:v>9729.3242190000001</c:v>
                </c:pt>
                <c:pt idx="1833">
                  <c:v>8620.5664059999999</c:v>
                </c:pt>
                <c:pt idx="1834">
                  <c:v>8486.9931639999995</c:v>
                </c:pt>
                <c:pt idx="1835">
                  <c:v>8118.9677730000003</c:v>
                </c:pt>
                <c:pt idx="1836">
                  <c:v>8251.8457030000009</c:v>
                </c:pt>
                <c:pt idx="1837">
                  <c:v>8245.9150389999995</c:v>
                </c:pt>
                <c:pt idx="1838">
                  <c:v>8104.185547</c:v>
                </c:pt>
                <c:pt idx="1839">
                  <c:v>8293.8681639999995</c:v>
                </c:pt>
                <c:pt idx="1840">
                  <c:v>8343.2763670000004</c:v>
                </c:pt>
                <c:pt idx="1841">
                  <c:v>8393.0419920000004</c:v>
                </c:pt>
                <c:pt idx="1842">
                  <c:v>8259.9921880000002</c:v>
                </c:pt>
                <c:pt idx="1843">
                  <c:v>8205.9394530000009</c:v>
                </c:pt>
                <c:pt idx="1844">
                  <c:v>8151.5004879999997</c:v>
                </c:pt>
                <c:pt idx="1845">
                  <c:v>7988.1557620000003</c:v>
                </c:pt>
                <c:pt idx="1846">
                  <c:v>8245.6230469999991</c:v>
                </c:pt>
                <c:pt idx="1847">
                  <c:v>8228.7832030000009</c:v>
                </c:pt>
                <c:pt idx="1848">
                  <c:v>8595.7402340000008</c:v>
                </c:pt>
                <c:pt idx="1849">
                  <c:v>8586.4736329999996</c:v>
                </c:pt>
                <c:pt idx="1850">
                  <c:v>8321.7568360000005</c:v>
                </c:pt>
                <c:pt idx="1851">
                  <c:v>8336.5556639999995</c:v>
                </c:pt>
                <c:pt idx="1852">
                  <c:v>8321.0058590000008</c:v>
                </c:pt>
                <c:pt idx="1853">
                  <c:v>8374.6865230000003</c:v>
                </c:pt>
                <c:pt idx="1854">
                  <c:v>8205.3691409999992</c:v>
                </c:pt>
                <c:pt idx="1855">
                  <c:v>8047.5268550000001</c:v>
                </c:pt>
                <c:pt idx="1856">
                  <c:v>8103.9111329999996</c:v>
                </c:pt>
                <c:pt idx="1857">
                  <c:v>7973.2075199999999</c:v>
                </c:pt>
                <c:pt idx="1858">
                  <c:v>7988.560547</c:v>
                </c:pt>
                <c:pt idx="1859">
                  <c:v>8222.078125</c:v>
                </c:pt>
                <c:pt idx="1860">
                  <c:v>8243.7207030000009</c:v>
                </c:pt>
                <c:pt idx="1861">
                  <c:v>8078.203125</c:v>
                </c:pt>
                <c:pt idx="1862">
                  <c:v>7514.671875</c:v>
                </c:pt>
                <c:pt idx="1863">
                  <c:v>7493.4887699999999</c:v>
                </c:pt>
                <c:pt idx="1864">
                  <c:v>8660.7001949999994</c:v>
                </c:pt>
                <c:pt idx="1865">
                  <c:v>9244.9726559999999</c:v>
                </c:pt>
                <c:pt idx="1866">
                  <c:v>9551.7148440000001</c:v>
                </c:pt>
                <c:pt idx="1867">
                  <c:v>9256.1484380000002</c:v>
                </c:pt>
                <c:pt idx="1868">
                  <c:v>9427.6875</c:v>
                </c:pt>
                <c:pt idx="1869">
                  <c:v>9205.7265630000002</c:v>
                </c:pt>
                <c:pt idx="1870">
                  <c:v>9199.5849610000005</c:v>
                </c:pt>
                <c:pt idx="1871">
                  <c:v>9261.1044920000004</c:v>
                </c:pt>
                <c:pt idx="1872">
                  <c:v>9324.7177730000003</c:v>
                </c:pt>
                <c:pt idx="1873">
                  <c:v>9235.3544920000004</c:v>
                </c:pt>
                <c:pt idx="1874">
                  <c:v>9412.6123050000006</c:v>
                </c:pt>
                <c:pt idx="1875">
                  <c:v>9342.5273440000001</c:v>
                </c:pt>
                <c:pt idx="1876">
                  <c:v>9360.8798829999996</c:v>
                </c:pt>
                <c:pt idx="1877">
                  <c:v>9267.5615230000003</c:v>
                </c:pt>
                <c:pt idx="1878">
                  <c:v>8804.8808590000008</c:v>
                </c:pt>
                <c:pt idx="1879">
                  <c:v>8813.5820309999999</c:v>
                </c:pt>
                <c:pt idx="1880">
                  <c:v>9055.5263670000004</c:v>
                </c:pt>
                <c:pt idx="1881">
                  <c:v>8757.7880860000005</c:v>
                </c:pt>
                <c:pt idx="1882">
                  <c:v>8815.6621090000008</c:v>
                </c:pt>
                <c:pt idx="1883">
                  <c:v>8808.2626949999994</c:v>
                </c:pt>
                <c:pt idx="1884">
                  <c:v>8708.0947269999997</c:v>
                </c:pt>
                <c:pt idx="1885">
                  <c:v>8491.9921880000002</c:v>
                </c:pt>
                <c:pt idx="1886">
                  <c:v>8550.7607420000004</c:v>
                </c:pt>
                <c:pt idx="1887">
                  <c:v>8577.9755860000005</c:v>
                </c:pt>
                <c:pt idx="1888">
                  <c:v>8309.2861329999996</c:v>
                </c:pt>
                <c:pt idx="1889">
                  <c:v>8206.1455079999996</c:v>
                </c:pt>
                <c:pt idx="1890">
                  <c:v>8027.2680659999996</c:v>
                </c:pt>
                <c:pt idx="1891">
                  <c:v>7642.75</c:v>
                </c:pt>
                <c:pt idx="1892">
                  <c:v>7296.5776370000003</c:v>
                </c:pt>
                <c:pt idx="1893">
                  <c:v>7397.796875</c:v>
                </c:pt>
                <c:pt idx="1894">
                  <c:v>7047.9169920000004</c:v>
                </c:pt>
                <c:pt idx="1895">
                  <c:v>7146.1337890000004</c:v>
                </c:pt>
                <c:pt idx="1896">
                  <c:v>7218.3710940000001</c:v>
                </c:pt>
                <c:pt idx="1897">
                  <c:v>7531.6635740000002</c:v>
                </c:pt>
                <c:pt idx="1898">
                  <c:v>7463.1059569999998</c:v>
                </c:pt>
                <c:pt idx="1899">
                  <c:v>7761.2436520000001</c:v>
                </c:pt>
                <c:pt idx="1900">
                  <c:v>7569.6298829999996</c:v>
                </c:pt>
                <c:pt idx="1901">
                  <c:v>7424.2924800000001</c:v>
                </c:pt>
                <c:pt idx="1902">
                  <c:v>7321.9882809999999</c:v>
                </c:pt>
                <c:pt idx="1903">
                  <c:v>7320.1455079999996</c:v>
                </c:pt>
                <c:pt idx="1904">
                  <c:v>7252.0346680000002</c:v>
                </c:pt>
                <c:pt idx="1905">
                  <c:v>7448.3076170000004</c:v>
                </c:pt>
                <c:pt idx="1906">
                  <c:v>7546.9965819999998</c:v>
                </c:pt>
                <c:pt idx="1907">
                  <c:v>7556.2377930000002</c:v>
                </c:pt>
                <c:pt idx="1908">
                  <c:v>7564.3452150000003</c:v>
                </c:pt>
                <c:pt idx="1909">
                  <c:v>7400.8994140000004</c:v>
                </c:pt>
                <c:pt idx="1910">
                  <c:v>7278.1196289999998</c:v>
                </c:pt>
                <c:pt idx="1911">
                  <c:v>7217.4272460000002</c:v>
                </c:pt>
                <c:pt idx="1912">
                  <c:v>7243.1342770000001</c:v>
                </c:pt>
                <c:pt idx="1913">
                  <c:v>7269.6845700000003</c:v>
                </c:pt>
                <c:pt idx="1914">
                  <c:v>7124.673828</c:v>
                </c:pt>
                <c:pt idx="1915">
                  <c:v>7152.3017579999996</c:v>
                </c:pt>
                <c:pt idx="1916">
                  <c:v>6932.4804690000001</c:v>
                </c:pt>
                <c:pt idx="1917">
                  <c:v>6640.5151370000003</c:v>
                </c:pt>
                <c:pt idx="1918">
                  <c:v>7276.8027339999999</c:v>
                </c:pt>
                <c:pt idx="1919">
                  <c:v>7202.8442379999997</c:v>
                </c:pt>
                <c:pt idx="1920">
                  <c:v>7218.8164059999999</c:v>
                </c:pt>
                <c:pt idx="1921">
                  <c:v>7191.1586909999996</c:v>
                </c:pt>
                <c:pt idx="1922">
                  <c:v>7511.5888670000004</c:v>
                </c:pt>
                <c:pt idx="1923">
                  <c:v>7355.6284180000002</c:v>
                </c:pt>
                <c:pt idx="1924">
                  <c:v>7322.5322269999997</c:v>
                </c:pt>
                <c:pt idx="1925">
                  <c:v>7275.1557620000003</c:v>
                </c:pt>
                <c:pt idx="1926">
                  <c:v>7238.966797</c:v>
                </c:pt>
                <c:pt idx="1927">
                  <c:v>7290.0883789999998</c:v>
                </c:pt>
                <c:pt idx="1928">
                  <c:v>7317.9902339999999</c:v>
                </c:pt>
                <c:pt idx="1929">
                  <c:v>7422.6528319999998</c:v>
                </c:pt>
                <c:pt idx="1930">
                  <c:v>7292.9951170000004</c:v>
                </c:pt>
                <c:pt idx="1931">
                  <c:v>7193.5991210000002</c:v>
                </c:pt>
                <c:pt idx="1932">
                  <c:v>7200.1743159999996</c:v>
                </c:pt>
                <c:pt idx="1933">
                  <c:v>6985.4702150000003</c:v>
                </c:pt>
                <c:pt idx="1934">
                  <c:v>7344.8842770000001</c:v>
                </c:pt>
                <c:pt idx="1935">
                  <c:v>7410.6567379999997</c:v>
                </c:pt>
                <c:pt idx="1936">
                  <c:v>7411.3173829999996</c:v>
                </c:pt>
                <c:pt idx="1937">
                  <c:v>7769.2192379999997</c:v>
                </c:pt>
                <c:pt idx="1938">
                  <c:v>8163.6923829999996</c:v>
                </c:pt>
                <c:pt idx="1939">
                  <c:v>8079.8627930000002</c:v>
                </c:pt>
                <c:pt idx="1940">
                  <c:v>7879.0712890000004</c:v>
                </c:pt>
                <c:pt idx="1941">
                  <c:v>8166.5541990000002</c:v>
                </c:pt>
                <c:pt idx="1942">
                  <c:v>8037.5375979999999</c:v>
                </c:pt>
                <c:pt idx="1943">
                  <c:v>8192.4941409999992</c:v>
                </c:pt>
                <c:pt idx="1944">
                  <c:v>8144.1943359999996</c:v>
                </c:pt>
                <c:pt idx="1945">
                  <c:v>8827.7646480000003</c:v>
                </c:pt>
                <c:pt idx="1946">
                  <c:v>8807.0107420000004</c:v>
                </c:pt>
                <c:pt idx="1947">
                  <c:v>8723.7861329999996</c:v>
                </c:pt>
                <c:pt idx="1948">
                  <c:v>8929.0380860000005</c:v>
                </c:pt>
                <c:pt idx="1949">
                  <c:v>8942.8085940000001</c:v>
                </c:pt>
                <c:pt idx="1950">
                  <c:v>8706.2451170000004</c:v>
                </c:pt>
                <c:pt idx="1951">
                  <c:v>8657.6425780000009</c:v>
                </c:pt>
                <c:pt idx="1952">
                  <c:v>8745.8945309999999</c:v>
                </c:pt>
                <c:pt idx="1953">
                  <c:v>8680.8759769999997</c:v>
                </c:pt>
                <c:pt idx="1954">
                  <c:v>8406.515625</c:v>
                </c:pt>
                <c:pt idx="1955">
                  <c:v>8445.4345699999994</c:v>
                </c:pt>
                <c:pt idx="1956">
                  <c:v>8367.8476559999999</c:v>
                </c:pt>
                <c:pt idx="1957">
                  <c:v>8596.8300780000009</c:v>
                </c:pt>
                <c:pt idx="1958">
                  <c:v>8909.8193360000005</c:v>
                </c:pt>
                <c:pt idx="1959">
                  <c:v>9358.5898440000001</c:v>
                </c:pt>
                <c:pt idx="1960">
                  <c:v>9316.6298829999996</c:v>
                </c:pt>
                <c:pt idx="1961">
                  <c:v>9508.9931639999995</c:v>
                </c:pt>
                <c:pt idx="1962">
                  <c:v>9350.5292969999991</c:v>
                </c:pt>
                <c:pt idx="1963">
                  <c:v>9392.875</c:v>
                </c:pt>
                <c:pt idx="1964">
                  <c:v>9344.3652340000008</c:v>
                </c:pt>
                <c:pt idx="1965">
                  <c:v>9293.5214840000008</c:v>
                </c:pt>
                <c:pt idx="1966">
                  <c:v>9180.9628909999992</c:v>
                </c:pt>
                <c:pt idx="1967">
                  <c:v>9613.4238280000009</c:v>
                </c:pt>
                <c:pt idx="1968">
                  <c:v>9729.8017579999996</c:v>
                </c:pt>
                <c:pt idx="1969">
                  <c:v>9795.9433590000008</c:v>
                </c:pt>
                <c:pt idx="1970">
                  <c:v>9865.1191409999992</c:v>
                </c:pt>
                <c:pt idx="1971">
                  <c:v>10116.673828000001</c:v>
                </c:pt>
                <c:pt idx="1972">
                  <c:v>9856.6113280000009</c:v>
                </c:pt>
                <c:pt idx="1973">
                  <c:v>10208.236328000001</c:v>
                </c:pt>
                <c:pt idx="1974">
                  <c:v>10326.054688</c:v>
                </c:pt>
                <c:pt idx="1975">
                  <c:v>10214.379883</c:v>
                </c:pt>
                <c:pt idx="1976">
                  <c:v>10312.116211</c:v>
                </c:pt>
                <c:pt idx="1977">
                  <c:v>9889.4248050000006</c:v>
                </c:pt>
                <c:pt idx="1978">
                  <c:v>9934.4335940000001</c:v>
                </c:pt>
                <c:pt idx="1979">
                  <c:v>9690.1425780000009</c:v>
                </c:pt>
                <c:pt idx="1980">
                  <c:v>10141.996094</c:v>
                </c:pt>
                <c:pt idx="1981">
                  <c:v>9633.3867190000001</c:v>
                </c:pt>
                <c:pt idx="1982">
                  <c:v>9608.4755860000005</c:v>
                </c:pt>
                <c:pt idx="1983">
                  <c:v>9686.4414059999999</c:v>
                </c:pt>
                <c:pt idx="1984">
                  <c:v>9663.1816409999992</c:v>
                </c:pt>
                <c:pt idx="1985">
                  <c:v>9924.515625</c:v>
                </c:pt>
                <c:pt idx="1986">
                  <c:v>9650.1748050000006</c:v>
                </c:pt>
                <c:pt idx="1987">
                  <c:v>9341.7050780000009</c:v>
                </c:pt>
                <c:pt idx="1988">
                  <c:v>8820.5224610000005</c:v>
                </c:pt>
                <c:pt idx="1989">
                  <c:v>8784.4941409999992</c:v>
                </c:pt>
                <c:pt idx="1990">
                  <c:v>8672.4550780000009</c:v>
                </c:pt>
                <c:pt idx="1991">
                  <c:v>8599.5087889999995</c:v>
                </c:pt>
                <c:pt idx="1992">
                  <c:v>8562.4541019999997</c:v>
                </c:pt>
                <c:pt idx="1993">
                  <c:v>8869.6699219999991</c:v>
                </c:pt>
                <c:pt idx="1994">
                  <c:v>8787.7861329999996</c:v>
                </c:pt>
                <c:pt idx="1995">
                  <c:v>8755.2460940000001</c:v>
                </c:pt>
                <c:pt idx="1996">
                  <c:v>9078.7626949999994</c:v>
                </c:pt>
                <c:pt idx="1997">
                  <c:v>9122.5458980000003</c:v>
                </c:pt>
                <c:pt idx="1998">
                  <c:v>8909.9541019999997</c:v>
                </c:pt>
                <c:pt idx="1999">
                  <c:v>8108.1162109999996</c:v>
                </c:pt>
                <c:pt idx="2000">
                  <c:v>7923.6445309999999</c:v>
                </c:pt>
                <c:pt idx="2001">
                  <c:v>7909.7294920000004</c:v>
                </c:pt>
                <c:pt idx="2002">
                  <c:v>7911.4301759999998</c:v>
                </c:pt>
                <c:pt idx="2003">
                  <c:v>4970.7880859999996</c:v>
                </c:pt>
                <c:pt idx="2004">
                  <c:v>5563.7070309999999</c:v>
                </c:pt>
                <c:pt idx="2005">
                  <c:v>5200.3662109999996</c:v>
                </c:pt>
                <c:pt idx="2006">
                  <c:v>5392.3149409999996</c:v>
                </c:pt>
                <c:pt idx="2007">
                  <c:v>5014.4799800000001</c:v>
                </c:pt>
                <c:pt idx="2008">
                  <c:v>5225.6293949999999</c:v>
                </c:pt>
                <c:pt idx="2009">
                  <c:v>5238.4384769999997</c:v>
                </c:pt>
                <c:pt idx="2010">
                  <c:v>6191.1928710000002</c:v>
                </c:pt>
                <c:pt idx="2011">
                  <c:v>6198.7783200000003</c:v>
                </c:pt>
                <c:pt idx="2012">
                  <c:v>6185.0664059999999</c:v>
                </c:pt>
                <c:pt idx="2013">
                  <c:v>5830.2548829999996</c:v>
                </c:pt>
                <c:pt idx="2014">
                  <c:v>6416.3149409999996</c:v>
                </c:pt>
                <c:pt idx="2015">
                  <c:v>6734.8037109999996</c:v>
                </c:pt>
                <c:pt idx="2016">
                  <c:v>6681.0629879999997</c:v>
                </c:pt>
                <c:pt idx="2017">
                  <c:v>6716.4404299999997</c:v>
                </c:pt>
                <c:pt idx="2018">
                  <c:v>6469.7983400000003</c:v>
                </c:pt>
                <c:pt idx="2019">
                  <c:v>6242.1938479999999</c:v>
                </c:pt>
                <c:pt idx="2020">
                  <c:v>5922.0429690000001</c:v>
                </c:pt>
                <c:pt idx="2021">
                  <c:v>6429.841797</c:v>
                </c:pt>
                <c:pt idx="2022">
                  <c:v>6438.6445309999999</c:v>
                </c:pt>
                <c:pt idx="2023">
                  <c:v>6606.7763670000004</c:v>
                </c:pt>
                <c:pt idx="2024">
                  <c:v>6793.6245120000003</c:v>
                </c:pt>
                <c:pt idx="2025">
                  <c:v>6733.3872069999998</c:v>
                </c:pt>
                <c:pt idx="2026">
                  <c:v>6867.5273440000001</c:v>
                </c:pt>
                <c:pt idx="2027">
                  <c:v>6791.1293949999999</c:v>
                </c:pt>
                <c:pt idx="2028">
                  <c:v>7271.78125</c:v>
                </c:pt>
                <c:pt idx="2029">
                  <c:v>7176.4145509999998</c:v>
                </c:pt>
                <c:pt idx="2030">
                  <c:v>7334.0986329999996</c:v>
                </c:pt>
                <c:pt idx="2031">
                  <c:v>7302.0893550000001</c:v>
                </c:pt>
                <c:pt idx="2032">
                  <c:v>6865.4931640000004</c:v>
                </c:pt>
                <c:pt idx="2033">
                  <c:v>6859.0830079999996</c:v>
                </c:pt>
                <c:pt idx="2034">
                  <c:v>6971.091797</c:v>
                </c:pt>
                <c:pt idx="2035">
                  <c:v>6845.0375979999999</c:v>
                </c:pt>
                <c:pt idx="2036">
                  <c:v>6842.4277339999999</c:v>
                </c:pt>
                <c:pt idx="2037">
                  <c:v>6642.1098629999997</c:v>
                </c:pt>
                <c:pt idx="2038">
                  <c:v>7116.8041990000002</c:v>
                </c:pt>
                <c:pt idx="2039">
                  <c:v>7096.1845700000003</c:v>
                </c:pt>
                <c:pt idx="2040">
                  <c:v>7257.6650390000004</c:v>
                </c:pt>
                <c:pt idx="2041">
                  <c:v>7189.4248049999997</c:v>
                </c:pt>
                <c:pt idx="2042">
                  <c:v>6881.9584960000002</c:v>
                </c:pt>
                <c:pt idx="2043">
                  <c:v>6880.3232420000004</c:v>
                </c:pt>
                <c:pt idx="2044">
                  <c:v>7117.2075199999999</c:v>
                </c:pt>
                <c:pt idx="2045">
                  <c:v>7429.7246089999999</c:v>
                </c:pt>
                <c:pt idx="2046">
                  <c:v>7550.9008789999998</c:v>
                </c:pt>
                <c:pt idx="2047">
                  <c:v>7569.9360349999997</c:v>
                </c:pt>
                <c:pt idx="2048">
                  <c:v>7679.8671880000002</c:v>
                </c:pt>
                <c:pt idx="2049">
                  <c:v>7795.6010740000002</c:v>
                </c:pt>
                <c:pt idx="2050">
                  <c:v>7807.0585940000001</c:v>
                </c:pt>
                <c:pt idx="2051">
                  <c:v>8801.0380860000005</c:v>
                </c:pt>
                <c:pt idx="2052">
                  <c:v>8658.5537110000005</c:v>
                </c:pt>
                <c:pt idx="2053">
                  <c:v>8864.7666019999997</c:v>
                </c:pt>
                <c:pt idx="2054">
                  <c:v>8988.5966800000006</c:v>
                </c:pt>
                <c:pt idx="2055">
                  <c:v>8897.46875</c:v>
                </c:pt>
                <c:pt idx="2056">
                  <c:v>8912.6542969999991</c:v>
                </c:pt>
                <c:pt idx="2057">
                  <c:v>9003.0703130000002</c:v>
                </c:pt>
                <c:pt idx="2058">
                  <c:v>9268.7617190000001</c:v>
                </c:pt>
                <c:pt idx="2059">
                  <c:v>9951.5185550000006</c:v>
                </c:pt>
                <c:pt idx="2060">
                  <c:v>9842.6660159999992</c:v>
                </c:pt>
                <c:pt idx="2061">
                  <c:v>9593.8964840000008</c:v>
                </c:pt>
                <c:pt idx="2062">
                  <c:v>8756.4306639999995</c:v>
                </c:pt>
                <c:pt idx="2063">
                  <c:v>8601.7958980000003</c:v>
                </c:pt>
                <c:pt idx="2064">
                  <c:v>8804.4775389999995</c:v>
                </c:pt>
                <c:pt idx="2065">
                  <c:v>9269.9873050000006</c:v>
                </c:pt>
                <c:pt idx="2066">
                  <c:v>9733.7216800000006</c:v>
                </c:pt>
                <c:pt idx="2067">
                  <c:v>9328.1972659999992</c:v>
                </c:pt>
                <c:pt idx="2068">
                  <c:v>9377.0136719999991</c:v>
                </c:pt>
                <c:pt idx="2069">
                  <c:v>9670.7392579999996</c:v>
                </c:pt>
                <c:pt idx="2070">
                  <c:v>9726.5751949999994</c:v>
                </c:pt>
                <c:pt idx="2071">
                  <c:v>9729.0380860000005</c:v>
                </c:pt>
                <c:pt idx="2072">
                  <c:v>9522.9814449999994</c:v>
                </c:pt>
                <c:pt idx="2073">
                  <c:v>9081.7617190000001</c:v>
                </c:pt>
                <c:pt idx="2074">
                  <c:v>9182.5771480000003</c:v>
                </c:pt>
                <c:pt idx="2075">
                  <c:v>9209.2871090000008</c:v>
                </c:pt>
                <c:pt idx="2076">
                  <c:v>8790.3681639999995</c:v>
                </c:pt>
                <c:pt idx="2077">
                  <c:v>8906.9345699999994</c:v>
                </c:pt>
                <c:pt idx="2078">
                  <c:v>8835.0527340000008</c:v>
                </c:pt>
                <c:pt idx="2079">
                  <c:v>9181.0175780000009</c:v>
                </c:pt>
                <c:pt idx="2080">
                  <c:v>9525.7509769999997</c:v>
                </c:pt>
                <c:pt idx="2081">
                  <c:v>9439.1240230000003</c:v>
                </c:pt>
                <c:pt idx="2082">
                  <c:v>9700.4140630000002</c:v>
                </c:pt>
                <c:pt idx="2083">
                  <c:v>9461.0585940000001</c:v>
                </c:pt>
                <c:pt idx="2084">
                  <c:v>10167.268555000001</c:v>
                </c:pt>
                <c:pt idx="2085">
                  <c:v>9529.8037110000005</c:v>
                </c:pt>
                <c:pt idx="2086">
                  <c:v>9656.7177730000003</c:v>
                </c:pt>
                <c:pt idx="2087">
                  <c:v>9800.6367190000001</c:v>
                </c:pt>
                <c:pt idx="2088">
                  <c:v>9665.5332030000009</c:v>
                </c:pt>
                <c:pt idx="2089">
                  <c:v>9653.6796880000002</c:v>
                </c:pt>
                <c:pt idx="2090">
                  <c:v>9758.8525389999995</c:v>
                </c:pt>
                <c:pt idx="2091">
                  <c:v>9771.4892579999996</c:v>
                </c:pt>
                <c:pt idx="2092">
                  <c:v>9795.7001949999994</c:v>
                </c:pt>
                <c:pt idx="2093">
                  <c:v>9870.0947269999997</c:v>
                </c:pt>
                <c:pt idx="2094">
                  <c:v>9321.78125</c:v>
                </c:pt>
                <c:pt idx="2095">
                  <c:v>9480.84375</c:v>
                </c:pt>
                <c:pt idx="2096">
                  <c:v>9475.2773440000001</c:v>
                </c:pt>
                <c:pt idx="2097">
                  <c:v>9386.7880860000005</c:v>
                </c:pt>
                <c:pt idx="2098">
                  <c:v>9450.7021480000003</c:v>
                </c:pt>
                <c:pt idx="2099">
                  <c:v>9538.0244139999995</c:v>
                </c:pt>
                <c:pt idx="2100">
                  <c:v>9480.2548829999996</c:v>
                </c:pt>
                <c:pt idx="2101">
                  <c:v>9411.8408199999994</c:v>
                </c:pt>
                <c:pt idx="2102">
                  <c:v>9288.0185550000006</c:v>
                </c:pt>
                <c:pt idx="2103">
                  <c:v>9332.3408199999994</c:v>
                </c:pt>
                <c:pt idx="2104">
                  <c:v>9303.6298829999996</c:v>
                </c:pt>
                <c:pt idx="2105">
                  <c:v>9648.7177730000003</c:v>
                </c:pt>
                <c:pt idx="2106">
                  <c:v>9629.6582030000009</c:v>
                </c:pt>
                <c:pt idx="2107">
                  <c:v>9313.6103519999997</c:v>
                </c:pt>
                <c:pt idx="2108">
                  <c:v>9264.8134769999997</c:v>
                </c:pt>
                <c:pt idx="2109">
                  <c:v>9162.9179690000001</c:v>
                </c:pt>
                <c:pt idx="2110">
                  <c:v>9045.390625</c:v>
                </c:pt>
                <c:pt idx="2111">
                  <c:v>9143.5820309999999</c:v>
                </c:pt>
                <c:pt idx="2112">
                  <c:v>9190.8544920000004</c:v>
                </c:pt>
                <c:pt idx="2113">
                  <c:v>9137.9931639999995</c:v>
                </c:pt>
                <c:pt idx="2114">
                  <c:v>9228.3251949999994</c:v>
                </c:pt>
                <c:pt idx="2115">
                  <c:v>9123.4101559999999</c:v>
                </c:pt>
                <c:pt idx="2116">
                  <c:v>9087.3037110000005</c:v>
                </c:pt>
                <c:pt idx="2117">
                  <c:v>9132.4882809999999</c:v>
                </c:pt>
                <c:pt idx="2118">
                  <c:v>9073.9423829999996</c:v>
                </c:pt>
                <c:pt idx="2119">
                  <c:v>9375.4746090000008</c:v>
                </c:pt>
                <c:pt idx="2120">
                  <c:v>9252.2773440000001</c:v>
                </c:pt>
                <c:pt idx="2121">
                  <c:v>9428.3330079999996</c:v>
                </c:pt>
                <c:pt idx="2122">
                  <c:v>9277.9677730000003</c:v>
                </c:pt>
                <c:pt idx="2123">
                  <c:v>9278.8076170000004</c:v>
                </c:pt>
                <c:pt idx="2124">
                  <c:v>9240.3466800000006</c:v>
                </c:pt>
                <c:pt idx="2125">
                  <c:v>9276.5</c:v>
                </c:pt>
                <c:pt idx="2126">
                  <c:v>9243.6142579999996</c:v>
                </c:pt>
                <c:pt idx="2127">
                  <c:v>9243.2138670000004</c:v>
                </c:pt>
                <c:pt idx="2128">
                  <c:v>9192.8369139999995</c:v>
                </c:pt>
                <c:pt idx="2129">
                  <c:v>9132.2275389999995</c:v>
                </c:pt>
                <c:pt idx="2130">
                  <c:v>9151.3925780000009</c:v>
                </c:pt>
                <c:pt idx="2131">
                  <c:v>9159.0400389999995</c:v>
                </c:pt>
                <c:pt idx="2132">
                  <c:v>9185.8173829999996</c:v>
                </c:pt>
                <c:pt idx="2133">
                  <c:v>9164.2314449999994</c:v>
                </c:pt>
                <c:pt idx="2134">
                  <c:v>9374.8876949999994</c:v>
                </c:pt>
                <c:pt idx="2135">
                  <c:v>9525.3632809999999</c:v>
                </c:pt>
                <c:pt idx="2136">
                  <c:v>9581.0722659999992</c:v>
                </c:pt>
                <c:pt idx="2137">
                  <c:v>9536.8925780000009</c:v>
                </c:pt>
                <c:pt idx="2138">
                  <c:v>9677.1132809999999</c:v>
                </c:pt>
                <c:pt idx="2139">
                  <c:v>9905.1669920000004</c:v>
                </c:pt>
                <c:pt idx="2140">
                  <c:v>10990.873046999999</c:v>
                </c:pt>
                <c:pt idx="2141">
                  <c:v>10912.823242</c:v>
                </c:pt>
                <c:pt idx="2142">
                  <c:v>11100.467773</c:v>
                </c:pt>
                <c:pt idx="2143">
                  <c:v>11111.213867</c:v>
                </c:pt>
                <c:pt idx="2144">
                  <c:v>11323.466796999999</c:v>
                </c:pt>
                <c:pt idx="2145">
                  <c:v>11759.592773</c:v>
                </c:pt>
                <c:pt idx="2146">
                  <c:v>11053.614258</c:v>
                </c:pt>
                <c:pt idx="2147">
                  <c:v>11246.348633</c:v>
                </c:pt>
                <c:pt idx="2148">
                  <c:v>11205.892578000001</c:v>
                </c:pt>
                <c:pt idx="2149">
                  <c:v>11747.022461</c:v>
                </c:pt>
                <c:pt idx="2150">
                  <c:v>11779.773438</c:v>
                </c:pt>
                <c:pt idx="2151">
                  <c:v>11601.472656</c:v>
                </c:pt>
                <c:pt idx="2152">
                  <c:v>11754.045898</c:v>
                </c:pt>
                <c:pt idx="2153">
                  <c:v>11675.739258</c:v>
                </c:pt>
                <c:pt idx="2154">
                  <c:v>11878.111328000001</c:v>
                </c:pt>
                <c:pt idx="2155">
                  <c:v>11410.525390999999</c:v>
                </c:pt>
                <c:pt idx="2156">
                  <c:v>11584.934569999999</c:v>
                </c:pt>
                <c:pt idx="2157">
                  <c:v>11784.137694999999</c:v>
                </c:pt>
                <c:pt idx="2158">
                  <c:v>11768.871094</c:v>
                </c:pt>
                <c:pt idx="2159">
                  <c:v>11865.698242</c:v>
                </c:pt>
                <c:pt idx="2160">
                  <c:v>11892.803711</c:v>
                </c:pt>
                <c:pt idx="2161">
                  <c:v>12254.402344</c:v>
                </c:pt>
                <c:pt idx="2162">
                  <c:v>11991.233398</c:v>
                </c:pt>
                <c:pt idx="2163">
                  <c:v>11758.283203000001</c:v>
                </c:pt>
                <c:pt idx="2164">
                  <c:v>11878.372069999999</c:v>
                </c:pt>
                <c:pt idx="2165">
                  <c:v>11592.489258</c:v>
                </c:pt>
                <c:pt idx="2166">
                  <c:v>11681.825194999999</c:v>
                </c:pt>
                <c:pt idx="2167">
                  <c:v>11664.847656</c:v>
                </c:pt>
                <c:pt idx="2168">
                  <c:v>11774.595703000001</c:v>
                </c:pt>
                <c:pt idx="2169">
                  <c:v>11366.134765999999</c:v>
                </c:pt>
                <c:pt idx="2170">
                  <c:v>11488.363281</c:v>
                </c:pt>
                <c:pt idx="2171">
                  <c:v>11323.397461</c:v>
                </c:pt>
                <c:pt idx="2172">
                  <c:v>11542.5</c:v>
                </c:pt>
                <c:pt idx="2173">
                  <c:v>11506.865234000001</c:v>
                </c:pt>
                <c:pt idx="2174">
                  <c:v>11711.505859000001</c:v>
                </c:pt>
                <c:pt idx="2175">
                  <c:v>11680.820313</c:v>
                </c:pt>
                <c:pt idx="2176">
                  <c:v>11970.478515999999</c:v>
                </c:pt>
                <c:pt idx="2177">
                  <c:v>11414.034180000001</c:v>
                </c:pt>
                <c:pt idx="2178">
                  <c:v>10245.296875</c:v>
                </c:pt>
                <c:pt idx="2179">
                  <c:v>10511.813477</c:v>
                </c:pt>
                <c:pt idx="2180">
                  <c:v>10169.567383</c:v>
                </c:pt>
                <c:pt idx="2181">
                  <c:v>10280.351563</c:v>
                </c:pt>
                <c:pt idx="2182">
                  <c:v>10369.563477</c:v>
                </c:pt>
                <c:pt idx="2183">
                  <c:v>10131.516602</c:v>
                </c:pt>
                <c:pt idx="2184">
                  <c:v>10242.347656</c:v>
                </c:pt>
                <c:pt idx="2185">
                  <c:v>10363.138671999999</c:v>
                </c:pt>
                <c:pt idx="2186">
                  <c:v>10400.915039</c:v>
                </c:pt>
                <c:pt idx="2187">
                  <c:v>10442.170898</c:v>
                </c:pt>
                <c:pt idx="2188">
                  <c:v>10323.755859000001</c:v>
                </c:pt>
                <c:pt idx="2189">
                  <c:v>10680.837890999999</c:v>
                </c:pt>
                <c:pt idx="2190">
                  <c:v>10796.951171999999</c:v>
                </c:pt>
                <c:pt idx="2191">
                  <c:v>10974.905273</c:v>
                </c:pt>
                <c:pt idx="2192">
                  <c:v>10948.990234000001</c:v>
                </c:pt>
                <c:pt idx="2193">
                  <c:v>10944.585938</c:v>
                </c:pt>
                <c:pt idx="2194">
                  <c:v>11094.346680000001</c:v>
                </c:pt>
                <c:pt idx="2195">
                  <c:v>10938.271484000001</c:v>
                </c:pt>
                <c:pt idx="2196">
                  <c:v>10462.259765999999</c:v>
                </c:pt>
                <c:pt idx="2197">
                  <c:v>10538.459961</c:v>
                </c:pt>
                <c:pt idx="2198">
                  <c:v>10246.186523</c:v>
                </c:pt>
                <c:pt idx="2199">
                  <c:v>10760.066406</c:v>
                </c:pt>
                <c:pt idx="2200">
                  <c:v>10692.716796999999</c:v>
                </c:pt>
                <c:pt idx="2201">
                  <c:v>10750.723633</c:v>
                </c:pt>
                <c:pt idx="2202">
                  <c:v>10775.269531</c:v>
                </c:pt>
                <c:pt idx="2203">
                  <c:v>10709.652344</c:v>
                </c:pt>
                <c:pt idx="2204">
                  <c:v>10844.640625</c:v>
                </c:pt>
                <c:pt idx="2205">
                  <c:v>10784.491211</c:v>
                </c:pt>
                <c:pt idx="2206">
                  <c:v>10619.452148</c:v>
                </c:pt>
                <c:pt idx="2207">
                  <c:v>10575.974609000001</c:v>
                </c:pt>
                <c:pt idx="2208">
                  <c:v>10549.329102</c:v>
                </c:pt>
                <c:pt idx="2209">
                  <c:v>10669.583008</c:v>
                </c:pt>
                <c:pt idx="2210">
                  <c:v>10793.339844</c:v>
                </c:pt>
                <c:pt idx="2211">
                  <c:v>10604.40625</c:v>
                </c:pt>
                <c:pt idx="2212">
                  <c:v>10668.96875</c:v>
                </c:pt>
                <c:pt idx="2213">
                  <c:v>10915.685546999999</c:v>
                </c:pt>
                <c:pt idx="2214">
                  <c:v>11064.458008</c:v>
                </c:pt>
                <c:pt idx="2215">
                  <c:v>11296.361328000001</c:v>
                </c:pt>
                <c:pt idx="2216">
                  <c:v>11384.181640999999</c:v>
                </c:pt>
                <c:pt idx="2217">
                  <c:v>11555.363281</c:v>
                </c:pt>
                <c:pt idx="2218">
                  <c:v>11425.899414</c:v>
                </c:pt>
                <c:pt idx="2219">
                  <c:v>11429.506836</c:v>
                </c:pt>
                <c:pt idx="2220">
                  <c:v>11495.349609000001</c:v>
                </c:pt>
                <c:pt idx="2221">
                  <c:v>11322.123046999999</c:v>
                </c:pt>
                <c:pt idx="2222">
                  <c:v>11358.101563</c:v>
                </c:pt>
                <c:pt idx="2223">
                  <c:v>11483.359375</c:v>
                </c:pt>
                <c:pt idx="2224">
                  <c:v>11742.037109000001</c:v>
                </c:pt>
                <c:pt idx="2225">
                  <c:v>11916.334961</c:v>
                </c:pt>
                <c:pt idx="2226">
                  <c:v>12823.689453000001</c:v>
                </c:pt>
                <c:pt idx="2227">
                  <c:v>12965.891602</c:v>
                </c:pt>
                <c:pt idx="2228">
                  <c:v>12931.539063</c:v>
                </c:pt>
                <c:pt idx="2229">
                  <c:v>13108.0625</c:v>
                </c:pt>
                <c:pt idx="2230">
                  <c:v>13031.173828000001</c:v>
                </c:pt>
                <c:pt idx="2231">
                  <c:v>13075.248046999999</c:v>
                </c:pt>
                <c:pt idx="2232">
                  <c:v>13654.21875</c:v>
                </c:pt>
                <c:pt idx="2233">
                  <c:v>13271.285156</c:v>
                </c:pt>
                <c:pt idx="2234">
                  <c:v>13437.882813</c:v>
                </c:pt>
                <c:pt idx="2235">
                  <c:v>13546.522461</c:v>
                </c:pt>
                <c:pt idx="2236">
                  <c:v>13780.995117</c:v>
                </c:pt>
                <c:pt idx="2237">
                  <c:v>13737.109375</c:v>
                </c:pt>
                <c:pt idx="2238">
                  <c:v>13550.489258</c:v>
                </c:pt>
                <c:pt idx="2239">
                  <c:v>13950.300781</c:v>
                </c:pt>
                <c:pt idx="2240">
                  <c:v>14133.707031</c:v>
                </c:pt>
                <c:pt idx="2241">
                  <c:v>15579.848633</c:v>
                </c:pt>
                <c:pt idx="2242">
                  <c:v>15565.880859000001</c:v>
                </c:pt>
                <c:pt idx="2243">
                  <c:v>14833.753906</c:v>
                </c:pt>
                <c:pt idx="2244">
                  <c:v>15479.567383</c:v>
                </c:pt>
                <c:pt idx="2245">
                  <c:v>15332.315430000001</c:v>
                </c:pt>
                <c:pt idx="2246">
                  <c:v>15290.902344</c:v>
                </c:pt>
                <c:pt idx="2247">
                  <c:v>15701.339844</c:v>
                </c:pt>
                <c:pt idx="2248">
                  <c:v>16276.34375</c:v>
                </c:pt>
                <c:pt idx="2249">
                  <c:v>16317.808594</c:v>
                </c:pt>
                <c:pt idx="2250">
                  <c:v>16068.138671999999</c:v>
                </c:pt>
                <c:pt idx="2251">
                  <c:v>15955.587890999999</c:v>
                </c:pt>
                <c:pt idx="2252">
                  <c:v>16716.111327999999</c:v>
                </c:pt>
                <c:pt idx="2253">
                  <c:v>17645.40625</c:v>
                </c:pt>
                <c:pt idx="2254">
                  <c:v>17804.005859000001</c:v>
                </c:pt>
                <c:pt idx="2255">
                  <c:v>17817.089843999998</c:v>
                </c:pt>
                <c:pt idx="2256">
                  <c:v>18621.314452999999</c:v>
                </c:pt>
                <c:pt idx="2257">
                  <c:v>18642.232422000001</c:v>
                </c:pt>
                <c:pt idx="2258">
                  <c:v>18370.001952999999</c:v>
                </c:pt>
                <c:pt idx="2259">
                  <c:v>18364.121093999998</c:v>
                </c:pt>
                <c:pt idx="2260">
                  <c:v>19107.464843999998</c:v>
                </c:pt>
                <c:pt idx="2261">
                  <c:v>18732.121093999998</c:v>
                </c:pt>
                <c:pt idx="2262">
                  <c:v>17150.623047000001</c:v>
                </c:pt>
                <c:pt idx="2263">
                  <c:v>17108.402343999998</c:v>
                </c:pt>
                <c:pt idx="2264">
                  <c:v>17717.414063</c:v>
                </c:pt>
                <c:pt idx="2265">
                  <c:v>18177.484375</c:v>
                </c:pt>
                <c:pt idx="2266">
                  <c:v>19625.835938</c:v>
                </c:pt>
                <c:pt idx="2267">
                  <c:v>18802.998047000001</c:v>
                </c:pt>
                <c:pt idx="2268">
                  <c:v>19201.091797000001</c:v>
                </c:pt>
                <c:pt idx="2269">
                  <c:v>19445.398438</c:v>
                </c:pt>
                <c:pt idx="2270">
                  <c:v>18699.765625</c:v>
                </c:pt>
                <c:pt idx="2271">
                  <c:v>19154.230468999998</c:v>
                </c:pt>
                <c:pt idx="2272">
                  <c:v>19345.121093999998</c:v>
                </c:pt>
                <c:pt idx="2273">
                  <c:v>19191.630859000001</c:v>
                </c:pt>
                <c:pt idx="2274">
                  <c:v>18321.144531000002</c:v>
                </c:pt>
                <c:pt idx="2275">
                  <c:v>18553.916015999999</c:v>
                </c:pt>
                <c:pt idx="2276">
                  <c:v>18264.992188</c:v>
                </c:pt>
                <c:pt idx="2277">
                  <c:v>18058.904297000001</c:v>
                </c:pt>
                <c:pt idx="2278">
                  <c:v>18803.65625</c:v>
                </c:pt>
                <c:pt idx="2279">
                  <c:v>19142.382813</c:v>
                </c:pt>
                <c:pt idx="2280">
                  <c:v>19246.644531000002</c:v>
                </c:pt>
                <c:pt idx="2281">
                  <c:v>19417.076172000001</c:v>
                </c:pt>
                <c:pt idx="2282">
                  <c:v>21310.597656000002</c:v>
                </c:pt>
                <c:pt idx="2283">
                  <c:v>22805.162109000001</c:v>
                </c:pt>
                <c:pt idx="2284">
                  <c:v>23137.960938</c:v>
                </c:pt>
                <c:pt idx="2285">
                  <c:v>23869.832031000002</c:v>
                </c:pt>
                <c:pt idx="2286">
                  <c:v>23477.294922000001</c:v>
                </c:pt>
                <c:pt idx="2287">
                  <c:v>22803.082031000002</c:v>
                </c:pt>
                <c:pt idx="2288">
                  <c:v>23783.029297000001</c:v>
                </c:pt>
                <c:pt idx="2289">
                  <c:v>23241.345702999999</c:v>
                </c:pt>
                <c:pt idx="2290">
                  <c:v>23735.949218999998</c:v>
                </c:pt>
                <c:pt idx="2291">
                  <c:v>24664.791015999999</c:v>
                </c:pt>
                <c:pt idx="2292">
                  <c:v>26437.037109000001</c:v>
                </c:pt>
                <c:pt idx="2293">
                  <c:v>26272.294922000001</c:v>
                </c:pt>
                <c:pt idx="2294">
                  <c:v>27084.808593999998</c:v>
                </c:pt>
                <c:pt idx="2295">
                  <c:v>27362.4375</c:v>
                </c:pt>
                <c:pt idx="2296">
                  <c:v>28840.953125</c:v>
                </c:pt>
                <c:pt idx="2297">
                  <c:v>29001.720702999999</c:v>
                </c:pt>
                <c:pt idx="2298">
                  <c:v>29374.152343999998</c:v>
                </c:pt>
                <c:pt idx="2299">
                  <c:v>32127.267577999999</c:v>
                </c:pt>
                <c:pt idx="2300">
                  <c:v>32782.023437999997</c:v>
                </c:pt>
                <c:pt idx="2301">
                  <c:v>31971.914063</c:v>
                </c:pt>
                <c:pt idx="2302">
                  <c:v>33992.429687999997</c:v>
                </c:pt>
                <c:pt idx="2303">
                  <c:v>36824.363280999998</c:v>
                </c:pt>
                <c:pt idx="2304">
                  <c:v>39371.042969000002</c:v>
                </c:pt>
                <c:pt idx="2305">
                  <c:v>40797.609375</c:v>
                </c:pt>
                <c:pt idx="2306">
                  <c:v>40254.546875</c:v>
                </c:pt>
                <c:pt idx="2307">
                  <c:v>38356.441405999998</c:v>
                </c:pt>
                <c:pt idx="2308">
                  <c:v>35566.65625</c:v>
                </c:pt>
                <c:pt idx="2309">
                  <c:v>33922.960937999997</c:v>
                </c:pt>
                <c:pt idx="2310">
                  <c:v>37316.359375</c:v>
                </c:pt>
                <c:pt idx="2311">
                  <c:v>39187.328125</c:v>
                </c:pt>
                <c:pt idx="2312">
                  <c:v>36825.367187999997</c:v>
                </c:pt>
                <c:pt idx="2313">
                  <c:v>36178.140625</c:v>
                </c:pt>
                <c:pt idx="2314">
                  <c:v>35791.277344000002</c:v>
                </c:pt>
                <c:pt idx="2315">
                  <c:v>36630.074219000002</c:v>
                </c:pt>
                <c:pt idx="2316">
                  <c:v>36069.804687999997</c:v>
                </c:pt>
                <c:pt idx="2317">
                  <c:v>35547.75</c:v>
                </c:pt>
                <c:pt idx="2318">
                  <c:v>30825.699218999998</c:v>
                </c:pt>
                <c:pt idx="2319">
                  <c:v>33005.761719000002</c:v>
                </c:pt>
                <c:pt idx="2320">
                  <c:v>32067.642577999999</c:v>
                </c:pt>
                <c:pt idx="2321">
                  <c:v>32289.378906000002</c:v>
                </c:pt>
                <c:pt idx="2322">
                  <c:v>32366.392577999999</c:v>
                </c:pt>
                <c:pt idx="2323">
                  <c:v>32569.849609000001</c:v>
                </c:pt>
                <c:pt idx="2324">
                  <c:v>30432.546875</c:v>
                </c:pt>
                <c:pt idx="2325">
                  <c:v>33466.097655999998</c:v>
                </c:pt>
                <c:pt idx="2326">
                  <c:v>34316.386719000002</c:v>
                </c:pt>
                <c:pt idx="2327">
                  <c:v>34269.523437999997</c:v>
                </c:pt>
                <c:pt idx="2328">
                  <c:v>33114.359375</c:v>
                </c:pt>
                <c:pt idx="2329">
                  <c:v>33537.175780999998</c:v>
                </c:pt>
                <c:pt idx="2330">
                  <c:v>35510.289062999997</c:v>
                </c:pt>
                <c:pt idx="2331">
                  <c:v>37472.089844000002</c:v>
                </c:pt>
                <c:pt idx="2332">
                  <c:v>36926.066405999998</c:v>
                </c:pt>
                <c:pt idx="2333">
                  <c:v>38144.308594000002</c:v>
                </c:pt>
                <c:pt idx="2334">
                  <c:v>39266.011719000002</c:v>
                </c:pt>
                <c:pt idx="2335">
                  <c:v>38903.441405999998</c:v>
                </c:pt>
                <c:pt idx="2336">
                  <c:v>46196.464844000002</c:v>
                </c:pt>
                <c:pt idx="2337">
                  <c:v>46481.105469000002</c:v>
                </c:pt>
                <c:pt idx="2338">
                  <c:v>44918.183594000002</c:v>
                </c:pt>
                <c:pt idx="2339">
                  <c:v>47909.332030999998</c:v>
                </c:pt>
                <c:pt idx="2340">
                  <c:v>47504.851562999997</c:v>
                </c:pt>
                <c:pt idx="2341">
                  <c:v>47105.515625</c:v>
                </c:pt>
                <c:pt idx="2342">
                  <c:v>48717.289062999997</c:v>
                </c:pt>
                <c:pt idx="2343">
                  <c:v>47945.058594000002</c:v>
                </c:pt>
                <c:pt idx="2344">
                  <c:v>49199.871094000002</c:v>
                </c:pt>
                <c:pt idx="2345">
                  <c:v>52149.007812999997</c:v>
                </c:pt>
                <c:pt idx="2346">
                  <c:v>51679.796875</c:v>
                </c:pt>
                <c:pt idx="2347">
                  <c:v>55888.132812999997</c:v>
                </c:pt>
                <c:pt idx="2348">
                  <c:v>56099.519530999998</c:v>
                </c:pt>
                <c:pt idx="2349">
                  <c:v>57539.945312999997</c:v>
                </c:pt>
                <c:pt idx="2350">
                  <c:v>54207.320312999997</c:v>
                </c:pt>
                <c:pt idx="2351">
                  <c:v>48824.425780999998</c:v>
                </c:pt>
                <c:pt idx="2352">
                  <c:v>49705.332030999998</c:v>
                </c:pt>
                <c:pt idx="2353">
                  <c:v>47093.851562999997</c:v>
                </c:pt>
                <c:pt idx="2354">
                  <c:v>46339.761719000002</c:v>
                </c:pt>
                <c:pt idx="2355">
                  <c:v>46188.453125</c:v>
                </c:pt>
                <c:pt idx="2356">
                  <c:v>45137.769530999998</c:v>
                </c:pt>
                <c:pt idx="2357">
                  <c:v>49631.242187999997</c:v>
                </c:pt>
                <c:pt idx="2358">
                  <c:v>48378.988280999998</c:v>
                </c:pt>
                <c:pt idx="2359">
                  <c:v>50538.242187999997</c:v>
                </c:pt>
                <c:pt idx="2360">
                  <c:v>48561.167969000002</c:v>
                </c:pt>
                <c:pt idx="2361">
                  <c:v>48927.304687999997</c:v>
                </c:pt>
                <c:pt idx="2362">
                  <c:v>48912.382812999997</c:v>
                </c:pt>
                <c:pt idx="2363">
                  <c:v>51206.691405999998</c:v>
                </c:pt>
                <c:pt idx="2364">
                  <c:v>52246.523437999997</c:v>
                </c:pt>
                <c:pt idx="2365">
                  <c:v>54824.117187999997</c:v>
                </c:pt>
                <c:pt idx="2366">
                  <c:v>56008.550780999998</c:v>
                </c:pt>
                <c:pt idx="2367">
                  <c:v>57805.121094000002</c:v>
                </c:pt>
                <c:pt idx="2368">
                  <c:v>57332.089844000002</c:v>
                </c:pt>
                <c:pt idx="2369">
                  <c:v>61243.085937999997</c:v>
                </c:pt>
                <c:pt idx="2370">
                  <c:v>59302.316405999998</c:v>
                </c:pt>
                <c:pt idx="2371">
                  <c:v>55907.199219000002</c:v>
                </c:pt>
                <c:pt idx="2372">
                  <c:v>56804.902344000002</c:v>
                </c:pt>
                <c:pt idx="2373">
                  <c:v>58870.894530999998</c:v>
                </c:pt>
                <c:pt idx="2374">
                  <c:v>57858.921875</c:v>
                </c:pt>
                <c:pt idx="2375">
                  <c:v>58346.652344000002</c:v>
                </c:pt>
                <c:pt idx="2376">
                  <c:v>58313.644530999998</c:v>
                </c:pt>
                <c:pt idx="2377">
                  <c:v>57523.421875</c:v>
                </c:pt>
                <c:pt idx="2378">
                  <c:v>54529.144530999998</c:v>
                </c:pt>
                <c:pt idx="2379">
                  <c:v>54738.945312999997</c:v>
                </c:pt>
                <c:pt idx="2380">
                  <c:v>52774.265625</c:v>
                </c:pt>
                <c:pt idx="2381">
                  <c:v>51704.160155999998</c:v>
                </c:pt>
                <c:pt idx="2382">
                  <c:v>55137.3125</c:v>
                </c:pt>
                <c:pt idx="2383">
                  <c:v>55973.511719000002</c:v>
                </c:pt>
                <c:pt idx="2384">
                  <c:v>55950.746094000002</c:v>
                </c:pt>
                <c:pt idx="2385">
                  <c:v>57750.199219000002</c:v>
                </c:pt>
                <c:pt idx="2386">
                  <c:v>58917.691405999998</c:v>
                </c:pt>
                <c:pt idx="2387">
                  <c:v>58918.832030999998</c:v>
                </c:pt>
                <c:pt idx="2388">
                  <c:v>59095.808594000002</c:v>
                </c:pt>
                <c:pt idx="2389">
                  <c:v>59384.3125</c:v>
                </c:pt>
                <c:pt idx="2390">
                  <c:v>57603.890625</c:v>
                </c:pt>
                <c:pt idx="2391">
                  <c:v>58758.554687999997</c:v>
                </c:pt>
                <c:pt idx="2392">
                  <c:v>59057.878905999998</c:v>
                </c:pt>
                <c:pt idx="2393">
                  <c:v>58192.359375</c:v>
                </c:pt>
                <c:pt idx="2394">
                  <c:v>56048.9375</c:v>
                </c:pt>
                <c:pt idx="2395">
                  <c:v>58323.953125</c:v>
                </c:pt>
                <c:pt idx="2396">
                  <c:v>58245.003905999998</c:v>
                </c:pt>
                <c:pt idx="2397">
                  <c:v>59793.234375</c:v>
                </c:pt>
                <c:pt idx="2398">
                  <c:v>60204.964844000002</c:v>
                </c:pt>
                <c:pt idx="2399">
                  <c:v>59893.453125</c:v>
                </c:pt>
                <c:pt idx="2400">
                  <c:v>63503.457030999998</c:v>
                </c:pt>
                <c:pt idx="2401">
                  <c:v>63109.695312999997</c:v>
                </c:pt>
                <c:pt idx="2402">
                  <c:v>63314.011719000002</c:v>
                </c:pt>
                <c:pt idx="2403">
                  <c:v>61572.789062999997</c:v>
                </c:pt>
                <c:pt idx="2404">
                  <c:v>60683.820312999997</c:v>
                </c:pt>
                <c:pt idx="2405">
                  <c:v>56216.183594000002</c:v>
                </c:pt>
                <c:pt idx="2406">
                  <c:v>55724.265625</c:v>
                </c:pt>
                <c:pt idx="2407">
                  <c:v>56473.03125</c:v>
                </c:pt>
                <c:pt idx="2408">
                  <c:v>53906.089844000002</c:v>
                </c:pt>
                <c:pt idx="2409">
                  <c:v>51762.273437999997</c:v>
                </c:pt>
                <c:pt idx="2410">
                  <c:v>51093.652344000002</c:v>
                </c:pt>
                <c:pt idx="2411">
                  <c:v>50050.867187999997</c:v>
                </c:pt>
                <c:pt idx="2412">
                  <c:v>49004.253905999998</c:v>
                </c:pt>
                <c:pt idx="2413">
                  <c:v>54021.753905999998</c:v>
                </c:pt>
                <c:pt idx="2414">
                  <c:v>55033.117187999997</c:v>
                </c:pt>
                <c:pt idx="2415">
                  <c:v>54824.703125</c:v>
                </c:pt>
                <c:pt idx="2416">
                  <c:v>53555.109375</c:v>
                </c:pt>
                <c:pt idx="2417">
                  <c:v>57750.175780999998</c:v>
                </c:pt>
                <c:pt idx="2418">
                  <c:v>57828.050780999998</c:v>
                </c:pt>
                <c:pt idx="2419">
                  <c:v>56631.078125</c:v>
                </c:pt>
                <c:pt idx="2420">
                  <c:v>57200.292969000002</c:v>
                </c:pt>
                <c:pt idx="2421">
                  <c:v>53333.539062999997</c:v>
                </c:pt>
                <c:pt idx="2422">
                  <c:v>57424.007812999997</c:v>
                </c:pt>
                <c:pt idx="2423">
                  <c:v>56396.515625</c:v>
                </c:pt>
                <c:pt idx="2424">
                  <c:v>57356.402344000002</c:v>
                </c:pt>
                <c:pt idx="2425">
                  <c:v>58803.777344000002</c:v>
                </c:pt>
                <c:pt idx="2426">
                  <c:v>58232.316405999998</c:v>
                </c:pt>
                <c:pt idx="2427">
                  <c:v>55859.796875</c:v>
                </c:pt>
                <c:pt idx="2428">
                  <c:v>56704.574219000002</c:v>
                </c:pt>
                <c:pt idx="2429">
                  <c:v>49150.535155999998</c:v>
                </c:pt>
                <c:pt idx="2430">
                  <c:v>49716.191405999998</c:v>
                </c:pt>
                <c:pt idx="2431">
                  <c:v>49880.535155999998</c:v>
                </c:pt>
                <c:pt idx="2432">
                  <c:v>46760.1875</c:v>
                </c:pt>
                <c:pt idx="2433">
                  <c:v>46456.058594000002</c:v>
                </c:pt>
                <c:pt idx="2434">
                  <c:v>43537.511719000002</c:v>
                </c:pt>
                <c:pt idx="2435">
                  <c:v>42909.402344000002</c:v>
                </c:pt>
                <c:pt idx="2436">
                  <c:v>37002.441405999998</c:v>
                </c:pt>
                <c:pt idx="2437">
                  <c:v>40782.738280999998</c:v>
                </c:pt>
                <c:pt idx="2438">
                  <c:v>37304.691405999998</c:v>
                </c:pt>
                <c:pt idx="2439">
                  <c:v>37536.632812999997</c:v>
                </c:pt>
                <c:pt idx="2440">
                  <c:v>34770.582030999998</c:v>
                </c:pt>
                <c:pt idx="2441">
                  <c:v>38705.980469000002</c:v>
                </c:pt>
                <c:pt idx="2442">
                  <c:v>38402.222655999998</c:v>
                </c:pt>
                <c:pt idx="2443">
                  <c:v>39294.199219000002</c:v>
                </c:pt>
                <c:pt idx="2444">
                  <c:v>38436.96875</c:v>
                </c:pt>
                <c:pt idx="2445">
                  <c:v>35697.605469000002</c:v>
                </c:pt>
                <c:pt idx="2446">
                  <c:v>34616.066405999998</c:v>
                </c:pt>
                <c:pt idx="2447">
                  <c:v>35678.128905999998</c:v>
                </c:pt>
                <c:pt idx="2448">
                  <c:v>37332.855469000002</c:v>
                </c:pt>
                <c:pt idx="2449">
                  <c:v>36684.925780999998</c:v>
                </c:pt>
                <c:pt idx="2450">
                  <c:v>37575.179687999997</c:v>
                </c:pt>
                <c:pt idx="2451">
                  <c:v>39208.765625</c:v>
                </c:pt>
                <c:pt idx="2452">
                  <c:v>36894.40625</c:v>
                </c:pt>
                <c:pt idx="2453">
                  <c:v>35551.957030999998</c:v>
                </c:pt>
                <c:pt idx="2454">
                  <c:v>35862.378905999998</c:v>
                </c:pt>
                <c:pt idx="2455">
                  <c:v>33560.707030999998</c:v>
                </c:pt>
                <c:pt idx="2456">
                  <c:v>33472.632812999997</c:v>
                </c:pt>
                <c:pt idx="2457">
                  <c:v>37345.121094000002</c:v>
                </c:pt>
                <c:pt idx="2458">
                  <c:v>36702.597655999998</c:v>
                </c:pt>
                <c:pt idx="2459">
                  <c:v>37334.398437999997</c:v>
                </c:pt>
                <c:pt idx="2460">
                  <c:v>35552.515625</c:v>
                </c:pt>
                <c:pt idx="2461">
                  <c:v>39097.859375</c:v>
                </c:pt>
                <c:pt idx="2462">
                  <c:v>40218.476562999997</c:v>
                </c:pt>
                <c:pt idx="2463">
                  <c:v>40406.269530999998</c:v>
                </c:pt>
                <c:pt idx="2464">
                  <c:v>38347.0625</c:v>
                </c:pt>
                <c:pt idx="2465">
                  <c:v>38053.503905999998</c:v>
                </c:pt>
                <c:pt idx="2466">
                  <c:v>35787.246094000002</c:v>
                </c:pt>
                <c:pt idx="2467">
                  <c:v>35615.871094000002</c:v>
                </c:pt>
                <c:pt idx="2468">
                  <c:v>35698.296875</c:v>
                </c:pt>
                <c:pt idx="2469">
                  <c:v>31676.693359000001</c:v>
                </c:pt>
                <c:pt idx="2470">
                  <c:v>32505.660156000002</c:v>
                </c:pt>
                <c:pt idx="2471">
                  <c:v>33723.027344000002</c:v>
                </c:pt>
                <c:pt idx="2472">
                  <c:v>34662.4375</c:v>
                </c:pt>
                <c:pt idx="2473">
                  <c:v>31637.779297000001</c:v>
                </c:pt>
                <c:pt idx="2474">
                  <c:v>32186.277343999998</c:v>
                </c:pt>
                <c:pt idx="2475">
                  <c:v>34649.644530999998</c:v>
                </c:pt>
                <c:pt idx="2476">
                  <c:v>34434.335937999997</c:v>
                </c:pt>
                <c:pt idx="2477">
                  <c:v>35867.777344000002</c:v>
                </c:pt>
                <c:pt idx="2478">
                  <c:v>35040.835937999997</c:v>
                </c:pt>
                <c:pt idx="2479">
                  <c:v>33572.117187999997</c:v>
                </c:pt>
                <c:pt idx="2480">
                  <c:v>33897.046875</c:v>
                </c:pt>
                <c:pt idx="2481">
                  <c:v>34668.546875</c:v>
                </c:pt>
                <c:pt idx="2482">
                  <c:v>35287.78125</c:v>
                </c:pt>
                <c:pt idx="2483">
                  <c:v>33746.003905999998</c:v>
                </c:pt>
                <c:pt idx="2484">
                  <c:v>34235.195312999997</c:v>
                </c:pt>
                <c:pt idx="2485">
                  <c:v>33855.328125</c:v>
                </c:pt>
                <c:pt idx="2486">
                  <c:v>32877.371094000002</c:v>
                </c:pt>
                <c:pt idx="2487">
                  <c:v>33798.011719000002</c:v>
                </c:pt>
                <c:pt idx="2488">
                  <c:v>33520.519530999998</c:v>
                </c:pt>
                <c:pt idx="2489">
                  <c:v>34240.1875</c:v>
                </c:pt>
                <c:pt idx="2490">
                  <c:v>33155.847655999998</c:v>
                </c:pt>
                <c:pt idx="2491">
                  <c:v>32702.025390999999</c:v>
                </c:pt>
                <c:pt idx="2492">
                  <c:v>32822.347655999998</c:v>
                </c:pt>
                <c:pt idx="2493">
                  <c:v>31780.730468999998</c:v>
                </c:pt>
                <c:pt idx="2494">
                  <c:v>31421.539063</c:v>
                </c:pt>
                <c:pt idx="2495">
                  <c:v>31533.068359000001</c:v>
                </c:pt>
                <c:pt idx="2496">
                  <c:v>31796.810547000001</c:v>
                </c:pt>
                <c:pt idx="2497">
                  <c:v>30817.832031000002</c:v>
                </c:pt>
                <c:pt idx="2498">
                  <c:v>29807.347656000002</c:v>
                </c:pt>
                <c:pt idx="2499">
                  <c:v>32110.693359000001</c:v>
                </c:pt>
                <c:pt idx="2500">
                  <c:v>32313.105468999998</c:v>
                </c:pt>
                <c:pt idx="2501">
                  <c:v>33581.550780999998</c:v>
                </c:pt>
                <c:pt idx="2502">
                  <c:v>34292.445312999997</c:v>
                </c:pt>
                <c:pt idx="2503">
                  <c:v>35350.1875</c:v>
                </c:pt>
                <c:pt idx="2504">
                  <c:v>37337.535155999998</c:v>
                </c:pt>
                <c:pt idx="2505">
                  <c:v>39406.941405999998</c:v>
                </c:pt>
                <c:pt idx="2506">
                  <c:v>39995.90625</c:v>
                </c:pt>
                <c:pt idx="2507">
                  <c:v>40008.421875</c:v>
                </c:pt>
                <c:pt idx="2508">
                  <c:v>42235.546875</c:v>
                </c:pt>
                <c:pt idx="2509">
                  <c:v>41626.195312999997</c:v>
                </c:pt>
                <c:pt idx="2510">
                  <c:v>39974.894530999998</c:v>
                </c:pt>
                <c:pt idx="2511">
                  <c:v>39201.945312999997</c:v>
                </c:pt>
                <c:pt idx="2512">
                  <c:v>38152.980469000002</c:v>
                </c:pt>
                <c:pt idx="2513">
                  <c:v>39747.503905999998</c:v>
                </c:pt>
                <c:pt idx="2514">
                  <c:v>40869.554687999997</c:v>
                </c:pt>
                <c:pt idx="2515">
                  <c:v>42816.5</c:v>
                </c:pt>
                <c:pt idx="2516">
                  <c:v>44555.800780999998</c:v>
                </c:pt>
                <c:pt idx="2517">
                  <c:v>43798.117187999997</c:v>
                </c:pt>
                <c:pt idx="2518">
                  <c:v>46365.402344000002</c:v>
                </c:pt>
                <c:pt idx="2519">
                  <c:v>45585.03125</c:v>
                </c:pt>
                <c:pt idx="2520">
                  <c:v>45593.636719000002</c:v>
                </c:pt>
                <c:pt idx="2521">
                  <c:v>44428.289062999997</c:v>
                </c:pt>
                <c:pt idx="2522">
                  <c:v>47793.320312999997</c:v>
                </c:pt>
                <c:pt idx="2523">
                  <c:v>47096.945312999997</c:v>
                </c:pt>
                <c:pt idx="2524">
                  <c:v>47047.003905999998</c:v>
                </c:pt>
                <c:pt idx="2525">
                  <c:v>46004.484375</c:v>
                </c:pt>
                <c:pt idx="2526">
                  <c:v>44695.359375</c:v>
                </c:pt>
                <c:pt idx="2527">
                  <c:v>44801.1875</c:v>
                </c:pt>
                <c:pt idx="2528">
                  <c:v>46717.578125</c:v>
                </c:pt>
                <c:pt idx="2529">
                  <c:v>49339.175780999998</c:v>
                </c:pt>
                <c:pt idx="2530">
                  <c:v>48905.492187999997</c:v>
                </c:pt>
                <c:pt idx="2531">
                  <c:v>49321.652344000002</c:v>
                </c:pt>
                <c:pt idx="2532">
                  <c:v>49546.148437999997</c:v>
                </c:pt>
                <c:pt idx="2533">
                  <c:v>47706.117187999997</c:v>
                </c:pt>
                <c:pt idx="2534">
                  <c:v>48960.789062999997</c:v>
                </c:pt>
                <c:pt idx="2535">
                  <c:v>46942.21875</c:v>
                </c:pt>
                <c:pt idx="2536">
                  <c:v>49058.667969000002</c:v>
                </c:pt>
                <c:pt idx="2537">
                  <c:v>48902.402344000002</c:v>
                </c:pt>
                <c:pt idx="2538">
                  <c:v>48829.832030999998</c:v>
                </c:pt>
                <c:pt idx="2539">
                  <c:v>47054.984375</c:v>
                </c:pt>
                <c:pt idx="2540">
                  <c:v>47166.6875</c:v>
                </c:pt>
                <c:pt idx="2541">
                  <c:v>48847.027344000002</c:v>
                </c:pt>
                <c:pt idx="2542">
                  <c:v>49327.722655999998</c:v>
                </c:pt>
                <c:pt idx="2543">
                  <c:v>50025.375</c:v>
                </c:pt>
                <c:pt idx="2544">
                  <c:v>49944.625</c:v>
                </c:pt>
                <c:pt idx="2545">
                  <c:v>51753.410155999998</c:v>
                </c:pt>
                <c:pt idx="2546">
                  <c:v>52633.535155999998</c:v>
                </c:pt>
                <c:pt idx="2547">
                  <c:v>46811.128905999998</c:v>
                </c:pt>
                <c:pt idx="2548">
                  <c:v>46091.390625</c:v>
                </c:pt>
                <c:pt idx="2549">
                  <c:v>46391.421875</c:v>
                </c:pt>
                <c:pt idx="2550">
                  <c:v>44883.910155999998</c:v>
                </c:pt>
                <c:pt idx="2551">
                  <c:v>45201.457030999998</c:v>
                </c:pt>
                <c:pt idx="2552">
                  <c:v>46063.269530999998</c:v>
                </c:pt>
                <c:pt idx="2553">
                  <c:v>44963.074219000002</c:v>
                </c:pt>
                <c:pt idx="2554">
                  <c:v>47092.492187999997</c:v>
                </c:pt>
                <c:pt idx="2555">
                  <c:v>48176.347655999998</c:v>
                </c:pt>
                <c:pt idx="2556">
                  <c:v>47783.359375</c:v>
                </c:pt>
                <c:pt idx="2557">
                  <c:v>47267.519530999998</c:v>
                </c:pt>
                <c:pt idx="2558">
                  <c:v>48278.363280999998</c:v>
                </c:pt>
                <c:pt idx="2559">
                  <c:v>47260.21875</c:v>
                </c:pt>
                <c:pt idx="2560">
                  <c:v>42843.800780999998</c:v>
                </c:pt>
                <c:pt idx="2561">
                  <c:v>40693.675780999998</c:v>
                </c:pt>
                <c:pt idx="2562">
                  <c:v>43574.507812999997</c:v>
                </c:pt>
                <c:pt idx="2563">
                  <c:v>44895.097655999998</c:v>
                </c:pt>
                <c:pt idx="2564">
                  <c:v>42839.75</c:v>
                </c:pt>
                <c:pt idx="2565">
                  <c:v>42716.59375</c:v>
                </c:pt>
                <c:pt idx="2566">
                  <c:v>43208.539062999997</c:v>
                </c:pt>
                <c:pt idx="2567">
                  <c:v>42235.730469000002</c:v>
                </c:pt>
                <c:pt idx="2568">
                  <c:v>41034.542969000002</c:v>
                </c:pt>
                <c:pt idx="2569">
                  <c:v>41564.363280999998</c:v>
                </c:pt>
                <c:pt idx="2570">
                  <c:v>43790.894530999998</c:v>
                </c:pt>
                <c:pt idx="2571">
                  <c:v>48116.941405999998</c:v>
                </c:pt>
                <c:pt idx="2572">
                  <c:v>47711.488280999998</c:v>
                </c:pt>
                <c:pt idx="2573">
                  <c:v>48199.953125</c:v>
                </c:pt>
                <c:pt idx="2574">
                  <c:v>49112.902344000002</c:v>
                </c:pt>
                <c:pt idx="2575">
                  <c:v>51514.8125</c:v>
                </c:pt>
                <c:pt idx="2576">
                  <c:v>55361.449219000002</c:v>
                </c:pt>
                <c:pt idx="2577">
                  <c:v>53805.984375</c:v>
                </c:pt>
                <c:pt idx="2578">
                  <c:v>53967.847655999998</c:v>
                </c:pt>
                <c:pt idx="2579">
                  <c:v>54968.222655999998</c:v>
                </c:pt>
                <c:pt idx="2580">
                  <c:v>54771.578125</c:v>
                </c:pt>
                <c:pt idx="2581">
                  <c:v>57484.789062999997</c:v>
                </c:pt>
                <c:pt idx="2582">
                  <c:v>56041.058594000002</c:v>
                </c:pt>
                <c:pt idx="2583">
                  <c:v>57401.097655999998</c:v>
                </c:pt>
                <c:pt idx="2584">
                  <c:v>57321.523437999997</c:v>
                </c:pt>
                <c:pt idx="2585">
                  <c:v>61593.949219000002</c:v>
                </c:pt>
                <c:pt idx="2586">
                  <c:v>60892.179687999997</c:v>
                </c:pt>
                <c:pt idx="2587">
                  <c:v>61553.617187999997</c:v>
                </c:pt>
                <c:pt idx="2588">
                  <c:v>62026.078125</c:v>
                </c:pt>
                <c:pt idx="2589">
                  <c:v>64261.992187999997</c:v>
                </c:pt>
                <c:pt idx="2590">
                  <c:v>65992.835938000004</c:v>
                </c:pt>
                <c:pt idx="2591">
                  <c:v>62210.171875</c:v>
                </c:pt>
                <c:pt idx="2592">
                  <c:v>60692.265625</c:v>
                </c:pt>
                <c:pt idx="2593">
                  <c:v>61393.617187999997</c:v>
                </c:pt>
                <c:pt idx="2594">
                  <c:v>60930.835937999997</c:v>
                </c:pt>
                <c:pt idx="2595">
                  <c:v>63039.824219000002</c:v>
                </c:pt>
                <c:pt idx="2596">
                  <c:v>60363.792969000002</c:v>
                </c:pt>
                <c:pt idx="2597">
                  <c:v>58482.386719000002</c:v>
                </c:pt>
                <c:pt idx="2598">
                  <c:v>60622.136719000002</c:v>
                </c:pt>
                <c:pt idx="2599">
                  <c:v>62227.964844000002</c:v>
                </c:pt>
                <c:pt idx="2600">
                  <c:v>61888.832030999998</c:v>
                </c:pt>
                <c:pt idx="2601">
                  <c:v>61318.957030999998</c:v>
                </c:pt>
                <c:pt idx="2602">
                  <c:v>61004.40625</c:v>
                </c:pt>
                <c:pt idx="2603">
                  <c:v>63226.402344000002</c:v>
                </c:pt>
                <c:pt idx="2604">
                  <c:v>62970.046875</c:v>
                </c:pt>
                <c:pt idx="2605">
                  <c:v>61452.230469000002</c:v>
                </c:pt>
                <c:pt idx="2606">
                  <c:v>61125.675780999998</c:v>
                </c:pt>
                <c:pt idx="2607">
                  <c:v>61527.480469000002</c:v>
                </c:pt>
                <c:pt idx="2608">
                  <c:v>63326.988280999998</c:v>
                </c:pt>
                <c:pt idx="2609">
                  <c:v>67566.828125</c:v>
                </c:pt>
                <c:pt idx="2610">
                  <c:v>66971.828125</c:v>
                </c:pt>
                <c:pt idx="2611">
                  <c:v>64995.230469000002</c:v>
                </c:pt>
                <c:pt idx="2612">
                  <c:v>64949.960937999997</c:v>
                </c:pt>
                <c:pt idx="2613">
                  <c:v>64155.941405999998</c:v>
                </c:pt>
                <c:pt idx="2614">
                  <c:v>64469.527344000002</c:v>
                </c:pt>
                <c:pt idx="2615">
                  <c:v>65466.839844000002</c:v>
                </c:pt>
                <c:pt idx="2616">
                  <c:v>63557.871094000002</c:v>
                </c:pt>
                <c:pt idx="2617">
                  <c:v>60161.246094000002</c:v>
                </c:pt>
                <c:pt idx="2618">
                  <c:v>60368.011719000002</c:v>
                </c:pt>
                <c:pt idx="2619">
                  <c:v>56942.136719000002</c:v>
                </c:pt>
                <c:pt idx="2620">
                  <c:v>58119.578125</c:v>
                </c:pt>
                <c:pt idx="2621">
                  <c:v>59697.195312999997</c:v>
                </c:pt>
                <c:pt idx="2622">
                  <c:v>58730.476562999997</c:v>
                </c:pt>
                <c:pt idx="2623">
                  <c:v>56289.289062999997</c:v>
                </c:pt>
                <c:pt idx="2624">
                  <c:v>57569.074219000002</c:v>
                </c:pt>
                <c:pt idx="2625">
                  <c:v>56280.425780999998</c:v>
                </c:pt>
                <c:pt idx="2626">
                  <c:v>57274.679687999997</c:v>
                </c:pt>
                <c:pt idx="2627">
                  <c:v>53569.765625</c:v>
                </c:pt>
                <c:pt idx="2628">
                  <c:v>54815.078125</c:v>
                </c:pt>
                <c:pt idx="2629">
                  <c:v>57248.457030999998</c:v>
                </c:pt>
                <c:pt idx="2630">
                  <c:v>57806.566405999998</c:v>
                </c:pt>
                <c:pt idx="2631">
                  <c:v>57005.425780999998</c:v>
                </c:pt>
                <c:pt idx="2632">
                  <c:v>57229.828125</c:v>
                </c:pt>
                <c:pt idx="2633">
                  <c:v>56477.816405999998</c:v>
                </c:pt>
                <c:pt idx="2634">
                  <c:v>53598.246094000002</c:v>
                </c:pt>
                <c:pt idx="2635">
                  <c:v>49200.703125</c:v>
                </c:pt>
                <c:pt idx="2636">
                  <c:v>49368.847655999998</c:v>
                </c:pt>
                <c:pt idx="2637">
                  <c:v>50582.625</c:v>
                </c:pt>
                <c:pt idx="2638">
                  <c:v>50700.085937999997</c:v>
                </c:pt>
                <c:pt idx="2639">
                  <c:v>50504.796875</c:v>
                </c:pt>
                <c:pt idx="2640">
                  <c:v>47672.121094000002</c:v>
                </c:pt>
                <c:pt idx="2641">
                  <c:v>47243.304687999997</c:v>
                </c:pt>
                <c:pt idx="2642">
                  <c:v>49362.507812999997</c:v>
                </c:pt>
                <c:pt idx="2643">
                  <c:v>50098.335937999997</c:v>
                </c:pt>
                <c:pt idx="2644">
                  <c:v>46737.480469000002</c:v>
                </c:pt>
                <c:pt idx="2645">
                  <c:v>46612.632812999997</c:v>
                </c:pt>
                <c:pt idx="2646">
                  <c:v>48896.722655999998</c:v>
                </c:pt>
                <c:pt idx="2647">
                  <c:v>47665.425780999998</c:v>
                </c:pt>
                <c:pt idx="2648">
                  <c:v>46202.144530999998</c:v>
                </c:pt>
                <c:pt idx="2649">
                  <c:v>46848.777344000002</c:v>
                </c:pt>
                <c:pt idx="2650">
                  <c:v>46707.015625</c:v>
                </c:pt>
                <c:pt idx="2651">
                  <c:v>46880.277344000002</c:v>
                </c:pt>
                <c:pt idx="2652">
                  <c:v>48936.613280999998</c:v>
                </c:pt>
                <c:pt idx="2653">
                  <c:v>48628.511719000002</c:v>
                </c:pt>
                <c:pt idx="2654">
                  <c:v>50784.539062999997</c:v>
                </c:pt>
                <c:pt idx="2655">
                  <c:v>50822.195312999997</c:v>
                </c:pt>
                <c:pt idx="2656">
                  <c:v>50429.859375</c:v>
                </c:pt>
                <c:pt idx="2657">
                  <c:v>50809.515625</c:v>
                </c:pt>
                <c:pt idx="2658">
                  <c:v>50640.417969000002</c:v>
                </c:pt>
                <c:pt idx="2659">
                  <c:v>47588.855469000002</c:v>
                </c:pt>
                <c:pt idx="2660">
                  <c:v>46444.710937999997</c:v>
                </c:pt>
                <c:pt idx="2661">
                  <c:v>47178.125</c:v>
                </c:pt>
                <c:pt idx="2662">
                  <c:v>46306.445312999997</c:v>
                </c:pt>
                <c:pt idx="2663">
                  <c:v>47686.8125</c:v>
                </c:pt>
                <c:pt idx="2664">
                  <c:v>47345.21875</c:v>
                </c:pt>
                <c:pt idx="2665">
                  <c:v>46458.117187999997</c:v>
                </c:pt>
                <c:pt idx="2666">
                  <c:v>45897.574219000002</c:v>
                </c:pt>
                <c:pt idx="2667">
                  <c:v>43569.003905999998</c:v>
                </c:pt>
                <c:pt idx="2668">
                  <c:v>43160.929687999997</c:v>
                </c:pt>
                <c:pt idx="2669">
                  <c:v>41557.902344000002</c:v>
                </c:pt>
                <c:pt idx="2670">
                  <c:v>41733.941405999998</c:v>
                </c:pt>
                <c:pt idx="2671">
                  <c:v>41911.601562999997</c:v>
                </c:pt>
                <c:pt idx="2672">
                  <c:v>41821.261719000002</c:v>
                </c:pt>
                <c:pt idx="2673">
                  <c:v>42735.855469000002</c:v>
                </c:pt>
                <c:pt idx="2674">
                  <c:v>43949.101562999997</c:v>
                </c:pt>
                <c:pt idx="2675">
                  <c:v>42591.570312999997</c:v>
                </c:pt>
                <c:pt idx="2676">
                  <c:v>43099.699219000002</c:v>
                </c:pt>
                <c:pt idx="2677">
                  <c:v>43177.398437999997</c:v>
                </c:pt>
                <c:pt idx="2678">
                  <c:v>43113.878905999998</c:v>
                </c:pt>
                <c:pt idx="2679">
                  <c:v>42250.550780999998</c:v>
                </c:pt>
                <c:pt idx="2680">
                  <c:v>42375.632812999997</c:v>
                </c:pt>
                <c:pt idx="2681">
                  <c:v>41744.328125</c:v>
                </c:pt>
                <c:pt idx="2682">
                  <c:v>40680.417969000002</c:v>
                </c:pt>
                <c:pt idx="2683">
                  <c:v>36457.316405999998</c:v>
                </c:pt>
                <c:pt idx="2684">
                  <c:v>35030.25</c:v>
                </c:pt>
                <c:pt idx="2685">
                  <c:v>36276.804687999997</c:v>
                </c:pt>
                <c:pt idx="2686">
                  <c:v>36654.328125</c:v>
                </c:pt>
                <c:pt idx="2687">
                  <c:v>36954.003905999998</c:v>
                </c:pt>
                <c:pt idx="2688">
                  <c:v>36852.121094000002</c:v>
                </c:pt>
                <c:pt idx="2689">
                  <c:v>37138.234375</c:v>
                </c:pt>
                <c:pt idx="2690">
                  <c:v>37784.332030999998</c:v>
                </c:pt>
                <c:pt idx="2691">
                  <c:v>38138.179687999997</c:v>
                </c:pt>
                <c:pt idx="2692">
                  <c:v>37917.601562999997</c:v>
                </c:pt>
                <c:pt idx="2693">
                  <c:v>38483.125</c:v>
                </c:pt>
                <c:pt idx="2694">
                  <c:v>38743.273437999997</c:v>
                </c:pt>
                <c:pt idx="2695">
                  <c:v>36952.984375</c:v>
                </c:pt>
                <c:pt idx="2696">
                  <c:v>37154.601562999997</c:v>
                </c:pt>
                <c:pt idx="2697">
                  <c:v>41500.875</c:v>
                </c:pt>
                <c:pt idx="2698">
                  <c:v>41441.164062999997</c:v>
                </c:pt>
                <c:pt idx="2699">
                  <c:v>42412.433594000002</c:v>
                </c:pt>
                <c:pt idx="2700">
                  <c:v>43840.285155999998</c:v>
                </c:pt>
                <c:pt idx="2701">
                  <c:v>44118.445312999997</c:v>
                </c:pt>
                <c:pt idx="2702">
                  <c:v>44338.796875</c:v>
                </c:pt>
                <c:pt idx="2703">
                  <c:v>43565.113280999998</c:v>
                </c:pt>
                <c:pt idx="2704">
                  <c:v>42407.9375</c:v>
                </c:pt>
                <c:pt idx="2705">
                  <c:v>42244.46875</c:v>
                </c:pt>
                <c:pt idx="2706">
                  <c:v>42197.515625</c:v>
                </c:pt>
                <c:pt idx="2707">
                  <c:v>42586.917969000002</c:v>
                </c:pt>
                <c:pt idx="2708">
                  <c:v>44575.203125</c:v>
                </c:pt>
                <c:pt idx="2709">
                  <c:v>43961.859375</c:v>
                </c:pt>
                <c:pt idx="2710">
                  <c:v>40538.011719000002</c:v>
                </c:pt>
                <c:pt idx="2711">
                  <c:v>40030.976562999997</c:v>
                </c:pt>
                <c:pt idx="2712">
                  <c:v>40122.15625</c:v>
                </c:pt>
                <c:pt idx="2713">
                  <c:v>38431.378905999998</c:v>
                </c:pt>
                <c:pt idx="2714">
                  <c:v>37075.28125</c:v>
                </c:pt>
                <c:pt idx="2715">
                  <c:v>38286.027344000002</c:v>
                </c:pt>
                <c:pt idx="2716">
                  <c:v>37296.570312999997</c:v>
                </c:pt>
                <c:pt idx="2717">
                  <c:v>38332.609375</c:v>
                </c:pt>
                <c:pt idx="2718">
                  <c:v>39214.21875</c:v>
                </c:pt>
                <c:pt idx="2719">
                  <c:v>39105.148437999997</c:v>
                </c:pt>
                <c:pt idx="2720">
                  <c:v>37709.785155999998</c:v>
                </c:pt>
                <c:pt idx="2721">
                  <c:v>43193.234375</c:v>
                </c:pt>
                <c:pt idx="2722">
                  <c:v>44354.636719000002</c:v>
                </c:pt>
                <c:pt idx="2723">
                  <c:v>43924.117187999997</c:v>
                </c:pt>
                <c:pt idx="2724">
                  <c:v>42451.789062999997</c:v>
                </c:pt>
                <c:pt idx="2725">
                  <c:v>39137.605469000002</c:v>
                </c:pt>
                <c:pt idx="2726">
                  <c:v>39400.585937999997</c:v>
                </c:pt>
                <c:pt idx="2727">
                  <c:v>38419.984375</c:v>
                </c:pt>
                <c:pt idx="2728">
                  <c:v>38062.039062999997</c:v>
                </c:pt>
                <c:pt idx="2729">
                  <c:v>38737.269530999998</c:v>
                </c:pt>
                <c:pt idx="2730">
                  <c:v>41982.925780999998</c:v>
                </c:pt>
                <c:pt idx="2731">
                  <c:v>39437.460937999997</c:v>
                </c:pt>
                <c:pt idx="2732">
                  <c:v>38794.972655999998</c:v>
                </c:pt>
                <c:pt idx="2733">
                  <c:v>38904.011719000002</c:v>
                </c:pt>
                <c:pt idx="2734">
                  <c:v>37849.664062999997</c:v>
                </c:pt>
                <c:pt idx="2735">
                  <c:v>39666.753905999998</c:v>
                </c:pt>
                <c:pt idx="2736">
                  <c:v>39338.785155999998</c:v>
                </c:pt>
                <c:pt idx="2737">
                  <c:v>41143.929687999997</c:v>
                </c:pt>
                <c:pt idx="2738">
                  <c:v>40951.378905999998</c:v>
                </c:pt>
                <c:pt idx="2739">
                  <c:v>41801.15625</c:v>
                </c:pt>
                <c:pt idx="2740">
                  <c:v>42190.652344000002</c:v>
                </c:pt>
                <c:pt idx="2741">
                  <c:v>41247.824219000002</c:v>
                </c:pt>
                <c:pt idx="2742">
                  <c:v>41077.996094000002</c:v>
                </c:pt>
                <c:pt idx="2743">
                  <c:v>42358.808594000002</c:v>
                </c:pt>
                <c:pt idx="2744">
                  <c:v>42892.957030999998</c:v>
                </c:pt>
                <c:pt idx="2745">
                  <c:v>43960.933594000002</c:v>
                </c:pt>
                <c:pt idx="2746">
                  <c:v>44348.730469000002</c:v>
                </c:pt>
                <c:pt idx="2747">
                  <c:v>44500.828125</c:v>
                </c:pt>
                <c:pt idx="2748">
                  <c:v>46820.492187999997</c:v>
                </c:pt>
                <c:pt idx="2749">
                  <c:v>47128.003905999998</c:v>
                </c:pt>
                <c:pt idx="2750">
                  <c:v>47465.730469000002</c:v>
                </c:pt>
                <c:pt idx="2751">
                  <c:v>47062.664062999997</c:v>
                </c:pt>
                <c:pt idx="2752">
                  <c:v>45538.675780999998</c:v>
                </c:pt>
                <c:pt idx="2753">
                  <c:v>46281.644530999998</c:v>
                </c:pt>
                <c:pt idx="2754">
                  <c:v>45868.949219000002</c:v>
                </c:pt>
                <c:pt idx="2755">
                  <c:v>46453.566405999998</c:v>
                </c:pt>
                <c:pt idx="2756">
                  <c:v>46622.675780999998</c:v>
                </c:pt>
                <c:pt idx="2757">
                  <c:v>45555.992187999997</c:v>
                </c:pt>
                <c:pt idx="2758">
                  <c:v>43206.738280999998</c:v>
                </c:pt>
                <c:pt idx="2759">
                  <c:v>43503.847655999998</c:v>
                </c:pt>
                <c:pt idx="2760">
                  <c:v>42287.664062999997</c:v>
                </c:pt>
                <c:pt idx="2761">
                  <c:v>42782.136719000002</c:v>
                </c:pt>
                <c:pt idx="2762">
                  <c:v>42207.671875</c:v>
                </c:pt>
                <c:pt idx="2763">
                  <c:v>39521.902344000002</c:v>
                </c:pt>
                <c:pt idx="2764">
                  <c:v>40127.183594000002</c:v>
                </c:pt>
                <c:pt idx="2765">
                  <c:v>41166.730469000002</c:v>
                </c:pt>
                <c:pt idx="2766">
                  <c:v>39935.515625</c:v>
                </c:pt>
                <c:pt idx="2767">
                  <c:v>40553.464844000002</c:v>
                </c:pt>
                <c:pt idx="2768">
                  <c:v>40424.484375</c:v>
                </c:pt>
                <c:pt idx="2769">
                  <c:v>39716.953125</c:v>
                </c:pt>
                <c:pt idx="2770">
                  <c:v>40826.214844000002</c:v>
                </c:pt>
                <c:pt idx="2771">
                  <c:v>41502.75</c:v>
                </c:pt>
                <c:pt idx="2772">
                  <c:v>41374.378905999998</c:v>
                </c:pt>
                <c:pt idx="2773">
                  <c:v>40527.363280999998</c:v>
                </c:pt>
                <c:pt idx="2774">
                  <c:v>39740.320312999997</c:v>
                </c:pt>
                <c:pt idx="2775">
                  <c:v>39486.730469000002</c:v>
                </c:pt>
                <c:pt idx="2776">
                  <c:v>39469.292969000002</c:v>
                </c:pt>
                <c:pt idx="2777">
                  <c:v>40458.308594000002</c:v>
                </c:pt>
                <c:pt idx="2778">
                  <c:v>38117.460937999997</c:v>
                </c:pt>
                <c:pt idx="2779">
                  <c:v>39241.121094000002</c:v>
                </c:pt>
                <c:pt idx="2780">
                  <c:v>39773.828125</c:v>
                </c:pt>
                <c:pt idx="2781">
                  <c:v>38609.824219000002</c:v>
                </c:pt>
                <c:pt idx="2782">
                  <c:v>37714.875</c:v>
                </c:pt>
                <c:pt idx="2783">
                  <c:v>38469.09375</c:v>
                </c:pt>
                <c:pt idx="2784">
                  <c:v>38529.328125</c:v>
                </c:pt>
                <c:pt idx="2785">
                  <c:v>37750.453125</c:v>
                </c:pt>
                <c:pt idx="2786">
                  <c:v>39698.371094000002</c:v>
                </c:pt>
                <c:pt idx="2787">
                  <c:v>36575.140625</c:v>
                </c:pt>
                <c:pt idx="2788">
                  <c:v>36040.921875</c:v>
                </c:pt>
                <c:pt idx="2789">
                  <c:v>35501.953125</c:v>
                </c:pt>
                <c:pt idx="2790">
                  <c:v>34059.265625</c:v>
                </c:pt>
                <c:pt idx="2791">
                  <c:v>30296.953125</c:v>
                </c:pt>
                <c:pt idx="2792">
                  <c:v>31022.90625</c:v>
                </c:pt>
                <c:pt idx="2793">
                  <c:v>28936.355468999998</c:v>
                </c:pt>
                <c:pt idx="2794">
                  <c:v>29047.751952999999</c:v>
                </c:pt>
                <c:pt idx="2795">
                  <c:v>29283.103515999999</c:v>
                </c:pt>
                <c:pt idx="2796">
                  <c:v>30101.265625</c:v>
                </c:pt>
                <c:pt idx="2797">
                  <c:v>31305.113281000002</c:v>
                </c:pt>
                <c:pt idx="2798">
                  <c:v>29862.917968999998</c:v>
                </c:pt>
                <c:pt idx="2799">
                  <c:v>30425.857422000001</c:v>
                </c:pt>
                <c:pt idx="2800">
                  <c:v>28720.271484000001</c:v>
                </c:pt>
                <c:pt idx="2801">
                  <c:v>30314.333984000001</c:v>
                </c:pt>
                <c:pt idx="2802">
                  <c:v>29200.740234000001</c:v>
                </c:pt>
                <c:pt idx="2803">
                  <c:v>29432.226563</c:v>
                </c:pt>
                <c:pt idx="2804">
                  <c:v>30323.722656000002</c:v>
                </c:pt>
                <c:pt idx="2805">
                  <c:v>29098.910156000002</c:v>
                </c:pt>
                <c:pt idx="2806">
                  <c:v>29655.585938</c:v>
                </c:pt>
                <c:pt idx="2807">
                  <c:v>29562.361327999999</c:v>
                </c:pt>
                <c:pt idx="2808">
                  <c:v>29267.224609000001</c:v>
                </c:pt>
                <c:pt idx="2809">
                  <c:v>28627.574218999998</c:v>
                </c:pt>
                <c:pt idx="2810">
                  <c:v>28814.900390999999</c:v>
                </c:pt>
                <c:pt idx="2811">
                  <c:v>29445.957031000002</c:v>
                </c:pt>
                <c:pt idx="2812">
                  <c:v>31726.390625</c:v>
                </c:pt>
                <c:pt idx="2813">
                  <c:v>31792.310547000001</c:v>
                </c:pt>
                <c:pt idx="2814">
                  <c:v>29799.080077999999</c:v>
                </c:pt>
                <c:pt idx="2815">
                  <c:v>30467.488281000002</c:v>
                </c:pt>
                <c:pt idx="2816">
                  <c:v>29704.390625</c:v>
                </c:pt>
                <c:pt idx="2817">
                  <c:v>29832.914063</c:v>
                </c:pt>
                <c:pt idx="2818">
                  <c:v>29906.662109000001</c:v>
                </c:pt>
                <c:pt idx="2819">
                  <c:v>31370.671875</c:v>
                </c:pt>
                <c:pt idx="2820">
                  <c:v>31155.478515999999</c:v>
                </c:pt>
                <c:pt idx="2821">
                  <c:v>30214.355468999998</c:v>
                </c:pt>
                <c:pt idx="2822">
                  <c:v>30111.998047000001</c:v>
                </c:pt>
                <c:pt idx="2823">
                  <c:v>29083.804688</c:v>
                </c:pt>
                <c:pt idx="2824">
                  <c:v>28360.810547000001</c:v>
                </c:pt>
                <c:pt idx="2825">
                  <c:v>26762.648438</c:v>
                </c:pt>
                <c:pt idx="2826">
                  <c:v>22487.388672000001</c:v>
                </c:pt>
                <c:pt idx="2827">
                  <c:v>22206.792968999998</c:v>
                </c:pt>
                <c:pt idx="2828">
                  <c:v>22572.839843999998</c:v>
                </c:pt>
                <c:pt idx="2829">
                  <c:v>20381.650390999999</c:v>
                </c:pt>
                <c:pt idx="2830">
                  <c:v>20471.482422000001</c:v>
                </c:pt>
                <c:pt idx="2831">
                  <c:v>19017.642577999999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CB-49D6-A2DC-C89FE7187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2923151"/>
        <c:axId val="1"/>
      </c:lineChart>
      <c:dateAx>
        <c:axId val="1992923151"/>
        <c:scaling>
          <c:orientation val="minMax"/>
          <c:min val="42005"/>
        </c:scaling>
        <c:delete val="0"/>
        <c:axPos val="b"/>
        <c:numFmt formatCode="yyyy/mm/dd" sourceLinked="0"/>
        <c:majorTickMark val="out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2700000" vert="horz"/>
          <a:lstStyle/>
          <a:p>
            <a:pPr>
              <a:defRPr sz="900" b="0" i="0" u="none" strike="noStrike" baseline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0"/>
        <c:lblOffset val="100"/>
        <c:baseTimeUnit val="days"/>
      </c:dateAx>
      <c:valAx>
        <c:axId val="1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99292315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7BDD0E0-F375-4640-A032-7A6FCC78632A}" type="datetimeFigureOut">
              <a:rPr lang="en-US"/>
              <a:pPr>
                <a:defRPr/>
              </a:pPr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AE3D9BB-AA4F-4A23-97C2-6FEDD16413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8713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2D8A87-6BE4-46BC-899F-9997352C18FC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29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41224-06BA-4623-BD18-1D6EE46F8FCF}" type="datetime1">
              <a:rPr lang="en-US" smtClean="0"/>
              <a:t>12/1/2022</a:t>
            </a:fld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B17471-DA63-4471-8BBA-BCAC1B1E04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346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1041C-F321-4CCF-BDF8-D56C874D5B8D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93C5C-1BA9-4F43-B537-FB07BFC0D5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45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E1623-D898-4710-9B60-96F88C313C06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520E0D-632B-4E43-A0A0-61858C714D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91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CFA55B-F382-4EB3-A4C5-AC845B49DFB6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D6938-FE0D-4ED0-B716-46567B25D2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42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0C2DE-813F-46C1-AC2A-594867EB1A80}" type="datetime1">
              <a:rPr lang="en-US" smtClean="0"/>
              <a:t>12/1/2022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7508EC-2CD6-488B-8425-75B1AC60E1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76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486FE-6A23-4B54-86D9-4F6FEE9E0BB7}" type="datetime1">
              <a:rPr lang="en-US" smtClean="0"/>
              <a:t>12/1/2022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42ECE-4906-4281-A30D-638C380D80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98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20803-2C93-41E9-B0CA-A540C680B8E2}" type="datetime1">
              <a:rPr lang="en-US" smtClean="0"/>
              <a:t>12/1/2022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3F7BC-D877-4716-B489-85CD8720A8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70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5A4A2-C773-46B0-AF2D-CEE2C2899314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A4F4C-F782-41E1-A412-FE3484E5C4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59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6D1D1-DC64-45F6-9FC1-11142FF08826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D0F61C-2892-4BE6-8AB9-B021230D11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067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C6E16-BB29-4EBE-BE45-422D61DB7AD1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05B7F-55B9-4214-916F-2AB97DBC2F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8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8D434-4FA5-47F3-BC3F-E6FD2333A44D}" type="datetime1">
              <a:rPr lang="en-US" smtClean="0"/>
              <a:t>12/1/2022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13428-A387-4D20-B869-06D78A08C4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717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DAE91-FA1B-4BDE-8666-EEB44C31D537}" type="datetime1">
              <a:rPr lang="en-US" smtClean="0"/>
              <a:t>12/1/2022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E3BCD-F52B-43CF-8D2D-CD6FD8602F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446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33C3C-F379-4A06-AAFD-BFA9A136979A}" type="datetime1">
              <a:rPr lang="en-US" smtClean="0"/>
              <a:t>12/1/2022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E2B26-BEDE-421D-BF10-0F7EA00A7C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315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D239A96-68D9-4D3A-803C-DA9F2AF0D8B2}" type="datetime1">
              <a:rPr lang="en-US" smtClean="0"/>
              <a:t>12/1/2022</a:t>
            </a:fld>
            <a:endParaRPr lang="en-US"/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fld id="{BD823BAD-F2F5-41A4-878B-C3B9F3B5E5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Financial Innovation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CA" altLang="en-US" dirty="0"/>
              <a:t>Chapter 29</a:t>
            </a:r>
            <a:endParaRPr lang="en-US" altLang="en-US" dirty="0"/>
          </a:p>
        </p:txBody>
      </p:sp>
      <p:sp>
        <p:nvSpPr>
          <p:cNvPr id="3076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/>
              <a:t>Risk Management and Financial Institutions 6e, Chapter 29,  Copyright © John C. Hull 2023</a:t>
            </a:r>
            <a:endParaRPr lang="en-US" dirty="0"/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90FDDB-7A4E-4A58-826C-9182A39682F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Pattern of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Disintermediation (disappearance of traditional intermediaries)</a:t>
            </a:r>
          </a:p>
          <a:p>
            <a:r>
              <a:rPr lang="en-CA" dirty="0"/>
              <a:t>Re-intermediation (appearance of technology-based intermediaries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838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Machine Learning </a:t>
            </a:r>
            <a:r>
              <a:rPr lang="en-CA" sz="2400" dirty="0"/>
              <a:t>(Section 29.1.1)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000" dirty="0"/>
              <a:t>Branch of artificial intelligence that allows computers to learn without being explicitly programmed</a:t>
            </a:r>
          </a:p>
          <a:p>
            <a:r>
              <a:rPr lang="en-CA" sz="3000" dirty="0"/>
              <a:t>Uses tools to search for patterns. Some are traditional statistical tools such as linear regression, logistic regression and PCA</a:t>
            </a:r>
          </a:p>
          <a:p>
            <a:r>
              <a:rPr lang="en-CA" sz="3000" dirty="0"/>
              <a:t>An important tools that mirrors the way humans recognize patterns are neural 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64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Machine Learning</a:t>
            </a:r>
            <a:endParaRPr lang="en-CA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Supervised Learning: develop rules for mapping inputs to outputs</a:t>
            </a:r>
          </a:p>
          <a:p>
            <a:r>
              <a:rPr lang="en-CA" dirty="0"/>
              <a:t>Unsupervised learning: find patterns in data</a:t>
            </a:r>
          </a:p>
          <a:p>
            <a:r>
              <a:rPr lang="en-CA" dirty="0"/>
              <a:t>Reinforcement learning: develop rules for interacting with a dynamic environment in which it must perform certain tasks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3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Examples of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Translation from one language to another </a:t>
            </a:r>
          </a:p>
          <a:p>
            <a:r>
              <a:rPr lang="en-CA" dirty="0"/>
              <a:t>Fraud recognition</a:t>
            </a:r>
          </a:p>
          <a:p>
            <a:r>
              <a:rPr lang="en-CA" dirty="0"/>
              <a:t>Lending decisions</a:t>
            </a:r>
          </a:p>
          <a:p>
            <a:r>
              <a:rPr lang="en-CA" dirty="0"/>
              <a:t>Driving a car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70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Blockchain </a:t>
            </a:r>
            <a:r>
              <a:rPr lang="en-CA" sz="2400" dirty="0"/>
              <a:t>(Section 29.1.2)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Ledger where new records are added in blocks and records are updated on many different computers</a:t>
            </a:r>
          </a:p>
          <a:p>
            <a:r>
              <a:rPr lang="en-CA" dirty="0"/>
              <a:t>Security system to avoid tampering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107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Hashing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719263"/>
            <a:ext cx="8915400" cy="4411662"/>
          </a:xfrm>
        </p:spPr>
        <p:txBody>
          <a:bodyPr/>
          <a:lstStyle/>
          <a:p>
            <a:r>
              <a:rPr lang="en-CA" dirty="0"/>
              <a:t>Hashing converts text to a 64 string of numbers and letters</a:t>
            </a:r>
          </a:p>
          <a:p>
            <a:r>
              <a:rPr lang="en-CA" dirty="0"/>
              <a:t>Cannot be reversed</a:t>
            </a:r>
          </a:p>
          <a:p>
            <a:r>
              <a:rPr lang="en-CA" dirty="0"/>
              <a:t>Hashing is an important part of blockchain security systems</a:t>
            </a:r>
          </a:p>
          <a:p>
            <a:r>
              <a:rPr lang="en-CA" dirty="0"/>
              <a:t>Blockchain records are made tamper proof with a hash where one of the inputs is the hash of the immediately preceding block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255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Hashing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Hashing “Risk Management and Financial Institutions” (without quotation marks) using SHA gives:</a:t>
            </a:r>
          </a:p>
          <a:p>
            <a:pPr marL="0" indent="0">
              <a:buNone/>
            </a:pPr>
            <a:r>
              <a:rPr lang="en-CA" sz="2400" dirty="0"/>
              <a:t>fd3dce1db8e4836afde19b624bc3eee9d29c883d04f42039754b4bd440104e26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Adding the edition number so that ``Risk Management and Financial Institutions 6''  is input (again without quotation marks) produces a totally different hash:</a:t>
            </a:r>
          </a:p>
          <a:p>
            <a:pPr marL="0" indent="0">
              <a:buNone/>
            </a:pPr>
            <a:r>
              <a:rPr lang="en-CA" sz="2400" dirty="0"/>
              <a:t>9361313d924fccc4eea0323f2292e37f2b4809d3b1296f034becb8dd0367e9a8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99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Payment Systems </a:t>
            </a:r>
            <a:r>
              <a:rPr lang="en-CA" sz="2400" dirty="0"/>
              <a:t>(Section 29.2)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Many innovations already: credit cards, debit cards, mobile wallets</a:t>
            </a:r>
          </a:p>
          <a:p>
            <a:r>
              <a:rPr lang="en-CA" dirty="0"/>
              <a:t>Future use of biometric authorization</a:t>
            </a:r>
          </a:p>
          <a:p>
            <a:r>
              <a:rPr lang="en-CA" dirty="0"/>
              <a:t>Data collection and privacy issues</a:t>
            </a:r>
          </a:p>
          <a:p>
            <a:r>
              <a:rPr lang="en-CA" dirty="0"/>
              <a:t>Increasing use of digital currencies</a:t>
            </a:r>
          </a:p>
          <a:p>
            <a:r>
              <a:rPr lang="en-CA" dirty="0"/>
              <a:t>Will central banks use digital currencies?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0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USD Value of Bitcoin 2015 to June 2022 </a:t>
            </a:r>
            <a:r>
              <a:rPr lang="en-CA" sz="2400" dirty="0"/>
              <a:t>(Figure 29.2)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F64A1-2D76-BFAD-33FD-72F6AA99F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7C51F5B-A330-FE06-57AD-79798DCB4B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8534476"/>
              </p:ext>
            </p:extLst>
          </p:nvPr>
        </p:nvGraphicFramePr>
        <p:xfrm>
          <a:off x="1219200" y="1719263"/>
          <a:ext cx="6592888" cy="4411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5052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543800" cy="1295400"/>
          </a:xfrm>
        </p:spPr>
        <p:txBody>
          <a:bodyPr/>
          <a:lstStyle/>
          <a:p>
            <a:r>
              <a:rPr lang="en-CA" dirty="0"/>
              <a:t>Lending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P2P lending is example of disintermediation followed by re-intermediation</a:t>
            </a:r>
          </a:p>
          <a:p>
            <a:r>
              <a:rPr lang="en-CA" sz="2800" dirty="0"/>
              <a:t>P2P lenders provide a platform for borrowers and lenders to contact each other</a:t>
            </a:r>
          </a:p>
          <a:p>
            <a:r>
              <a:rPr lang="en-CA" sz="2800" dirty="0"/>
              <a:t>They verify the borrowers information, assess the borrower’s credit risk, and process cash flows</a:t>
            </a:r>
          </a:p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43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Crowdfunding </a:t>
            </a:r>
            <a:r>
              <a:rPr lang="en-CA" sz="2400" dirty="0"/>
              <a:t>(Section 29.4.2)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Raising funding for projects on line</a:t>
            </a:r>
          </a:p>
          <a:p>
            <a:pPr lvl="1"/>
            <a:r>
              <a:rPr lang="en-CA" dirty="0"/>
              <a:t>Donation based</a:t>
            </a:r>
          </a:p>
          <a:p>
            <a:pPr lvl="1"/>
            <a:r>
              <a:rPr lang="en-CA" dirty="0"/>
              <a:t>Debt based</a:t>
            </a:r>
          </a:p>
          <a:p>
            <a:pPr lvl="1"/>
            <a:r>
              <a:rPr lang="en-CA" dirty="0"/>
              <a:t>Equity-based</a:t>
            </a:r>
          </a:p>
          <a:p>
            <a:r>
              <a:rPr lang="en-CA" dirty="0"/>
              <a:t>Initial Coin Offerings (ICOs) are an alternative to IPOs where a company issues a new digital currency, usually in return for a digital currency such as bitcoin</a:t>
            </a:r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64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Wealth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Being disrupted by on-line </a:t>
            </a:r>
            <a:r>
              <a:rPr lang="en-CA" dirty="0" err="1"/>
              <a:t>robo</a:t>
            </a:r>
            <a:r>
              <a:rPr lang="en-CA" dirty="0"/>
              <a:t>-advisors</a:t>
            </a:r>
          </a:p>
          <a:p>
            <a:r>
              <a:rPr lang="en-CA" dirty="0"/>
              <a:t>Service is provided more cheaply</a:t>
            </a:r>
          </a:p>
          <a:p>
            <a:r>
              <a:rPr lang="en-CA" dirty="0"/>
              <a:t>Usually investors are offered a mixture of index and fixed-income investments</a:t>
            </a:r>
          </a:p>
          <a:p>
            <a:r>
              <a:rPr lang="en-CA" dirty="0"/>
              <a:t>Investment strategies may become more sophisticated in the future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816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InsurTech</a:t>
            </a:r>
            <a:r>
              <a:rPr lang="en-CA" dirty="0"/>
              <a:t> </a:t>
            </a:r>
            <a:r>
              <a:rPr lang="en-CA" sz="2400" dirty="0"/>
              <a:t>(Section 29.6)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May not be so easy to disrupt as consumers require a stable well-capitalized company</a:t>
            </a:r>
          </a:p>
          <a:p>
            <a:r>
              <a:rPr lang="en-CA" dirty="0"/>
              <a:t>Brokers and agents may disappear</a:t>
            </a:r>
          </a:p>
          <a:p>
            <a:r>
              <a:rPr lang="en-CA" dirty="0"/>
              <a:t>Greater availability of data means that risks can be assessed more accurately</a:t>
            </a:r>
          </a:p>
          <a:p>
            <a:r>
              <a:rPr lang="en-CA" dirty="0"/>
              <a:t>Black box driving insurance is an interesting innovation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7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Regulation is a barrier to entry for </a:t>
            </a:r>
            <a:r>
              <a:rPr lang="en-CA" sz="2800" dirty="0" err="1"/>
              <a:t>FinTechs</a:t>
            </a:r>
            <a:endParaRPr lang="en-CA" sz="2800" dirty="0"/>
          </a:p>
          <a:p>
            <a:r>
              <a:rPr lang="en-CA" sz="2800" dirty="0"/>
              <a:t>Regulators do not want to stifle innovation and have come up with some plans that provide some regulatory relief for innovators </a:t>
            </a:r>
          </a:p>
          <a:p>
            <a:r>
              <a:rPr lang="en-CA" sz="2800" dirty="0"/>
              <a:t>But regulating </a:t>
            </a:r>
            <a:r>
              <a:rPr lang="en-CA" sz="2800" dirty="0" err="1"/>
              <a:t>FinTechs</a:t>
            </a:r>
            <a:r>
              <a:rPr lang="en-CA" sz="2800" dirty="0"/>
              <a:t> is a challenge (e.g., HFTs have caused  problems for regulators)</a:t>
            </a:r>
          </a:p>
          <a:p>
            <a:r>
              <a:rPr lang="en-CA" sz="2800" dirty="0"/>
              <a:t>Can a computer program be regulated in the same way as the systems in a large bank?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38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RegTech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 err="1"/>
              <a:t>RegTech</a:t>
            </a:r>
            <a:r>
              <a:rPr lang="en-CA" sz="2800" dirty="0"/>
              <a:t> is the word used to describe the use of technology to improve compliance with regulations. Examples:</a:t>
            </a:r>
          </a:p>
          <a:p>
            <a:pPr lvl="1"/>
            <a:r>
              <a:rPr lang="en-CA" sz="2400" dirty="0"/>
              <a:t>Screen customers and transactions in real time for money laundering, terrorist financing, and sanctions</a:t>
            </a:r>
          </a:p>
          <a:p>
            <a:pPr lvl="1"/>
            <a:r>
              <a:rPr lang="en-CA" sz="2400" dirty="0"/>
              <a:t>Monitor staff communications using machine learning to determine outliers</a:t>
            </a:r>
          </a:p>
          <a:p>
            <a:pPr lvl="1"/>
            <a:r>
              <a:rPr lang="en-CA" sz="2400" dirty="0"/>
              <a:t>Use a library of global regulatory requirements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30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Should Banks Respond?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Many of their traditional sources of revenue will be lost</a:t>
            </a:r>
          </a:p>
          <a:p>
            <a:r>
              <a:rPr lang="en-CA" dirty="0"/>
              <a:t>71% of millennials would rather visit the dentist than listen to a bank</a:t>
            </a:r>
          </a:p>
          <a:p>
            <a:r>
              <a:rPr lang="en-CA" dirty="0"/>
              <a:t>Continual need to adapt to a fast-changing environment for financial services and find value-added services</a:t>
            </a:r>
          </a:p>
          <a:p>
            <a:r>
              <a:rPr lang="en-CA" dirty="0"/>
              <a:t>Kodak or IBM?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29,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93C5C-1BA9-4F43-B537-FB07BFC0D50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6636907"/>
      </p:ext>
    </p:extLst>
  </p:cSld>
  <p:clrMapOvr>
    <a:masterClrMapping/>
  </p:clrMapOvr>
</p:sld>
</file>

<file path=ppt/theme/theme1.xml><?xml version="1.0" encoding="utf-8"?>
<a:theme xmlns:a="http://schemas.openxmlformats.org/drawingml/2006/main" name="HullRMFICh07">
  <a:themeElements>
    <a:clrScheme name="HullRMFICh07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7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7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7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CCDCAE-0162-4B49-BB4C-A39D8AB1E02E}"/>
</file>

<file path=customXml/itemProps2.xml><?xml version="1.0" encoding="utf-8"?>
<ds:datastoreItem xmlns:ds="http://schemas.openxmlformats.org/officeDocument/2006/customXml" ds:itemID="{0613E00B-38FD-428C-B009-46677C4573B4}"/>
</file>

<file path=customXml/itemProps3.xml><?xml version="1.0" encoding="utf-8"?>
<ds:datastoreItem xmlns:ds="http://schemas.openxmlformats.org/officeDocument/2006/customXml" ds:itemID="{DF79F5AA-3F1B-42FD-BDA0-A66E965BF4F1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HullRMFI2ndEdCh08</Template>
  <TotalTime>3290</TotalTime>
  <Words>939</Words>
  <Application>Microsoft Office PowerPoint</Application>
  <PresentationFormat>On-screen Show (4:3)</PresentationFormat>
  <Paragraphs>110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HullRMFICh07</vt:lpstr>
      <vt:lpstr>Financial Innovation</vt:lpstr>
      <vt:lpstr>The Pattern of Innovation</vt:lpstr>
      <vt:lpstr>Machine Learning (Section 29.1.1)</vt:lpstr>
      <vt:lpstr>Types of Machine Learning</vt:lpstr>
      <vt:lpstr>Examples of Applications</vt:lpstr>
      <vt:lpstr>Blockchain (Section 29.1.2)</vt:lpstr>
      <vt:lpstr>Hashing 1</vt:lpstr>
      <vt:lpstr>Hashing 2</vt:lpstr>
      <vt:lpstr>Payment Systems (Section 29.2)</vt:lpstr>
      <vt:lpstr>USD Value of Bitcoin 2015 to June 2022 (Figure 29.2)</vt:lpstr>
      <vt:lpstr>Lending Innovations</vt:lpstr>
      <vt:lpstr>Crowdfunding (Section 29.4.2)</vt:lpstr>
      <vt:lpstr>Wealth Management</vt:lpstr>
      <vt:lpstr>InsurTech (Section 29.6)</vt:lpstr>
      <vt:lpstr>Regulation</vt:lpstr>
      <vt:lpstr>RegTech</vt:lpstr>
      <vt:lpstr>How Should Banks Respond?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18</dc:subject>
  <dc:creator>John Hull</dc:creator>
  <cp:keywords>5th Edition</cp:keywords>
  <dc:description>Copyright 2018 by John Hull._x000d_
All rights reserved.</dc:description>
  <cp:lastModifiedBy>John Hull</cp:lastModifiedBy>
  <cp:revision>67</cp:revision>
  <dcterms:created xsi:type="dcterms:W3CDTF">2011-03-02T17:52:57Z</dcterms:created>
  <dcterms:modified xsi:type="dcterms:W3CDTF">2022-12-01T21:54:31Z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