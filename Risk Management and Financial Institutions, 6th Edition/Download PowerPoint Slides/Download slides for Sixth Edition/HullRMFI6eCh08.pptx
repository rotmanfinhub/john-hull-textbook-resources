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style2.xml" ContentType="application/vnd.ms-office.chartstyle+xml"/>
  <Override PartName="/ppt/charts/colors2.xml" ContentType="application/vnd.ms-office.chartcolor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38"/>
  </p:notesMasterIdLst>
  <p:handoutMasterIdLst>
    <p:handoutMasterId r:id="rId39"/>
  </p:handoutMasterIdLst>
  <p:sldIdLst>
    <p:sldId id="256" r:id="rId2"/>
    <p:sldId id="278" r:id="rId3"/>
    <p:sldId id="281" r:id="rId4"/>
    <p:sldId id="284" r:id="rId5"/>
    <p:sldId id="279" r:id="rId6"/>
    <p:sldId id="285" r:id="rId7"/>
    <p:sldId id="287" r:id="rId8"/>
    <p:sldId id="280" r:id="rId9"/>
    <p:sldId id="286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1" r:id="rId23"/>
    <p:sldId id="272" r:id="rId24"/>
    <p:sldId id="273" r:id="rId25"/>
    <p:sldId id="290" r:id="rId26"/>
    <p:sldId id="291" r:id="rId27"/>
    <p:sldId id="292" r:id="rId28"/>
    <p:sldId id="302" r:id="rId29"/>
    <p:sldId id="293" r:id="rId30"/>
    <p:sldId id="270" r:id="rId31"/>
    <p:sldId id="295" r:id="rId32"/>
    <p:sldId id="297" r:id="rId33"/>
    <p:sldId id="298" r:id="rId34"/>
    <p:sldId id="299" r:id="rId35"/>
    <p:sldId id="300" r:id="rId36"/>
    <p:sldId id="301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614"/>
    </p:cViewPr>
  </p:sorterViewPr>
  <p:notesViewPr>
    <p:cSldViewPr>
      <p:cViewPr varScale="1">
        <p:scale>
          <a:sx n="85" d="100"/>
          <a:sy n="85" d="100"/>
        </p:scale>
        <p:origin x="-199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ull\OneDrive\Documents\Ch08_6e_Figure%208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ull\OneDrive\Documents\Ch08_6e_Figure%208_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ull\OneDrive\Documents\Ch08_6e_Figure%208_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'^VIX'!$A$1:$A$4553</c:f>
              <c:numCache>
                <c:formatCode>[$-409]dd/mmm/yy;@</c:formatCode>
                <c:ptCount val="4553"/>
                <c:pt idx="0">
                  <c:v>37988</c:v>
                </c:pt>
                <c:pt idx="1">
                  <c:v>37991</c:v>
                </c:pt>
                <c:pt idx="2">
                  <c:v>37992</c:v>
                </c:pt>
                <c:pt idx="3">
                  <c:v>37993</c:v>
                </c:pt>
                <c:pt idx="4">
                  <c:v>37994</c:v>
                </c:pt>
                <c:pt idx="5">
                  <c:v>37995</c:v>
                </c:pt>
                <c:pt idx="6">
                  <c:v>37998</c:v>
                </c:pt>
                <c:pt idx="7">
                  <c:v>37999</c:v>
                </c:pt>
                <c:pt idx="8">
                  <c:v>38000</c:v>
                </c:pt>
                <c:pt idx="9">
                  <c:v>38001</c:v>
                </c:pt>
                <c:pt idx="10">
                  <c:v>38002</c:v>
                </c:pt>
                <c:pt idx="11">
                  <c:v>38006</c:v>
                </c:pt>
                <c:pt idx="12">
                  <c:v>38007</c:v>
                </c:pt>
                <c:pt idx="13">
                  <c:v>38008</c:v>
                </c:pt>
                <c:pt idx="14">
                  <c:v>38009</c:v>
                </c:pt>
                <c:pt idx="15">
                  <c:v>38012</c:v>
                </c:pt>
                <c:pt idx="16">
                  <c:v>38013</c:v>
                </c:pt>
                <c:pt idx="17">
                  <c:v>38014</c:v>
                </c:pt>
                <c:pt idx="18">
                  <c:v>38015</c:v>
                </c:pt>
                <c:pt idx="19">
                  <c:v>38016</c:v>
                </c:pt>
                <c:pt idx="20">
                  <c:v>38019</c:v>
                </c:pt>
                <c:pt idx="21">
                  <c:v>38020</c:v>
                </c:pt>
                <c:pt idx="22">
                  <c:v>38021</c:v>
                </c:pt>
                <c:pt idx="23">
                  <c:v>38022</c:v>
                </c:pt>
                <c:pt idx="24">
                  <c:v>38023</c:v>
                </c:pt>
                <c:pt idx="25">
                  <c:v>38026</c:v>
                </c:pt>
                <c:pt idx="26">
                  <c:v>38027</c:v>
                </c:pt>
                <c:pt idx="27">
                  <c:v>38028</c:v>
                </c:pt>
                <c:pt idx="28">
                  <c:v>38029</c:v>
                </c:pt>
                <c:pt idx="29">
                  <c:v>38030</c:v>
                </c:pt>
                <c:pt idx="30">
                  <c:v>38034</c:v>
                </c:pt>
                <c:pt idx="31">
                  <c:v>38035</c:v>
                </c:pt>
                <c:pt idx="32">
                  <c:v>38036</c:v>
                </c:pt>
                <c:pt idx="33">
                  <c:v>38037</c:v>
                </c:pt>
                <c:pt idx="34">
                  <c:v>38040</c:v>
                </c:pt>
                <c:pt idx="35">
                  <c:v>38041</c:v>
                </c:pt>
                <c:pt idx="36">
                  <c:v>38042</c:v>
                </c:pt>
                <c:pt idx="37">
                  <c:v>38043</c:v>
                </c:pt>
                <c:pt idx="38">
                  <c:v>38044</c:v>
                </c:pt>
                <c:pt idx="39">
                  <c:v>38047</c:v>
                </c:pt>
                <c:pt idx="40">
                  <c:v>38048</c:v>
                </c:pt>
                <c:pt idx="41">
                  <c:v>38049</c:v>
                </c:pt>
                <c:pt idx="42">
                  <c:v>38050</c:v>
                </c:pt>
                <c:pt idx="43">
                  <c:v>38051</c:v>
                </c:pt>
                <c:pt idx="44">
                  <c:v>38054</c:v>
                </c:pt>
                <c:pt idx="45">
                  <c:v>38055</c:v>
                </c:pt>
                <c:pt idx="46">
                  <c:v>38056</c:v>
                </c:pt>
                <c:pt idx="47">
                  <c:v>38057</c:v>
                </c:pt>
                <c:pt idx="48">
                  <c:v>38058</c:v>
                </c:pt>
                <c:pt idx="49">
                  <c:v>38061</c:v>
                </c:pt>
                <c:pt idx="50">
                  <c:v>38062</c:v>
                </c:pt>
                <c:pt idx="51">
                  <c:v>38063</c:v>
                </c:pt>
                <c:pt idx="52">
                  <c:v>38064</c:v>
                </c:pt>
                <c:pt idx="53">
                  <c:v>38065</c:v>
                </c:pt>
                <c:pt idx="54">
                  <c:v>38068</c:v>
                </c:pt>
                <c:pt idx="55">
                  <c:v>38069</c:v>
                </c:pt>
                <c:pt idx="56">
                  <c:v>38070</c:v>
                </c:pt>
                <c:pt idx="57">
                  <c:v>38071</c:v>
                </c:pt>
                <c:pt idx="58">
                  <c:v>38072</c:v>
                </c:pt>
                <c:pt idx="59">
                  <c:v>38075</c:v>
                </c:pt>
                <c:pt idx="60">
                  <c:v>38076</c:v>
                </c:pt>
                <c:pt idx="61">
                  <c:v>38077</c:v>
                </c:pt>
                <c:pt idx="62">
                  <c:v>38078</c:v>
                </c:pt>
                <c:pt idx="63">
                  <c:v>38079</c:v>
                </c:pt>
                <c:pt idx="64">
                  <c:v>38082</c:v>
                </c:pt>
                <c:pt idx="65">
                  <c:v>38083</c:v>
                </c:pt>
                <c:pt idx="66">
                  <c:v>38084</c:v>
                </c:pt>
                <c:pt idx="67">
                  <c:v>38085</c:v>
                </c:pt>
                <c:pt idx="68">
                  <c:v>38089</c:v>
                </c:pt>
                <c:pt idx="69">
                  <c:v>38090</c:v>
                </c:pt>
                <c:pt idx="70">
                  <c:v>38091</c:v>
                </c:pt>
                <c:pt idx="71">
                  <c:v>38092</c:v>
                </c:pt>
                <c:pt idx="72">
                  <c:v>38093</c:v>
                </c:pt>
                <c:pt idx="73">
                  <c:v>38096</c:v>
                </c:pt>
                <c:pt idx="74">
                  <c:v>38097</c:v>
                </c:pt>
                <c:pt idx="75">
                  <c:v>38098</c:v>
                </c:pt>
                <c:pt idx="76">
                  <c:v>38099</c:v>
                </c:pt>
                <c:pt idx="77">
                  <c:v>38100</c:v>
                </c:pt>
                <c:pt idx="78">
                  <c:v>38103</c:v>
                </c:pt>
                <c:pt idx="79">
                  <c:v>38104</c:v>
                </c:pt>
                <c:pt idx="80">
                  <c:v>38105</c:v>
                </c:pt>
                <c:pt idx="81">
                  <c:v>38106</c:v>
                </c:pt>
                <c:pt idx="82">
                  <c:v>38107</c:v>
                </c:pt>
                <c:pt idx="83">
                  <c:v>38110</c:v>
                </c:pt>
                <c:pt idx="84">
                  <c:v>38111</c:v>
                </c:pt>
                <c:pt idx="85">
                  <c:v>38112</c:v>
                </c:pt>
                <c:pt idx="86">
                  <c:v>38113</c:v>
                </c:pt>
                <c:pt idx="87">
                  <c:v>38114</c:v>
                </c:pt>
                <c:pt idx="88">
                  <c:v>38117</c:v>
                </c:pt>
                <c:pt idx="89">
                  <c:v>38118</c:v>
                </c:pt>
                <c:pt idx="90">
                  <c:v>38119</c:v>
                </c:pt>
                <c:pt idx="91">
                  <c:v>38120</c:v>
                </c:pt>
                <c:pt idx="92">
                  <c:v>38121</c:v>
                </c:pt>
                <c:pt idx="93">
                  <c:v>38124</c:v>
                </c:pt>
                <c:pt idx="94">
                  <c:v>38125</c:v>
                </c:pt>
                <c:pt idx="95">
                  <c:v>38126</c:v>
                </c:pt>
                <c:pt idx="96">
                  <c:v>38127</c:v>
                </c:pt>
                <c:pt idx="97">
                  <c:v>38128</c:v>
                </c:pt>
                <c:pt idx="98">
                  <c:v>38131</c:v>
                </c:pt>
                <c:pt idx="99">
                  <c:v>38132</c:v>
                </c:pt>
                <c:pt idx="100">
                  <c:v>38133</c:v>
                </c:pt>
                <c:pt idx="101">
                  <c:v>38134</c:v>
                </c:pt>
                <c:pt idx="102">
                  <c:v>38135</c:v>
                </c:pt>
                <c:pt idx="103">
                  <c:v>38139</c:v>
                </c:pt>
                <c:pt idx="104">
                  <c:v>38140</c:v>
                </c:pt>
                <c:pt idx="105">
                  <c:v>38141</c:v>
                </c:pt>
                <c:pt idx="106">
                  <c:v>38142</c:v>
                </c:pt>
                <c:pt idx="107">
                  <c:v>38145</c:v>
                </c:pt>
                <c:pt idx="108">
                  <c:v>38146</c:v>
                </c:pt>
                <c:pt idx="109">
                  <c:v>38147</c:v>
                </c:pt>
                <c:pt idx="110">
                  <c:v>38148</c:v>
                </c:pt>
                <c:pt idx="111">
                  <c:v>38152</c:v>
                </c:pt>
                <c:pt idx="112">
                  <c:v>38153</c:v>
                </c:pt>
                <c:pt idx="113">
                  <c:v>38154</c:v>
                </c:pt>
                <c:pt idx="114">
                  <c:v>38155</c:v>
                </c:pt>
                <c:pt idx="115">
                  <c:v>38156</c:v>
                </c:pt>
                <c:pt idx="116">
                  <c:v>38159</c:v>
                </c:pt>
                <c:pt idx="117">
                  <c:v>38160</c:v>
                </c:pt>
                <c:pt idx="118">
                  <c:v>38161</c:v>
                </c:pt>
                <c:pt idx="119">
                  <c:v>38162</c:v>
                </c:pt>
                <c:pt idx="120">
                  <c:v>38163</c:v>
                </c:pt>
                <c:pt idx="121">
                  <c:v>38166</c:v>
                </c:pt>
                <c:pt idx="122">
                  <c:v>38167</c:v>
                </c:pt>
                <c:pt idx="123">
                  <c:v>38168</c:v>
                </c:pt>
                <c:pt idx="124">
                  <c:v>38169</c:v>
                </c:pt>
                <c:pt idx="125">
                  <c:v>38170</c:v>
                </c:pt>
                <c:pt idx="126">
                  <c:v>38174</c:v>
                </c:pt>
                <c:pt idx="127">
                  <c:v>38175</c:v>
                </c:pt>
                <c:pt idx="128">
                  <c:v>38176</c:v>
                </c:pt>
                <c:pt idx="129">
                  <c:v>38177</c:v>
                </c:pt>
                <c:pt idx="130">
                  <c:v>38180</c:v>
                </c:pt>
                <c:pt idx="131">
                  <c:v>38181</c:v>
                </c:pt>
                <c:pt idx="132">
                  <c:v>38182</c:v>
                </c:pt>
                <c:pt idx="133">
                  <c:v>38183</c:v>
                </c:pt>
                <c:pt idx="134">
                  <c:v>38184</c:v>
                </c:pt>
                <c:pt idx="135">
                  <c:v>38187</c:v>
                </c:pt>
                <c:pt idx="136">
                  <c:v>38188</c:v>
                </c:pt>
                <c:pt idx="137">
                  <c:v>38189</c:v>
                </c:pt>
                <c:pt idx="138">
                  <c:v>38190</c:v>
                </c:pt>
                <c:pt idx="139">
                  <c:v>38191</c:v>
                </c:pt>
                <c:pt idx="140">
                  <c:v>38194</c:v>
                </c:pt>
                <c:pt idx="141">
                  <c:v>38195</c:v>
                </c:pt>
                <c:pt idx="142">
                  <c:v>38196</c:v>
                </c:pt>
                <c:pt idx="143">
                  <c:v>38197</c:v>
                </c:pt>
                <c:pt idx="144">
                  <c:v>38198</c:v>
                </c:pt>
                <c:pt idx="145">
                  <c:v>38201</c:v>
                </c:pt>
                <c:pt idx="146">
                  <c:v>38202</c:v>
                </c:pt>
                <c:pt idx="147">
                  <c:v>38203</c:v>
                </c:pt>
                <c:pt idx="148">
                  <c:v>38204</c:v>
                </c:pt>
                <c:pt idx="149">
                  <c:v>38205</c:v>
                </c:pt>
                <c:pt idx="150">
                  <c:v>38208</c:v>
                </c:pt>
                <c:pt idx="151">
                  <c:v>38209</c:v>
                </c:pt>
                <c:pt idx="152">
                  <c:v>38210</c:v>
                </c:pt>
                <c:pt idx="153">
                  <c:v>38211</c:v>
                </c:pt>
                <c:pt idx="154">
                  <c:v>38212</c:v>
                </c:pt>
                <c:pt idx="155">
                  <c:v>38215</c:v>
                </c:pt>
                <c:pt idx="156">
                  <c:v>38216</c:v>
                </c:pt>
                <c:pt idx="157">
                  <c:v>38217</c:v>
                </c:pt>
                <c:pt idx="158">
                  <c:v>38218</c:v>
                </c:pt>
                <c:pt idx="159">
                  <c:v>38219</c:v>
                </c:pt>
                <c:pt idx="160">
                  <c:v>38222</c:v>
                </c:pt>
                <c:pt idx="161">
                  <c:v>38223</c:v>
                </c:pt>
                <c:pt idx="162">
                  <c:v>38224</c:v>
                </c:pt>
                <c:pt idx="163">
                  <c:v>38225</c:v>
                </c:pt>
                <c:pt idx="164">
                  <c:v>38226</c:v>
                </c:pt>
                <c:pt idx="165">
                  <c:v>38229</c:v>
                </c:pt>
                <c:pt idx="166">
                  <c:v>38230</c:v>
                </c:pt>
                <c:pt idx="167">
                  <c:v>38231</c:v>
                </c:pt>
                <c:pt idx="168">
                  <c:v>38232</c:v>
                </c:pt>
                <c:pt idx="169">
                  <c:v>38233</c:v>
                </c:pt>
                <c:pt idx="170">
                  <c:v>38237</c:v>
                </c:pt>
                <c:pt idx="171">
                  <c:v>38238</c:v>
                </c:pt>
                <c:pt idx="172">
                  <c:v>38239</c:v>
                </c:pt>
                <c:pt idx="173">
                  <c:v>38240</c:v>
                </c:pt>
                <c:pt idx="174">
                  <c:v>38243</c:v>
                </c:pt>
                <c:pt idx="175">
                  <c:v>38244</c:v>
                </c:pt>
                <c:pt idx="176">
                  <c:v>38245</c:v>
                </c:pt>
                <c:pt idx="177">
                  <c:v>38246</c:v>
                </c:pt>
                <c:pt idx="178">
                  <c:v>38247</c:v>
                </c:pt>
                <c:pt idx="179">
                  <c:v>38250</c:v>
                </c:pt>
                <c:pt idx="180">
                  <c:v>38251</c:v>
                </c:pt>
                <c:pt idx="181">
                  <c:v>38252</c:v>
                </c:pt>
                <c:pt idx="182">
                  <c:v>38253</c:v>
                </c:pt>
                <c:pt idx="183">
                  <c:v>38254</c:v>
                </c:pt>
                <c:pt idx="184">
                  <c:v>38257</c:v>
                </c:pt>
                <c:pt idx="185">
                  <c:v>38258</c:v>
                </c:pt>
                <c:pt idx="186">
                  <c:v>38259</c:v>
                </c:pt>
                <c:pt idx="187">
                  <c:v>38260</c:v>
                </c:pt>
                <c:pt idx="188">
                  <c:v>38261</c:v>
                </c:pt>
                <c:pt idx="189">
                  <c:v>38264</c:v>
                </c:pt>
                <c:pt idx="190">
                  <c:v>38265</c:v>
                </c:pt>
                <c:pt idx="191">
                  <c:v>38266</c:v>
                </c:pt>
                <c:pt idx="192">
                  <c:v>38267</c:v>
                </c:pt>
                <c:pt idx="193">
                  <c:v>38268</c:v>
                </c:pt>
                <c:pt idx="194">
                  <c:v>38271</c:v>
                </c:pt>
                <c:pt idx="195">
                  <c:v>38272</c:v>
                </c:pt>
                <c:pt idx="196">
                  <c:v>38273</c:v>
                </c:pt>
                <c:pt idx="197">
                  <c:v>38274</c:v>
                </c:pt>
                <c:pt idx="198">
                  <c:v>38275</c:v>
                </c:pt>
                <c:pt idx="199">
                  <c:v>38278</c:v>
                </c:pt>
                <c:pt idx="200">
                  <c:v>38279</c:v>
                </c:pt>
                <c:pt idx="201">
                  <c:v>38280</c:v>
                </c:pt>
                <c:pt idx="202">
                  <c:v>38281</c:v>
                </c:pt>
                <c:pt idx="203">
                  <c:v>38282</c:v>
                </c:pt>
                <c:pt idx="204">
                  <c:v>38285</c:v>
                </c:pt>
                <c:pt idx="205">
                  <c:v>38286</c:v>
                </c:pt>
                <c:pt idx="206">
                  <c:v>38287</c:v>
                </c:pt>
                <c:pt idx="207">
                  <c:v>38288</c:v>
                </c:pt>
                <c:pt idx="208">
                  <c:v>38289</c:v>
                </c:pt>
                <c:pt idx="209">
                  <c:v>38292</c:v>
                </c:pt>
                <c:pt idx="210">
                  <c:v>38293</c:v>
                </c:pt>
                <c:pt idx="211">
                  <c:v>38294</c:v>
                </c:pt>
                <c:pt idx="212">
                  <c:v>38295</c:v>
                </c:pt>
                <c:pt idx="213">
                  <c:v>38296</c:v>
                </c:pt>
                <c:pt idx="214">
                  <c:v>38299</c:v>
                </c:pt>
                <c:pt idx="215">
                  <c:v>38300</c:v>
                </c:pt>
                <c:pt idx="216">
                  <c:v>38301</c:v>
                </c:pt>
                <c:pt idx="217">
                  <c:v>38302</c:v>
                </c:pt>
                <c:pt idx="218">
                  <c:v>38303</c:v>
                </c:pt>
                <c:pt idx="219">
                  <c:v>38306</c:v>
                </c:pt>
                <c:pt idx="220">
                  <c:v>38307</c:v>
                </c:pt>
                <c:pt idx="221">
                  <c:v>38308</c:v>
                </c:pt>
                <c:pt idx="222">
                  <c:v>38309</c:v>
                </c:pt>
                <c:pt idx="223">
                  <c:v>38310</c:v>
                </c:pt>
                <c:pt idx="224">
                  <c:v>38313</c:v>
                </c:pt>
                <c:pt idx="225">
                  <c:v>38314</c:v>
                </c:pt>
                <c:pt idx="226">
                  <c:v>38315</c:v>
                </c:pt>
                <c:pt idx="227">
                  <c:v>38317</c:v>
                </c:pt>
                <c:pt idx="228">
                  <c:v>38320</c:v>
                </c:pt>
                <c:pt idx="229">
                  <c:v>38321</c:v>
                </c:pt>
                <c:pt idx="230">
                  <c:v>38322</c:v>
                </c:pt>
                <c:pt idx="231">
                  <c:v>38323</c:v>
                </c:pt>
                <c:pt idx="232">
                  <c:v>38324</c:v>
                </c:pt>
                <c:pt idx="233">
                  <c:v>38327</c:v>
                </c:pt>
                <c:pt idx="234">
                  <c:v>38328</c:v>
                </c:pt>
                <c:pt idx="235">
                  <c:v>38329</c:v>
                </c:pt>
                <c:pt idx="236">
                  <c:v>38330</c:v>
                </c:pt>
                <c:pt idx="237">
                  <c:v>38331</c:v>
                </c:pt>
                <c:pt idx="238">
                  <c:v>38334</c:v>
                </c:pt>
                <c:pt idx="239">
                  <c:v>38335</c:v>
                </c:pt>
                <c:pt idx="240">
                  <c:v>38336</c:v>
                </c:pt>
                <c:pt idx="241">
                  <c:v>38337</c:v>
                </c:pt>
                <c:pt idx="242">
                  <c:v>38338</c:v>
                </c:pt>
                <c:pt idx="243">
                  <c:v>38341</c:v>
                </c:pt>
                <c:pt idx="244">
                  <c:v>38342</c:v>
                </c:pt>
                <c:pt idx="245">
                  <c:v>38343</c:v>
                </c:pt>
                <c:pt idx="246">
                  <c:v>38344</c:v>
                </c:pt>
                <c:pt idx="247">
                  <c:v>38348</c:v>
                </c:pt>
                <c:pt idx="248">
                  <c:v>38349</c:v>
                </c:pt>
                <c:pt idx="249">
                  <c:v>38350</c:v>
                </c:pt>
                <c:pt idx="250">
                  <c:v>38351</c:v>
                </c:pt>
                <c:pt idx="251">
                  <c:v>38352</c:v>
                </c:pt>
                <c:pt idx="252">
                  <c:v>38355</c:v>
                </c:pt>
                <c:pt idx="253">
                  <c:v>38356</c:v>
                </c:pt>
                <c:pt idx="254">
                  <c:v>38357</c:v>
                </c:pt>
                <c:pt idx="255">
                  <c:v>38358</c:v>
                </c:pt>
                <c:pt idx="256">
                  <c:v>38359</c:v>
                </c:pt>
                <c:pt idx="257">
                  <c:v>38362</c:v>
                </c:pt>
                <c:pt idx="258">
                  <c:v>38363</c:v>
                </c:pt>
                <c:pt idx="259">
                  <c:v>38364</c:v>
                </c:pt>
                <c:pt idx="260">
                  <c:v>38365</c:v>
                </c:pt>
                <c:pt idx="261">
                  <c:v>38366</c:v>
                </c:pt>
                <c:pt idx="262">
                  <c:v>38370</c:v>
                </c:pt>
                <c:pt idx="263">
                  <c:v>38371</c:v>
                </c:pt>
                <c:pt idx="264">
                  <c:v>38372</c:v>
                </c:pt>
                <c:pt idx="265">
                  <c:v>38373</c:v>
                </c:pt>
                <c:pt idx="266">
                  <c:v>38376</c:v>
                </c:pt>
                <c:pt idx="267">
                  <c:v>38377</c:v>
                </c:pt>
                <c:pt idx="268">
                  <c:v>38378</c:v>
                </c:pt>
                <c:pt idx="269">
                  <c:v>38379</c:v>
                </c:pt>
                <c:pt idx="270">
                  <c:v>38380</c:v>
                </c:pt>
                <c:pt idx="271">
                  <c:v>38383</c:v>
                </c:pt>
                <c:pt idx="272">
                  <c:v>38384</c:v>
                </c:pt>
                <c:pt idx="273">
                  <c:v>38385</c:v>
                </c:pt>
                <c:pt idx="274">
                  <c:v>38386</c:v>
                </c:pt>
                <c:pt idx="275">
                  <c:v>38387</c:v>
                </c:pt>
                <c:pt idx="276">
                  <c:v>38390</c:v>
                </c:pt>
                <c:pt idx="277">
                  <c:v>38391</c:v>
                </c:pt>
                <c:pt idx="278">
                  <c:v>38392</c:v>
                </c:pt>
                <c:pt idx="279">
                  <c:v>38393</c:v>
                </c:pt>
                <c:pt idx="280">
                  <c:v>38394</c:v>
                </c:pt>
                <c:pt idx="281">
                  <c:v>38397</c:v>
                </c:pt>
                <c:pt idx="282">
                  <c:v>38398</c:v>
                </c:pt>
                <c:pt idx="283">
                  <c:v>38399</c:v>
                </c:pt>
                <c:pt idx="284">
                  <c:v>38400</c:v>
                </c:pt>
                <c:pt idx="285">
                  <c:v>38401</c:v>
                </c:pt>
                <c:pt idx="286">
                  <c:v>38405</c:v>
                </c:pt>
                <c:pt idx="287">
                  <c:v>38406</c:v>
                </c:pt>
                <c:pt idx="288">
                  <c:v>38407</c:v>
                </c:pt>
                <c:pt idx="289">
                  <c:v>38408</c:v>
                </c:pt>
                <c:pt idx="290">
                  <c:v>38411</c:v>
                </c:pt>
                <c:pt idx="291">
                  <c:v>38412</c:v>
                </c:pt>
                <c:pt idx="292">
                  <c:v>38413</c:v>
                </c:pt>
                <c:pt idx="293">
                  <c:v>38414</c:v>
                </c:pt>
                <c:pt idx="294">
                  <c:v>38415</c:v>
                </c:pt>
                <c:pt idx="295">
                  <c:v>38418</c:v>
                </c:pt>
                <c:pt idx="296">
                  <c:v>38419</c:v>
                </c:pt>
                <c:pt idx="297">
                  <c:v>38420</c:v>
                </c:pt>
                <c:pt idx="298">
                  <c:v>38421</c:v>
                </c:pt>
                <c:pt idx="299">
                  <c:v>38422</c:v>
                </c:pt>
                <c:pt idx="300">
                  <c:v>38425</c:v>
                </c:pt>
                <c:pt idx="301">
                  <c:v>38426</c:v>
                </c:pt>
                <c:pt idx="302">
                  <c:v>38427</c:v>
                </c:pt>
                <c:pt idx="303">
                  <c:v>38428</c:v>
                </c:pt>
                <c:pt idx="304">
                  <c:v>38429</c:v>
                </c:pt>
                <c:pt idx="305">
                  <c:v>38432</c:v>
                </c:pt>
                <c:pt idx="306">
                  <c:v>38433</c:v>
                </c:pt>
                <c:pt idx="307">
                  <c:v>38434</c:v>
                </c:pt>
                <c:pt idx="308">
                  <c:v>38435</c:v>
                </c:pt>
                <c:pt idx="309">
                  <c:v>38439</c:v>
                </c:pt>
                <c:pt idx="310">
                  <c:v>38440</c:v>
                </c:pt>
                <c:pt idx="311">
                  <c:v>38441</c:v>
                </c:pt>
                <c:pt idx="312">
                  <c:v>38442</c:v>
                </c:pt>
                <c:pt idx="313">
                  <c:v>38443</c:v>
                </c:pt>
                <c:pt idx="314">
                  <c:v>38446</c:v>
                </c:pt>
                <c:pt idx="315">
                  <c:v>38447</c:v>
                </c:pt>
                <c:pt idx="316">
                  <c:v>38448</c:v>
                </c:pt>
                <c:pt idx="317">
                  <c:v>38449</c:v>
                </c:pt>
                <c:pt idx="318">
                  <c:v>38450</c:v>
                </c:pt>
                <c:pt idx="319">
                  <c:v>38453</c:v>
                </c:pt>
                <c:pt idx="320">
                  <c:v>38454</c:v>
                </c:pt>
                <c:pt idx="321">
                  <c:v>38455</c:v>
                </c:pt>
                <c:pt idx="322">
                  <c:v>38456</c:v>
                </c:pt>
                <c:pt idx="323">
                  <c:v>38457</c:v>
                </c:pt>
                <c:pt idx="324">
                  <c:v>38460</c:v>
                </c:pt>
                <c:pt idx="325">
                  <c:v>38461</c:v>
                </c:pt>
                <c:pt idx="326">
                  <c:v>38462</c:v>
                </c:pt>
                <c:pt idx="327">
                  <c:v>38463</c:v>
                </c:pt>
                <c:pt idx="328">
                  <c:v>38464</c:v>
                </c:pt>
                <c:pt idx="329">
                  <c:v>38467</c:v>
                </c:pt>
                <c:pt idx="330">
                  <c:v>38468</c:v>
                </c:pt>
                <c:pt idx="331">
                  <c:v>38469</c:v>
                </c:pt>
                <c:pt idx="332">
                  <c:v>38470</c:v>
                </c:pt>
                <c:pt idx="333">
                  <c:v>38471</c:v>
                </c:pt>
                <c:pt idx="334">
                  <c:v>38474</c:v>
                </c:pt>
                <c:pt idx="335">
                  <c:v>38475</c:v>
                </c:pt>
                <c:pt idx="336">
                  <c:v>38476</c:v>
                </c:pt>
                <c:pt idx="337">
                  <c:v>38477</c:v>
                </c:pt>
                <c:pt idx="338">
                  <c:v>38478</c:v>
                </c:pt>
                <c:pt idx="339">
                  <c:v>38481</c:v>
                </c:pt>
                <c:pt idx="340">
                  <c:v>38482</c:v>
                </c:pt>
                <c:pt idx="341">
                  <c:v>38483</c:v>
                </c:pt>
                <c:pt idx="342">
                  <c:v>38484</c:v>
                </c:pt>
                <c:pt idx="343">
                  <c:v>38485</c:v>
                </c:pt>
                <c:pt idx="344">
                  <c:v>38488</c:v>
                </c:pt>
                <c:pt idx="345">
                  <c:v>38489</c:v>
                </c:pt>
                <c:pt idx="346">
                  <c:v>38490</c:v>
                </c:pt>
                <c:pt idx="347">
                  <c:v>38491</c:v>
                </c:pt>
                <c:pt idx="348">
                  <c:v>38492</c:v>
                </c:pt>
                <c:pt idx="349">
                  <c:v>38495</c:v>
                </c:pt>
                <c:pt idx="350">
                  <c:v>38496</c:v>
                </c:pt>
                <c:pt idx="351">
                  <c:v>38497</c:v>
                </c:pt>
                <c:pt idx="352">
                  <c:v>38498</c:v>
                </c:pt>
                <c:pt idx="353">
                  <c:v>38499</c:v>
                </c:pt>
                <c:pt idx="354">
                  <c:v>38503</c:v>
                </c:pt>
                <c:pt idx="355">
                  <c:v>38504</c:v>
                </c:pt>
                <c:pt idx="356">
                  <c:v>38505</c:v>
                </c:pt>
                <c:pt idx="357">
                  <c:v>38506</c:v>
                </c:pt>
                <c:pt idx="358">
                  <c:v>38509</c:v>
                </c:pt>
                <c:pt idx="359">
                  <c:v>38510</c:v>
                </c:pt>
                <c:pt idx="360">
                  <c:v>38511</c:v>
                </c:pt>
                <c:pt idx="361">
                  <c:v>38512</c:v>
                </c:pt>
                <c:pt idx="362">
                  <c:v>38513</c:v>
                </c:pt>
                <c:pt idx="363">
                  <c:v>38516</c:v>
                </c:pt>
                <c:pt idx="364">
                  <c:v>38517</c:v>
                </c:pt>
                <c:pt idx="365">
                  <c:v>38518</c:v>
                </c:pt>
                <c:pt idx="366">
                  <c:v>38519</c:v>
                </c:pt>
                <c:pt idx="367">
                  <c:v>38520</c:v>
                </c:pt>
                <c:pt idx="368">
                  <c:v>38523</c:v>
                </c:pt>
                <c:pt idx="369">
                  <c:v>38524</c:v>
                </c:pt>
                <c:pt idx="370">
                  <c:v>38525</c:v>
                </c:pt>
                <c:pt idx="371">
                  <c:v>38526</c:v>
                </c:pt>
                <c:pt idx="372">
                  <c:v>38527</c:v>
                </c:pt>
                <c:pt idx="373">
                  <c:v>38530</c:v>
                </c:pt>
                <c:pt idx="374">
                  <c:v>38531</c:v>
                </c:pt>
                <c:pt idx="375">
                  <c:v>38532</c:v>
                </c:pt>
                <c:pt idx="376">
                  <c:v>38533</c:v>
                </c:pt>
                <c:pt idx="377">
                  <c:v>38534</c:v>
                </c:pt>
                <c:pt idx="378">
                  <c:v>38538</c:v>
                </c:pt>
                <c:pt idx="379">
                  <c:v>38539</c:v>
                </c:pt>
                <c:pt idx="380">
                  <c:v>38540</c:v>
                </c:pt>
                <c:pt idx="381">
                  <c:v>38541</c:v>
                </c:pt>
                <c:pt idx="382">
                  <c:v>38544</c:v>
                </c:pt>
                <c:pt idx="383">
                  <c:v>38545</c:v>
                </c:pt>
                <c:pt idx="384">
                  <c:v>38546</c:v>
                </c:pt>
                <c:pt idx="385">
                  <c:v>38547</c:v>
                </c:pt>
                <c:pt idx="386">
                  <c:v>38548</c:v>
                </c:pt>
                <c:pt idx="387">
                  <c:v>38551</c:v>
                </c:pt>
                <c:pt idx="388">
                  <c:v>38552</c:v>
                </c:pt>
                <c:pt idx="389">
                  <c:v>38553</c:v>
                </c:pt>
                <c:pt idx="390">
                  <c:v>38554</c:v>
                </c:pt>
                <c:pt idx="391">
                  <c:v>38555</c:v>
                </c:pt>
                <c:pt idx="392">
                  <c:v>38558</c:v>
                </c:pt>
                <c:pt idx="393">
                  <c:v>38559</c:v>
                </c:pt>
                <c:pt idx="394">
                  <c:v>38560</c:v>
                </c:pt>
                <c:pt idx="395">
                  <c:v>38561</c:v>
                </c:pt>
                <c:pt idx="396">
                  <c:v>38562</c:v>
                </c:pt>
                <c:pt idx="397">
                  <c:v>38565</c:v>
                </c:pt>
                <c:pt idx="398">
                  <c:v>38566</c:v>
                </c:pt>
                <c:pt idx="399">
                  <c:v>38567</c:v>
                </c:pt>
                <c:pt idx="400">
                  <c:v>38568</c:v>
                </c:pt>
                <c:pt idx="401">
                  <c:v>38569</c:v>
                </c:pt>
                <c:pt idx="402">
                  <c:v>38572</c:v>
                </c:pt>
                <c:pt idx="403">
                  <c:v>38573</c:v>
                </c:pt>
                <c:pt idx="404">
                  <c:v>38574</c:v>
                </c:pt>
                <c:pt idx="405">
                  <c:v>38575</c:v>
                </c:pt>
                <c:pt idx="406">
                  <c:v>38576</c:v>
                </c:pt>
                <c:pt idx="407">
                  <c:v>38579</c:v>
                </c:pt>
                <c:pt idx="408">
                  <c:v>38580</c:v>
                </c:pt>
                <c:pt idx="409">
                  <c:v>38581</c:v>
                </c:pt>
                <c:pt idx="410">
                  <c:v>38582</c:v>
                </c:pt>
                <c:pt idx="411">
                  <c:v>38583</c:v>
                </c:pt>
                <c:pt idx="412">
                  <c:v>38586</c:v>
                </c:pt>
                <c:pt idx="413">
                  <c:v>38587</c:v>
                </c:pt>
                <c:pt idx="414">
                  <c:v>38588</c:v>
                </c:pt>
                <c:pt idx="415">
                  <c:v>38589</c:v>
                </c:pt>
                <c:pt idx="416">
                  <c:v>38590</c:v>
                </c:pt>
                <c:pt idx="417">
                  <c:v>38593</c:v>
                </c:pt>
                <c:pt idx="418">
                  <c:v>38594</c:v>
                </c:pt>
                <c:pt idx="419">
                  <c:v>38595</c:v>
                </c:pt>
                <c:pt idx="420">
                  <c:v>38596</c:v>
                </c:pt>
                <c:pt idx="421">
                  <c:v>38597</c:v>
                </c:pt>
                <c:pt idx="422">
                  <c:v>38601</c:v>
                </c:pt>
                <c:pt idx="423">
                  <c:v>38602</c:v>
                </c:pt>
                <c:pt idx="424">
                  <c:v>38603</c:v>
                </c:pt>
                <c:pt idx="425">
                  <c:v>38604</c:v>
                </c:pt>
                <c:pt idx="426">
                  <c:v>38607</c:v>
                </c:pt>
                <c:pt idx="427">
                  <c:v>38608</c:v>
                </c:pt>
                <c:pt idx="428">
                  <c:v>38609</c:v>
                </c:pt>
                <c:pt idx="429">
                  <c:v>38610</c:v>
                </c:pt>
                <c:pt idx="430">
                  <c:v>38611</c:v>
                </c:pt>
                <c:pt idx="431">
                  <c:v>38614</c:v>
                </c:pt>
                <c:pt idx="432">
                  <c:v>38615</c:v>
                </c:pt>
                <c:pt idx="433">
                  <c:v>38616</c:v>
                </c:pt>
                <c:pt idx="434">
                  <c:v>38617</c:v>
                </c:pt>
                <c:pt idx="435">
                  <c:v>38618</c:v>
                </c:pt>
                <c:pt idx="436">
                  <c:v>38621</c:v>
                </c:pt>
                <c:pt idx="437">
                  <c:v>38622</c:v>
                </c:pt>
                <c:pt idx="438">
                  <c:v>38623</c:v>
                </c:pt>
                <c:pt idx="439">
                  <c:v>38624</c:v>
                </c:pt>
                <c:pt idx="440">
                  <c:v>38625</c:v>
                </c:pt>
                <c:pt idx="441">
                  <c:v>38628</c:v>
                </c:pt>
                <c:pt idx="442">
                  <c:v>38629</c:v>
                </c:pt>
                <c:pt idx="443">
                  <c:v>38630</c:v>
                </c:pt>
                <c:pt idx="444">
                  <c:v>38631</c:v>
                </c:pt>
                <c:pt idx="445">
                  <c:v>38632</c:v>
                </c:pt>
                <c:pt idx="446">
                  <c:v>38635</c:v>
                </c:pt>
                <c:pt idx="447">
                  <c:v>38636</c:v>
                </c:pt>
                <c:pt idx="448">
                  <c:v>38637</c:v>
                </c:pt>
                <c:pt idx="449">
                  <c:v>38638</c:v>
                </c:pt>
                <c:pt idx="450">
                  <c:v>38639</c:v>
                </c:pt>
                <c:pt idx="451">
                  <c:v>38642</c:v>
                </c:pt>
                <c:pt idx="452">
                  <c:v>38643</c:v>
                </c:pt>
                <c:pt idx="453">
                  <c:v>38644</c:v>
                </c:pt>
                <c:pt idx="454">
                  <c:v>38645</c:v>
                </c:pt>
                <c:pt idx="455">
                  <c:v>38646</c:v>
                </c:pt>
                <c:pt idx="456">
                  <c:v>38649</c:v>
                </c:pt>
                <c:pt idx="457">
                  <c:v>38650</c:v>
                </c:pt>
                <c:pt idx="458">
                  <c:v>38651</c:v>
                </c:pt>
                <c:pt idx="459">
                  <c:v>38652</c:v>
                </c:pt>
                <c:pt idx="460">
                  <c:v>38653</c:v>
                </c:pt>
                <c:pt idx="461">
                  <c:v>38656</c:v>
                </c:pt>
                <c:pt idx="462">
                  <c:v>38657</c:v>
                </c:pt>
                <c:pt idx="463">
                  <c:v>38658</c:v>
                </c:pt>
                <c:pt idx="464">
                  <c:v>38659</c:v>
                </c:pt>
                <c:pt idx="465">
                  <c:v>38660</c:v>
                </c:pt>
                <c:pt idx="466">
                  <c:v>38663</c:v>
                </c:pt>
                <c:pt idx="467">
                  <c:v>38664</c:v>
                </c:pt>
                <c:pt idx="468">
                  <c:v>38665</c:v>
                </c:pt>
                <c:pt idx="469">
                  <c:v>38666</c:v>
                </c:pt>
                <c:pt idx="470">
                  <c:v>38667</c:v>
                </c:pt>
                <c:pt idx="471">
                  <c:v>38670</c:v>
                </c:pt>
                <c:pt idx="472">
                  <c:v>38671</c:v>
                </c:pt>
                <c:pt idx="473">
                  <c:v>38672</c:v>
                </c:pt>
                <c:pt idx="474">
                  <c:v>38673</c:v>
                </c:pt>
                <c:pt idx="475">
                  <c:v>38674</c:v>
                </c:pt>
                <c:pt idx="476">
                  <c:v>38677</c:v>
                </c:pt>
                <c:pt idx="477">
                  <c:v>38678</c:v>
                </c:pt>
                <c:pt idx="478">
                  <c:v>38679</c:v>
                </c:pt>
                <c:pt idx="479">
                  <c:v>38681</c:v>
                </c:pt>
                <c:pt idx="480">
                  <c:v>38684</c:v>
                </c:pt>
                <c:pt idx="481">
                  <c:v>38685</c:v>
                </c:pt>
                <c:pt idx="482">
                  <c:v>38686</c:v>
                </c:pt>
                <c:pt idx="483">
                  <c:v>38687</c:v>
                </c:pt>
                <c:pt idx="484">
                  <c:v>38688</c:v>
                </c:pt>
                <c:pt idx="485">
                  <c:v>38691</c:v>
                </c:pt>
                <c:pt idx="486">
                  <c:v>38692</c:v>
                </c:pt>
                <c:pt idx="487">
                  <c:v>38693</c:v>
                </c:pt>
                <c:pt idx="488">
                  <c:v>38694</c:v>
                </c:pt>
                <c:pt idx="489">
                  <c:v>38695</c:v>
                </c:pt>
                <c:pt idx="490">
                  <c:v>38698</c:v>
                </c:pt>
                <c:pt idx="491">
                  <c:v>38699</c:v>
                </c:pt>
                <c:pt idx="492">
                  <c:v>38700</c:v>
                </c:pt>
                <c:pt idx="493">
                  <c:v>38701</c:v>
                </c:pt>
                <c:pt idx="494">
                  <c:v>38702</c:v>
                </c:pt>
                <c:pt idx="495">
                  <c:v>38705</c:v>
                </c:pt>
                <c:pt idx="496">
                  <c:v>38706</c:v>
                </c:pt>
                <c:pt idx="497">
                  <c:v>38707</c:v>
                </c:pt>
                <c:pt idx="498">
                  <c:v>38708</c:v>
                </c:pt>
                <c:pt idx="499">
                  <c:v>38709</c:v>
                </c:pt>
                <c:pt idx="500">
                  <c:v>38713</c:v>
                </c:pt>
                <c:pt idx="501">
                  <c:v>38714</c:v>
                </c:pt>
                <c:pt idx="502">
                  <c:v>38715</c:v>
                </c:pt>
                <c:pt idx="503">
                  <c:v>38716</c:v>
                </c:pt>
                <c:pt idx="504">
                  <c:v>38720</c:v>
                </c:pt>
                <c:pt idx="505">
                  <c:v>38721</c:v>
                </c:pt>
                <c:pt idx="506">
                  <c:v>38722</c:v>
                </c:pt>
                <c:pt idx="507">
                  <c:v>38723</c:v>
                </c:pt>
                <c:pt idx="508">
                  <c:v>38726</c:v>
                </c:pt>
                <c:pt idx="509">
                  <c:v>38727</c:v>
                </c:pt>
                <c:pt idx="510">
                  <c:v>38728</c:v>
                </c:pt>
                <c:pt idx="511">
                  <c:v>38729</c:v>
                </c:pt>
                <c:pt idx="512">
                  <c:v>38730</c:v>
                </c:pt>
                <c:pt idx="513">
                  <c:v>38734</c:v>
                </c:pt>
                <c:pt idx="514">
                  <c:v>38735</c:v>
                </c:pt>
                <c:pt idx="515">
                  <c:v>38736</c:v>
                </c:pt>
                <c:pt idx="516">
                  <c:v>38737</c:v>
                </c:pt>
                <c:pt idx="517">
                  <c:v>38740</c:v>
                </c:pt>
                <c:pt idx="518">
                  <c:v>38741</c:v>
                </c:pt>
                <c:pt idx="519">
                  <c:v>38742</c:v>
                </c:pt>
                <c:pt idx="520">
                  <c:v>38743</c:v>
                </c:pt>
                <c:pt idx="521">
                  <c:v>38744</c:v>
                </c:pt>
                <c:pt idx="522">
                  <c:v>38747</c:v>
                </c:pt>
                <c:pt idx="523">
                  <c:v>38748</c:v>
                </c:pt>
                <c:pt idx="524">
                  <c:v>38749</c:v>
                </c:pt>
                <c:pt idx="525">
                  <c:v>38750</c:v>
                </c:pt>
                <c:pt idx="526">
                  <c:v>38751</c:v>
                </c:pt>
                <c:pt idx="527">
                  <c:v>38754</c:v>
                </c:pt>
                <c:pt idx="528">
                  <c:v>38755</c:v>
                </c:pt>
                <c:pt idx="529">
                  <c:v>38756</c:v>
                </c:pt>
                <c:pt idx="530">
                  <c:v>38757</c:v>
                </c:pt>
                <c:pt idx="531">
                  <c:v>38758</c:v>
                </c:pt>
                <c:pt idx="532">
                  <c:v>38761</c:v>
                </c:pt>
                <c:pt idx="533">
                  <c:v>38762</c:v>
                </c:pt>
                <c:pt idx="534">
                  <c:v>38763</c:v>
                </c:pt>
                <c:pt idx="535">
                  <c:v>38764</c:v>
                </c:pt>
                <c:pt idx="536">
                  <c:v>38765</c:v>
                </c:pt>
                <c:pt idx="537">
                  <c:v>38769</c:v>
                </c:pt>
                <c:pt idx="538">
                  <c:v>38770</c:v>
                </c:pt>
                <c:pt idx="539">
                  <c:v>38771</c:v>
                </c:pt>
                <c:pt idx="540">
                  <c:v>38772</c:v>
                </c:pt>
                <c:pt idx="541">
                  <c:v>38775</c:v>
                </c:pt>
                <c:pt idx="542">
                  <c:v>38776</c:v>
                </c:pt>
                <c:pt idx="543">
                  <c:v>38777</c:v>
                </c:pt>
                <c:pt idx="544">
                  <c:v>38778</c:v>
                </c:pt>
                <c:pt idx="545">
                  <c:v>38779</c:v>
                </c:pt>
                <c:pt idx="546">
                  <c:v>38782</c:v>
                </c:pt>
                <c:pt idx="547">
                  <c:v>38783</c:v>
                </c:pt>
                <c:pt idx="548">
                  <c:v>38784</c:v>
                </c:pt>
                <c:pt idx="549">
                  <c:v>38785</c:v>
                </c:pt>
                <c:pt idx="550">
                  <c:v>38786</c:v>
                </c:pt>
                <c:pt idx="551">
                  <c:v>38789</c:v>
                </c:pt>
                <c:pt idx="552">
                  <c:v>38790</c:v>
                </c:pt>
                <c:pt idx="553">
                  <c:v>38791</c:v>
                </c:pt>
                <c:pt idx="554">
                  <c:v>38792</c:v>
                </c:pt>
                <c:pt idx="555">
                  <c:v>38793</c:v>
                </c:pt>
                <c:pt idx="556">
                  <c:v>38796</c:v>
                </c:pt>
                <c:pt idx="557">
                  <c:v>38797</c:v>
                </c:pt>
                <c:pt idx="558">
                  <c:v>38798</c:v>
                </c:pt>
                <c:pt idx="559">
                  <c:v>38799</c:v>
                </c:pt>
                <c:pt idx="560">
                  <c:v>38800</c:v>
                </c:pt>
                <c:pt idx="561">
                  <c:v>38803</c:v>
                </c:pt>
                <c:pt idx="562">
                  <c:v>38804</c:v>
                </c:pt>
                <c:pt idx="563">
                  <c:v>38805</c:v>
                </c:pt>
                <c:pt idx="564">
                  <c:v>38806</c:v>
                </c:pt>
                <c:pt idx="565">
                  <c:v>38807</c:v>
                </c:pt>
                <c:pt idx="566">
                  <c:v>38810</c:v>
                </c:pt>
                <c:pt idx="567">
                  <c:v>38811</c:v>
                </c:pt>
                <c:pt idx="568">
                  <c:v>38812</c:v>
                </c:pt>
                <c:pt idx="569">
                  <c:v>38813</c:v>
                </c:pt>
                <c:pt idx="570">
                  <c:v>38814</c:v>
                </c:pt>
                <c:pt idx="571">
                  <c:v>38817</c:v>
                </c:pt>
                <c:pt idx="572">
                  <c:v>38818</c:v>
                </c:pt>
                <c:pt idx="573">
                  <c:v>38819</c:v>
                </c:pt>
                <c:pt idx="574">
                  <c:v>38820</c:v>
                </c:pt>
                <c:pt idx="575">
                  <c:v>38824</c:v>
                </c:pt>
                <c:pt idx="576">
                  <c:v>38825</c:v>
                </c:pt>
                <c:pt idx="577">
                  <c:v>38826</c:v>
                </c:pt>
                <c:pt idx="578">
                  <c:v>38827</c:v>
                </c:pt>
                <c:pt idx="579">
                  <c:v>38828</c:v>
                </c:pt>
                <c:pt idx="580">
                  <c:v>38831</c:v>
                </c:pt>
                <c:pt idx="581">
                  <c:v>38832</c:v>
                </c:pt>
                <c:pt idx="582">
                  <c:v>38833</c:v>
                </c:pt>
                <c:pt idx="583">
                  <c:v>38834</c:v>
                </c:pt>
                <c:pt idx="584">
                  <c:v>38835</c:v>
                </c:pt>
                <c:pt idx="585">
                  <c:v>38838</c:v>
                </c:pt>
                <c:pt idx="586">
                  <c:v>38839</c:v>
                </c:pt>
                <c:pt idx="587">
                  <c:v>38840</c:v>
                </c:pt>
                <c:pt idx="588">
                  <c:v>38841</c:v>
                </c:pt>
                <c:pt idx="589">
                  <c:v>38842</c:v>
                </c:pt>
                <c:pt idx="590">
                  <c:v>38845</c:v>
                </c:pt>
                <c:pt idx="591">
                  <c:v>38846</c:v>
                </c:pt>
                <c:pt idx="592">
                  <c:v>38847</c:v>
                </c:pt>
                <c:pt idx="593">
                  <c:v>38848</c:v>
                </c:pt>
                <c:pt idx="594">
                  <c:v>38849</c:v>
                </c:pt>
                <c:pt idx="595">
                  <c:v>38852</c:v>
                </c:pt>
                <c:pt idx="596">
                  <c:v>38853</c:v>
                </c:pt>
                <c:pt idx="597">
                  <c:v>38854</c:v>
                </c:pt>
                <c:pt idx="598">
                  <c:v>38855</c:v>
                </c:pt>
                <c:pt idx="599">
                  <c:v>38856</c:v>
                </c:pt>
                <c:pt idx="600">
                  <c:v>38859</c:v>
                </c:pt>
                <c:pt idx="601">
                  <c:v>38860</c:v>
                </c:pt>
                <c:pt idx="602">
                  <c:v>38861</c:v>
                </c:pt>
                <c:pt idx="603">
                  <c:v>38862</c:v>
                </c:pt>
                <c:pt idx="604">
                  <c:v>38863</c:v>
                </c:pt>
                <c:pt idx="605">
                  <c:v>38867</c:v>
                </c:pt>
                <c:pt idx="606">
                  <c:v>38868</c:v>
                </c:pt>
                <c:pt idx="607">
                  <c:v>38869</c:v>
                </c:pt>
                <c:pt idx="608">
                  <c:v>38870</c:v>
                </c:pt>
                <c:pt idx="609">
                  <c:v>38873</c:v>
                </c:pt>
                <c:pt idx="610">
                  <c:v>38874</c:v>
                </c:pt>
                <c:pt idx="611">
                  <c:v>38875</c:v>
                </c:pt>
                <c:pt idx="612">
                  <c:v>38876</c:v>
                </c:pt>
                <c:pt idx="613">
                  <c:v>38877</c:v>
                </c:pt>
                <c:pt idx="614">
                  <c:v>38880</c:v>
                </c:pt>
                <c:pt idx="615">
                  <c:v>38881</c:v>
                </c:pt>
                <c:pt idx="616">
                  <c:v>38882</c:v>
                </c:pt>
                <c:pt idx="617">
                  <c:v>38883</c:v>
                </c:pt>
                <c:pt idx="618">
                  <c:v>38884</c:v>
                </c:pt>
                <c:pt idx="619">
                  <c:v>38887</c:v>
                </c:pt>
                <c:pt idx="620">
                  <c:v>38888</c:v>
                </c:pt>
                <c:pt idx="621">
                  <c:v>38889</c:v>
                </c:pt>
                <c:pt idx="622">
                  <c:v>38890</c:v>
                </c:pt>
                <c:pt idx="623">
                  <c:v>38891</c:v>
                </c:pt>
                <c:pt idx="624">
                  <c:v>38894</c:v>
                </c:pt>
                <c:pt idx="625">
                  <c:v>38895</c:v>
                </c:pt>
                <c:pt idx="626">
                  <c:v>38896</c:v>
                </c:pt>
                <c:pt idx="627">
                  <c:v>38897</c:v>
                </c:pt>
                <c:pt idx="628">
                  <c:v>38898</c:v>
                </c:pt>
                <c:pt idx="629">
                  <c:v>38901</c:v>
                </c:pt>
                <c:pt idx="630">
                  <c:v>38903</c:v>
                </c:pt>
                <c:pt idx="631">
                  <c:v>38904</c:v>
                </c:pt>
                <c:pt idx="632">
                  <c:v>38905</c:v>
                </c:pt>
                <c:pt idx="633">
                  <c:v>38908</c:v>
                </c:pt>
                <c:pt idx="634">
                  <c:v>38909</c:v>
                </c:pt>
                <c:pt idx="635">
                  <c:v>38910</c:v>
                </c:pt>
                <c:pt idx="636">
                  <c:v>38911</c:v>
                </c:pt>
                <c:pt idx="637">
                  <c:v>38912</c:v>
                </c:pt>
                <c:pt idx="638">
                  <c:v>38915</c:v>
                </c:pt>
                <c:pt idx="639">
                  <c:v>38916</c:v>
                </c:pt>
                <c:pt idx="640">
                  <c:v>38917</c:v>
                </c:pt>
                <c:pt idx="641">
                  <c:v>38918</c:v>
                </c:pt>
                <c:pt idx="642">
                  <c:v>38919</c:v>
                </c:pt>
                <c:pt idx="643">
                  <c:v>38922</c:v>
                </c:pt>
                <c:pt idx="644">
                  <c:v>38923</c:v>
                </c:pt>
                <c:pt idx="645">
                  <c:v>38924</c:v>
                </c:pt>
                <c:pt idx="646">
                  <c:v>38925</c:v>
                </c:pt>
                <c:pt idx="647">
                  <c:v>38926</c:v>
                </c:pt>
                <c:pt idx="648">
                  <c:v>38929</c:v>
                </c:pt>
                <c:pt idx="649">
                  <c:v>38930</c:v>
                </c:pt>
                <c:pt idx="650">
                  <c:v>38931</c:v>
                </c:pt>
                <c:pt idx="651">
                  <c:v>38932</c:v>
                </c:pt>
                <c:pt idx="652">
                  <c:v>38933</c:v>
                </c:pt>
                <c:pt idx="653">
                  <c:v>38936</c:v>
                </c:pt>
                <c:pt idx="654">
                  <c:v>38937</c:v>
                </c:pt>
                <c:pt idx="655">
                  <c:v>38938</c:v>
                </c:pt>
                <c:pt idx="656">
                  <c:v>38939</c:v>
                </c:pt>
                <c:pt idx="657">
                  <c:v>38940</c:v>
                </c:pt>
                <c:pt idx="658">
                  <c:v>38943</c:v>
                </c:pt>
                <c:pt idx="659">
                  <c:v>38944</c:v>
                </c:pt>
                <c:pt idx="660">
                  <c:v>38945</c:v>
                </c:pt>
                <c:pt idx="661">
                  <c:v>38946</c:v>
                </c:pt>
                <c:pt idx="662">
                  <c:v>38947</c:v>
                </c:pt>
                <c:pt idx="663">
                  <c:v>38950</c:v>
                </c:pt>
                <c:pt idx="664">
                  <c:v>38951</c:v>
                </c:pt>
                <c:pt idx="665">
                  <c:v>38952</c:v>
                </c:pt>
                <c:pt idx="666">
                  <c:v>38953</c:v>
                </c:pt>
                <c:pt idx="667">
                  <c:v>38954</c:v>
                </c:pt>
                <c:pt idx="668">
                  <c:v>38957</c:v>
                </c:pt>
                <c:pt idx="669">
                  <c:v>38958</c:v>
                </c:pt>
                <c:pt idx="670">
                  <c:v>38959</c:v>
                </c:pt>
                <c:pt idx="671">
                  <c:v>38960</c:v>
                </c:pt>
                <c:pt idx="672">
                  <c:v>38961</c:v>
                </c:pt>
                <c:pt idx="673">
                  <c:v>38965</c:v>
                </c:pt>
                <c:pt idx="674">
                  <c:v>38966</c:v>
                </c:pt>
                <c:pt idx="675">
                  <c:v>38967</c:v>
                </c:pt>
                <c:pt idx="676">
                  <c:v>38968</c:v>
                </c:pt>
                <c:pt idx="677">
                  <c:v>38971</c:v>
                </c:pt>
                <c:pt idx="678">
                  <c:v>38972</c:v>
                </c:pt>
                <c:pt idx="679">
                  <c:v>38973</c:v>
                </c:pt>
                <c:pt idx="680">
                  <c:v>38974</c:v>
                </c:pt>
                <c:pt idx="681">
                  <c:v>38975</c:v>
                </c:pt>
                <c:pt idx="682">
                  <c:v>38978</c:v>
                </c:pt>
                <c:pt idx="683">
                  <c:v>38979</c:v>
                </c:pt>
                <c:pt idx="684">
                  <c:v>38980</c:v>
                </c:pt>
                <c:pt idx="685">
                  <c:v>38981</c:v>
                </c:pt>
                <c:pt idx="686">
                  <c:v>38982</c:v>
                </c:pt>
                <c:pt idx="687">
                  <c:v>38985</c:v>
                </c:pt>
                <c:pt idx="688">
                  <c:v>38986</c:v>
                </c:pt>
                <c:pt idx="689">
                  <c:v>38987</c:v>
                </c:pt>
                <c:pt idx="690">
                  <c:v>38988</c:v>
                </c:pt>
                <c:pt idx="691">
                  <c:v>38989</c:v>
                </c:pt>
                <c:pt idx="692">
                  <c:v>38992</c:v>
                </c:pt>
                <c:pt idx="693">
                  <c:v>38993</c:v>
                </c:pt>
                <c:pt idx="694">
                  <c:v>38994</c:v>
                </c:pt>
                <c:pt idx="695">
                  <c:v>38995</c:v>
                </c:pt>
                <c:pt idx="696">
                  <c:v>38996</c:v>
                </c:pt>
                <c:pt idx="697">
                  <c:v>38999</c:v>
                </c:pt>
                <c:pt idx="698">
                  <c:v>39000</c:v>
                </c:pt>
                <c:pt idx="699">
                  <c:v>39001</c:v>
                </c:pt>
                <c:pt idx="700">
                  <c:v>39002</c:v>
                </c:pt>
                <c:pt idx="701">
                  <c:v>39003</c:v>
                </c:pt>
                <c:pt idx="702">
                  <c:v>39006</c:v>
                </c:pt>
                <c:pt idx="703">
                  <c:v>39007</c:v>
                </c:pt>
                <c:pt idx="704">
                  <c:v>39008</c:v>
                </c:pt>
                <c:pt idx="705">
                  <c:v>39009</c:v>
                </c:pt>
                <c:pt idx="706">
                  <c:v>39010</c:v>
                </c:pt>
                <c:pt idx="707">
                  <c:v>39013</c:v>
                </c:pt>
                <c:pt idx="708">
                  <c:v>39014</c:v>
                </c:pt>
                <c:pt idx="709">
                  <c:v>39015</c:v>
                </c:pt>
                <c:pt idx="710">
                  <c:v>39016</c:v>
                </c:pt>
                <c:pt idx="711">
                  <c:v>39017</c:v>
                </c:pt>
                <c:pt idx="712">
                  <c:v>39020</c:v>
                </c:pt>
                <c:pt idx="713">
                  <c:v>39021</c:v>
                </c:pt>
                <c:pt idx="714">
                  <c:v>39022</c:v>
                </c:pt>
                <c:pt idx="715">
                  <c:v>39023</c:v>
                </c:pt>
                <c:pt idx="716">
                  <c:v>39024</c:v>
                </c:pt>
                <c:pt idx="717">
                  <c:v>39027</c:v>
                </c:pt>
                <c:pt idx="718">
                  <c:v>39028</c:v>
                </c:pt>
                <c:pt idx="719">
                  <c:v>39029</c:v>
                </c:pt>
                <c:pt idx="720">
                  <c:v>39030</c:v>
                </c:pt>
                <c:pt idx="721">
                  <c:v>39031</c:v>
                </c:pt>
                <c:pt idx="722">
                  <c:v>39034</c:v>
                </c:pt>
                <c:pt idx="723">
                  <c:v>39035</c:v>
                </c:pt>
                <c:pt idx="724">
                  <c:v>39036</c:v>
                </c:pt>
                <c:pt idx="725">
                  <c:v>39037</c:v>
                </c:pt>
                <c:pt idx="726">
                  <c:v>39038</c:v>
                </c:pt>
                <c:pt idx="727">
                  <c:v>39041</c:v>
                </c:pt>
                <c:pt idx="728">
                  <c:v>39042</c:v>
                </c:pt>
                <c:pt idx="729">
                  <c:v>39043</c:v>
                </c:pt>
                <c:pt idx="730">
                  <c:v>39045</c:v>
                </c:pt>
                <c:pt idx="731">
                  <c:v>39048</c:v>
                </c:pt>
                <c:pt idx="732">
                  <c:v>39049</c:v>
                </c:pt>
                <c:pt idx="733">
                  <c:v>39050</c:v>
                </c:pt>
                <c:pt idx="734">
                  <c:v>39051</c:v>
                </c:pt>
                <c:pt idx="735">
                  <c:v>39052</c:v>
                </c:pt>
                <c:pt idx="736">
                  <c:v>39055</c:v>
                </c:pt>
                <c:pt idx="737">
                  <c:v>39056</c:v>
                </c:pt>
                <c:pt idx="738">
                  <c:v>39057</c:v>
                </c:pt>
                <c:pt idx="739">
                  <c:v>39058</c:v>
                </c:pt>
                <c:pt idx="740">
                  <c:v>39059</c:v>
                </c:pt>
                <c:pt idx="741">
                  <c:v>39062</c:v>
                </c:pt>
                <c:pt idx="742">
                  <c:v>39063</c:v>
                </c:pt>
                <c:pt idx="743">
                  <c:v>39064</c:v>
                </c:pt>
                <c:pt idx="744">
                  <c:v>39065</c:v>
                </c:pt>
                <c:pt idx="745">
                  <c:v>39066</c:v>
                </c:pt>
                <c:pt idx="746">
                  <c:v>39069</c:v>
                </c:pt>
                <c:pt idx="747">
                  <c:v>39070</c:v>
                </c:pt>
                <c:pt idx="748">
                  <c:v>39071</c:v>
                </c:pt>
                <c:pt idx="749">
                  <c:v>39072</c:v>
                </c:pt>
                <c:pt idx="750">
                  <c:v>39073</c:v>
                </c:pt>
                <c:pt idx="751">
                  <c:v>39077</c:v>
                </c:pt>
                <c:pt idx="752">
                  <c:v>39078</c:v>
                </c:pt>
                <c:pt idx="753">
                  <c:v>39079</c:v>
                </c:pt>
                <c:pt idx="754">
                  <c:v>39080</c:v>
                </c:pt>
                <c:pt idx="755">
                  <c:v>39085</c:v>
                </c:pt>
                <c:pt idx="756">
                  <c:v>39086</c:v>
                </c:pt>
                <c:pt idx="757">
                  <c:v>39087</c:v>
                </c:pt>
                <c:pt idx="758">
                  <c:v>39090</c:v>
                </c:pt>
                <c:pt idx="759">
                  <c:v>39091</c:v>
                </c:pt>
                <c:pt idx="760">
                  <c:v>39092</c:v>
                </c:pt>
                <c:pt idx="761">
                  <c:v>39093</c:v>
                </c:pt>
                <c:pt idx="762">
                  <c:v>39094</c:v>
                </c:pt>
                <c:pt idx="763">
                  <c:v>39098</c:v>
                </c:pt>
                <c:pt idx="764">
                  <c:v>39099</c:v>
                </c:pt>
                <c:pt idx="765">
                  <c:v>39100</c:v>
                </c:pt>
                <c:pt idx="766">
                  <c:v>39101</c:v>
                </c:pt>
                <c:pt idx="767">
                  <c:v>39104</c:v>
                </c:pt>
                <c:pt idx="768">
                  <c:v>39105</c:v>
                </c:pt>
                <c:pt idx="769">
                  <c:v>39106</c:v>
                </c:pt>
                <c:pt idx="770">
                  <c:v>39107</c:v>
                </c:pt>
                <c:pt idx="771">
                  <c:v>39108</c:v>
                </c:pt>
                <c:pt idx="772">
                  <c:v>39111</c:v>
                </c:pt>
                <c:pt idx="773">
                  <c:v>39112</c:v>
                </c:pt>
                <c:pt idx="774">
                  <c:v>39113</c:v>
                </c:pt>
                <c:pt idx="775">
                  <c:v>39114</c:v>
                </c:pt>
                <c:pt idx="776">
                  <c:v>39115</c:v>
                </c:pt>
                <c:pt idx="777">
                  <c:v>39118</c:v>
                </c:pt>
                <c:pt idx="778">
                  <c:v>39119</c:v>
                </c:pt>
                <c:pt idx="779">
                  <c:v>39120</c:v>
                </c:pt>
                <c:pt idx="780">
                  <c:v>39121</c:v>
                </c:pt>
                <c:pt idx="781">
                  <c:v>39122</c:v>
                </c:pt>
                <c:pt idx="782">
                  <c:v>39125</c:v>
                </c:pt>
                <c:pt idx="783">
                  <c:v>39126</c:v>
                </c:pt>
                <c:pt idx="784">
                  <c:v>39127</c:v>
                </c:pt>
                <c:pt idx="785">
                  <c:v>39128</c:v>
                </c:pt>
                <c:pt idx="786">
                  <c:v>39129</c:v>
                </c:pt>
                <c:pt idx="787">
                  <c:v>39133</c:v>
                </c:pt>
                <c:pt idx="788">
                  <c:v>39134</c:v>
                </c:pt>
                <c:pt idx="789">
                  <c:v>39135</c:v>
                </c:pt>
                <c:pt idx="790">
                  <c:v>39136</c:v>
                </c:pt>
                <c:pt idx="791">
                  <c:v>39139</c:v>
                </c:pt>
                <c:pt idx="792">
                  <c:v>39140</c:v>
                </c:pt>
                <c:pt idx="793">
                  <c:v>39141</c:v>
                </c:pt>
                <c:pt idx="794">
                  <c:v>39142</c:v>
                </c:pt>
                <c:pt idx="795">
                  <c:v>39143</c:v>
                </c:pt>
                <c:pt idx="796">
                  <c:v>39146</c:v>
                </c:pt>
                <c:pt idx="797">
                  <c:v>39147</c:v>
                </c:pt>
                <c:pt idx="798">
                  <c:v>39148</c:v>
                </c:pt>
                <c:pt idx="799">
                  <c:v>39149</c:v>
                </c:pt>
                <c:pt idx="800">
                  <c:v>39150</c:v>
                </c:pt>
                <c:pt idx="801">
                  <c:v>39153</c:v>
                </c:pt>
                <c:pt idx="802">
                  <c:v>39154</c:v>
                </c:pt>
                <c:pt idx="803">
                  <c:v>39155</c:v>
                </c:pt>
                <c:pt idx="804">
                  <c:v>39156</c:v>
                </c:pt>
                <c:pt idx="805">
                  <c:v>39157</c:v>
                </c:pt>
                <c:pt idx="806">
                  <c:v>39160</c:v>
                </c:pt>
                <c:pt idx="807">
                  <c:v>39161</c:v>
                </c:pt>
                <c:pt idx="808">
                  <c:v>39162</c:v>
                </c:pt>
                <c:pt idx="809">
                  <c:v>39163</c:v>
                </c:pt>
                <c:pt idx="810">
                  <c:v>39164</c:v>
                </c:pt>
                <c:pt idx="811">
                  <c:v>39167</c:v>
                </c:pt>
                <c:pt idx="812">
                  <c:v>39168</c:v>
                </c:pt>
                <c:pt idx="813">
                  <c:v>39169</c:v>
                </c:pt>
                <c:pt idx="814">
                  <c:v>39170</c:v>
                </c:pt>
                <c:pt idx="815">
                  <c:v>39171</c:v>
                </c:pt>
                <c:pt idx="816">
                  <c:v>39174</c:v>
                </c:pt>
                <c:pt idx="817">
                  <c:v>39175</c:v>
                </c:pt>
                <c:pt idx="818">
                  <c:v>39176</c:v>
                </c:pt>
                <c:pt idx="819">
                  <c:v>39177</c:v>
                </c:pt>
                <c:pt idx="820">
                  <c:v>39181</c:v>
                </c:pt>
                <c:pt idx="821">
                  <c:v>39182</c:v>
                </c:pt>
                <c:pt idx="822">
                  <c:v>39183</c:v>
                </c:pt>
                <c:pt idx="823">
                  <c:v>39184</c:v>
                </c:pt>
                <c:pt idx="824">
                  <c:v>39185</c:v>
                </c:pt>
                <c:pt idx="825">
                  <c:v>39188</c:v>
                </c:pt>
                <c:pt idx="826">
                  <c:v>39189</c:v>
                </c:pt>
                <c:pt idx="827">
                  <c:v>39190</c:v>
                </c:pt>
                <c:pt idx="828">
                  <c:v>39191</c:v>
                </c:pt>
                <c:pt idx="829">
                  <c:v>39192</c:v>
                </c:pt>
                <c:pt idx="830">
                  <c:v>39195</c:v>
                </c:pt>
                <c:pt idx="831">
                  <c:v>39196</c:v>
                </c:pt>
                <c:pt idx="832">
                  <c:v>39197</c:v>
                </c:pt>
                <c:pt idx="833">
                  <c:v>39198</c:v>
                </c:pt>
                <c:pt idx="834">
                  <c:v>39199</c:v>
                </c:pt>
                <c:pt idx="835">
                  <c:v>39202</c:v>
                </c:pt>
                <c:pt idx="836">
                  <c:v>39203</c:v>
                </c:pt>
                <c:pt idx="837">
                  <c:v>39204</c:v>
                </c:pt>
                <c:pt idx="838">
                  <c:v>39205</c:v>
                </c:pt>
                <c:pt idx="839">
                  <c:v>39206</c:v>
                </c:pt>
                <c:pt idx="840">
                  <c:v>39209</c:v>
                </c:pt>
                <c:pt idx="841">
                  <c:v>39210</c:v>
                </c:pt>
                <c:pt idx="842">
                  <c:v>39211</c:v>
                </c:pt>
                <c:pt idx="843">
                  <c:v>39212</c:v>
                </c:pt>
                <c:pt idx="844">
                  <c:v>39213</c:v>
                </c:pt>
                <c:pt idx="845">
                  <c:v>39216</c:v>
                </c:pt>
                <c:pt idx="846">
                  <c:v>39217</c:v>
                </c:pt>
                <c:pt idx="847">
                  <c:v>39218</c:v>
                </c:pt>
                <c:pt idx="848">
                  <c:v>39219</c:v>
                </c:pt>
                <c:pt idx="849">
                  <c:v>39220</c:v>
                </c:pt>
                <c:pt idx="850">
                  <c:v>39223</c:v>
                </c:pt>
                <c:pt idx="851">
                  <c:v>39224</c:v>
                </c:pt>
                <c:pt idx="852">
                  <c:v>39225</c:v>
                </c:pt>
                <c:pt idx="853">
                  <c:v>39226</c:v>
                </c:pt>
                <c:pt idx="854">
                  <c:v>39227</c:v>
                </c:pt>
                <c:pt idx="855">
                  <c:v>39231</c:v>
                </c:pt>
                <c:pt idx="856">
                  <c:v>39232</c:v>
                </c:pt>
                <c:pt idx="857">
                  <c:v>39233</c:v>
                </c:pt>
                <c:pt idx="858">
                  <c:v>39234</c:v>
                </c:pt>
                <c:pt idx="859">
                  <c:v>39237</c:v>
                </c:pt>
                <c:pt idx="860">
                  <c:v>39238</c:v>
                </c:pt>
                <c:pt idx="861">
                  <c:v>39239</c:v>
                </c:pt>
                <c:pt idx="862">
                  <c:v>39240</c:v>
                </c:pt>
                <c:pt idx="863">
                  <c:v>39241</c:v>
                </c:pt>
                <c:pt idx="864">
                  <c:v>39244</c:v>
                </c:pt>
                <c:pt idx="865">
                  <c:v>39245</c:v>
                </c:pt>
                <c:pt idx="866">
                  <c:v>39246</c:v>
                </c:pt>
                <c:pt idx="867">
                  <c:v>39247</c:v>
                </c:pt>
                <c:pt idx="868">
                  <c:v>39248</c:v>
                </c:pt>
                <c:pt idx="869">
                  <c:v>39251</c:v>
                </c:pt>
                <c:pt idx="870">
                  <c:v>39252</c:v>
                </c:pt>
                <c:pt idx="871">
                  <c:v>39253</c:v>
                </c:pt>
                <c:pt idx="872">
                  <c:v>39254</c:v>
                </c:pt>
                <c:pt idx="873">
                  <c:v>39255</c:v>
                </c:pt>
                <c:pt idx="874">
                  <c:v>39258</c:v>
                </c:pt>
                <c:pt idx="875">
                  <c:v>39259</c:v>
                </c:pt>
                <c:pt idx="876">
                  <c:v>39260</c:v>
                </c:pt>
                <c:pt idx="877">
                  <c:v>39261</c:v>
                </c:pt>
                <c:pt idx="878">
                  <c:v>39262</c:v>
                </c:pt>
                <c:pt idx="879">
                  <c:v>39265</c:v>
                </c:pt>
                <c:pt idx="880">
                  <c:v>39266</c:v>
                </c:pt>
                <c:pt idx="881">
                  <c:v>39268</c:v>
                </c:pt>
                <c:pt idx="882">
                  <c:v>39269</c:v>
                </c:pt>
                <c:pt idx="883">
                  <c:v>39272</c:v>
                </c:pt>
                <c:pt idx="884">
                  <c:v>39273</c:v>
                </c:pt>
                <c:pt idx="885">
                  <c:v>39274</c:v>
                </c:pt>
                <c:pt idx="886">
                  <c:v>39275</c:v>
                </c:pt>
                <c:pt idx="887">
                  <c:v>39276</c:v>
                </c:pt>
                <c:pt idx="888">
                  <c:v>39279</c:v>
                </c:pt>
                <c:pt idx="889">
                  <c:v>39280</c:v>
                </c:pt>
                <c:pt idx="890">
                  <c:v>39281</c:v>
                </c:pt>
                <c:pt idx="891">
                  <c:v>39282</c:v>
                </c:pt>
                <c:pt idx="892">
                  <c:v>39283</c:v>
                </c:pt>
                <c:pt idx="893">
                  <c:v>39286</c:v>
                </c:pt>
                <c:pt idx="894">
                  <c:v>39287</c:v>
                </c:pt>
                <c:pt idx="895">
                  <c:v>39288</c:v>
                </c:pt>
                <c:pt idx="896">
                  <c:v>39289</c:v>
                </c:pt>
                <c:pt idx="897">
                  <c:v>39290</c:v>
                </c:pt>
                <c:pt idx="898">
                  <c:v>39293</c:v>
                </c:pt>
                <c:pt idx="899">
                  <c:v>39294</c:v>
                </c:pt>
                <c:pt idx="900">
                  <c:v>39295</c:v>
                </c:pt>
                <c:pt idx="901">
                  <c:v>39296</c:v>
                </c:pt>
                <c:pt idx="902">
                  <c:v>39297</c:v>
                </c:pt>
                <c:pt idx="903">
                  <c:v>39300</c:v>
                </c:pt>
                <c:pt idx="904">
                  <c:v>39301</c:v>
                </c:pt>
                <c:pt idx="905">
                  <c:v>39302</c:v>
                </c:pt>
                <c:pt idx="906">
                  <c:v>39303</c:v>
                </c:pt>
                <c:pt idx="907">
                  <c:v>39304</c:v>
                </c:pt>
                <c:pt idx="908">
                  <c:v>39307</c:v>
                </c:pt>
                <c:pt idx="909">
                  <c:v>39308</c:v>
                </c:pt>
                <c:pt idx="910">
                  <c:v>39309</c:v>
                </c:pt>
                <c:pt idx="911">
                  <c:v>39310</c:v>
                </c:pt>
                <c:pt idx="912">
                  <c:v>39311</c:v>
                </c:pt>
                <c:pt idx="913">
                  <c:v>39314</c:v>
                </c:pt>
                <c:pt idx="914">
                  <c:v>39315</c:v>
                </c:pt>
                <c:pt idx="915">
                  <c:v>39316</c:v>
                </c:pt>
                <c:pt idx="916">
                  <c:v>39317</c:v>
                </c:pt>
                <c:pt idx="917">
                  <c:v>39318</c:v>
                </c:pt>
                <c:pt idx="918">
                  <c:v>39321</c:v>
                </c:pt>
                <c:pt idx="919">
                  <c:v>39322</c:v>
                </c:pt>
                <c:pt idx="920">
                  <c:v>39323</c:v>
                </c:pt>
                <c:pt idx="921">
                  <c:v>39324</c:v>
                </c:pt>
                <c:pt idx="922">
                  <c:v>39325</c:v>
                </c:pt>
                <c:pt idx="923">
                  <c:v>39329</c:v>
                </c:pt>
                <c:pt idx="924">
                  <c:v>39330</c:v>
                </c:pt>
                <c:pt idx="925">
                  <c:v>39331</c:v>
                </c:pt>
                <c:pt idx="926">
                  <c:v>39332</c:v>
                </c:pt>
                <c:pt idx="927">
                  <c:v>39335</c:v>
                </c:pt>
                <c:pt idx="928">
                  <c:v>39336</c:v>
                </c:pt>
                <c:pt idx="929">
                  <c:v>39337</c:v>
                </c:pt>
                <c:pt idx="930">
                  <c:v>39338</c:v>
                </c:pt>
                <c:pt idx="931">
                  <c:v>39339</c:v>
                </c:pt>
                <c:pt idx="932">
                  <c:v>39342</c:v>
                </c:pt>
                <c:pt idx="933">
                  <c:v>39343</c:v>
                </c:pt>
                <c:pt idx="934">
                  <c:v>39344</c:v>
                </c:pt>
                <c:pt idx="935">
                  <c:v>39345</c:v>
                </c:pt>
                <c:pt idx="936">
                  <c:v>39346</c:v>
                </c:pt>
                <c:pt idx="937">
                  <c:v>39349</c:v>
                </c:pt>
                <c:pt idx="938">
                  <c:v>39350</c:v>
                </c:pt>
                <c:pt idx="939">
                  <c:v>39351</c:v>
                </c:pt>
                <c:pt idx="940">
                  <c:v>39352</c:v>
                </c:pt>
                <c:pt idx="941">
                  <c:v>39353</c:v>
                </c:pt>
                <c:pt idx="942">
                  <c:v>39356</c:v>
                </c:pt>
                <c:pt idx="943">
                  <c:v>39357</c:v>
                </c:pt>
                <c:pt idx="944">
                  <c:v>39358</c:v>
                </c:pt>
                <c:pt idx="945">
                  <c:v>39359</c:v>
                </c:pt>
                <c:pt idx="946">
                  <c:v>39360</c:v>
                </c:pt>
                <c:pt idx="947">
                  <c:v>39363</c:v>
                </c:pt>
                <c:pt idx="948">
                  <c:v>39364</c:v>
                </c:pt>
                <c:pt idx="949">
                  <c:v>39365</c:v>
                </c:pt>
                <c:pt idx="950">
                  <c:v>39366</c:v>
                </c:pt>
                <c:pt idx="951">
                  <c:v>39367</c:v>
                </c:pt>
                <c:pt idx="952">
                  <c:v>39370</c:v>
                </c:pt>
                <c:pt idx="953">
                  <c:v>39371</c:v>
                </c:pt>
                <c:pt idx="954">
                  <c:v>39372</c:v>
                </c:pt>
                <c:pt idx="955">
                  <c:v>39373</c:v>
                </c:pt>
                <c:pt idx="956">
                  <c:v>39374</c:v>
                </c:pt>
                <c:pt idx="957">
                  <c:v>39377</c:v>
                </c:pt>
                <c:pt idx="958">
                  <c:v>39378</c:v>
                </c:pt>
                <c:pt idx="959">
                  <c:v>39379</c:v>
                </c:pt>
                <c:pt idx="960">
                  <c:v>39380</c:v>
                </c:pt>
                <c:pt idx="961">
                  <c:v>39381</c:v>
                </c:pt>
                <c:pt idx="962">
                  <c:v>39384</c:v>
                </c:pt>
                <c:pt idx="963">
                  <c:v>39385</c:v>
                </c:pt>
                <c:pt idx="964">
                  <c:v>39386</c:v>
                </c:pt>
                <c:pt idx="965">
                  <c:v>39387</c:v>
                </c:pt>
                <c:pt idx="966">
                  <c:v>39388</c:v>
                </c:pt>
                <c:pt idx="967">
                  <c:v>39391</c:v>
                </c:pt>
                <c:pt idx="968">
                  <c:v>39392</c:v>
                </c:pt>
                <c:pt idx="969">
                  <c:v>39393</c:v>
                </c:pt>
                <c:pt idx="970">
                  <c:v>39394</c:v>
                </c:pt>
                <c:pt idx="971">
                  <c:v>39395</c:v>
                </c:pt>
                <c:pt idx="972">
                  <c:v>39398</c:v>
                </c:pt>
                <c:pt idx="973">
                  <c:v>39399</c:v>
                </c:pt>
                <c:pt idx="974">
                  <c:v>39400</c:v>
                </c:pt>
                <c:pt idx="975">
                  <c:v>39401</c:v>
                </c:pt>
                <c:pt idx="976">
                  <c:v>39402</c:v>
                </c:pt>
                <c:pt idx="977">
                  <c:v>39405</c:v>
                </c:pt>
                <c:pt idx="978">
                  <c:v>39406</c:v>
                </c:pt>
                <c:pt idx="979">
                  <c:v>39407</c:v>
                </c:pt>
                <c:pt idx="980">
                  <c:v>39409</c:v>
                </c:pt>
                <c:pt idx="981">
                  <c:v>39412</c:v>
                </c:pt>
                <c:pt idx="982">
                  <c:v>39413</c:v>
                </c:pt>
                <c:pt idx="983">
                  <c:v>39414</c:v>
                </c:pt>
                <c:pt idx="984">
                  <c:v>39415</c:v>
                </c:pt>
                <c:pt idx="985">
                  <c:v>39416</c:v>
                </c:pt>
                <c:pt idx="986">
                  <c:v>39419</c:v>
                </c:pt>
                <c:pt idx="987">
                  <c:v>39420</c:v>
                </c:pt>
                <c:pt idx="988">
                  <c:v>39421</c:v>
                </c:pt>
                <c:pt idx="989">
                  <c:v>39422</c:v>
                </c:pt>
                <c:pt idx="990">
                  <c:v>39423</c:v>
                </c:pt>
                <c:pt idx="991">
                  <c:v>39426</c:v>
                </c:pt>
                <c:pt idx="992">
                  <c:v>39427</c:v>
                </c:pt>
                <c:pt idx="993">
                  <c:v>39428</c:v>
                </c:pt>
                <c:pt idx="994">
                  <c:v>39429</c:v>
                </c:pt>
                <c:pt idx="995">
                  <c:v>39430</c:v>
                </c:pt>
                <c:pt idx="996">
                  <c:v>39433</c:v>
                </c:pt>
                <c:pt idx="997">
                  <c:v>39434</c:v>
                </c:pt>
                <c:pt idx="998">
                  <c:v>39435</c:v>
                </c:pt>
                <c:pt idx="999">
                  <c:v>39436</c:v>
                </c:pt>
                <c:pt idx="1000">
                  <c:v>39437</c:v>
                </c:pt>
                <c:pt idx="1001">
                  <c:v>39440</c:v>
                </c:pt>
                <c:pt idx="1002">
                  <c:v>39442</c:v>
                </c:pt>
                <c:pt idx="1003">
                  <c:v>39443</c:v>
                </c:pt>
                <c:pt idx="1004">
                  <c:v>39444</c:v>
                </c:pt>
                <c:pt idx="1005">
                  <c:v>39447</c:v>
                </c:pt>
                <c:pt idx="1006">
                  <c:v>39449</c:v>
                </c:pt>
                <c:pt idx="1007">
                  <c:v>39450</c:v>
                </c:pt>
                <c:pt idx="1008">
                  <c:v>39451</c:v>
                </c:pt>
                <c:pt idx="1009">
                  <c:v>39454</c:v>
                </c:pt>
                <c:pt idx="1010">
                  <c:v>39455</c:v>
                </c:pt>
                <c:pt idx="1011">
                  <c:v>39456</c:v>
                </c:pt>
                <c:pt idx="1012">
                  <c:v>39457</c:v>
                </c:pt>
                <c:pt idx="1013">
                  <c:v>39458</c:v>
                </c:pt>
                <c:pt idx="1014">
                  <c:v>39461</c:v>
                </c:pt>
                <c:pt idx="1015">
                  <c:v>39462</c:v>
                </c:pt>
                <c:pt idx="1016">
                  <c:v>39463</c:v>
                </c:pt>
                <c:pt idx="1017">
                  <c:v>39464</c:v>
                </c:pt>
                <c:pt idx="1018">
                  <c:v>39465</c:v>
                </c:pt>
                <c:pt idx="1019">
                  <c:v>39469</c:v>
                </c:pt>
                <c:pt idx="1020">
                  <c:v>39470</c:v>
                </c:pt>
                <c:pt idx="1021">
                  <c:v>39471</c:v>
                </c:pt>
                <c:pt idx="1022">
                  <c:v>39472</c:v>
                </c:pt>
                <c:pt idx="1023">
                  <c:v>39475</c:v>
                </c:pt>
                <c:pt idx="1024">
                  <c:v>39476</c:v>
                </c:pt>
                <c:pt idx="1025">
                  <c:v>39477</c:v>
                </c:pt>
                <c:pt idx="1026">
                  <c:v>39478</c:v>
                </c:pt>
                <c:pt idx="1027">
                  <c:v>39479</c:v>
                </c:pt>
                <c:pt idx="1028">
                  <c:v>39482</c:v>
                </c:pt>
                <c:pt idx="1029">
                  <c:v>39483</c:v>
                </c:pt>
                <c:pt idx="1030">
                  <c:v>39484</c:v>
                </c:pt>
                <c:pt idx="1031">
                  <c:v>39485</c:v>
                </c:pt>
                <c:pt idx="1032">
                  <c:v>39486</c:v>
                </c:pt>
                <c:pt idx="1033">
                  <c:v>39489</c:v>
                </c:pt>
                <c:pt idx="1034">
                  <c:v>39490</c:v>
                </c:pt>
                <c:pt idx="1035">
                  <c:v>39491</c:v>
                </c:pt>
                <c:pt idx="1036">
                  <c:v>39492</c:v>
                </c:pt>
                <c:pt idx="1037">
                  <c:v>39493</c:v>
                </c:pt>
                <c:pt idx="1038">
                  <c:v>39497</c:v>
                </c:pt>
                <c:pt idx="1039">
                  <c:v>39498</c:v>
                </c:pt>
                <c:pt idx="1040">
                  <c:v>39499</c:v>
                </c:pt>
                <c:pt idx="1041">
                  <c:v>39500</c:v>
                </c:pt>
                <c:pt idx="1042">
                  <c:v>39503</c:v>
                </c:pt>
                <c:pt idx="1043">
                  <c:v>39504</c:v>
                </c:pt>
                <c:pt idx="1044">
                  <c:v>39505</c:v>
                </c:pt>
                <c:pt idx="1045">
                  <c:v>39506</c:v>
                </c:pt>
                <c:pt idx="1046">
                  <c:v>39507</c:v>
                </c:pt>
                <c:pt idx="1047">
                  <c:v>39510</c:v>
                </c:pt>
                <c:pt idx="1048">
                  <c:v>39511</c:v>
                </c:pt>
                <c:pt idx="1049">
                  <c:v>39512</c:v>
                </c:pt>
                <c:pt idx="1050">
                  <c:v>39513</c:v>
                </c:pt>
                <c:pt idx="1051">
                  <c:v>39514</c:v>
                </c:pt>
                <c:pt idx="1052">
                  <c:v>39517</c:v>
                </c:pt>
                <c:pt idx="1053">
                  <c:v>39518</c:v>
                </c:pt>
                <c:pt idx="1054">
                  <c:v>39519</c:v>
                </c:pt>
                <c:pt idx="1055">
                  <c:v>39520</c:v>
                </c:pt>
                <c:pt idx="1056">
                  <c:v>39521</c:v>
                </c:pt>
                <c:pt idx="1057">
                  <c:v>39524</c:v>
                </c:pt>
                <c:pt idx="1058">
                  <c:v>39525</c:v>
                </c:pt>
                <c:pt idx="1059">
                  <c:v>39526</c:v>
                </c:pt>
                <c:pt idx="1060">
                  <c:v>39527</c:v>
                </c:pt>
                <c:pt idx="1061">
                  <c:v>39531</c:v>
                </c:pt>
                <c:pt idx="1062">
                  <c:v>39532</c:v>
                </c:pt>
                <c:pt idx="1063">
                  <c:v>39533</c:v>
                </c:pt>
                <c:pt idx="1064">
                  <c:v>39534</c:v>
                </c:pt>
                <c:pt idx="1065">
                  <c:v>39535</c:v>
                </c:pt>
                <c:pt idx="1066">
                  <c:v>39538</c:v>
                </c:pt>
                <c:pt idx="1067">
                  <c:v>39539</c:v>
                </c:pt>
                <c:pt idx="1068">
                  <c:v>39540</c:v>
                </c:pt>
                <c:pt idx="1069">
                  <c:v>39541</c:v>
                </c:pt>
                <c:pt idx="1070">
                  <c:v>39542</c:v>
                </c:pt>
                <c:pt idx="1071">
                  <c:v>39545</c:v>
                </c:pt>
                <c:pt idx="1072">
                  <c:v>39546</c:v>
                </c:pt>
                <c:pt idx="1073">
                  <c:v>39547</c:v>
                </c:pt>
                <c:pt idx="1074">
                  <c:v>39548</c:v>
                </c:pt>
                <c:pt idx="1075">
                  <c:v>39549</c:v>
                </c:pt>
                <c:pt idx="1076">
                  <c:v>39552</c:v>
                </c:pt>
                <c:pt idx="1077">
                  <c:v>39553</c:v>
                </c:pt>
                <c:pt idx="1078">
                  <c:v>39554</c:v>
                </c:pt>
                <c:pt idx="1079">
                  <c:v>39555</c:v>
                </c:pt>
                <c:pt idx="1080">
                  <c:v>39556</c:v>
                </c:pt>
                <c:pt idx="1081">
                  <c:v>39559</c:v>
                </c:pt>
                <c:pt idx="1082">
                  <c:v>39560</c:v>
                </c:pt>
                <c:pt idx="1083">
                  <c:v>39561</c:v>
                </c:pt>
                <c:pt idx="1084">
                  <c:v>39562</c:v>
                </c:pt>
                <c:pt idx="1085">
                  <c:v>39563</c:v>
                </c:pt>
                <c:pt idx="1086">
                  <c:v>39566</c:v>
                </c:pt>
                <c:pt idx="1087">
                  <c:v>39567</c:v>
                </c:pt>
                <c:pt idx="1088">
                  <c:v>39568</c:v>
                </c:pt>
                <c:pt idx="1089">
                  <c:v>39569</c:v>
                </c:pt>
                <c:pt idx="1090">
                  <c:v>39570</c:v>
                </c:pt>
                <c:pt idx="1091">
                  <c:v>39573</c:v>
                </c:pt>
                <c:pt idx="1092">
                  <c:v>39574</c:v>
                </c:pt>
                <c:pt idx="1093">
                  <c:v>39575</c:v>
                </c:pt>
                <c:pt idx="1094">
                  <c:v>39576</c:v>
                </c:pt>
                <c:pt idx="1095">
                  <c:v>39577</c:v>
                </c:pt>
                <c:pt idx="1096">
                  <c:v>39580</c:v>
                </c:pt>
                <c:pt idx="1097">
                  <c:v>39581</c:v>
                </c:pt>
                <c:pt idx="1098">
                  <c:v>39582</c:v>
                </c:pt>
                <c:pt idx="1099">
                  <c:v>39583</c:v>
                </c:pt>
                <c:pt idx="1100">
                  <c:v>39584</c:v>
                </c:pt>
                <c:pt idx="1101">
                  <c:v>39587</c:v>
                </c:pt>
                <c:pt idx="1102">
                  <c:v>39588</c:v>
                </c:pt>
                <c:pt idx="1103">
                  <c:v>39589</c:v>
                </c:pt>
                <c:pt idx="1104">
                  <c:v>39590</c:v>
                </c:pt>
                <c:pt idx="1105">
                  <c:v>39591</c:v>
                </c:pt>
                <c:pt idx="1106">
                  <c:v>39595</c:v>
                </c:pt>
                <c:pt idx="1107">
                  <c:v>39596</c:v>
                </c:pt>
                <c:pt idx="1108">
                  <c:v>39597</c:v>
                </c:pt>
                <c:pt idx="1109">
                  <c:v>39598</c:v>
                </c:pt>
                <c:pt idx="1110">
                  <c:v>39601</c:v>
                </c:pt>
                <c:pt idx="1111">
                  <c:v>39602</c:v>
                </c:pt>
                <c:pt idx="1112">
                  <c:v>39603</c:v>
                </c:pt>
                <c:pt idx="1113">
                  <c:v>39604</c:v>
                </c:pt>
                <c:pt idx="1114">
                  <c:v>39605</c:v>
                </c:pt>
                <c:pt idx="1115">
                  <c:v>39608</c:v>
                </c:pt>
                <c:pt idx="1116">
                  <c:v>39609</c:v>
                </c:pt>
                <c:pt idx="1117">
                  <c:v>39610</c:v>
                </c:pt>
                <c:pt idx="1118">
                  <c:v>39611</c:v>
                </c:pt>
                <c:pt idx="1119">
                  <c:v>39612</c:v>
                </c:pt>
                <c:pt idx="1120">
                  <c:v>39615</c:v>
                </c:pt>
                <c:pt idx="1121">
                  <c:v>39616</c:v>
                </c:pt>
                <c:pt idx="1122">
                  <c:v>39617</c:v>
                </c:pt>
                <c:pt idx="1123">
                  <c:v>39618</c:v>
                </c:pt>
                <c:pt idx="1124">
                  <c:v>39619</c:v>
                </c:pt>
                <c:pt idx="1125">
                  <c:v>39622</c:v>
                </c:pt>
                <c:pt idx="1126">
                  <c:v>39623</c:v>
                </c:pt>
                <c:pt idx="1127">
                  <c:v>39624</c:v>
                </c:pt>
                <c:pt idx="1128">
                  <c:v>39625</c:v>
                </c:pt>
                <c:pt idx="1129">
                  <c:v>39626</c:v>
                </c:pt>
                <c:pt idx="1130">
                  <c:v>39629</c:v>
                </c:pt>
                <c:pt idx="1131">
                  <c:v>39630</c:v>
                </c:pt>
                <c:pt idx="1132">
                  <c:v>39631</c:v>
                </c:pt>
                <c:pt idx="1133">
                  <c:v>39632</c:v>
                </c:pt>
                <c:pt idx="1134">
                  <c:v>39636</c:v>
                </c:pt>
                <c:pt idx="1135">
                  <c:v>39637</c:v>
                </c:pt>
                <c:pt idx="1136">
                  <c:v>39638</c:v>
                </c:pt>
                <c:pt idx="1137">
                  <c:v>39639</c:v>
                </c:pt>
                <c:pt idx="1138">
                  <c:v>39640</c:v>
                </c:pt>
                <c:pt idx="1139">
                  <c:v>39643</c:v>
                </c:pt>
                <c:pt idx="1140">
                  <c:v>39644</c:v>
                </c:pt>
                <c:pt idx="1141">
                  <c:v>39645</c:v>
                </c:pt>
                <c:pt idx="1142">
                  <c:v>39646</c:v>
                </c:pt>
                <c:pt idx="1143">
                  <c:v>39647</c:v>
                </c:pt>
                <c:pt idx="1144">
                  <c:v>39650</c:v>
                </c:pt>
                <c:pt idx="1145">
                  <c:v>39651</c:v>
                </c:pt>
                <c:pt idx="1146">
                  <c:v>39652</c:v>
                </c:pt>
                <c:pt idx="1147">
                  <c:v>39653</c:v>
                </c:pt>
                <c:pt idx="1148">
                  <c:v>39654</c:v>
                </c:pt>
                <c:pt idx="1149">
                  <c:v>39657</c:v>
                </c:pt>
                <c:pt idx="1150">
                  <c:v>39658</c:v>
                </c:pt>
                <c:pt idx="1151">
                  <c:v>39659</c:v>
                </c:pt>
                <c:pt idx="1152">
                  <c:v>39660</c:v>
                </c:pt>
                <c:pt idx="1153">
                  <c:v>39661</c:v>
                </c:pt>
                <c:pt idx="1154">
                  <c:v>39664</c:v>
                </c:pt>
                <c:pt idx="1155">
                  <c:v>39665</c:v>
                </c:pt>
                <c:pt idx="1156">
                  <c:v>39666</c:v>
                </c:pt>
                <c:pt idx="1157">
                  <c:v>39667</c:v>
                </c:pt>
                <c:pt idx="1158">
                  <c:v>39668</c:v>
                </c:pt>
                <c:pt idx="1159">
                  <c:v>39671</c:v>
                </c:pt>
                <c:pt idx="1160">
                  <c:v>39672</c:v>
                </c:pt>
                <c:pt idx="1161">
                  <c:v>39673</c:v>
                </c:pt>
                <c:pt idx="1162">
                  <c:v>39674</c:v>
                </c:pt>
                <c:pt idx="1163">
                  <c:v>39675</c:v>
                </c:pt>
                <c:pt idx="1164">
                  <c:v>39678</c:v>
                </c:pt>
                <c:pt idx="1165">
                  <c:v>39679</c:v>
                </c:pt>
                <c:pt idx="1166">
                  <c:v>39680</c:v>
                </c:pt>
                <c:pt idx="1167">
                  <c:v>39681</c:v>
                </c:pt>
                <c:pt idx="1168">
                  <c:v>39682</c:v>
                </c:pt>
                <c:pt idx="1169">
                  <c:v>39685</c:v>
                </c:pt>
                <c:pt idx="1170">
                  <c:v>39686</c:v>
                </c:pt>
                <c:pt idx="1171">
                  <c:v>39687</c:v>
                </c:pt>
                <c:pt idx="1172">
                  <c:v>39688</c:v>
                </c:pt>
                <c:pt idx="1173">
                  <c:v>39689</c:v>
                </c:pt>
                <c:pt idx="1174">
                  <c:v>39693</c:v>
                </c:pt>
                <c:pt idx="1175">
                  <c:v>39694</c:v>
                </c:pt>
                <c:pt idx="1176">
                  <c:v>39695</c:v>
                </c:pt>
                <c:pt idx="1177">
                  <c:v>39696</c:v>
                </c:pt>
                <c:pt idx="1178">
                  <c:v>39699</c:v>
                </c:pt>
                <c:pt idx="1179">
                  <c:v>39700</c:v>
                </c:pt>
                <c:pt idx="1180">
                  <c:v>39701</c:v>
                </c:pt>
                <c:pt idx="1181">
                  <c:v>39702</c:v>
                </c:pt>
                <c:pt idx="1182">
                  <c:v>39703</c:v>
                </c:pt>
                <c:pt idx="1183">
                  <c:v>39706</c:v>
                </c:pt>
                <c:pt idx="1184">
                  <c:v>39707</c:v>
                </c:pt>
                <c:pt idx="1185">
                  <c:v>39708</c:v>
                </c:pt>
                <c:pt idx="1186">
                  <c:v>39709</c:v>
                </c:pt>
                <c:pt idx="1187">
                  <c:v>39710</c:v>
                </c:pt>
                <c:pt idx="1188">
                  <c:v>39713</c:v>
                </c:pt>
                <c:pt idx="1189">
                  <c:v>39714</c:v>
                </c:pt>
                <c:pt idx="1190">
                  <c:v>39715</c:v>
                </c:pt>
                <c:pt idx="1191">
                  <c:v>39716</c:v>
                </c:pt>
                <c:pt idx="1192">
                  <c:v>39717</c:v>
                </c:pt>
                <c:pt idx="1193">
                  <c:v>39720</c:v>
                </c:pt>
                <c:pt idx="1194">
                  <c:v>39721</c:v>
                </c:pt>
                <c:pt idx="1195">
                  <c:v>39722</c:v>
                </c:pt>
                <c:pt idx="1196">
                  <c:v>39723</c:v>
                </c:pt>
                <c:pt idx="1197">
                  <c:v>39724</c:v>
                </c:pt>
                <c:pt idx="1198">
                  <c:v>39727</c:v>
                </c:pt>
                <c:pt idx="1199">
                  <c:v>39728</c:v>
                </c:pt>
                <c:pt idx="1200">
                  <c:v>39729</c:v>
                </c:pt>
                <c:pt idx="1201">
                  <c:v>39730</c:v>
                </c:pt>
                <c:pt idx="1202">
                  <c:v>39731</c:v>
                </c:pt>
                <c:pt idx="1203">
                  <c:v>39734</c:v>
                </c:pt>
                <c:pt idx="1204">
                  <c:v>39735</c:v>
                </c:pt>
                <c:pt idx="1205">
                  <c:v>39736</c:v>
                </c:pt>
                <c:pt idx="1206">
                  <c:v>39737</c:v>
                </c:pt>
                <c:pt idx="1207">
                  <c:v>39738</c:v>
                </c:pt>
                <c:pt idx="1208">
                  <c:v>39741</c:v>
                </c:pt>
                <c:pt idx="1209">
                  <c:v>39742</c:v>
                </c:pt>
                <c:pt idx="1210">
                  <c:v>39743</c:v>
                </c:pt>
                <c:pt idx="1211">
                  <c:v>39744</c:v>
                </c:pt>
                <c:pt idx="1212">
                  <c:v>39745</c:v>
                </c:pt>
                <c:pt idx="1213">
                  <c:v>39748</c:v>
                </c:pt>
                <c:pt idx="1214">
                  <c:v>39749</c:v>
                </c:pt>
                <c:pt idx="1215">
                  <c:v>39750</c:v>
                </c:pt>
                <c:pt idx="1216">
                  <c:v>39751</c:v>
                </c:pt>
                <c:pt idx="1217">
                  <c:v>39752</c:v>
                </c:pt>
                <c:pt idx="1218">
                  <c:v>39755</c:v>
                </c:pt>
                <c:pt idx="1219">
                  <c:v>39756</c:v>
                </c:pt>
                <c:pt idx="1220">
                  <c:v>39757</c:v>
                </c:pt>
                <c:pt idx="1221">
                  <c:v>39758</c:v>
                </c:pt>
                <c:pt idx="1222">
                  <c:v>39759</c:v>
                </c:pt>
                <c:pt idx="1223">
                  <c:v>39762</c:v>
                </c:pt>
                <c:pt idx="1224">
                  <c:v>39763</c:v>
                </c:pt>
                <c:pt idx="1225">
                  <c:v>39764</c:v>
                </c:pt>
                <c:pt idx="1226">
                  <c:v>39765</c:v>
                </c:pt>
                <c:pt idx="1227">
                  <c:v>39766</c:v>
                </c:pt>
                <c:pt idx="1228">
                  <c:v>39769</c:v>
                </c:pt>
                <c:pt idx="1229">
                  <c:v>39770</c:v>
                </c:pt>
                <c:pt idx="1230">
                  <c:v>39771</c:v>
                </c:pt>
                <c:pt idx="1231">
                  <c:v>39772</c:v>
                </c:pt>
                <c:pt idx="1232">
                  <c:v>39773</c:v>
                </c:pt>
                <c:pt idx="1233">
                  <c:v>39776</c:v>
                </c:pt>
                <c:pt idx="1234">
                  <c:v>39777</c:v>
                </c:pt>
                <c:pt idx="1235">
                  <c:v>39778</c:v>
                </c:pt>
                <c:pt idx="1236">
                  <c:v>39780</c:v>
                </c:pt>
                <c:pt idx="1237">
                  <c:v>39783</c:v>
                </c:pt>
                <c:pt idx="1238">
                  <c:v>39784</c:v>
                </c:pt>
                <c:pt idx="1239">
                  <c:v>39785</c:v>
                </c:pt>
                <c:pt idx="1240">
                  <c:v>39786</c:v>
                </c:pt>
                <c:pt idx="1241">
                  <c:v>39787</c:v>
                </c:pt>
                <c:pt idx="1242">
                  <c:v>39790</c:v>
                </c:pt>
                <c:pt idx="1243">
                  <c:v>39791</c:v>
                </c:pt>
                <c:pt idx="1244">
                  <c:v>39792</c:v>
                </c:pt>
                <c:pt idx="1245">
                  <c:v>39793</c:v>
                </c:pt>
                <c:pt idx="1246">
                  <c:v>39794</c:v>
                </c:pt>
                <c:pt idx="1247">
                  <c:v>39797</c:v>
                </c:pt>
                <c:pt idx="1248">
                  <c:v>39798</c:v>
                </c:pt>
                <c:pt idx="1249">
                  <c:v>39799</c:v>
                </c:pt>
                <c:pt idx="1250">
                  <c:v>39800</c:v>
                </c:pt>
                <c:pt idx="1251">
                  <c:v>39801</c:v>
                </c:pt>
                <c:pt idx="1252">
                  <c:v>39804</c:v>
                </c:pt>
                <c:pt idx="1253">
                  <c:v>39805</c:v>
                </c:pt>
                <c:pt idx="1254">
                  <c:v>39806</c:v>
                </c:pt>
                <c:pt idx="1255">
                  <c:v>39808</c:v>
                </c:pt>
                <c:pt idx="1256">
                  <c:v>39811</c:v>
                </c:pt>
                <c:pt idx="1257">
                  <c:v>39812</c:v>
                </c:pt>
                <c:pt idx="1258">
                  <c:v>39813</c:v>
                </c:pt>
                <c:pt idx="1259">
                  <c:v>39815</c:v>
                </c:pt>
                <c:pt idx="1260">
                  <c:v>39818</c:v>
                </c:pt>
                <c:pt idx="1261">
                  <c:v>39819</c:v>
                </c:pt>
                <c:pt idx="1262">
                  <c:v>39820</c:v>
                </c:pt>
                <c:pt idx="1263">
                  <c:v>39821</c:v>
                </c:pt>
                <c:pt idx="1264">
                  <c:v>39822</c:v>
                </c:pt>
                <c:pt idx="1265">
                  <c:v>39825</c:v>
                </c:pt>
                <c:pt idx="1266">
                  <c:v>39826</c:v>
                </c:pt>
                <c:pt idx="1267">
                  <c:v>39827</c:v>
                </c:pt>
                <c:pt idx="1268">
                  <c:v>39828</c:v>
                </c:pt>
                <c:pt idx="1269">
                  <c:v>39829</c:v>
                </c:pt>
                <c:pt idx="1270">
                  <c:v>39833</c:v>
                </c:pt>
                <c:pt idx="1271">
                  <c:v>39834</c:v>
                </c:pt>
                <c:pt idx="1272">
                  <c:v>39835</c:v>
                </c:pt>
                <c:pt idx="1273">
                  <c:v>39836</c:v>
                </c:pt>
                <c:pt idx="1274">
                  <c:v>39839</c:v>
                </c:pt>
                <c:pt idx="1275">
                  <c:v>39840</c:v>
                </c:pt>
                <c:pt idx="1276">
                  <c:v>39841</c:v>
                </c:pt>
                <c:pt idx="1277">
                  <c:v>39842</c:v>
                </c:pt>
                <c:pt idx="1278">
                  <c:v>39843</c:v>
                </c:pt>
                <c:pt idx="1279">
                  <c:v>39846</c:v>
                </c:pt>
                <c:pt idx="1280">
                  <c:v>39847</c:v>
                </c:pt>
                <c:pt idx="1281">
                  <c:v>39848</c:v>
                </c:pt>
                <c:pt idx="1282">
                  <c:v>39849</c:v>
                </c:pt>
                <c:pt idx="1283">
                  <c:v>39850</c:v>
                </c:pt>
                <c:pt idx="1284">
                  <c:v>39853</c:v>
                </c:pt>
                <c:pt idx="1285">
                  <c:v>39854</c:v>
                </c:pt>
                <c:pt idx="1286">
                  <c:v>39855</c:v>
                </c:pt>
                <c:pt idx="1287">
                  <c:v>39856</c:v>
                </c:pt>
                <c:pt idx="1288">
                  <c:v>39857</c:v>
                </c:pt>
                <c:pt idx="1289">
                  <c:v>39861</c:v>
                </c:pt>
                <c:pt idx="1290">
                  <c:v>39862</c:v>
                </c:pt>
                <c:pt idx="1291">
                  <c:v>39863</c:v>
                </c:pt>
                <c:pt idx="1292">
                  <c:v>39864</c:v>
                </c:pt>
                <c:pt idx="1293">
                  <c:v>39867</c:v>
                </c:pt>
                <c:pt idx="1294">
                  <c:v>39868</c:v>
                </c:pt>
                <c:pt idx="1295">
                  <c:v>39869</c:v>
                </c:pt>
                <c:pt idx="1296">
                  <c:v>39870</c:v>
                </c:pt>
                <c:pt idx="1297">
                  <c:v>39871</c:v>
                </c:pt>
                <c:pt idx="1298">
                  <c:v>39874</c:v>
                </c:pt>
                <c:pt idx="1299">
                  <c:v>39875</c:v>
                </c:pt>
                <c:pt idx="1300">
                  <c:v>39876</c:v>
                </c:pt>
                <c:pt idx="1301">
                  <c:v>39877</c:v>
                </c:pt>
                <c:pt idx="1302">
                  <c:v>39878</c:v>
                </c:pt>
                <c:pt idx="1303">
                  <c:v>39881</c:v>
                </c:pt>
                <c:pt idx="1304">
                  <c:v>39882</c:v>
                </c:pt>
                <c:pt idx="1305">
                  <c:v>39883</c:v>
                </c:pt>
                <c:pt idx="1306">
                  <c:v>39884</c:v>
                </c:pt>
                <c:pt idx="1307">
                  <c:v>39885</c:v>
                </c:pt>
                <c:pt idx="1308">
                  <c:v>39888</c:v>
                </c:pt>
                <c:pt idx="1309">
                  <c:v>39889</c:v>
                </c:pt>
                <c:pt idx="1310">
                  <c:v>39890</c:v>
                </c:pt>
                <c:pt idx="1311">
                  <c:v>39891</c:v>
                </c:pt>
                <c:pt idx="1312">
                  <c:v>39892</c:v>
                </c:pt>
                <c:pt idx="1313">
                  <c:v>39895</c:v>
                </c:pt>
                <c:pt idx="1314">
                  <c:v>39896</c:v>
                </c:pt>
                <c:pt idx="1315">
                  <c:v>39897</c:v>
                </c:pt>
                <c:pt idx="1316">
                  <c:v>39898</c:v>
                </c:pt>
                <c:pt idx="1317">
                  <c:v>39899</c:v>
                </c:pt>
                <c:pt idx="1318">
                  <c:v>39902</c:v>
                </c:pt>
                <c:pt idx="1319">
                  <c:v>39903</c:v>
                </c:pt>
                <c:pt idx="1320">
                  <c:v>39904</c:v>
                </c:pt>
                <c:pt idx="1321">
                  <c:v>39905</c:v>
                </c:pt>
                <c:pt idx="1322">
                  <c:v>39906</c:v>
                </c:pt>
                <c:pt idx="1323">
                  <c:v>39909</c:v>
                </c:pt>
                <c:pt idx="1324">
                  <c:v>39910</c:v>
                </c:pt>
                <c:pt idx="1325">
                  <c:v>39911</c:v>
                </c:pt>
                <c:pt idx="1326">
                  <c:v>39912</c:v>
                </c:pt>
                <c:pt idx="1327">
                  <c:v>39916</c:v>
                </c:pt>
                <c:pt idx="1328">
                  <c:v>39917</c:v>
                </c:pt>
                <c:pt idx="1329">
                  <c:v>39918</c:v>
                </c:pt>
                <c:pt idx="1330">
                  <c:v>39919</c:v>
                </c:pt>
                <c:pt idx="1331">
                  <c:v>39920</c:v>
                </c:pt>
                <c:pt idx="1332">
                  <c:v>39923</c:v>
                </c:pt>
                <c:pt idx="1333">
                  <c:v>39924</c:v>
                </c:pt>
                <c:pt idx="1334">
                  <c:v>39925</c:v>
                </c:pt>
                <c:pt idx="1335">
                  <c:v>39926</c:v>
                </c:pt>
                <c:pt idx="1336">
                  <c:v>39927</c:v>
                </c:pt>
                <c:pt idx="1337">
                  <c:v>39930</c:v>
                </c:pt>
                <c:pt idx="1338">
                  <c:v>39931</c:v>
                </c:pt>
                <c:pt idx="1339">
                  <c:v>39932</c:v>
                </c:pt>
                <c:pt idx="1340">
                  <c:v>39933</c:v>
                </c:pt>
                <c:pt idx="1341">
                  <c:v>39934</c:v>
                </c:pt>
                <c:pt idx="1342">
                  <c:v>39937</c:v>
                </c:pt>
                <c:pt idx="1343">
                  <c:v>39938</c:v>
                </c:pt>
                <c:pt idx="1344">
                  <c:v>39939</c:v>
                </c:pt>
                <c:pt idx="1345">
                  <c:v>39940</c:v>
                </c:pt>
                <c:pt idx="1346">
                  <c:v>39941</c:v>
                </c:pt>
                <c:pt idx="1347">
                  <c:v>39944</c:v>
                </c:pt>
                <c:pt idx="1348">
                  <c:v>39945</c:v>
                </c:pt>
                <c:pt idx="1349">
                  <c:v>39946</c:v>
                </c:pt>
                <c:pt idx="1350">
                  <c:v>39947</c:v>
                </c:pt>
                <c:pt idx="1351">
                  <c:v>39948</c:v>
                </c:pt>
                <c:pt idx="1352">
                  <c:v>39951</c:v>
                </c:pt>
                <c:pt idx="1353">
                  <c:v>39952</c:v>
                </c:pt>
                <c:pt idx="1354">
                  <c:v>39953</c:v>
                </c:pt>
                <c:pt idx="1355">
                  <c:v>39954</c:v>
                </c:pt>
                <c:pt idx="1356">
                  <c:v>39955</c:v>
                </c:pt>
                <c:pt idx="1357">
                  <c:v>39959</c:v>
                </c:pt>
                <c:pt idx="1358">
                  <c:v>39960</c:v>
                </c:pt>
                <c:pt idx="1359">
                  <c:v>39961</c:v>
                </c:pt>
                <c:pt idx="1360">
                  <c:v>39962</c:v>
                </c:pt>
                <c:pt idx="1361">
                  <c:v>39965</c:v>
                </c:pt>
                <c:pt idx="1362">
                  <c:v>39966</c:v>
                </c:pt>
                <c:pt idx="1363">
                  <c:v>39967</c:v>
                </c:pt>
                <c:pt idx="1364">
                  <c:v>39968</c:v>
                </c:pt>
                <c:pt idx="1365">
                  <c:v>39969</c:v>
                </c:pt>
                <c:pt idx="1366">
                  <c:v>39972</c:v>
                </c:pt>
                <c:pt idx="1367">
                  <c:v>39973</c:v>
                </c:pt>
                <c:pt idx="1368">
                  <c:v>39974</c:v>
                </c:pt>
                <c:pt idx="1369">
                  <c:v>39975</c:v>
                </c:pt>
                <c:pt idx="1370">
                  <c:v>39976</c:v>
                </c:pt>
                <c:pt idx="1371">
                  <c:v>39979</c:v>
                </c:pt>
                <c:pt idx="1372">
                  <c:v>39980</c:v>
                </c:pt>
                <c:pt idx="1373">
                  <c:v>39981</c:v>
                </c:pt>
                <c:pt idx="1374">
                  <c:v>39982</c:v>
                </c:pt>
                <c:pt idx="1375">
                  <c:v>39983</c:v>
                </c:pt>
                <c:pt idx="1376">
                  <c:v>39986</c:v>
                </c:pt>
                <c:pt idx="1377">
                  <c:v>39987</c:v>
                </c:pt>
                <c:pt idx="1378">
                  <c:v>39988</c:v>
                </c:pt>
                <c:pt idx="1379">
                  <c:v>39989</c:v>
                </c:pt>
                <c:pt idx="1380">
                  <c:v>39990</c:v>
                </c:pt>
                <c:pt idx="1381">
                  <c:v>39993</c:v>
                </c:pt>
                <c:pt idx="1382">
                  <c:v>39994</c:v>
                </c:pt>
                <c:pt idx="1383">
                  <c:v>39995</c:v>
                </c:pt>
                <c:pt idx="1384">
                  <c:v>39996</c:v>
                </c:pt>
                <c:pt idx="1385">
                  <c:v>40000</c:v>
                </c:pt>
                <c:pt idx="1386">
                  <c:v>40001</c:v>
                </c:pt>
                <c:pt idx="1387">
                  <c:v>40002</c:v>
                </c:pt>
                <c:pt idx="1388">
                  <c:v>40003</c:v>
                </c:pt>
                <c:pt idx="1389">
                  <c:v>40004</c:v>
                </c:pt>
                <c:pt idx="1390">
                  <c:v>40007</c:v>
                </c:pt>
                <c:pt idx="1391">
                  <c:v>40008</c:v>
                </c:pt>
                <c:pt idx="1392">
                  <c:v>40009</c:v>
                </c:pt>
                <c:pt idx="1393">
                  <c:v>40010</c:v>
                </c:pt>
                <c:pt idx="1394">
                  <c:v>40011</c:v>
                </c:pt>
                <c:pt idx="1395">
                  <c:v>40014</c:v>
                </c:pt>
                <c:pt idx="1396">
                  <c:v>40015</c:v>
                </c:pt>
                <c:pt idx="1397">
                  <c:v>40016</c:v>
                </c:pt>
                <c:pt idx="1398">
                  <c:v>40017</c:v>
                </c:pt>
                <c:pt idx="1399">
                  <c:v>40018</c:v>
                </c:pt>
                <c:pt idx="1400">
                  <c:v>40021</c:v>
                </c:pt>
                <c:pt idx="1401">
                  <c:v>40022</c:v>
                </c:pt>
                <c:pt idx="1402">
                  <c:v>40023</c:v>
                </c:pt>
                <c:pt idx="1403">
                  <c:v>40024</c:v>
                </c:pt>
                <c:pt idx="1404">
                  <c:v>40025</c:v>
                </c:pt>
                <c:pt idx="1405">
                  <c:v>40028</c:v>
                </c:pt>
                <c:pt idx="1406">
                  <c:v>40029</c:v>
                </c:pt>
                <c:pt idx="1407">
                  <c:v>40030</c:v>
                </c:pt>
                <c:pt idx="1408">
                  <c:v>40031</c:v>
                </c:pt>
                <c:pt idx="1409">
                  <c:v>40032</c:v>
                </c:pt>
                <c:pt idx="1410">
                  <c:v>40035</c:v>
                </c:pt>
                <c:pt idx="1411">
                  <c:v>40036</c:v>
                </c:pt>
                <c:pt idx="1412">
                  <c:v>40037</c:v>
                </c:pt>
                <c:pt idx="1413">
                  <c:v>40038</c:v>
                </c:pt>
                <c:pt idx="1414">
                  <c:v>40039</c:v>
                </c:pt>
                <c:pt idx="1415">
                  <c:v>40042</c:v>
                </c:pt>
                <c:pt idx="1416">
                  <c:v>40043</c:v>
                </c:pt>
                <c:pt idx="1417">
                  <c:v>40044</c:v>
                </c:pt>
                <c:pt idx="1418">
                  <c:v>40045</c:v>
                </c:pt>
                <c:pt idx="1419">
                  <c:v>40046</c:v>
                </c:pt>
                <c:pt idx="1420">
                  <c:v>40049</c:v>
                </c:pt>
                <c:pt idx="1421">
                  <c:v>40050</c:v>
                </c:pt>
                <c:pt idx="1422">
                  <c:v>40051</c:v>
                </c:pt>
                <c:pt idx="1423">
                  <c:v>40052</c:v>
                </c:pt>
                <c:pt idx="1424">
                  <c:v>40053</c:v>
                </c:pt>
                <c:pt idx="1425">
                  <c:v>40056</c:v>
                </c:pt>
                <c:pt idx="1426">
                  <c:v>40057</c:v>
                </c:pt>
                <c:pt idx="1427">
                  <c:v>40058</c:v>
                </c:pt>
                <c:pt idx="1428">
                  <c:v>40059</c:v>
                </c:pt>
                <c:pt idx="1429">
                  <c:v>40060</c:v>
                </c:pt>
                <c:pt idx="1430">
                  <c:v>40064</c:v>
                </c:pt>
                <c:pt idx="1431">
                  <c:v>40065</c:v>
                </c:pt>
                <c:pt idx="1432">
                  <c:v>40066</c:v>
                </c:pt>
                <c:pt idx="1433">
                  <c:v>40067</c:v>
                </c:pt>
                <c:pt idx="1434">
                  <c:v>40070</c:v>
                </c:pt>
                <c:pt idx="1435">
                  <c:v>40071</c:v>
                </c:pt>
                <c:pt idx="1436">
                  <c:v>40072</c:v>
                </c:pt>
                <c:pt idx="1437">
                  <c:v>40073</c:v>
                </c:pt>
                <c:pt idx="1438">
                  <c:v>40074</c:v>
                </c:pt>
                <c:pt idx="1439">
                  <c:v>40077</c:v>
                </c:pt>
                <c:pt idx="1440">
                  <c:v>40078</c:v>
                </c:pt>
                <c:pt idx="1441">
                  <c:v>40079</c:v>
                </c:pt>
                <c:pt idx="1442">
                  <c:v>40080</c:v>
                </c:pt>
                <c:pt idx="1443">
                  <c:v>40081</c:v>
                </c:pt>
                <c:pt idx="1444">
                  <c:v>40084</c:v>
                </c:pt>
                <c:pt idx="1445">
                  <c:v>40085</c:v>
                </c:pt>
                <c:pt idx="1446">
                  <c:v>40086</c:v>
                </c:pt>
                <c:pt idx="1447">
                  <c:v>40087</c:v>
                </c:pt>
                <c:pt idx="1448">
                  <c:v>40088</c:v>
                </c:pt>
                <c:pt idx="1449">
                  <c:v>40091</c:v>
                </c:pt>
                <c:pt idx="1450">
                  <c:v>40092</c:v>
                </c:pt>
                <c:pt idx="1451">
                  <c:v>40093</c:v>
                </c:pt>
                <c:pt idx="1452">
                  <c:v>40094</c:v>
                </c:pt>
                <c:pt idx="1453">
                  <c:v>40095</c:v>
                </c:pt>
                <c:pt idx="1454">
                  <c:v>40098</c:v>
                </c:pt>
                <c:pt idx="1455">
                  <c:v>40099</c:v>
                </c:pt>
                <c:pt idx="1456">
                  <c:v>40100</c:v>
                </c:pt>
                <c:pt idx="1457">
                  <c:v>40101</c:v>
                </c:pt>
                <c:pt idx="1458">
                  <c:v>40102</c:v>
                </c:pt>
                <c:pt idx="1459">
                  <c:v>40105</c:v>
                </c:pt>
                <c:pt idx="1460">
                  <c:v>40106</c:v>
                </c:pt>
                <c:pt idx="1461">
                  <c:v>40107</c:v>
                </c:pt>
                <c:pt idx="1462">
                  <c:v>40108</c:v>
                </c:pt>
                <c:pt idx="1463">
                  <c:v>40109</c:v>
                </c:pt>
                <c:pt idx="1464">
                  <c:v>40112</c:v>
                </c:pt>
                <c:pt idx="1465">
                  <c:v>40113</c:v>
                </c:pt>
                <c:pt idx="1466">
                  <c:v>40114</c:v>
                </c:pt>
                <c:pt idx="1467">
                  <c:v>40115</c:v>
                </c:pt>
                <c:pt idx="1468">
                  <c:v>40116</c:v>
                </c:pt>
                <c:pt idx="1469">
                  <c:v>40119</c:v>
                </c:pt>
                <c:pt idx="1470">
                  <c:v>40120</c:v>
                </c:pt>
                <c:pt idx="1471">
                  <c:v>40121</c:v>
                </c:pt>
                <c:pt idx="1472">
                  <c:v>40122</c:v>
                </c:pt>
                <c:pt idx="1473">
                  <c:v>40123</c:v>
                </c:pt>
                <c:pt idx="1474">
                  <c:v>40126</c:v>
                </c:pt>
                <c:pt idx="1475">
                  <c:v>40127</c:v>
                </c:pt>
                <c:pt idx="1476">
                  <c:v>40128</c:v>
                </c:pt>
                <c:pt idx="1477">
                  <c:v>40129</c:v>
                </c:pt>
                <c:pt idx="1478">
                  <c:v>40130</c:v>
                </c:pt>
                <c:pt idx="1479">
                  <c:v>40133</c:v>
                </c:pt>
                <c:pt idx="1480">
                  <c:v>40134</c:v>
                </c:pt>
                <c:pt idx="1481">
                  <c:v>40135</c:v>
                </c:pt>
                <c:pt idx="1482">
                  <c:v>40136</c:v>
                </c:pt>
                <c:pt idx="1483">
                  <c:v>40137</c:v>
                </c:pt>
                <c:pt idx="1484">
                  <c:v>40140</c:v>
                </c:pt>
                <c:pt idx="1485">
                  <c:v>40141</c:v>
                </c:pt>
                <c:pt idx="1486">
                  <c:v>40142</c:v>
                </c:pt>
                <c:pt idx="1487">
                  <c:v>40144</c:v>
                </c:pt>
                <c:pt idx="1488">
                  <c:v>40147</c:v>
                </c:pt>
                <c:pt idx="1489">
                  <c:v>40148</c:v>
                </c:pt>
                <c:pt idx="1490">
                  <c:v>40149</c:v>
                </c:pt>
                <c:pt idx="1491">
                  <c:v>40150</c:v>
                </c:pt>
                <c:pt idx="1492">
                  <c:v>40151</c:v>
                </c:pt>
                <c:pt idx="1493">
                  <c:v>40154</c:v>
                </c:pt>
                <c:pt idx="1494">
                  <c:v>40155</c:v>
                </c:pt>
                <c:pt idx="1495">
                  <c:v>40156</c:v>
                </c:pt>
                <c:pt idx="1496">
                  <c:v>40157</c:v>
                </c:pt>
                <c:pt idx="1497">
                  <c:v>40158</c:v>
                </c:pt>
                <c:pt idx="1498">
                  <c:v>40161</c:v>
                </c:pt>
                <c:pt idx="1499">
                  <c:v>40162</c:v>
                </c:pt>
                <c:pt idx="1500">
                  <c:v>40163</c:v>
                </c:pt>
                <c:pt idx="1501">
                  <c:v>40164</c:v>
                </c:pt>
                <c:pt idx="1502">
                  <c:v>40165</c:v>
                </c:pt>
                <c:pt idx="1503">
                  <c:v>40168</c:v>
                </c:pt>
                <c:pt idx="1504">
                  <c:v>40169</c:v>
                </c:pt>
                <c:pt idx="1505">
                  <c:v>40170</c:v>
                </c:pt>
                <c:pt idx="1506">
                  <c:v>40171</c:v>
                </c:pt>
                <c:pt idx="1507">
                  <c:v>40175</c:v>
                </c:pt>
                <c:pt idx="1508">
                  <c:v>40176</c:v>
                </c:pt>
                <c:pt idx="1509">
                  <c:v>40177</c:v>
                </c:pt>
                <c:pt idx="1510">
                  <c:v>40178</c:v>
                </c:pt>
                <c:pt idx="1511">
                  <c:v>40182</c:v>
                </c:pt>
                <c:pt idx="1512">
                  <c:v>40183</c:v>
                </c:pt>
                <c:pt idx="1513">
                  <c:v>40184</c:v>
                </c:pt>
                <c:pt idx="1514">
                  <c:v>40185</c:v>
                </c:pt>
                <c:pt idx="1515">
                  <c:v>40186</c:v>
                </c:pt>
                <c:pt idx="1516">
                  <c:v>40189</c:v>
                </c:pt>
                <c:pt idx="1517">
                  <c:v>40190</c:v>
                </c:pt>
                <c:pt idx="1518">
                  <c:v>40191</c:v>
                </c:pt>
                <c:pt idx="1519">
                  <c:v>40192</c:v>
                </c:pt>
                <c:pt idx="1520">
                  <c:v>40193</c:v>
                </c:pt>
                <c:pt idx="1521">
                  <c:v>40197</c:v>
                </c:pt>
                <c:pt idx="1522">
                  <c:v>40198</c:v>
                </c:pt>
                <c:pt idx="1523">
                  <c:v>40199</c:v>
                </c:pt>
                <c:pt idx="1524">
                  <c:v>40200</c:v>
                </c:pt>
                <c:pt idx="1525">
                  <c:v>40203</c:v>
                </c:pt>
                <c:pt idx="1526">
                  <c:v>40204</c:v>
                </c:pt>
                <c:pt idx="1527">
                  <c:v>40205</c:v>
                </c:pt>
                <c:pt idx="1528">
                  <c:v>40206</c:v>
                </c:pt>
                <c:pt idx="1529">
                  <c:v>40207</c:v>
                </c:pt>
                <c:pt idx="1530">
                  <c:v>40210</c:v>
                </c:pt>
                <c:pt idx="1531">
                  <c:v>40211</c:v>
                </c:pt>
                <c:pt idx="1532">
                  <c:v>40212</c:v>
                </c:pt>
                <c:pt idx="1533">
                  <c:v>40213</c:v>
                </c:pt>
                <c:pt idx="1534">
                  <c:v>40214</c:v>
                </c:pt>
                <c:pt idx="1535">
                  <c:v>40217</c:v>
                </c:pt>
                <c:pt idx="1536">
                  <c:v>40218</c:v>
                </c:pt>
                <c:pt idx="1537">
                  <c:v>40219</c:v>
                </c:pt>
                <c:pt idx="1538">
                  <c:v>40220</c:v>
                </c:pt>
                <c:pt idx="1539">
                  <c:v>40221</c:v>
                </c:pt>
                <c:pt idx="1540">
                  <c:v>40225</c:v>
                </c:pt>
                <c:pt idx="1541">
                  <c:v>40226</c:v>
                </c:pt>
                <c:pt idx="1542">
                  <c:v>40227</c:v>
                </c:pt>
                <c:pt idx="1543">
                  <c:v>40228</c:v>
                </c:pt>
                <c:pt idx="1544">
                  <c:v>40231</c:v>
                </c:pt>
                <c:pt idx="1545">
                  <c:v>40232</c:v>
                </c:pt>
                <c:pt idx="1546">
                  <c:v>40233</c:v>
                </c:pt>
                <c:pt idx="1547">
                  <c:v>40234</c:v>
                </c:pt>
                <c:pt idx="1548">
                  <c:v>40235</c:v>
                </c:pt>
                <c:pt idx="1549">
                  <c:v>40238</c:v>
                </c:pt>
                <c:pt idx="1550">
                  <c:v>40239</c:v>
                </c:pt>
                <c:pt idx="1551">
                  <c:v>40240</c:v>
                </c:pt>
                <c:pt idx="1552">
                  <c:v>40241</c:v>
                </c:pt>
                <c:pt idx="1553">
                  <c:v>40242</c:v>
                </c:pt>
                <c:pt idx="1554">
                  <c:v>40245</c:v>
                </c:pt>
                <c:pt idx="1555">
                  <c:v>40246</c:v>
                </c:pt>
                <c:pt idx="1556">
                  <c:v>40247</c:v>
                </c:pt>
                <c:pt idx="1557">
                  <c:v>40248</c:v>
                </c:pt>
                <c:pt idx="1558">
                  <c:v>40249</c:v>
                </c:pt>
                <c:pt idx="1559">
                  <c:v>40252</c:v>
                </c:pt>
                <c:pt idx="1560">
                  <c:v>40253</c:v>
                </c:pt>
                <c:pt idx="1561">
                  <c:v>40254</c:v>
                </c:pt>
                <c:pt idx="1562">
                  <c:v>40255</c:v>
                </c:pt>
                <c:pt idx="1563">
                  <c:v>40256</c:v>
                </c:pt>
                <c:pt idx="1564">
                  <c:v>40259</c:v>
                </c:pt>
                <c:pt idx="1565">
                  <c:v>40260</c:v>
                </c:pt>
                <c:pt idx="1566">
                  <c:v>40261</c:v>
                </c:pt>
                <c:pt idx="1567">
                  <c:v>40262</c:v>
                </c:pt>
                <c:pt idx="1568">
                  <c:v>40263</c:v>
                </c:pt>
                <c:pt idx="1569">
                  <c:v>40266</c:v>
                </c:pt>
                <c:pt idx="1570">
                  <c:v>40267</c:v>
                </c:pt>
                <c:pt idx="1571">
                  <c:v>40268</c:v>
                </c:pt>
                <c:pt idx="1572">
                  <c:v>40269</c:v>
                </c:pt>
                <c:pt idx="1573">
                  <c:v>40273</c:v>
                </c:pt>
                <c:pt idx="1574">
                  <c:v>40274</c:v>
                </c:pt>
                <c:pt idx="1575">
                  <c:v>40275</c:v>
                </c:pt>
                <c:pt idx="1576">
                  <c:v>40276</c:v>
                </c:pt>
                <c:pt idx="1577">
                  <c:v>40277</c:v>
                </c:pt>
                <c:pt idx="1578">
                  <c:v>40280</c:v>
                </c:pt>
                <c:pt idx="1579">
                  <c:v>40281</c:v>
                </c:pt>
                <c:pt idx="1580">
                  <c:v>40282</c:v>
                </c:pt>
                <c:pt idx="1581">
                  <c:v>40283</c:v>
                </c:pt>
                <c:pt idx="1582">
                  <c:v>40284</c:v>
                </c:pt>
                <c:pt idx="1583">
                  <c:v>40287</c:v>
                </c:pt>
                <c:pt idx="1584">
                  <c:v>40288</c:v>
                </c:pt>
                <c:pt idx="1585">
                  <c:v>40289</c:v>
                </c:pt>
                <c:pt idx="1586">
                  <c:v>40290</c:v>
                </c:pt>
                <c:pt idx="1587">
                  <c:v>40291</c:v>
                </c:pt>
                <c:pt idx="1588">
                  <c:v>40294</c:v>
                </c:pt>
                <c:pt idx="1589">
                  <c:v>40295</c:v>
                </c:pt>
                <c:pt idx="1590">
                  <c:v>40296</c:v>
                </c:pt>
                <c:pt idx="1591">
                  <c:v>40297</c:v>
                </c:pt>
                <c:pt idx="1592">
                  <c:v>40298</c:v>
                </c:pt>
                <c:pt idx="1593">
                  <c:v>40301</c:v>
                </c:pt>
                <c:pt idx="1594">
                  <c:v>40302</c:v>
                </c:pt>
                <c:pt idx="1595">
                  <c:v>40303</c:v>
                </c:pt>
                <c:pt idx="1596">
                  <c:v>40304</c:v>
                </c:pt>
                <c:pt idx="1597">
                  <c:v>40305</c:v>
                </c:pt>
                <c:pt idx="1598">
                  <c:v>40308</c:v>
                </c:pt>
                <c:pt idx="1599">
                  <c:v>40309</c:v>
                </c:pt>
                <c:pt idx="1600">
                  <c:v>40310</c:v>
                </c:pt>
                <c:pt idx="1601">
                  <c:v>40311</c:v>
                </c:pt>
                <c:pt idx="1602">
                  <c:v>40312</c:v>
                </c:pt>
                <c:pt idx="1603">
                  <c:v>40315</c:v>
                </c:pt>
                <c:pt idx="1604">
                  <c:v>40316</c:v>
                </c:pt>
                <c:pt idx="1605">
                  <c:v>40317</c:v>
                </c:pt>
                <c:pt idx="1606">
                  <c:v>40318</c:v>
                </c:pt>
                <c:pt idx="1607">
                  <c:v>40319</c:v>
                </c:pt>
                <c:pt idx="1608">
                  <c:v>40322</c:v>
                </c:pt>
                <c:pt idx="1609">
                  <c:v>40323</c:v>
                </c:pt>
                <c:pt idx="1610">
                  <c:v>40324</c:v>
                </c:pt>
                <c:pt idx="1611">
                  <c:v>40325</c:v>
                </c:pt>
                <c:pt idx="1612">
                  <c:v>40326</c:v>
                </c:pt>
                <c:pt idx="1613">
                  <c:v>40330</c:v>
                </c:pt>
                <c:pt idx="1614">
                  <c:v>40331</c:v>
                </c:pt>
                <c:pt idx="1615">
                  <c:v>40332</c:v>
                </c:pt>
                <c:pt idx="1616">
                  <c:v>40333</c:v>
                </c:pt>
                <c:pt idx="1617">
                  <c:v>40336</c:v>
                </c:pt>
                <c:pt idx="1618">
                  <c:v>40337</c:v>
                </c:pt>
                <c:pt idx="1619">
                  <c:v>40338</c:v>
                </c:pt>
                <c:pt idx="1620">
                  <c:v>40339</c:v>
                </c:pt>
                <c:pt idx="1621">
                  <c:v>40340</c:v>
                </c:pt>
                <c:pt idx="1622">
                  <c:v>40343</c:v>
                </c:pt>
                <c:pt idx="1623">
                  <c:v>40344</c:v>
                </c:pt>
                <c:pt idx="1624">
                  <c:v>40345</c:v>
                </c:pt>
                <c:pt idx="1625">
                  <c:v>40346</c:v>
                </c:pt>
                <c:pt idx="1626">
                  <c:v>40347</c:v>
                </c:pt>
                <c:pt idx="1627">
                  <c:v>40350</c:v>
                </c:pt>
                <c:pt idx="1628">
                  <c:v>40351</c:v>
                </c:pt>
                <c:pt idx="1629">
                  <c:v>40352</c:v>
                </c:pt>
                <c:pt idx="1630">
                  <c:v>40353</c:v>
                </c:pt>
                <c:pt idx="1631">
                  <c:v>40354</c:v>
                </c:pt>
                <c:pt idx="1632">
                  <c:v>40357</c:v>
                </c:pt>
                <c:pt idx="1633">
                  <c:v>40358</c:v>
                </c:pt>
                <c:pt idx="1634">
                  <c:v>40359</c:v>
                </c:pt>
                <c:pt idx="1635">
                  <c:v>40360</c:v>
                </c:pt>
                <c:pt idx="1636">
                  <c:v>40361</c:v>
                </c:pt>
                <c:pt idx="1637">
                  <c:v>40365</c:v>
                </c:pt>
                <c:pt idx="1638">
                  <c:v>40366</c:v>
                </c:pt>
                <c:pt idx="1639">
                  <c:v>40367</c:v>
                </c:pt>
                <c:pt idx="1640">
                  <c:v>40368</c:v>
                </c:pt>
                <c:pt idx="1641">
                  <c:v>40371</c:v>
                </c:pt>
                <c:pt idx="1642">
                  <c:v>40372</c:v>
                </c:pt>
                <c:pt idx="1643">
                  <c:v>40373</c:v>
                </c:pt>
                <c:pt idx="1644">
                  <c:v>40374</c:v>
                </c:pt>
                <c:pt idx="1645">
                  <c:v>40375</c:v>
                </c:pt>
                <c:pt idx="1646">
                  <c:v>40378</c:v>
                </c:pt>
                <c:pt idx="1647">
                  <c:v>40379</c:v>
                </c:pt>
                <c:pt idx="1648">
                  <c:v>40380</c:v>
                </c:pt>
                <c:pt idx="1649">
                  <c:v>40381</c:v>
                </c:pt>
                <c:pt idx="1650">
                  <c:v>40382</c:v>
                </c:pt>
                <c:pt idx="1651">
                  <c:v>40385</c:v>
                </c:pt>
                <c:pt idx="1652">
                  <c:v>40386</c:v>
                </c:pt>
                <c:pt idx="1653">
                  <c:v>40387</c:v>
                </c:pt>
                <c:pt idx="1654">
                  <c:v>40388</c:v>
                </c:pt>
                <c:pt idx="1655">
                  <c:v>40389</c:v>
                </c:pt>
                <c:pt idx="1656">
                  <c:v>40392</c:v>
                </c:pt>
                <c:pt idx="1657">
                  <c:v>40393</c:v>
                </c:pt>
                <c:pt idx="1658">
                  <c:v>40394</c:v>
                </c:pt>
                <c:pt idx="1659">
                  <c:v>40395</c:v>
                </c:pt>
                <c:pt idx="1660">
                  <c:v>40396</c:v>
                </c:pt>
                <c:pt idx="1661">
                  <c:v>40399</c:v>
                </c:pt>
                <c:pt idx="1662">
                  <c:v>40400</c:v>
                </c:pt>
                <c:pt idx="1663">
                  <c:v>40401</c:v>
                </c:pt>
                <c:pt idx="1664">
                  <c:v>40402</c:v>
                </c:pt>
                <c:pt idx="1665">
                  <c:v>40403</c:v>
                </c:pt>
                <c:pt idx="1666">
                  <c:v>40406</c:v>
                </c:pt>
                <c:pt idx="1667">
                  <c:v>40407</c:v>
                </c:pt>
                <c:pt idx="1668">
                  <c:v>40408</c:v>
                </c:pt>
                <c:pt idx="1669">
                  <c:v>40409</c:v>
                </c:pt>
                <c:pt idx="1670">
                  <c:v>40410</c:v>
                </c:pt>
                <c:pt idx="1671">
                  <c:v>40413</c:v>
                </c:pt>
                <c:pt idx="1672">
                  <c:v>40414</c:v>
                </c:pt>
                <c:pt idx="1673">
                  <c:v>40415</c:v>
                </c:pt>
                <c:pt idx="1674">
                  <c:v>40416</c:v>
                </c:pt>
                <c:pt idx="1675">
                  <c:v>40417</c:v>
                </c:pt>
                <c:pt idx="1676">
                  <c:v>40420</c:v>
                </c:pt>
                <c:pt idx="1677">
                  <c:v>40421</c:v>
                </c:pt>
                <c:pt idx="1678">
                  <c:v>40422</c:v>
                </c:pt>
                <c:pt idx="1679">
                  <c:v>40423</c:v>
                </c:pt>
                <c:pt idx="1680">
                  <c:v>40424</c:v>
                </c:pt>
                <c:pt idx="1681">
                  <c:v>40428</c:v>
                </c:pt>
                <c:pt idx="1682">
                  <c:v>40429</c:v>
                </c:pt>
                <c:pt idx="1683">
                  <c:v>40430</c:v>
                </c:pt>
                <c:pt idx="1684">
                  <c:v>40431</c:v>
                </c:pt>
                <c:pt idx="1685">
                  <c:v>40434</c:v>
                </c:pt>
                <c:pt idx="1686">
                  <c:v>40435</c:v>
                </c:pt>
                <c:pt idx="1687">
                  <c:v>40436</c:v>
                </c:pt>
                <c:pt idx="1688">
                  <c:v>40437</c:v>
                </c:pt>
                <c:pt idx="1689">
                  <c:v>40438</c:v>
                </c:pt>
                <c:pt idx="1690">
                  <c:v>40441</c:v>
                </c:pt>
                <c:pt idx="1691">
                  <c:v>40442</c:v>
                </c:pt>
                <c:pt idx="1692">
                  <c:v>40443</c:v>
                </c:pt>
                <c:pt idx="1693">
                  <c:v>40444</c:v>
                </c:pt>
                <c:pt idx="1694">
                  <c:v>40445</c:v>
                </c:pt>
                <c:pt idx="1695">
                  <c:v>40448</c:v>
                </c:pt>
                <c:pt idx="1696">
                  <c:v>40449</c:v>
                </c:pt>
                <c:pt idx="1697">
                  <c:v>40450</c:v>
                </c:pt>
                <c:pt idx="1698">
                  <c:v>40451</c:v>
                </c:pt>
                <c:pt idx="1699">
                  <c:v>40452</c:v>
                </c:pt>
                <c:pt idx="1700">
                  <c:v>40455</c:v>
                </c:pt>
                <c:pt idx="1701">
                  <c:v>40456</c:v>
                </c:pt>
                <c:pt idx="1702">
                  <c:v>40457</c:v>
                </c:pt>
                <c:pt idx="1703">
                  <c:v>40458</c:v>
                </c:pt>
                <c:pt idx="1704">
                  <c:v>40459</c:v>
                </c:pt>
                <c:pt idx="1705">
                  <c:v>40462</c:v>
                </c:pt>
                <c:pt idx="1706">
                  <c:v>40463</c:v>
                </c:pt>
                <c:pt idx="1707">
                  <c:v>40464</c:v>
                </c:pt>
                <c:pt idx="1708">
                  <c:v>40465</c:v>
                </c:pt>
                <c:pt idx="1709">
                  <c:v>40466</c:v>
                </c:pt>
                <c:pt idx="1710">
                  <c:v>40469</c:v>
                </c:pt>
                <c:pt idx="1711">
                  <c:v>40470</c:v>
                </c:pt>
                <c:pt idx="1712">
                  <c:v>40471</c:v>
                </c:pt>
                <c:pt idx="1713">
                  <c:v>40472</c:v>
                </c:pt>
                <c:pt idx="1714">
                  <c:v>40473</c:v>
                </c:pt>
                <c:pt idx="1715">
                  <c:v>40476</c:v>
                </c:pt>
                <c:pt idx="1716">
                  <c:v>40477</c:v>
                </c:pt>
                <c:pt idx="1717">
                  <c:v>40478</c:v>
                </c:pt>
                <c:pt idx="1718">
                  <c:v>40479</c:v>
                </c:pt>
                <c:pt idx="1719">
                  <c:v>40480</c:v>
                </c:pt>
                <c:pt idx="1720">
                  <c:v>40483</c:v>
                </c:pt>
                <c:pt idx="1721">
                  <c:v>40484</c:v>
                </c:pt>
                <c:pt idx="1722">
                  <c:v>40485</c:v>
                </c:pt>
                <c:pt idx="1723">
                  <c:v>40486</c:v>
                </c:pt>
                <c:pt idx="1724">
                  <c:v>40487</c:v>
                </c:pt>
                <c:pt idx="1725">
                  <c:v>40490</c:v>
                </c:pt>
                <c:pt idx="1726">
                  <c:v>40491</c:v>
                </c:pt>
                <c:pt idx="1727">
                  <c:v>40492</c:v>
                </c:pt>
                <c:pt idx="1728">
                  <c:v>40493</c:v>
                </c:pt>
                <c:pt idx="1729">
                  <c:v>40494</c:v>
                </c:pt>
                <c:pt idx="1730">
                  <c:v>40497</c:v>
                </c:pt>
                <c:pt idx="1731">
                  <c:v>40498</c:v>
                </c:pt>
                <c:pt idx="1732">
                  <c:v>40499</c:v>
                </c:pt>
                <c:pt idx="1733">
                  <c:v>40500</c:v>
                </c:pt>
                <c:pt idx="1734">
                  <c:v>40501</c:v>
                </c:pt>
                <c:pt idx="1735">
                  <c:v>40504</c:v>
                </c:pt>
                <c:pt idx="1736">
                  <c:v>40505</c:v>
                </c:pt>
                <c:pt idx="1737">
                  <c:v>40506</c:v>
                </c:pt>
                <c:pt idx="1738">
                  <c:v>40508</c:v>
                </c:pt>
                <c:pt idx="1739">
                  <c:v>40511</c:v>
                </c:pt>
                <c:pt idx="1740">
                  <c:v>40512</c:v>
                </c:pt>
                <c:pt idx="1741">
                  <c:v>40513</c:v>
                </c:pt>
                <c:pt idx="1742">
                  <c:v>40514</c:v>
                </c:pt>
                <c:pt idx="1743">
                  <c:v>40515</c:v>
                </c:pt>
                <c:pt idx="1744">
                  <c:v>40518</c:v>
                </c:pt>
                <c:pt idx="1745">
                  <c:v>40519</c:v>
                </c:pt>
                <c:pt idx="1746">
                  <c:v>40520</c:v>
                </c:pt>
                <c:pt idx="1747">
                  <c:v>40521</c:v>
                </c:pt>
                <c:pt idx="1748">
                  <c:v>40522</c:v>
                </c:pt>
                <c:pt idx="1749">
                  <c:v>40525</c:v>
                </c:pt>
                <c:pt idx="1750">
                  <c:v>40526</c:v>
                </c:pt>
                <c:pt idx="1751">
                  <c:v>40527</c:v>
                </c:pt>
                <c:pt idx="1752">
                  <c:v>40528</c:v>
                </c:pt>
                <c:pt idx="1753">
                  <c:v>40529</c:v>
                </c:pt>
                <c:pt idx="1754">
                  <c:v>40532</c:v>
                </c:pt>
                <c:pt idx="1755">
                  <c:v>40533</c:v>
                </c:pt>
                <c:pt idx="1756">
                  <c:v>40534</c:v>
                </c:pt>
                <c:pt idx="1757">
                  <c:v>40535</c:v>
                </c:pt>
                <c:pt idx="1758">
                  <c:v>40539</c:v>
                </c:pt>
                <c:pt idx="1759">
                  <c:v>40540</c:v>
                </c:pt>
                <c:pt idx="1760">
                  <c:v>40541</c:v>
                </c:pt>
                <c:pt idx="1761">
                  <c:v>40542</c:v>
                </c:pt>
                <c:pt idx="1762">
                  <c:v>40543</c:v>
                </c:pt>
                <c:pt idx="1763">
                  <c:v>40546</c:v>
                </c:pt>
                <c:pt idx="1764">
                  <c:v>40547</c:v>
                </c:pt>
                <c:pt idx="1765">
                  <c:v>40548</c:v>
                </c:pt>
                <c:pt idx="1766">
                  <c:v>40549</c:v>
                </c:pt>
                <c:pt idx="1767">
                  <c:v>40550</c:v>
                </c:pt>
                <c:pt idx="1768">
                  <c:v>40553</c:v>
                </c:pt>
                <c:pt idx="1769">
                  <c:v>40554</c:v>
                </c:pt>
                <c:pt idx="1770">
                  <c:v>40555</c:v>
                </c:pt>
                <c:pt idx="1771">
                  <c:v>40556</c:v>
                </c:pt>
                <c:pt idx="1772">
                  <c:v>40557</c:v>
                </c:pt>
                <c:pt idx="1773">
                  <c:v>40561</c:v>
                </c:pt>
                <c:pt idx="1774">
                  <c:v>40562</c:v>
                </c:pt>
                <c:pt idx="1775">
                  <c:v>40563</c:v>
                </c:pt>
                <c:pt idx="1776">
                  <c:v>40564</c:v>
                </c:pt>
                <c:pt idx="1777">
                  <c:v>40567</c:v>
                </c:pt>
                <c:pt idx="1778">
                  <c:v>40568</c:v>
                </c:pt>
                <c:pt idx="1779">
                  <c:v>40569</c:v>
                </c:pt>
                <c:pt idx="1780">
                  <c:v>40570</c:v>
                </c:pt>
                <c:pt idx="1781">
                  <c:v>40571</c:v>
                </c:pt>
                <c:pt idx="1782">
                  <c:v>40574</c:v>
                </c:pt>
                <c:pt idx="1783">
                  <c:v>40575</c:v>
                </c:pt>
                <c:pt idx="1784">
                  <c:v>40576</c:v>
                </c:pt>
                <c:pt idx="1785">
                  <c:v>40577</c:v>
                </c:pt>
                <c:pt idx="1786">
                  <c:v>40578</c:v>
                </c:pt>
                <c:pt idx="1787">
                  <c:v>40581</c:v>
                </c:pt>
                <c:pt idx="1788">
                  <c:v>40582</c:v>
                </c:pt>
                <c:pt idx="1789">
                  <c:v>40583</c:v>
                </c:pt>
                <c:pt idx="1790">
                  <c:v>40584</c:v>
                </c:pt>
                <c:pt idx="1791">
                  <c:v>40585</c:v>
                </c:pt>
                <c:pt idx="1792">
                  <c:v>40588</c:v>
                </c:pt>
                <c:pt idx="1793">
                  <c:v>40589</c:v>
                </c:pt>
                <c:pt idx="1794">
                  <c:v>40590</c:v>
                </c:pt>
                <c:pt idx="1795">
                  <c:v>40591</c:v>
                </c:pt>
                <c:pt idx="1796">
                  <c:v>40592</c:v>
                </c:pt>
                <c:pt idx="1797">
                  <c:v>40596</c:v>
                </c:pt>
                <c:pt idx="1798">
                  <c:v>40597</c:v>
                </c:pt>
                <c:pt idx="1799">
                  <c:v>40598</c:v>
                </c:pt>
                <c:pt idx="1800">
                  <c:v>40599</c:v>
                </c:pt>
                <c:pt idx="1801">
                  <c:v>40602</c:v>
                </c:pt>
                <c:pt idx="1802">
                  <c:v>40603</c:v>
                </c:pt>
                <c:pt idx="1803">
                  <c:v>40604</c:v>
                </c:pt>
                <c:pt idx="1804">
                  <c:v>40605</c:v>
                </c:pt>
                <c:pt idx="1805">
                  <c:v>40606</c:v>
                </c:pt>
                <c:pt idx="1806">
                  <c:v>40609</c:v>
                </c:pt>
                <c:pt idx="1807">
                  <c:v>40610</c:v>
                </c:pt>
                <c:pt idx="1808">
                  <c:v>40611</c:v>
                </c:pt>
                <c:pt idx="1809">
                  <c:v>40612</c:v>
                </c:pt>
                <c:pt idx="1810">
                  <c:v>40613</c:v>
                </c:pt>
                <c:pt idx="1811">
                  <c:v>40616</c:v>
                </c:pt>
                <c:pt idx="1812">
                  <c:v>40617</c:v>
                </c:pt>
                <c:pt idx="1813">
                  <c:v>40618</c:v>
                </c:pt>
                <c:pt idx="1814">
                  <c:v>40619</c:v>
                </c:pt>
                <c:pt idx="1815">
                  <c:v>40620</c:v>
                </c:pt>
                <c:pt idx="1816">
                  <c:v>40623</c:v>
                </c:pt>
                <c:pt idx="1817">
                  <c:v>40624</c:v>
                </c:pt>
                <c:pt idx="1818">
                  <c:v>40625</c:v>
                </c:pt>
                <c:pt idx="1819">
                  <c:v>40626</c:v>
                </c:pt>
                <c:pt idx="1820">
                  <c:v>40627</c:v>
                </c:pt>
                <c:pt idx="1821">
                  <c:v>40630</c:v>
                </c:pt>
                <c:pt idx="1822">
                  <c:v>40631</c:v>
                </c:pt>
                <c:pt idx="1823">
                  <c:v>40632</c:v>
                </c:pt>
                <c:pt idx="1824">
                  <c:v>40633</c:v>
                </c:pt>
                <c:pt idx="1825">
                  <c:v>40634</c:v>
                </c:pt>
                <c:pt idx="1826">
                  <c:v>40637</c:v>
                </c:pt>
                <c:pt idx="1827">
                  <c:v>40638</c:v>
                </c:pt>
                <c:pt idx="1828">
                  <c:v>40639</c:v>
                </c:pt>
                <c:pt idx="1829">
                  <c:v>40640</c:v>
                </c:pt>
                <c:pt idx="1830">
                  <c:v>40641</c:v>
                </c:pt>
                <c:pt idx="1831">
                  <c:v>40644</c:v>
                </c:pt>
                <c:pt idx="1832">
                  <c:v>40645</c:v>
                </c:pt>
                <c:pt idx="1833">
                  <c:v>40646</c:v>
                </c:pt>
                <c:pt idx="1834">
                  <c:v>40647</c:v>
                </c:pt>
                <c:pt idx="1835">
                  <c:v>40648</c:v>
                </c:pt>
                <c:pt idx="1836">
                  <c:v>40651</c:v>
                </c:pt>
                <c:pt idx="1837">
                  <c:v>40652</c:v>
                </c:pt>
                <c:pt idx="1838">
                  <c:v>40653</c:v>
                </c:pt>
                <c:pt idx="1839">
                  <c:v>40654</c:v>
                </c:pt>
                <c:pt idx="1840">
                  <c:v>40658</c:v>
                </c:pt>
                <c:pt idx="1841">
                  <c:v>40659</c:v>
                </c:pt>
                <c:pt idx="1842">
                  <c:v>40660</c:v>
                </c:pt>
                <c:pt idx="1843">
                  <c:v>40661</c:v>
                </c:pt>
                <c:pt idx="1844">
                  <c:v>40662</c:v>
                </c:pt>
                <c:pt idx="1845">
                  <c:v>40665</c:v>
                </c:pt>
                <c:pt idx="1846">
                  <c:v>40666</c:v>
                </c:pt>
                <c:pt idx="1847">
                  <c:v>40667</c:v>
                </c:pt>
                <c:pt idx="1848">
                  <c:v>40668</c:v>
                </c:pt>
                <c:pt idx="1849">
                  <c:v>40669</c:v>
                </c:pt>
                <c:pt idx="1850">
                  <c:v>40672</c:v>
                </c:pt>
                <c:pt idx="1851">
                  <c:v>40673</c:v>
                </c:pt>
                <c:pt idx="1852">
                  <c:v>40674</c:v>
                </c:pt>
                <c:pt idx="1853">
                  <c:v>40675</c:v>
                </c:pt>
                <c:pt idx="1854">
                  <c:v>40676</c:v>
                </c:pt>
                <c:pt idx="1855">
                  <c:v>40679</c:v>
                </c:pt>
                <c:pt idx="1856">
                  <c:v>40680</c:v>
                </c:pt>
                <c:pt idx="1857">
                  <c:v>40681</c:v>
                </c:pt>
                <c:pt idx="1858">
                  <c:v>40682</c:v>
                </c:pt>
                <c:pt idx="1859">
                  <c:v>40683</c:v>
                </c:pt>
                <c:pt idx="1860">
                  <c:v>40686</c:v>
                </c:pt>
                <c:pt idx="1861">
                  <c:v>40687</c:v>
                </c:pt>
                <c:pt idx="1862">
                  <c:v>40688</c:v>
                </c:pt>
                <c:pt idx="1863">
                  <c:v>40689</c:v>
                </c:pt>
                <c:pt idx="1864">
                  <c:v>40690</c:v>
                </c:pt>
                <c:pt idx="1865">
                  <c:v>40694</c:v>
                </c:pt>
                <c:pt idx="1866">
                  <c:v>40695</c:v>
                </c:pt>
                <c:pt idx="1867">
                  <c:v>40696</c:v>
                </c:pt>
                <c:pt idx="1868">
                  <c:v>40697</c:v>
                </c:pt>
                <c:pt idx="1869">
                  <c:v>40700</c:v>
                </c:pt>
                <c:pt idx="1870">
                  <c:v>40701</c:v>
                </c:pt>
                <c:pt idx="1871">
                  <c:v>40702</c:v>
                </c:pt>
                <c:pt idx="1872">
                  <c:v>40703</c:v>
                </c:pt>
                <c:pt idx="1873">
                  <c:v>40704</c:v>
                </c:pt>
                <c:pt idx="1874">
                  <c:v>40707</c:v>
                </c:pt>
                <c:pt idx="1875">
                  <c:v>40708</c:v>
                </c:pt>
                <c:pt idx="1876">
                  <c:v>40709</c:v>
                </c:pt>
                <c:pt idx="1877">
                  <c:v>40710</c:v>
                </c:pt>
                <c:pt idx="1878">
                  <c:v>40711</c:v>
                </c:pt>
                <c:pt idx="1879">
                  <c:v>40714</c:v>
                </c:pt>
                <c:pt idx="1880">
                  <c:v>40715</c:v>
                </c:pt>
                <c:pt idx="1881">
                  <c:v>40716</c:v>
                </c:pt>
                <c:pt idx="1882">
                  <c:v>40717</c:v>
                </c:pt>
                <c:pt idx="1883">
                  <c:v>40718</c:v>
                </c:pt>
                <c:pt idx="1884">
                  <c:v>40721</c:v>
                </c:pt>
                <c:pt idx="1885">
                  <c:v>40722</c:v>
                </c:pt>
                <c:pt idx="1886">
                  <c:v>40723</c:v>
                </c:pt>
                <c:pt idx="1887">
                  <c:v>40724</c:v>
                </c:pt>
                <c:pt idx="1888">
                  <c:v>40725</c:v>
                </c:pt>
                <c:pt idx="1889">
                  <c:v>40729</c:v>
                </c:pt>
                <c:pt idx="1890">
                  <c:v>40730</c:v>
                </c:pt>
                <c:pt idx="1891">
                  <c:v>40731</c:v>
                </c:pt>
                <c:pt idx="1892">
                  <c:v>40732</c:v>
                </c:pt>
                <c:pt idx="1893">
                  <c:v>40735</c:v>
                </c:pt>
                <c:pt idx="1894">
                  <c:v>40736</c:v>
                </c:pt>
                <c:pt idx="1895">
                  <c:v>40737</c:v>
                </c:pt>
                <c:pt idx="1896">
                  <c:v>40738</c:v>
                </c:pt>
                <c:pt idx="1897">
                  <c:v>40739</c:v>
                </c:pt>
                <c:pt idx="1898">
                  <c:v>40742</c:v>
                </c:pt>
                <c:pt idx="1899">
                  <c:v>40743</c:v>
                </c:pt>
                <c:pt idx="1900">
                  <c:v>40744</c:v>
                </c:pt>
                <c:pt idx="1901">
                  <c:v>40745</c:v>
                </c:pt>
                <c:pt idx="1902">
                  <c:v>40746</c:v>
                </c:pt>
                <c:pt idx="1903">
                  <c:v>40749</c:v>
                </c:pt>
                <c:pt idx="1904">
                  <c:v>40750</c:v>
                </c:pt>
                <c:pt idx="1905">
                  <c:v>40751</c:v>
                </c:pt>
                <c:pt idx="1906">
                  <c:v>40752</c:v>
                </c:pt>
                <c:pt idx="1907">
                  <c:v>40753</c:v>
                </c:pt>
                <c:pt idx="1908">
                  <c:v>40756</c:v>
                </c:pt>
                <c:pt idx="1909">
                  <c:v>40757</c:v>
                </c:pt>
                <c:pt idx="1910">
                  <c:v>40758</c:v>
                </c:pt>
                <c:pt idx="1911">
                  <c:v>40759</c:v>
                </c:pt>
                <c:pt idx="1912">
                  <c:v>40760</c:v>
                </c:pt>
                <c:pt idx="1913">
                  <c:v>40763</c:v>
                </c:pt>
                <c:pt idx="1914">
                  <c:v>40764</c:v>
                </c:pt>
                <c:pt idx="1915">
                  <c:v>40765</c:v>
                </c:pt>
                <c:pt idx="1916">
                  <c:v>40766</c:v>
                </c:pt>
                <c:pt idx="1917">
                  <c:v>40767</c:v>
                </c:pt>
                <c:pt idx="1918">
                  <c:v>40770</c:v>
                </c:pt>
                <c:pt idx="1919">
                  <c:v>40771</c:v>
                </c:pt>
                <c:pt idx="1920">
                  <c:v>40772</c:v>
                </c:pt>
                <c:pt idx="1921">
                  <c:v>40773</c:v>
                </c:pt>
                <c:pt idx="1922">
                  <c:v>40774</c:v>
                </c:pt>
                <c:pt idx="1923">
                  <c:v>40777</c:v>
                </c:pt>
                <c:pt idx="1924">
                  <c:v>40778</c:v>
                </c:pt>
                <c:pt idx="1925">
                  <c:v>40779</c:v>
                </c:pt>
                <c:pt idx="1926">
                  <c:v>40780</c:v>
                </c:pt>
                <c:pt idx="1927">
                  <c:v>40781</c:v>
                </c:pt>
                <c:pt idx="1928">
                  <c:v>40784</c:v>
                </c:pt>
                <c:pt idx="1929">
                  <c:v>40785</c:v>
                </c:pt>
                <c:pt idx="1930">
                  <c:v>40786</c:v>
                </c:pt>
                <c:pt idx="1931">
                  <c:v>40787</c:v>
                </c:pt>
                <c:pt idx="1932">
                  <c:v>40788</c:v>
                </c:pt>
                <c:pt idx="1933">
                  <c:v>40792</c:v>
                </c:pt>
                <c:pt idx="1934">
                  <c:v>40793</c:v>
                </c:pt>
                <c:pt idx="1935">
                  <c:v>40794</c:v>
                </c:pt>
                <c:pt idx="1936">
                  <c:v>40795</c:v>
                </c:pt>
                <c:pt idx="1937">
                  <c:v>40798</c:v>
                </c:pt>
                <c:pt idx="1938">
                  <c:v>40799</c:v>
                </c:pt>
                <c:pt idx="1939">
                  <c:v>40800</c:v>
                </c:pt>
                <c:pt idx="1940">
                  <c:v>40801</c:v>
                </c:pt>
                <c:pt idx="1941">
                  <c:v>40802</c:v>
                </c:pt>
                <c:pt idx="1942">
                  <c:v>40805</c:v>
                </c:pt>
                <c:pt idx="1943">
                  <c:v>40806</c:v>
                </c:pt>
                <c:pt idx="1944">
                  <c:v>40807</c:v>
                </c:pt>
                <c:pt idx="1945">
                  <c:v>40808</c:v>
                </c:pt>
                <c:pt idx="1946">
                  <c:v>40809</c:v>
                </c:pt>
                <c:pt idx="1947">
                  <c:v>40812</c:v>
                </c:pt>
                <c:pt idx="1948">
                  <c:v>40813</c:v>
                </c:pt>
                <c:pt idx="1949">
                  <c:v>40814</c:v>
                </c:pt>
                <c:pt idx="1950">
                  <c:v>40815</c:v>
                </c:pt>
                <c:pt idx="1951">
                  <c:v>40816</c:v>
                </c:pt>
                <c:pt idx="1952">
                  <c:v>40819</c:v>
                </c:pt>
                <c:pt idx="1953">
                  <c:v>40820</c:v>
                </c:pt>
                <c:pt idx="1954">
                  <c:v>40821</c:v>
                </c:pt>
                <c:pt idx="1955">
                  <c:v>40822</c:v>
                </c:pt>
                <c:pt idx="1956">
                  <c:v>40823</c:v>
                </c:pt>
                <c:pt idx="1957">
                  <c:v>40826</c:v>
                </c:pt>
                <c:pt idx="1958">
                  <c:v>40827</c:v>
                </c:pt>
                <c:pt idx="1959">
                  <c:v>40828</c:v>
                </c:pt>
                <c:pt idx="1960">
                  <c:v>40829</c:v>
                </c:pt>
                <c:pt idx="1961">
                  <c:v>40830</c:v>
                </c:pt>
                <c:pt idx="1962">
                  <c:v>40833</c:v>
                </c:pt>
                <c:pt idx="1963">
                  <c:v>40834</c:v>
                </c:pt>
                <c:pt idx="1964">
                  <c:v>40835</c:v>
                </c:pt>
                <c:pt idx="1965">
                  <c:v>40836</c:v>
                </c:pt>
                <c:pt idx="1966">
                  <c:v>40837</c:v>
                </c:pt>
                <c:pt idx="1967">
                  <c:v>40840</c:v>
                </c:pt>
                <c:pt idx="1968">
                  <c:v>40841</c:v>
                </c:pt>
                <c:pt idx="1969">
                  <c:v>40842</c:v>
                </c:pt>
                <c:pt idx="1970">
                  <c:v>40843</c:v>
                </c:pt>
                <c:pt idx="1971">
                  <c:v>40844</c:v>
                </c:pt>
                <c:pt idx="1972">
                  <c:v>40847</c:v>
                </c:pt>
                <c:pt idx="1973">
                  <c:v>40848</c:v>
                </c:pt>
                <c:pt idx="1974">
                  <c:v>40849</c:v>
                </c:pt>
                <c:pt idx="1975">
                  <c:v>40850</c:v>
                </c:pt>
                <c:pt idx="1976">
                  <c:v>40851</c:v>
                </c:pt>
                <c:pt idx="1977">
                  <c:v>40854</c:v>
                </c:pt>
                <c:pt idx="1978">
                  <c:v>40855</c:v>
                </c:pt>
                <c:pt idx="1979">
                  <c:v>40856</c:v>
                </c:pt>
                <c:pt idx="1980">
                  <c:v>40857</c:v>
                </c:pt>
                <c:pt idx="1981">
                  <c:v>40858</c:v>
                </c:pt>
                <c:pt idx="1982">
                  <c:v>40861</c:v>
                </c:pt>
                <c:pt idx="1983">
                  <c:v>40862</c:v>
                </c:pt>
                <c:pt idx="1984">
                  <c:v>40863</c:v>
                </c:pt>
                <c:pt idx="1985">
                  <c:v>40864</c:v>
                </c:pt>
                <c:pt idx="1986">
                  <c:v>40865</c:v>
                </c:pt>
                <c:pt idx="1987">
                  <c:v>40868</c:v>
                </c:pt>
                <c:pt idx="1988">
                  <c:v>40869</c:v>
                </c:pt>
                <c:pt idx="1989">
                  <c:v>40870</c:v>
                </c:pt>
                <c:pt idx="1990">
                  <c:v>40872</c:v>
                </c:pt>
                <c:pt idx="1991">
                  <c:v>40875</c:v>
                </c:pt>
                <c:pt idx="1992">
                  <c:v>40876</c:v>
                </c:pt>
                <c:pt idx="1993">
                  <c:v>40877</c:v>
                </c:pt>
                <c:pt idx="1994">
                  <c:v>40878</c:v>
                </c:pt>
                <c:pt idx="1995">
                  <c:v>40879</c:v>
                </c:pt>
                <c:pt idx="1996">
                  <c:v>40882</c:v>
                </c:pt>
                <c:pt idx="1997">
                  <c:v>40883</c:v>
                </c:pt>
                <c:pt idx="1998">
                  <c:v>40884</c:v>
                </c:pt>
                <c:pt idx="1999">
                  <c:v>40885</c:v>
                </c:pt>
                <c:pt idx="2000">
                  <c:v>40886</c:v>
                </c:pt>
                <c:pt idx="2001">
                  <c:v>40889</c:v>
                </c:pt>
                <c:pt idx="2002">
                  <c:v>40890</c:v>
                </c:pt>
                <c:pt idx="2003">
                  <c:v>40891</c:v>
                </c:pt>
                <c:pt idx="2004">
                  <c:v>40892</c:v>
                </c:pt>
                <c:pt idx="2005">
                  <c:v>40893</c:v>
                </c:pt>
                <c:pt idx="2006">
                  <c:v>40896</c:v>
                </c:pt>
                <c:pt idx="2007">
                  <c:v>40897</c:v>
                </c:pt>
                <c:pt idx="2008">
                  <c:v>40898</c:v>
                </c:pt>
                <c:pt idx="2009">
                  <c:v>40899</c:v>
                </c:pt>
                <c:pt idx="2010">
                  <c:v>40900</c:v>
                </c:pt>
                <c:pt idx="2011">
                  <c:v>40904</c:v>
                </c:pt>
                <c:pt idx="2012">
                  <c:v>40905</c:v>
                </c:pt>
                <c:pt idx="2013">
                  <c:v>40906</c:v>
                </c:pt>
                <c:pt idx="2014">
                  <c:v>40907</c:v>
                </c:pt>
                <c:pt idx="2015">
                  <c:v>40911</c:v>
                </c:pt>
                <c:pt idx="2016">
                  <c:v>40912</c:v>
                </c:pt>
                <c:pt idx="2017">
                  <c:v>40913</c:v>
                </c:pt>
                <c:pt idx="2018">
                  <c:v>40914</c:v>
                </c:pt>
                <c:pt idx="2019">
                  <c:v>40917</c:v>
                </c:pt>
                <c:pt idx="2020">
                  <c:v>40918</c:v>
                </c:pt>
                <c:pt idx="2021">
                  <c:v>40919</c:v>
                </c:pt>
                <c:pt idx="2022">
                  <c:v>40920</c:v>
                </c:pt>
                <c:pt idx="2023">
                  <c:v>40921</c:v>
                </c:pt>
                <c:pt idx="2024">
                  <c:v>40925</c:v>
                </c:pt>
                <c:pt idx="2025">
                  <c:v>40926</c:v>
                </c:pt>
                <c:pt idx="2026">
                  <c:v>40927</c:v>
                </c:pt>
                <c:pt idx="2027">
                  <c:v>40928</c:v>
                </c:pt>
                <c:pt idx="2028">
                  <c:v>40931</c:v>
                </c:pt>
                <c:pt idx="2029">
                  <c:v>40932</c:v>
                </c:pt>
                <c:pt idx="2030">
                  <c:v>40933</c:v>
                </c:pt>
                <c:pt idx="2031">
                  <c:v>40934</c:v>
                </c:pt>
                <c:pt idx="2032">
                  <c:v>40935</c:v>
                </c:pt>
                <c:pt idx="2033">
                  <c:v>40938</c:v>
                </c:pt>
                <c:pt idx="2034">
                  <c:v>40939</c:v>
                </c:pt>
                <c:pt idx="2035">
                  <c:v>40940</c:v>
                </c:pt>
                <c:pt idx="2036">
                  <c:v>40941</c:v>
                </c:pt>
                <c:pt idx="2037">
                  <c:v>40942</c:v>
                </c:pt>
                <c:pt idx="2038">
                  <c:v>40945</c:v>
                </c:pt>
                <c:pt idx="2039">
                  <c:v>40946</c:v>
                </c:pt>
                <c:pt idx="2040">
                  <c:v>40947</c:v>
                </c:pt>
                <c:pt idx="2041">
                  <c:v>40948</c:v>
                </c:pt>
                <c:pt idx="2042">
                  <c:v>40949</c:v>
                </c:pt>
                <c:pt idx="2043">
                  <c:v>40952</c:v>
                </c:pt>
                <c:pt idx="2044">
                  <c:v>40953</c:v>
                </c:pt>
                <c:pt idx="2045">
                  <c:v>40954</c:v>
                </c:pt>
                <c:pt idx="2046">
                  <c:v>40955</c:v>
                </c:pt>
                <c:pt idx="2047">
                  <c:v>40956</c:v>
                </c:pt>
                <c:pt idx="2048">
                  <c:v>40960</c:v>
                </c:pt>
                <c:pt idx="2049">
                  <c:v>40961</c:v>
                </c:pt>
                <c:pt idx="2050">
                  <c:v>40962</c:v>
                </c:pt>
                <c:pt idx="2051">
                  <c:v>40963</c:v>
                </c:pt>
                <c:pt idx="2052">
                  <c:v>40966</c:v>
                </c:pt>
                <c:pt idx="2053">
                  <c:v>40967</c:v>
                </c:pt>
                <c:pt idx="2054">
                  <c:v>40968</c:v>
                </c:pt>
                <c:pt idx="2055">
                  <c:v>40969</c:v>
                </c:pt>
                <c:pt idx="2056">
                  <c:v>40970</c:v>
                </c:pt>
                <c:pt idx="2057">
                  <c:v>40973</c:v>
                </c:pt>
                <c:pt idx="2058">
                  <c:v>40974</c:v>
                </c:pt>
                <c:pt idx="2059">
                  <c:v>40975</c:v>
                </c:pt>
                <c:pt idx="2060">
                  <c:v>40976</c:v>
                </c:pt>
                <c:pt idx="2061">
                  <c:v>40977</c:v>
                </c:pt>
                <c:pt idx="2062">
                  <c:v>40980</c:v>
                </c:pt>
                <c:pt idx="2063">
                  <c:v>40981</c:v>
                </c:pt>
                <c:pt idx="2064">
                  <c:v>40982</c:v>
                </c:pt>
                <c:pt idx="2065">
                  <c:v>40983</c:v>
                </c:pt>
                <c:pt idx="2066">
                  <c:v>40984</c:v>
                </c:pt>
                <c:pt idx="2067">
                  <c:v>40987</c:v>
                </c:pt>
                <c:pt idx="2068">
                  <c:v>40988</c:v>
                </c:pt>
                <c:pt idx="2069">
                  <c:v>40989</c:v>
                </c:pt>
                <c:pt idx="2070">
                  <c:v>40990</c:v>
                </c:pt>
                <c:pt idx="2071">
                  <c:v>40991</c:v>
                </c:pt>
                <c:pt idx="2072">
                  <c:v>40994</c:v>
                </c:pt>
                <c:pt idx="2073">
                  <c:v>40995</c:v>
                </c:pt>
                <c:pt idx="2074">
                  <c:v>40996</c:v>
                </c:pt>
                <c:pt idx="2075">
                  <c:v>40997</c:v>
                </c:pt>
                <c:pt idx="2076">
                  <c:v>40998</c:v>
                </c:pt>
                <c:pt idx="2077">
                  <c:v>41001</c:v>
                </c:pt>
                <c:pt idx="2078">
                  <c:v>41002</c:v>
                </c:pt>
                <c:pt idx="2079">
                  <c:v>41003</c:v>
                </c:pt>
                <c:pt idx="2080">
                  <c:v>41004</c:v>
                </c:pt>
                <c:pt idx="2081">
                  <c:v>41008</c:v>
                </c:pt>
                <c:pt idx="2082">
                  <c:v>41009</c:v>
                </c:pt>
                <c:pt idx="2083">
                  <c:v>41010</c:v>
                </c:pt>
                <c:pt idx="2084">
                  <c:v>41011</c:v>
                </c:pt>
                <c:pt idx="2085">
                  <c:v>41012</c:v>
                </c:pt>
                <c:pt idx="2086">
                  <c:v>41015</c:v>
                </c:pt>
                <c:pt idx="2087">
                  <c:v>41016</c:v>
                </c:pt>
                <c:pt idx="2088">
                  <c:v>41017</c:v>
                </c:pt>
                <c:pt idx="2089">
                  <c:v>41018</c:v>
                </c:pt>
                <c:pt idx="2090">
                  <c:v>41019</c:v>
                </c:pt>
                <c:pt idx="2091">
                  <c:v>41022</c:v>
                </c:pt>
                <c:pt idx="2092">
                  <c:v>41023</c:v>
                </c:pt>
                <c:pt idx="2093">
                  <c:v>41024</c:v>
                </c:pt>
                <c:pt idx="2094">
                  <c:v>41025</c:v>
                </c:pt>
                <c:pt idx="2095">
                  <c:v>41026</c:v>
                </c:pt>
                <c:pt idx="2096">
                  <c:v>41029</c:v>
                </c:pt>
                <c:pt idx="2097">
                  <c:v>41030</c:v>
                </c:pt>
                <c:pt idx="2098">
                  <c:v>41031</c:v>
                </c:pt>
                <c:pt idx="2099">
                  <c:v>41032</c:v>
                </c:pt>
                <c:pt idx="2100">
                  <c:v>41033</c:v>
                </c:pt>
                <c:pt idx="2101">
                  <c:v>41036</c:v>
                </c:pt>
                <c:pt idx="2102">
                  <c:v>41037</c:v>
                </c:pt>
                <c:pt idx="2103">
                  <c:v>41038</c:v>
                </c:pt>
                <c:pt idx="2104">
                  <c:v>41039</c:v>
                </c:pt>
                <c:pt idx="2105">
                  <c:v>41040</c:v>
                </c:pt>
                <c:pt idx="2106">
                  <c:v>41043</c:v>
                </c:pt>
                <c:pt idx="2107">
                  <c:v>41044</c:v>
                </c:pt>
                <c:pt idx="2108">
                  <c:v>41045</c:v>
                </c:pt>
                <c:pt idx="2109">
                  <c:v>41046</c:v>
                </c:pt>
                <c:pt idx="2110">
                  <c:v>41047</c:v>
                </c:pt>
                <c:pt idx="2111">
                  <c:v>41050</c:v>
                </c:pt>
                <c:pt idx="2112">
                  <c:v>41051</c:v>
                </c:pt>
                <c:pt idx="2113">
                  <c:v>41052</c:v>
                </c:pt>
                <c:pt idx="2114">
                  <c:v>41053</c:v>
                </c:pt>
                <c:pt idx="2115">
                  <c:v>41054</c:v>
                </c:pt>
                <c:pt idx="2116">
                  <c:v>41058</c:v>
                </c:pt>
                <c:pt idx="2117">
                  <c:v>41059</c:v>
                </c:pt>
                <c:pt idx="2118">
                  <c:v>41060</c:v>
                </c:pt>
                <c:pt idx="2119">
                  <c:v>41061</c:v>
                </c:pt>
                <c:pt idx="2120">
                  <c:v>41064</c:v>
                </c:pt>
                <c:pt idx="2121">
                  <c:v>41065</c:v>
                </c:pt>
                <c:pt idx="2122">
                  <c:v>41066</c:v>
                </c:pt>
                <c:pt idx="2123">
                  <c:v>41067</c:v>
                </c:pt>
                <c:pt idx="2124">
                  <c:v>41068</c:v>
                </c:pt>
                <c:pt idx="2125">
                  <c:v>41071</c:v>
                </c:pt>
                <c:pt idx="2126">
                  <c:v>41072</c:v>
                </c:pt>
                <c:pt idx="2127">
                  <c:v>41073</c:v>
                </c:pt>
                <c:pt idx="2128">
                  <c:v>41074</c:v>
                </c:pt>
                <c:pt idx="2129">
                  <c:v>41075</c:v>
                </c:pt>
                <c:pt idx="2130">
                  <c:v>41078</c:v>
                </c:pt>
                <c:pt idx="2131">
                  <c:v>41079</c:v>
                </c:pt>
                <c:pt idx="2132">
                  <c:v>41080</c:v>
                </c:pt>
                <c:pt idx="2133">
                  <c:v>41081</c:v>
                </c:pt>
                <c:pt idx="2134">
                  <c:v>41082</c:v>
                </c:pt>
                <c:pt idx="2135">
                  <c:v>41085</c:v>
                </c:pt>
                <c:pt idx="2136">
                  <c:v>41086</c:v>
                </c:pt>
                <c:pt idx="2137">
                  <c:v>41087</c:v>
                </c:pt>
                <c:pt idx="2138">
                  <c:v>41088</c:v>
                </c:pt>
                <c:pt idx="2139">
                  <c:v>41089</c:v>
                </c:pt>
                <c:pt idx="2140">
                  <c:v>41092</c:v>
                </c:pt>
                <c:pt idx="2141">
                  <c:v>41093</c:v>
                </c:pt>
                <c:pt idx="2142">
                  <c:v>41095</c:v>
                </c:pt>
                <c:pt idx="2143">
                  <c:v>41096</c:v>
                </c:pt>
                <c:pt idx="2144">
                  <c:v>41099</c:v>
                </c:pt>
                <c:pt idx="2145">
                  <c:v>41100</c:v>
                </c:pt>
                <c:pt idx="2146">
                  <c:v>41101</c:v>
                </c:pt>
                <c:pt idx="2147">
                  <c:v>41102</c:v>
                </c:pt>
                <c:pt idx="2148">
                  <c:v>41103</c:v>
                </c:pt>
                <c:pt idx="2149">
                  <c:v>41106</c:v>
                </c:pt>
                <c:pt idx="2150">
                  <c:v>41107</c:v>
                </c:pt>
                <c:pt idx="2151">
                  <c:v>41108</c:v>
                </c:pt>
                <c:pt idx="2152">
                  <c:v>41109</c:v>
                </c:pt>
                <c:pt idx="2153">
                  <c:v>41110</c:v>
                </c:pt>
                <c:pt idx="2154">
                  <c:v>41113</c:v>
                </c:pt>
                <c:pt idx="2155">
                  <c:v>41114</c:v>
                </c:pt>
                <c:pt idx="2156">
                  <c:v>41115</c:v>
                </c:pt>
                <c:pt idx="2157">
                  <c:v>41116</c:v>
                </c:pt>
                <c:pt idx="2158">
                  <c:v>41117</c:v>
                </c:pt>
                <c:pt idx="2159">
                  <c:v>41120</c:v>
                </c:pt>
                <c:pt idx="2160">
                  <c:v>41121</c:v>
                </c:pt>
                <c:pt idx="2161">
                  <c:v>41122</c:v>
                </c:pt>
                <c:pt idx="2162">
                  <c:v>41123</c:v>
                </c:pt>
                <c:pt idx="2163">
                  <c:v>41124</c:v>
                </c:pt>
                <c:pt idx="2164">
                  <c:v>41127</c:v>
                </c:pt>
                <c:pt idx="2165">
                  <c:v>41128</c:v>
                </c:pt>
                <c:pt idx="2166">
                  <c:v>41129</c:v>
                </c:pt>
                <c:pt idx="2167">
                  <c:v>41130</c:v>
                </c:pt>
                <c:pt idx="2168">
                  <c:v>41131</c:v>
                </c:pt>
                <c:pt idx="2169">
                  <c:v>41134</c:v>
                </c:pt>
                <c:pt idx="2170">
                  <c:v>41135</c:v>
                </c:pt>
                <c:pt idx="2171">
                  <c:v>41136</c:v>
                </c:pt>
                <c:pt idx="2172">
                  <c:v>41137</c:v>
                </c:pt>
                <c:pt idx="2173">
                  <c:v>41138</c:v>
                </c:pt>
                <c:pt idx="2174">
                  <c:v>41141</c:v>
                </c:pt>
                <c:pt idx="2175">
                  <c:v>41142</c:v>
                </c:pt>
                <c:pt idx="2176">
                  <c:v>41143</c:v>
                </c:pt>
                <c:pt idx="2177">
                  <c:v>41144</c:v>
                </c:pt>
                <c:pt idx="2178">
                  <c:v>41145</c:v>
                </c:pt>
                <c:pt idx="2179">
                  <c:v>41148</c:v>
                </c:pt>
                <c:pt idx="2180">
                  <c:v>41149</c:v>
                </c:pt>
                <c:pt idx="2181">
                  <c:v>41150</c:v>
                </c:pt>
                <c:pt idx="2182">
                  <c:v>41151</c:v>
                </c:pt>
                <c:pt idx="2183">
                  <c:v>41152</c:v>
                </c:pt>
                <c:pt idx="2184">
                  <c:v>41156</c:v>
                </c:pt>
                <c:pt idx="2185">
                  <c:v>41157</c:v>
                </c:pt>
                <c:pt idx="2186">
                  <c:v>41158</c:v>
                </c:pt>
                <c:pt idx="2187">
                  <c:v>41159</c:v>
                </c:pt>
                <c:pt idx="2188">
                  <c:v>41162</c:v>
                </c:pt>
                <c:pt idx="2189">
                  <c:v>41163</c:v>
                </c:pt>
                <c:pt idx="2190">
                  <c:v>41164</c:v>
                </c:pt>
                <c:pt idx="2191">
                  <c:v>41165</c:v>
                </c:pt>
                <c:pt idx="2192">
                  <c:v>41166</c:v>
                </c:pt>
                <c:pt idx="2193">
                  <c:v>41169</c:v>
                </c:pt>
                <c:pt idx="2194">
                  <c:v>41170</c:v>
                </c:pt>
                <c:pt idx="2195">
                  <c:v>41171</c:v>
                </c:pt>
                <c:pt idx="2196">
                  <c:v>41172</c:v>
                </c:pt>
                <c:pt idx="2197">
                  <c:v>41173</c:v>
                </c:pt>
                <c:pt idx="2198">
                  <c:v>41176</c:v>
                </c:pt>
                <c:pt idx="2199">
                  <c:v>41177</c:v>
                </c:pt>
                <c:pt idx="2200">
                  <c:v>41178</c:v>
                </c:pt>
                <c:pt idx="2201">
                  <c:v>41179</c:v>
                </c:pt>
                <c:pt idx="2202">
                  <c:v>41180</c:v>
                </c:pt>
                <c:pt idx="2203">
                  <c:v>41183</c:v>
                </c:pt>
                <c:pt idx="2204">
                  <c:v>41184</c:v>
                </c:pt>
                <c:pt idx="2205">
                  <c:v>41185</c:v>
                </c:pt>
                <c:pt idx="2206">
                  <c:v>41186</c:v>
                </c:pt>
                <c:pt idx="2207">
                  <c:v>41187</c:v>
                </c:pt>
                <c:pt idx="2208">
                  <c:v>41190</c:v>
                </c:pt>
                <c:pt idx="2209">
                  <c:v>41191</c:v>
                </c:pt>
                <c:pt idx="2210">
                  <c:v>41192</c:v>
                </c:pt>
                <c:pt idx="2211">
                  <c:v>41193</c:v>
                </c:pt>
                <c:pt idx="2212">
                  <c:v>41194</c:v>
                </c:pt>
                <c:pt idx="2213">
                  <c:v>41197</c:v>
                </c:pt>
                <c:pt idx="2214">
                  <c:v>41198</c:v>
                </c:pt>
                <c:pt idx="2215">
                  <c:v>41199</c:v>
                </c:pt>
                <c:pt idx="2216">
                  <c:v>41200</c:v>
                </c:pt>
                <c:pt idx="2217">
                  <c:v>41201</c:v>
                </c:pt>
                <c:pt idx="2218">
                  <c:v>41204</c:v>
                </c:pt>
                <c:pt idx="2219">
                  <c:v>41205</c:v>
                </c:pt>
                <c:pt idx="2220">
                  <c:v>41206</c:v>
                </c:pt>
                <c:pt idx="2221">
                  <c:v>41207</c:v>
                </c:pt>
                <c:pt idx="2222">
                  <c:v>41208</c:v>
                </c:pt>
                <c:pt idx="2223">
                  <c:v>41213</c:v>
                </c:pt>
                <c:pt idx="2224">
                  <c:v>41214</c:v>
                </c:pt>
                <c:pt idx="2225">
                  <c:v>41215</c:v>
                </c:pt>
                <c:pt idx="2226">
                  <c:v>41218</c:v>
                </c:pt>
                <c:pt idx="2227">
                  <c:v>41219</c:v>
                </c:pt>
                <c:pt idx="2228">
                  <c:v>41220</c:v>
                </c:pt>
                <c:pt idx="2229">
                  <c:v>41221</c:v>
                </c:pt>
                <c:pt idx="2230">
                  <c:v>41222</c:v>
                </c:pt>
                <c:pt idx="2231">
                  <c:v>41225</c:v>
                </c:pt>
                <c:pt idx="2232">
                  <c:v>41226</c:v>
                </c:pt>
                <c:pt idx="2233">
                  <c:v>41227</c:v>
                </c:pt>
                <c:pt idx="2234">
                  <c:v>41228</c:v>
                </c:pt>
                <c:pt idx="2235">
                  <c:v>41229</c:v>
                </c:pt>
                <c:pt idx="2236">
                  <c:v>41232</c:v>
                </c:pt>
                <c:pt idx="2237">
                  <c:v>41233</c:v>
                </c:pt>
                <c:pt idx="2238">
                  <c:v>41234</c:v>
                </c:pt>
                <c:pt idx="2239">
                  <c:v>41236</c:v>
                </c:pt>
                <c:pt idx="2240">
                  <c:v>41239</c:v>
                </c:pt>
                <c:pt idx="2241">
                  <c:v>41240</c:v>
                </c:pt>
                <c:pt idx="2242">
                  <c:v>41241</c:v>
                </c:pt>
                <c:pt idx="2243">
                  <c:v>41242</c:v>
                </c:pt>
                <c:pt idx="2244">
                  <c:v>41243</c:v>
                </c:pt>
                <c:pt idx="2245">
                  <c:v>41246</c:v>
                </c:pt>
                <c:pt idx="2246">
                  <c:v>41247</c:v>
                </c:pt>
                <c:pt idx="2247">
                  <c:v>41248</c:v>
                </c:pt>
                <c:pt idx="2248">
                  <c:v>41249</c:v>
                </c:pt>
                <c:pt idx="2249">
                  <c:v>41250</c:v>
                </c:pt>
                <c:pt idx="2250">
                  <c:v>41253</c:v>
                </c:pt>
                <c:pt idx="2251">
                  <c:v>41254</c:v>
                </c:pt>
                <c:pt idx="2252">
                  <c:v>41255</c:v>
                </c:pt>
                <c:pt idx="2253">
                  <c:v>41256</c:v>
                </c:pt>
                <c:pt idx="2254">
                  <c:v>41257</c:v>
                </c:pt>
                <c:pt idx="2255">
                  <c:v>41260</c:v>
                </c:pt>
                <c:pt idx="2256">
                  <c:v>41261</c:v>
                </c:pt>
                <c:pt idx="2257">
                  <c:v>41262</c:v>
                </c:pt>
                <c:pt idx="2258">
                  <c:v>41263</c:v>
                </c:pt>
                <c:pt idx="2259">
                  <c:v>41264</c:v>
                </c:pt>
                <c:pt idx="2260">
                  <c:v>41267</c:v>
                </c:pt>
                <c:pt idx="2261">
                  <c:v>41269</c:v>
                </c:pt>
                <c:pt idx="2262">
                  <c:v>41270</c:v>
                </c:pt>
                <c:pt idx="2263">
                  <c:v>41271</c:v>
                </c:pt>
                <c:pt idx="2264">
                  <c:v>41274</c:v>
                </c:pt>
                <c:pt idx="2265">
                  <c:v>41276</c:v>
                </c:pt>
                <c:pt idx="2266">
                  <c:v>41277</c:v>
                </c:pt>
                <c:pt idx="2267">
                  <c:v>41278</c:v>
                </c:pt>
                <c:pt idx="2268">
                  <c:v>41281</c:v>
                </c:pt>
                <c:pt idx="2269">
                  <c:v>41282</c:v>
                </c:pt>
                <c:pt idx="2270">
                  <c:v>41283</c:v>
                </c:pt>
                <c:pt idx="2271">
                  <c:v>41284</c:v>
                </c:pt>
                <c:pt idx="2272">
                  <c:v>41285</c:v>
                </c:pt>
                <c:pt idx="2273">
                  <c:v>41288</c:v>
                </c:pt>
                <c:pt idx="2274">
                  <c:v>41289</c:v>
                </c:pt>
                <c:pt idx="2275">
                  <c:v>41290</c:v>
                </c:pt>
                <c:pt idx="2276">
                  <c:v>41291</c:v>
                </c:pt>
                <c:pt idx="2277">
                  <c:v>41292</c:v>
                </c:pt>
                <c:pt idx="2278">
                  <c:v>41296</c:v>
                </c:pt>
                <c:pt idx="2279">
                  <c:v>41297</c:v>
                </c:pt>
                <c:pt idx="2280">
                  <c:v>41298</c:v>
                </c:pt>
                <c:pt idx="2281">
                  <c:v>41299</c:v>
                </c:pt>
                <c:pt idx="2282">
                  <c:v>41302</c:v>
                </c:pt>
                <c:pt idx="2283">
                  <c:v>41303</c:v>
                </c:pt>
                <c:pt idx="2284">
                  <c:v>41304</c:v>
                </c:pt>
                <c:pt idx="2285">
                  <c:v>41305</c:v>
                </c:pt>
                <c:pt idx="2286">
                  <c:v>41306</c:v>
                </c:pt>
                <c:pt idx="2287">
                  <c:v>41309</c:v>
                </c:pt>
                <c:pt idx="2288">
                  <c:v>41310</c:v>
                </c:pt>
                <c:pt idx="2289">
                  <c:v>41311</c:v>
                </c:pt>
                <c:pt idx="2290">
                  <c:v>41312</c:v>
                </c:pt>
                <c:pt idx="2291">
                  <c:v>41313</c:v>
                </c:pt>
                <c:pt idx="2292">
                  <c:v>41316</c:v>
                </c:pt>
                <c:pt idx="2293">
                  <c:v>41317</c:v>
                </c:pt>
                <c:pt idx="2294">
                  <c:v>41318</c:v>
                </c:pt>
                <c:pt idx="2295">
                  <c:v>41319</c:v>
                </c:pt>
                <c:pt idx="2296">
                  <c:v>41320</c:v>
                </c:pt>
                <c:pt idx="2297">
                  <c:v>41324</c:v>
                </c:pt>
                <c:pt idx="2298">
                  <c:v>41325</c:v>
                </c:pt>
                <c:pt idx="2299">
                  <c:v>41326</c:v>
                </c:pt>
                <c:pt idx="2300">
                  <c:v>41327</c:v>
                </c:pt>
                <c:pt idx="2301">
                  <c:v>41330</c:v>
                </c:pt>
                <c:pt idx="2302">
                  <c:v>41331</c:v>
                </c:pt>
                <c:pt idx="2303">
                  <c:v>41332</c:v>
                </c:pt>
                <c:pt idx="2304">
                  <c:v>41333</c:v>
                </c:pt>
                <c:pt idx="2305">
                  <c:v>41334</c:v>
                </c:pt>
                <c:pt idx="2306">
                  <c:v>41337</c:v>
                </c:pt>
                <c:pt idx="2307">
                  <c:v>41338</c:v>
                </c:pt>
                <c:pt idx="2308">
                  <c:v>41339</c:v>
                </c:pt>
                <c:pt idx="2309">
                  <c:v>41340</c:v>
                </c:pt>
                <c:pt idx="2310">
                  <c:v>41341</c:v>
                </c:pt>
                <c:pt idx="2311">
                  <c:v>41344</c:v>
                </c:pt>
                <c:pt idx="2312">
                  <c:v>41345</c:v>
                </c:pt>
                <c:pt idx="2313">
                  <c:v>41346</c:v>
                </c:pt>
                <c:pt idx="2314">
                  <c:v>41347</c:v>
                </c:pt>
                <c:pt idx="2315">
                  <c:v>41348</c:v>
                </c:pt>
                <c:pt idx="2316">
                  <c:v>41351</c:v>
                </c:pt>
                <c:pt idx="2317">
                  <c:v>41352</c:v>
                </c:pt>
                <c:pt idx="2318">
                  <c:v>41353</c:v>
                </c:pt>
                <c:pt idx="2319">
                  <c:v>41354</c:v>
                </c:pt>
                <c:pt idx="2320">
                  <c:v>41355</c:v>
                </c:pt>
                <c:pt idx="2321">
                  <c:v>41358</c:v>
                </c:pt>
                <c:pt idx="2322">
                  <c:v>41359</c:v>
                </c:pt>
                <c:pt idx="2323">
                  <c:v>41360</c:v>
                </c:pt>
                <c:pt idx="2324">
                  <c:v>41361</c:v>
                </c:pt>
                <c:pt idx="2325">
                  <c:v>41365</c:v>
                </c:pt>
                <c:pt idx="2326">
                  <c:v>41366</c:v>
                </c:pt>
                <c:pt idx="2327">
                  <c:v>41367</c:v>
                </c:pt>
                <c:pt idx="2328">
                  <c:v>41368</c:v>
                </c:pt>
                <c:pt idx="2329">
                  <c:v>41369</c:v>
                </c:pt>
                <c:pt idx="2330">
                  <c:v>41372</c:v>
                </c:pt>
                <c:pt idx="2331">
                  <c:v>41373</c:v>
                </c:pt>
                <c:pt idx="2332">
                  <c:v>41374</c:v>
                </c:pt>
                <c:pt idx="2333">
                  <c:v>41375</c:v>
                </c:pt>
                <c:pt idx="2334">
                  <c:v>41376</c:v>
                </c:pt>
                <c:pt idx="2335">
                  <c:v>41379</c:v>
                </c:pt>
                <c:pt idx="2336">
                  <c:v>41380</c:v>
                </c:pt>
                <c:pt idx="2337">
                  <c:v>41381</c:v>
                </c:pt>
                <c:pt idx="2338">
                  <c:v>41382</c:v>
                </c:pt>
                <c:pt idx="2339">
                  <c:v>41383</c:v>
                </c:pt>
                <c:pt idx="2340">
                  <c:v>41386</c:v>
                </c:pt>
                <c:pt idx="2341">
                  <c:v>41387</c:v>
                </c:pt>
                <c:pt idx="2342">
                  <c:v>41388</c:v>
                </c:pt>
                <c:pt idx="2343">
                  <c:v>41389</c:v>
                </c:pt>
                <c:pt idx="2344">
                  <c:v>41390</c:v>
                </c:pt>
                <c:pt idx="2345">
                  <c:v>41393</c:v>
                </c:pt>
                <c:pt idx="2346">
                  <c:v>41394</c:v>
                </c:pt>
                <c:pt idx="2347">
                  <c:v>41395</c:v>
                </c:pt>
                <c:pt idx="2348">
                  <c:v>41396</c:v>
                </c:pt>
                <c:pt idx="2349">
                  <c:v>41397</c:v>
                </c:pt>
                <c:pt idx="2350">
                  <c:v>41400</c:v>
                </c:pt>
                <c:pt idx="2351">
                  <c:v>41401</c:v>
                </c:pt>
                <c:pt idx="2352">
                  <c:v>41402</c:v>
                </c:pt>
                <c:pt idx="2353">
                  <c:v>41403</c:v>
                </c:pt>
                <c:pt idx="2354">
                  <c:v>41404</c:v>
                </c:pt>
                <c:pt idx="2355">
                  <c:v>41407</c:v>
                </c:pt>
                <c:pt idx="2356">
                  <c:v>41408</c:v>
                </c:pt>
                <c:pt idx="2357">
                  <c:v>41409</c:v>
                </c:pt>
                <c:pt idx="2358">
                  <c:v>41410</c:v>
                </c:pt>
                <c:pt idx="2359">
                  <c:v>41411</c:v>
                </c:pt>
                <c:pt idx="2360">
                  <c:v>41414</c:v>
                </c:pt>
                <c:pt idx="2361">
                  <c:v>41415</c:v>
                </c:pt>
                <c:pt idx="2362">
                  <c:v>41416</c:v>
                </c:pt>
                <c:pt idx="2363">
                  <c:v>41417</c:v>
                </c:pt>
                <c:pt idx="2364">
                  <c:v>41418</c:v>
                </c:pt>
                <c:pt idx="2365">
                  <c:v>41422</c:v>
                </c:pt>
                <c:pt idx="2366">
                  <c:v>41423</c:v>
                </c:pt>
                <c:pt idx="2367">
                  <c:v>41424</c:v>
                </c:pt>
                <c:pt idx="2368">
                  <c:v>41425</c:v>
                </c:pt>
                <c:pt idx="2369">
                  <c:v>41428</c:v>
                </c:pt>
                <c:pt idx="2370">
                  <c:v>41429</c:v>
                </c:pt>
                <c:pt idx="2371">
                  <c:v>41430</c:v>
                </c:pt>
                <c:pt idx="2372">
                  <c:v>41431</c:v>
                </c:pt>
                <c:pt idx="2373">
                  <c:v>41432</c:v>
                </c:pt>
                <c:pt idx="2374">
                  <c:v>41435</c:v>
                </c:pt>
                <c:pt idx="2375">
                  <c:v>41436</c:v>
                </c:pt>
                <c:pt idx="2376">
                  <c:v>41437</c:v>
                </c:pt>
                <c:pt idx="2377">
                  <c:v>41438</c:v>
                </c:pt>
                <c:pt idx="2378">
                  <c:v>41439</c:v>
                </c:pt>
                <c:pt idx="2379">
                  <c:v>41442</c:v>
                </c:pt>
                <c:pt idx="2380">
                  <c:v>41443</c:v>
                </c:pt>
                <c:pt idx="2381">
                  <c:v>41444</c:v>
                </c:pt>
                <c:pt idx="2382">
                  <c:v>41445</c:v>
                </c:pt>
                <c:pt idx="2383">
                  <c:v>41446</c:v>
                </c:pt>
                <c:pt idx="2384">
                  <c:v>41449</c:v>
                </c:pt>
                <c:pt idx="2385">
                  <c:v>41450</c:v>
                </c:pt>
                <c:pt idx="2386">
                  <c:v>41451</c:v>
                </c:pt>
                <c:pt idx="2387">
                  <c:v>41452</c:v>
                </c:pt>
                <c:pt idx="2388">
                  <c:v>41453</c:v>
                </c:pt>
                <c:pt idx="2389">
                  <c:v>41456</c:v>
                </c:pt>
                <c:pt idx="2390">
                  <c:v>41457</c:v>
                </c:pt>
                <c:pt idx="2391">
                  <c:v>41458</c:v>
                </c:pt>
                <c:pt idx="2392">
                  <c:v>41460</c:v>
                </c:pt>
                <c:pt idx="2393">
                  <c:v>41463</c:v>
                </c:pt>
                <c:pt idx="2394">
                  <c:v>41464</c:v>
                </c:pt>
                <c:pt idx="2395">
                  <c:v>41465</c:v>
                </c:pt>
                <c:pt idx="2396">
                  <c:v>41466</c:v>
                </c:pt>
                <c:pt idx="2397">
                  <c:v>41467</c:v>
                </c:pt>
                <c:pt idx="2398">
                  <c:v>41470</c:v>
                </c:pt>
                <c:pt idx="2399">
                  <c:v>41471</c:v>
                </c:pt>
                <c:pt idx="2400">
                  <c:v>41472</c:v>
                </c:pt>
                <c:pt idx="2401">
                  <c:v>41473</c:v>
                </c:pt>
                <c:pt idx="2402">
                  <c:v>41474</c:v>
                </c:pt>
                <c:pt idx="2403">
                  <c:v>41477</c:v>
                </c:pt>
                <c:pt idx="2404">
                  <c:v>41478</c:v>
                </c:pt>
                <c:pt idx="2405">
                  <c:v>41479</c:v>
                </c:pt>
                <c:pt idx="2406">
                  <c:v>41480</c:v>
                </c:pt>
                <c:pt idx="2407">
                  <c:v>41481</c:v>
                </c:pt>
                <c:pt idx="2408">
                  <c:v>41484</c:v>
                </c:pt>
                <c:pt idx="2409">
                  <c:v>41485</c:v>
                </c:pt>
                <c:pt idx="2410">
                  <c:v>41486</c:v>
                </c:pt>
                <c:pt idx="2411">
                  <c:v>41487</c:v>
                </c:pt>
                <c:pt idx="2412">
                  <c:v>41488</c:v>
                </c:pt>
                <c:pt idx="2413">
                  <c:v>41491</c:v>
                </c:pt>
                <c:pt idx="2414">
                  <c:v>41492</c:v>
                </c:pt>
                <c:pt idx="2415">
                  <c:v>41493</c:v>
                </c:pt>
                <c:pt idx="2416">
                  <c:v>41494</c:v>
                </c:pt>
                <c:pt idx="2417">
                  <c:v>41495</c:v>
                </c:pt>
                <c:pt idx="2418">
                  <c:v>41498</c:v>
                </c:pt>
                <c:pt idx="2419">
                  <c:v>41499</c:v>
                </c:pt>
                <c:pt idx="2420">
                  <c:v>41500</c:v>
                </c:pt>
                <c:pt idx="2421">
                  <c:v>41501</c:v>
                </c:pt>
                <c:pt idx="2422">
                  <c:v>41502</c:v>
                </c:pt>
                <c:pt idx="2423">
                  <c:v>41505</c:v>
                </c:pt>
                <c:pt idx="2424">
                  <c:v>41506</c:v>
                </c:pt>
                <c:pt idx="2425">
                  <c:v>41507</c:v>
                </c:pt>
                <c:pt idx="2426">
                  <c:v>41508</c:v>
                </c:pt>
                <c:pt idx="2427">
                  <c:v>41509</c:v>
                </c:pt>
                <c:pt idx="2428">
                  <c:v>41512</c:v>
                </c:pt>
                <c:pt idx="2429">
                  <c:v>41513</c:v>
                </c:pt>
                <c:pt idx="2430">
                  <c:v>41514</c:v>
                </c:pt>
                <c:pt idx="2431">
                  <c:v>41515</c:v>
                </c:pt>
                <c:pt idx="2432">
                  <c:v>41516</c:v>
                </c:pt>
                <c:pt idx="2433">
                  <c:v>41520</c:v>
                </c:pt>
                <c:pt idx="2434">
                  <c:v>41521</c:v>
                </c:pt>
                <c:pt idx="2435">
                  <c:v>41522</c:v>
                </c:pt>
                <c:pt idx="2436">
                  <c:v>41523</c:v>
                </c:pt>
                <c:pt idx="2437">
                  <c:v>41526</c:v>
                </c:pt>
                <c:pt idx="2438">
                  <c:v>41527</c:v>
                </c:pt>
                <c:pt idx="2439">
                  <c:v>41528</c:v>
                </c:pt>
                <c:pt idx="2440">
                  <c:v>41529</c:v>
                </c:pt>
                <c:pt idx="2441">
                  <c:v>41530</c:v>
                </c:pt>
                <c:pt idx="2442">
                  <c:v>41533</c:v>
                </c:pt>
                <c:pt idx="2443">
                  <c:v>41534</c:v>
                </c:pt>
                <c:pt idx="2444">
                  <c:v>41535</c:v>
                </c:pt>
                <c:pt idx="2445">
                  <c:v>41536</c:v>
                </c:pt>
                <c:pt idx="2446">
                  <c:v>41537</c:v>
                </c:pt>
                <c:pt idx="2447">
                  <c:v>41540</c:v>
                </c:pt>
                <c:pt idx="2448">
                  <c:v>41541</c:v>
                </c:pt>
                <c:pt idx="2449">
                  <c:v>41542</c:v>
                </c:pt>
                <c:pt idx="2450">
                  <c:v>41543</c:v>
                </c:pt>
                <c:pt idx="2451">
                  <c:v>41544</c:v>
                </c:pt>
                <c:pt idx="2452">
                  <c:v>41547</c:v>
                </c:pt>
                <c:pt idx="2453">
                  <c:v>41548</c:v>
                </c:pt>
                <c:pt idx="2454">
                  <c:v>41549</c:v>
                </c:pt>
                <c:pt idx="2455">
                  <c:v>41550</c:v>
                </c:pt>
                <c:pt idx="2456">
                  <c:v>41551</c:v>
                </c:pt>
                <c:pt idx="2457">
                  <c:v>41554</c:v>
                </c:pt>
                <c:pt idx="2458">
                  <c:v>41555</c:v>
                </c:pt>
                <c:pt idx="2459">
                  <c:v>41556</c:v>
                </c:pt>
                <c:pt idx="2460">
                  <c:v>41557</c:v>
                </c:pt>
                <c:pt idx="2461">
                  <c:v>41558</c:v>
                </c:pt>
                <c:pt idx="2462">
                  <c:v>41561</c:v>
                </c:pt>
                <c:pt idx="2463">
                  <c:v>41562</c:v>
                </c:pt>
                <c:pt idx="2464">
                  <c:v>41563</c:v>
                </c:pt>
                <c:pt idx="2465">
                  <c:v>41564</c:v>
                </c:pt>
                <c:pt idx="2466">
                  <c:v>41565</c:v>
                </c:pt>
                <c:pt idx="2467">
                  <c:v>41568</c:v>
                </c:pt>
                <c:pt idx="2468">
                  <c:v>41569</c:v>
                </c:pt>
                <c:pt idx="2469">
                  <c:v>41570</c:v>
                </c:pt>
                <c:pt idx="2470">
                  <c:v>41571</c:v>
                </c:pt>
                <c:pt idx="2471">
                  <c:v>41572</c:v>
                </c:pt>
                <c:pt idx="2472">
                  <c:v>41575</c:v>
                </c:pt>
                <c:pt idx="2473">
                  <c:v>41576</c:v>
                </c:pt>
                <c:pt idx="2474">
                  <c:v>41577</c:v>
                </c:pt>
                <c:pt idx="2475">
                  <c:v>41578</c:v>
                </c:pt>
                <c:pt idx="2476">
                  <c:v>41579</c:v>
                </c:pt>
                <c:pt idx="2477">
                  <c:v>41582</c:v>
                </c:pt>
                <c:pt idx="2478">
                  <c:v>41583</c:v>
                </c:pt>
                <c:pt idx="2479">
                  <c:v>41584</c:v>
                </c:pt>
                <c:pt idx="2480">
                  <c:v>41585</c:v>
                </c:pt>
                <c:pt idx="2481">
                  <c:v>41586</c:v>
                </c:pt>
                <c:pt idx="2482">
                  <c:v>41589</c:v>
                </c:pt>
                <c:pt idx="2483">
                  <c:v>41590</c:v>
                </c:pt>
                <c:pt idx="2484">
                  <c:v>41591</c:v>
                </c:pt>
                <c:pt idx="2485">
                  <c:v>41592</c:v>
                </c:pt>
                <c:pt idx="2486">
                  <c:v>41593</c:v>
                </c:pt>
                <c:pt idx="2487">
                  <c:v>41596</c:v>
                </c:pt>
                <c:pt idx="2488">
                  <c:v>41597</c:v>
                </c:pt>
                <c:pt idx="2489">
                  <c:v>41598</c:v>
                </c:pt>
                <c:pt idx="2490">
                  <c:v>41599</c:v>
                </c:pt>
                <c:pt idx="2491">
                  <c:v>41600</c:v>
                </c:pt>
                <c:pt idx="2492">
                  <c:v>41603</c:v>
                </c:pt>
                <c:pt idx="2493">
                  <c:v>41604</c:v>
                </c:pt>
                <c:pt idx="2494">
                  <c:v>41605</c:v>
                </c:pt>
                <c:pt idx="2495">
                  <c:v>41607</c:v>
                </c:pt>
                <c:pt idx="2496">
                  <c:v>41610</c:v>
                </c:pt>
                <c:pt idx="2497">
                  <c:v>41611</c:v>
                </c:pt>
                <c:pt idx="2498">
                  <c:v>41612</c:v>
                </c:pt>
                <c:pt idx="2499">
                  <c:v>41613</c:v>
                </c:pt>
                <c:pt idx="2500">
                  <c:v>41614</c:v>
                </c:pt>
                <c:pt idx="2501">
                  <c:v>41617</c:v>
                </c:pt>
                <c:pt idx="2502">
                  <c:v>41618</c:v>
                </c:pt>
                <c:pt idx="2503">
                  <c:v>41619</c:v>
                </c:pt>
                <c:pt idx="2504">
                  <c:v>41620</c:v>
                </c:pt>
                <c:pt idx="2505">
                  <c:v>41621</c:v>
                </c:pt>
                <c:pt idx="2506">
                  <c:v>41624</c:v>
                </c:pt>
                <c:pt idx="2507">
                  <c:v>41625</c:v>
                </c:pt>
                <c:pt idx="2508">
                  <c:v>41626</c:v>
                </c:pt>
                <c:pt idx="2509">
                  <c:v>41627</c:v>
                </c:pt>
                <c:pt idx="2510">
                  <c:v>41628</c:v>
                </c:pt>
                <c:pt idx="2511">
                  <c:v>41631</c:v>
                </c:pt>
                <c:pt idx="2512">
                  <c:v>41632</c:v>
                </c:pt>
                <c:pt idx="2513">
                  <c:v>41634</c:v>
                </c:pt>
                <c:pt idx="2514">
                  <c:v>41635</c:v>
                </c:pt>
                <c:pt idx="2515">
                  <c:v>41638</c:v>
                </c:pt>
                <c:pt idx="2516">
                  <c:v>41639</c:v>
                </c:pt>
                <c:pt idx="2517">
                  <c:v>41641</c:v>
                </c:pt>
                <c:pt idx="2518">
                  <c:v>41642</c:v>
                </c:pt>
                <c:pt idx="2519">
                  <c:v>41645</c:v>
                </c:pt>
                <c:pt idx="2520">
                  <c:v>41646</c:v>
                </c:pt>
                <c:pt idx="2521">
                  <c:v>41647</c:v>
                </c:pt>
                <c:pt idx="2522">
                  <c:v>41648</c:v>
                </c:pt>
                <c:pt idx="2523">
                  <c:v>41649</c:v>
                </c:pt>
                <c:pt idx="2524">
                  <c:v>41652</c:v>
                </c:pt>
                <c:pt idx="2525">
                  <c:v>41653</c:v>
                </c:pt>
                <c:pt idx="2526">
                  <c:v>41654</c:v>
                </c:pt>
                <c:pt idx="2527">
                  <c:v>41655</c:v>
                </c:pt>
                <c:pt idx="2528">
                  <c:v>41656</c:v>
                </c:pt>
                <c:pt idx="2529">
                  <c:v>41660</c:v>
                </c:pt>
                <c:pt idx="2530">
                  <c:v>41661</c:v>
                </c:pt>
                <c:pt idx="2531">
                  <c:v>41662</c:v>
                </c:pt>
                <c:pt idx="2532">
                  <c:v>41663</c:v>
                </c:pt>
                <c:pt idx="2533">
                  <c:v>41666</c:v>
                </c:pt>
                <c:pt idx="2534">
                  <c:v>41667</c:v>
                </c:pt>
                <c:pt idx="2535">
                  <c:v>41668</c:v>
                </c:pt>
                <c:pt idx="2536">
                  <c:v>41669</c:v>
                </c:pt>
                <c:pt idx="2537">
                  <c:v>41670</c:v>
                </c:pt>
                <c:pt idx="2538">
                  <c:v>41673</c:v>
                </c:pt>
                <c:pt idx="2539">
                  <c:v>41674</c:v>
                </c:pt>
                <c:pt idx="2540">
                  <c:v>41675</c:v>
                </c:pt>
                <c:pt idx="2541">
                  <c:v>41676</c:v>
                </c:pt>
                <c:pt idx="2542">
                  <c:v>41677</c:v>
                </c:pt>
                <c:pt idx="2543">
                  <c:v>41680</c:v>
                </c:pt>
                <c:pt idx="2544">
                  <c:v>41681</c:v>
                </c:pt>
                <c:pt idx="2545">
                  <c:v>41682</c:v>
                </c:pt>
                <c:pt idx="2546">
                  <c:v>41683</c:v>
                </c:pt>
                <c:pt idx="2547">
                  <c:v>41684</c:v>
                </c:pt>
                <c:pt idx="2548">
                  <c:v>41688</c:v>
                </c:pt>
                <c:pt idx="2549">
                  <c:v>41689</c:v>
                </c:pt>
                <c:pt idx="2550">
                  <c:v>41690</c:v>
                </c:pt>
                <c:pt idx="2551">
                  <c:v>41691</c:v>
                </c:pt>
                <c:pt idx="2552">
                  <c:v>41694</c:v>
                </c:pt>
                <c:pt idx="2553">
                  <c:v>41695</c:v>
                </c:pt>
                <c:pt idx="2554">
                  <c:v>41696</c:v>
                </c:pt>
                <c:pt idx="2555">
                  <c:v>41697</c:v>
                </c:pt>
                <c:pt idx="2556">
                  <c:v>41698</c:v>
                </c:pt>
                <c:pt idx="2557">
                  <c:v>41701</c:v>
                </c:pt>
                <c:pt idx="2558">
                  <c:v>41702</c:v>
                </c:pt>
                <c:pt idx="2559">
                  <c:v>41703</c:v>
                </c:pt>
                <c:pt idx="2560">
                  <c:v>41704</c:v>
                </c:pt>
                <c:pt idx="2561">
                  <c:v>41705</c:v>
                </c:pt>
                <c:pt idx="2562">
                  <c:v>41708</c:v>
                </c:pt>
                <c:pt idx="2563">
                  <c:v>41709</c:v>
                </c:pt>
                <c:pt idx="2564">
                  <c:v>41710</c:v>
                </c:pt>
                <c:pt idx="2565">
                  <c:v>41711</c:v>
                </c:pt>
                <c:pt idx="2566">
                  <c:v>41712</c:v>
                </c:pt>
                <c:pt idx="2567">
                  <c:v>41715</c:v>
                </c:pt>
                <c:pt idx="2568">
                  <c:v>41716</c:v>
                </c:pt>
                <c:pt idx="2569">
                  <c:v>41717</c:v>
                </c:pt>
                <c:pt idx="2570">
                  <c:v>41718</c:v>
                </c:pt>
                <c:pt idx="2571">
                  <c:v>41719</c:v>
                </c:pt>
                <c:pt idx="2572">
                  <c:v>41722</c:v>
                </c:pt>
                <c:pt idx="2573">
                  <c:v>41723</c:v>
                </c:pt>
                <c:pt idx="2574">
                  <c:v>41724</c:v>
                </c:pt>
                <c:pt idx="2575">
                  <c:v>41725</c:v>
                </c:pt>
                <c:pt idx="2576">
                  <c:v>41726</c:v>
                </c:pt>
                <c:pt idx="2577">
                  <c:v>41729</c:v>
                </c:pt>
                <c:pt idx="2578">
                  <c:v>41730</c:v>
                </c:pt>
                <c:pt idx="2579">
                  <c:v>41731</c:v>
                </c:pt>
                <c:pt idx="2580">
                  <c:v>41732</c:v>
                </c:pt>
                <c:pt idx="2581">
                  <c:v>41733</c:v>
                </c:pt>
                <c:pt idx="2582">
                  <c:v>41736</c:v>
                </c:pt>
                <c:pt idx="2583">
                  <c:v>41737</c:v>
                </c:pt>
                <c:pt idx="2584">
                  <c:v>41738</c:v>
                </c:pt>
                <c:pt idx="2585">
                  <c:v>41739</c:v>
                </c:pt>
                <c:pt idx="2586">
                  <c:v>41740</c:v>
                </c:pt>
                <c:pt idx="2587">
                  <c:v>41743</c:v>
                </c:pt>
                <c:pt idx="2588">
                  <c:v>41744</c:v>
                </c:pt>
                <c:pt idx="2589">
                  <c:v>41745</c:v>
                </c:pt>
                <c:pt idx="2590">
                  <c:v>41746</c:v>
                </c:pt>
                <c:pt idx="2591">
                  <c:v>41750</c:v>
                </c:pt>
                <c:pt idx="2592">
                  <c:v>41751</c:v>
                </c:pt>
                <c:pt idx="2593">
                  <c:v>41752</c:v>
                </c:pt>
                <c:pt idx="2594">
                  <c:v>41753</c:v>
                </c:pt>
                <c:pt idx="2595">
                  <c:v>41754</c:v>
                </c:pt>
                <c:pt idx="2596">
                  <c:v>41757</c:v>
                </c:pt>
                <c:pt idx="2597">
                  <c:v>41758</c:v>
                </c:pt>
                <c:pt idx="2598">
                  <c:v>41759</c:v>
                </c:pt>
                <c:pt idx="2599">
                  <c:v>41760</c:v>
                </c:pt>
                <c:pt idx="2600">
                  <c:v>41761</c:v>
                </c:pt>
                <c:pt idx="2601">
                  <c:v>41764</c:v>
                </c:pt>
                <c:pt idx="2602">
                  <c:v>41765</c:v>
                </c:pt>
                <c:pt idx="2603">
                  <c:v>41766</c:v>
                </c:pt>
                <c:pt idx="2604">
                  <c:v>41767</c:v>
                </c:pt>
                <c:pt idx="2605">
                  <c:v>41768</c:v>
                </c:pt>
                <c:pt idx="2606">
                  <c:v>41771</c:v>
                </c:pt>
                <c:pt idx="2607">
                  <c:v>41772</c:v>
                </c:pt>
                <c:pt idx="2608">
                  <c:v>41773</c:v>
                </c:pt>
                <c:pt idx="2609">
                  <c:v>41774</c:v>
                </c:pt>
                <c:pt idx="2610">
                  <c:v>41775</c:v>
                </c:pt>
                <c:pt idx="2611">
                  <c:v>41778</c:v>
                </c:pt>
                <c:pt idx="2612">
                  <c:v>41779</c:v>
                </c:pt>
                <c:pt idx="2613">
                  <c:v>41780</c:v>
                </c:pt>
                <c:pt idx="2614">
                  <c:v>41781</c:v>
                </c:pt>
                <c:pt idx="2615">
                  <c:v>41782</c:v>
                </c:pt>
                <c:pt idx="2616">
                  <c:v>41786</c:v>
                </c:pt>
                <c:pt idx="2617">
                  <c:v>41787</c:v>
                </c:pt>
                <c:pt idx="2618">
                  <c:v>41788</c:v>
                </c:pt>
                <c:pt idx="2619">
                  <c:v>41789</c:v>
                </c:pt>
                <c:pt idx="2620">
                  <c:v>41792</c:v>
                </c:pt>
                <c:pt idx="2621">
                  <c:v>41793</c:v>
                </c:pt>
                <c:pt idx="2622">
                  <c:v>41794</c:v>
                </c:pt>
                <c:pt idx="2623">
                  <c:v>41795</c:v>
                </c:pt>
                <c:pt idx="2624">
                  <c:v>41796</c:v>
                </c:pt>
                <c:pt idx="2625">
                  <c:v>41799</c:v>
                </c:pt>
                <c:pt idx="2626">
                  <c:v>41800</c:v>
                </c:pt>
                <c:pt idx="2627">
                  <c:v>41801</c:v>
                </c:pt>
                <c:pt idx="2628">
                  <c:v>41802</c:v>
                </c:pt>
                <c:pt idx="2629">
                  <c:v>41803</c:v>
                </c:pt>
                <c:pt idx="2630">
                  <c:v>41806</c:v>
                </c:pt>
                <c:pt idx="2631">
                  <c:v>41807</c:v>
                </c:pt>
                <c:pt idx="2632">
                  <c:v>41808</c:v>
                </c:pt>
                <c:pt idx="2633">
                  <c:v>41809</c:v>
                </c:pt>
                <c:pt idx="2634">
                  <c:v>41810</c:v>
                </c:pt>
                <c:pt idx="2635">
                  <c:v>41813</c:v>
                </c:pt>
                <c:pt idx="2636">
                  <c:v>41814</c:v>
                </c:pt>
                <c:pt idx="2637">
                  <c:v>41815</c:v>
                </c:pt>
                <c:pt idx="2638">
                  <c:v>41816</c:v>
                </c:pt>
                <c:pt idx="2639">
                  <c:v>41817</c:v>
                </c:pt>
                <c:pt idx="2640">
                  <c:v>41820</c:v>
                </c:pt>
                <c:pt idx="2641">
                  <c:v>41821</c:v>
                </c:pt>
                <c:pt idx="2642">
                  <c:v>41822</c:v>
                </c:pt>
                <c:pt idx="2643">
                  <c:v>41823</c:v>
                </c:pt>
                <c:pt idx="2644">
                  <c:v>41827</c:v>
                </c:pt>
                <c:pt idx="2645">
                  <c:v>41828</c:v>
                </c:pt>
                <c:pt idx="2646">
                  <c:v>41829</c:v>
                </c:pt>
                <c:pt idx="2647">
                  <c:v>41830</c:v>
                </c:pt>
                <c:pt idx="2648">
                  <c:v>41831</c:v>
                </c:pt>
                <c:pt idx="2649">
                  <c:v>41834</c:v>
                </c:pt>
                <c:pt idx="2650">
                  <c:v>41835</c:v>
                </c:pt>
                <c:pt idx="2651">
                  <c:v>41836</c:v>
                </c:pt>
                <c:pt idx="2652">
                  <c:v>41837</c:v>
                </c:pt>
                <c:pt idx="2653">
                  <c:v>41838</c:v>
                </c:pt>
                <c:pt idx="2654">
                  <c:v>41841</c:v>
                </c:pt>
                <c:pt idx="2655">
                  <c:v>41842</c:v>
                </c:pt>
                <c:pt idx="2656">
                  <c:v>41843</c:v>
                </c:pt>
                <c:pt idx="2657">
                  <c:v>41844</c:v>
                </c:pt>
                <c:pt idx="2658">
                  <c:v>41845</c:v>
                </c:pt>
                <c:pt idx="2659">
                  <c:v>41848</c:v>
                </c:pt>
                <c:pt idx="2660">
                  <c:v>41849</c:v>
                </c:pt>
                <c:pt idx="2661">
                  <c:v>41850</c:v>
                </c:pt>
                <c:pt idx="2662">
                  <c:v>41851</c:v>
                </c:pt>
                <c:pt idx="2663">
                  <c:v>41852</c:v>
                </c:pt>
                <c:pt idx="2664">
                  <c:v>41855</c:v>
                </c:pt>
                <c:pt idx="2665">
                  <c:v>41856</c:v>
                </c:pt>
                <c:pt idx="2666">
                  <c:v>41857</c:v>
                </c:pt>
                <c:pt idx="2667">
                  <c:v>41858</c:v>
                </c:pt>
                <c:pt idx="2668">
                  <c:v>41859</c:v>
                </c:pt>
                <c:pt idx="2669">
                  <c:v>41862</c:v>
                </c:pt>
                <c:pt idx="2670">
                  <c:v>41863</c:v>
                </c:pt>
                <c:pt idx="2671">
                  <c:v>41864</c:v>
                </c:pt>
                <c:pt idx="2672">
                  <c:v>41865</c:v>
                </c:pt>
                <c:pt idx="2673">
                  <c:v>41866</c:v>
                </c:pt>
                <c:pt idx="2674">
                  <c:v>41869</c:v>
                </c:pt>
                <c:pt idx="2675">
                  <c:v>41870</c:v>
                </c:pt>
                <c:pt idx="2676">
                  <c:v>41871</c:v>
                </c:pt>
                <c:pt idx="2677">
                  <c:v>41872</c:v>
                </c:pt>
                <c:pt idx="2678">
                  <c:v>41873</c:v>
                </c:pt>
                <c:pt idx="2679">
                  <c:v>41876</c:v>
                </c:pt>
                <c:pt idx="2680">
                  <c:v>41877</c:v>
                </c:pt>
                <c:pt idx="2681">
                  <c:v>41878</c:v>
                </c:pt>
                <c:pt idx="2682">
                  <c:v>41879</c:v>
                </c:pt>
                <c:pt idx="2683">
                  <c:v>41880</c:v>
                </c:pt>
                <c:pt idx="2684">
                  <c:v>41884</c:v>
                </c:pt>
                <c:pt idx="2685">
                  <c:v>41885</c:v>
                </c:pt>
                <c:pt idx="2686">
                  <c:v>41886</c:v>
                </c:pt>
                <c:pt idx="2687">
                  <c:v>41887</c:v>
                </c:pt>
                <c:pt idx="2688">
                  <c:v>41890</c:v>
                </c:pt>
                <c:pt idx="2689">
                  <c:v>41891</c:v>
                </c:pt>
                <c:pt idx="2690">
                  <c:v>41892</c:v>
                </c:pt>
                <c:pt idx="2691">
                  <c:v>41893</c:v>
                </c:pt>
                <c:pt idx="2692">
                  <c:v>41894</c:v>
                </c:pt>
                <c:pt idx="2693">
                  <c:v>41897</c:v>
                </c:pt>
                <c:pt idx="2694">
                  <c:v>41898</c:v>
                </c:pt>
                <c:pt idx="2695">
                  <c:v>41899</c:v>
                </c:pt>
                <c:pt idx="2696">
                  <c:v>41900</c:v>
                </c:pt>
                <c:pt idx="2697">
                  <c:v>41901</c:v>
                </c:pt>
                <c:pt idx="2698">
                  <c:v>41904</c:v>
                </c:pt>
                <c:pt idx="2699">
                  <c:v>41905</c:v>
                </c:pt>
                <c:pt idx="2700">
                  <c:v>41906</c:v>
                </c:pt>
                <c:pt idx="2701">
                  <c:v>41907</c:v>
                </c:pt>
                <c:pt idx="2702">
                  <c:v>41908</c:v>
                </c:pt>
                <c:pt idx="2703">
                  <c:v>41911</c:v>
                </c:pt>
                <c:pt idx="2704">
                  <c:v>41912</c:v>
                </c:pt>
                <c:pt idx="2705">
                  <c:v>41913</c:v>
                </c:pt>
                <c:pt idx="2706">
                  <c:v>41914</c:v>
                </c:pt>
                <c:pt idx="2707">
                  <c:v>41915</c:v>
                </c:pt>
                <c:pt idx="2708">
                  <c:v>41918</c:v>
                </c:pt>
                <c:pt idx="2709">
                  <c:v>41919</c:v>
                </c:pt>
                <c:pt idx="2710">
                  <c:v>41920</c:v>
                </c:pt>
                <c:pt idx="2711">
                  <c:v>41921</c:v>
                </c:pt>
                <c:pt idx="2712">
                  <c:v>41922</c:v>
                </c:pt>
                <c:pt idx="2713">
                  <c:v>41925</c:v>
                </c:pt>
                <c:pt idx="2714">
                  <c:v>41926</c:v>
                </c:pt>
                <c:pt idx="2715">
                  <c:v>41927</c:v>
                </c:pt>
                <c:pt idx="2716">
                  <c:v>41928</c:v>
                </c:pt>
                <c:pt idx="2717">
                  <c:v>41929</c:v>
                </c:pt>
                <c:pt idx="2718">
                  <c:v>41932</c:v>
                </c:pt>
                <c:pt idx="2719">
                  <c:v>41933</c:v>
                </c:pt>
                <c:pt idx="2720">
                  <c:v>41934</c:v>
                </c:pt>
                <c:pt idx="2721">
                  <c:v>41935</c:v>
                </c:pt>
                <c:pt idx="2722">
                  <c:v>41936</c:v>
                </c:pt>
                <c:pt idx="2723">
                  <c:v>41939</c:v>
                </c:pt>
                <c:pt idx="2724">
                  <c:v>41940</c:v>
                </c:pt>
                <c:pt idx="2725">
                  <c:v>41941</c:v>
                </c:pt>
                <c:pt idx="2726">
                  <c:v>41942</c:v>
                </c:pt>
                <c:pt idx="2727">
                  <c:v>41943</c:v>
                </c:pt>
                <c:pt idx="2728">
                  <c:v>41946</c:v>
                </c:pt>
                <c:pt idx="2729">
                  <c:v>41947</c:v>
                </c:pt>
                <c:pt idx="2730">
                  <c:v>41948</c:v>
                </c:pt>
                <c:pt idx="2731">
                  <c:v>41949</c:v>
                </c:pt>
                <c:pt idx="2732">
                  <c:v>41950</c:v>
                </c:pt>
                <c:pt idx="2733">
                  <c:v>41953</c:v>
                </c:pt>
                <c:pt idx="2734">
                  <c:v>41954</c:v>
                </c:pt>
                <c:pt idx="2735">
                  <c:v>41955</c:v>
                </c:pt>
                <c:pt idx="2736">
                  <c:v>41956</c:v>
                </c:pt>
                <c:pt idx="2737">
                  <c:v>41957</c:v>
                </c:pt>
                <c:pt idx="2738">
                  <c:v>41960</c:v>
                </c:pt>
                <c:pt idx="2739">
                  <c:v>41961</c:v>
                </c:pt>
                <c:pt idx="2740">
                  <c:v>41962</c:v>
                </c:pt>
                <c:pt idx="2741">
                  <c:v>41963</c:v>
                </c:pt>
                <c:pt idx="2742">
                  <c:v>41964</c:v>
                </c:pt>
                <c:pt idx="2743">
                  <c:v>41967</c:v>
                </c:pt>
                <c:pt idx="2744">
                  <c:v>41968</c:v>
                </c:pt>
                <c:pt idx="2745">
                  <c:v>41969</c:v>
                </c:pt>
                <c:pt idx="2746">
                  <c:v>41971</c:v>
                </c:pt>
                <c:pt idx="2747">
                  <c:v>41974</c:v>
                </c:pt>
                <c:pt idx="2748">
                  <c:v>41975</c:v>
                </c:pt>
                <c:pt idx="2749">
                  <c:v>41976</c:v>
                </c:pt>
                <c:pt idx="2750">
                  <c:v>41977</c:v>
                </c:pt>
                <c:pt idx="2751">
                  <c:v>41978</c:v>
                </c:pt>
                <c:pt idx="2752">
                  <c:v>41981</c:v>
                </c:pt>
                <c:pt idx="2753">
                  <c:v>41982</c:v>
                </c:pt>
                <c:pt idx="2754">
                  <c:v>41983</c:v>
                </c:pt>
                <c:pt idx="2755">
                  <c:v>41984</c:v>
                </c:pt>
                <c:pt idx="2756">
                  <c:v>41985</c:v>
                </c:pt>
                <c:pt idx="2757">
                  <c:v>41988</c:v>
                </c:pt>
                <c:pt idx="2758">
                  <c:v>41989</c:v>
                </c:pt>
                <c:pt idx="2759">
                  <c:v>41990</c:v>
                </c:pt>
                <c:pt idx="2760">
                  <c:v>41991</c:v>
                </c:pt>
                <c:pt idx="2761">
                  <c:v>41992</c:v>
                </c:pt>
                <c:pt idx="2762">
                  <c:v>41995</c:v>
                </c:pt>
                <c:pt idx="2763">
                  <c:v>41996</c:v>
                </c:pt>
                <c:pt idx="2764">
                  <c:v>41997</c:v>
                </c:pt>
                <c:pt idx="2765">
                  <c:v>41999</c:v>
                </c:pt>
                <c:pt idx="2766">
                  <c:v>42002</c:v>
                </c:pt>
                <c:pt idx="2767">
                  <c:v>42003</c:v>
                </c:pt>
                <c:pt idx="2768">
                  <c:v>42004</c:v>
                </c:pt>
                <c:pt idx="2769">
                  <c:v>42006</c:v>
                </c:pt>
                <c:pt idx="2770">
                  <c:v>42009</c:v>
                </c:pt>
                <c:pt idx="2771">
                  <c:v>42010</c:v>
                </c:pt>
                <c:pt idx="2772">
                  <c:v>42011</c:v>
                </c:pt>
                <c:pt idx="2773">
                  <c:v>42012</c:v>
                </c:pt>
                <c:pt idx="2774">
                  <c:v>42013</c:v>
                </c:pt>
                <c:pt idx="2775">
                  <c:v>42016</c:v>
                </c:pt>
                <c:pt idx="2776">
                  <c:v>42017</c:v>
                </c:pt>
                <c:pt idx="2777">
                  <c:v>42018</c:v>
                </c:pt>
                <c:pt idx="2778">
                  <c:v>42019</c:v>
                </c:pt>
                <c:pt idx="2779">
                  <c:v>42020</c:v>
                </c:pt>
                <c:pt idx="2780">
                  <c:v>42024</c:v>
                </c:pt>
                <c:pt idx="2781">
                  <c:v>42025</c:v>
                </c:pt>
                <c:pt idx="2782">
                  <c:v>42026</c:v>
                </c:pt>
                <c:pt idx="2783">
                  <c:v>42027</c:v>
                </c:pt>
                <c:pt idx="2784">
                  <c:v>42030</c:v>
                </c:pt>
                <c:pt idx="2785">
                  <c:v>42031</c:v>
                </c:pt>
                <c:pt idx="2786">
                  <c:v>42032</c:v>
                </c:pt>
                <c:pt idx="2787">
                  <c:v>42033</c:v>
                </c:pt>
                <c:pt idx="2788">
                  <c:v>42034</c:v>
                </c:pt>
                <c:pt idx="2789">
                  <c:v>42037</c:v>
                </c:pt>
                <c:pt idx="2790">
                  <c:v>42038</c:v>
                </c:pt>
                <c:pt idx="2791">
                  <c:v>42039</c:v>
                </c:pt>
                <c:pt idx="2792">
                  <c:v>42040</c:v>
                </c:pt>
                <c:pt idx="2793">
                  <c:v>42041</c:v>
                </c:pt>
                <c:pt idx="2794">
                  <c:v>42044</c:v>
                </c:pt>
                <c:pt idx="2795">
                  <c:v>42045</c:v>
                </c:pt>
                <c:pt idx="2796">
                  <c:v>42046</c:v>
                </c:pt>
                <c:pt idx="2797">
                  <c:v>42047</c:v>
                </c:pt>
                <c:pt idx="2798">
                  <c:v>42048</c:v>
                </c:pt>
                <c:pt idx="2799">
                  <c:v>42052</c:v>
                </c:pt>
                <c:pt idx="2800">
                  <c:v>42053</c:v>
                </c:pt>
                <c:pt idx="2801">
                  <c:v>42054</c:v>
                </c:pt>
                <c:pt idx="2802">
                  <c:v>42055</c:v>
                </c:pt>
                <c:pt idx="2803">
                  <c:v>42058</c:v>
                </c:pt>
                <c:pt idx="2804">
                  <c:v>42059</c:v>
                </c:pt>
                <c:pt idx="2805">
                  <c:v>42060</c:v>
                </c:pt>
                <c:pt idx="2806">
                  <c:v>42061</c:v>
                </c:pt>
                <c:pt idx="2807">
                  <c:v>42062</c:v>
                </c:pt>
                <c:pt idx="2808">
                  <c:v>42065</c:v>
                </c:pt>
                <c:pt idx="2809">
                  <c:v>42066</c:v>
                </c:pt>
                <c:pt idx="2810">
                  <c:v>42067</c:v>
                </c:pt>
                <c:pt idx="2811">
                  <c:v>42068</c:v>
                </c:pt>
                <c:pt idx="2812">
                  <c:v>42069</c:v>
                </c:pt>
                <c:pt idx="2813">
                  <c:v>42072</c:v>
                </c:pt>
                <c:pt idx="2814">
                  <c:v>42073</c:v>
                </c:pt>
                <c:pt idx="2815">
                  <c:v>42074</c:v>
                </c:pt>
                <c:pt idx="2816">
                  <c:v>42075</c:v>
                </c:pt>
                <c:pt idx="2817">
                  <c:v>42076</c:v>
                </c:pt>
                <c:pt idx="2818">
                  <c:v>42079</c:v>
                </c:pt>
                <c:pt idx="2819">
                  <c:v>42080</c:v>
                </c:pt>
                <c:pt idx="2820">
                  <c:v>42081</c:v>
                </c:pt>
                <c:pt idx="2821">
                  <c:v>42082</c:v>
                </c:pt>
                <c:pt idx="2822">
                  <c:v>42083</c:v>
                </c:pt>
                <c:pt idx="2823">
                  <c:v>42086</c:v>
                </c:pt>
                <c:pt idx="2824">
                  <c:v>42087</c:v>
                </c:pt>
                <c:pt idx="2825">
                  <c:v>42088</c:v>
                </c:pt>
                <c:pt idx="2826">
                  <c:v>42089</c:v>
                </c:pt>
                <c:pt idx="2827">
                  <c:v>42090</c:v>
                </c:pt>
                <c:pt idx="2828">
                  <c:v>42093</c:v>
                </c:pt>
                <c:pt idx="2829">
                  <c:v>42094</c:v>
                </c:pt>
                <c:pt idx="2830">
                  <c:v>42095</c:v>
                </c:pt>
                <c:pt idx="2831">
                  <c:v>42096</c:v>
                </c:pt>
                <c:pt idx="2832">
                  <c:v>42100</c:v>
                </c:pt>
                <c:pt idx="2833">
                  <c:v>42101</c:v>
                </c:pt>
                <c:pt idx="2834">
                  <c:v>42102</c:v>
                </c:pt>
                <c:pt idx="2835">
                  <c:v>42103</c:v>
                </c:pt>
                <c:pt idx="2836">
                  <c:v>42104</c:v>
                </c:pt>
                <c:pt idx="2837">
                  <c:v>42107</c:v>
                </c:pt>
                <c:pt idx="2838">
                  <c:v>42108</c:v>
                </c:pt>
                <c:pt idx="2839">
                  <c:v>42109</c:v>
                </c:pt>
                <c:pt idx="2840">
                  <c:v>42110</c:v>
                </c:pt>
                <c:pt idx="2841">
                  <c:v>42111</c:v>
                </c:pt>
                <c:pt idx="2842">
                  <c:v>42114</c:v>
                </c:pt>
                <c:pt idx="2843">
                  <c:v>42115</c:v>
                </c:pt>
                <c:pt idx="2844">
                  <c:v>42116</c:v>
                </c:pt>
                <c:pt idx="2845">
                  <c:v>42117</c:v>
                </c:pt>
                <c:pt idx="2846">
                  <c:v>42118</c:v>
                </c:pt>
                <c:pt idx="2847">
                  <c:v>42121</c:v>
                </c:pt>
                <c:pt idx="2848">
                  <c:v>42122</c:v>
                </c:pt>
                <c:pt idx="2849">
                  <c:v>42123</c:v>
                </c:pt>
                <c:pt idx="2850">
                  <c:v>42124</c:v>
                </c:pt>
                <c:pt idx="2851">
                  <c:v>42125</c:v>
                </c:pt>
                <c:pt idx="2852">
                  <c:v>42128</c:v>
                </c:pt>
                <c:pt idx="2853">
                  <c:v>42129</c:v>
                </c:pt>
                <c:pt idx="2854">
                  <c:v>42130</c:v>
                </c:pt>
                <c:pt idx="2855">
                  <c:v>42131</c:v>
                </c:pt>
                <c:pt idx="2856">
                  <c:v>42132</c:v>
                </c:pt>
                <c:pt idx="2857">
                  <c:v>42135</c:v>
                </c:pt>
                <c:pt idx="2858">
                  <c:v>42136</c:v>
                </c:pt>
                <c:pt idx="2859">
                  <c:v>42137</c:v>
                </c:pt>
                <c:pt idx="2860">
                  <c:v>42138</c:v>
                </c:pt>
                <c:pt idx="2861">
                  <c:v>42139</c:v>
                </c:pt>
                <c:pt idx="2862">
                  <c:v>42142</c:v>
                </c:pt>
                <c:pt idx="2863">
                  <c:v>42143</c:v>
                </c:pt>
                <c:pt idx="2864">
                  <c:v>42144</c:v>
                </c:pt>
                <c:pt idx="2865">
                  <c:v>42145</c:v>
                </c:pt>
                <c:pt idx="2866">
                  <c:v>42146</c:v>
                </c:pt>
                <c:pt idx="2867">
                  <c:v>42150</c:v>
                </c:pt>
                <c:pt idx="2868">
                  <c:v>42151</c:v>
                </c:pt>
                <c:pt idx="2869">
                  <c:v>42152</c:v>
                </c:pt>
                <c:pt idx="2870">
                  <c:v>42153</c:v>
                </c:pt>
                <c:pt idx="2871">
                  <c:v>42156</c:v>
                </c:pt>
                <c:pt idx="2872">
                  <c:v>42157</c:v>
                </c:pt>
                <c:pt idx="2873">
                  <c:v>42158</c:v>
                </c:pt>
                <c:pt idx="2874">
                  <c:v>42159</c:v>
                </c:pt>
                <c:pt idx="2875">
                  <c:v>42160</c:v>
                </c:pt>
                <c:pt idx="2876">
                  <c:v>42163</c:v>
                </c:pt>
                <c:pt idx="2877">
                  <c:v>42164</c:v>
                </c:pt>
                <c:pt idx="2878">
                  <c:v>42165</c:v>
                </c:pt>
                <c:pt idx="2879">
                  <c:v>42166</c:v>
                </c:pt>
                <c:pt idx="2880">
                  <c:v>42167</c:v>
                </c:pt>
                <c:pt idx="2881">
                  <c:v>42170</c:v>
                </c:pt>
                <c:pt idx="2882">
                  <c:v>42171</c:v>
                </c:pt>
                <c:pt idx="2883">
                  <c:v>42172</c:v>
                </c:pt>
                <c:pt idx="2884">
                  <c:v>42173</c:v>
                </c:pt>
                <c:pt idx="2885">
                  <c:v>42174</c:v>
                </c:pt>
                <c:pt idx="2886">
                  <c:v>42177</c:v>
                </c:pt>
                <c:pt idx="2887">
                  <c:v>42178</c:v>
                </c:pt>
                <c:pt idx="2888">
                  <c:v>42179</c:v>
                </c:pt>
                <c:pt idx="2889">
                  <c:v>42180</c:v>
                </c:pt>
                <c:pt idx="2890">
                  <c:v>42181</c:v>
                </c:pt>
                <c:pt idx="2891">
                  <c:v>42184</c:v>
                </c:pt>
                <c:pt idx="2892">
                  <c:v>42185</c:v>
                </c:pt>
                <c:pt idx="2893">
                  <c:v>42186</c:v>
                </c:pt>
                <c:pt idx="2894">
                  <c:v>42187</c:v>
                </c:pt>
                <c:pt idx="2895">
                  <c:v>42191</c:v>
                </c:pt>
                <c:pt idx="2896">
                  <c:v>42192</c:v>
                </c:pt>
                <c:pt idx="2897">
                  <c:v>42193</c:v>
                </c:pt>
                <c:pt idx="2898">
                  <c:v>42194</c:v>
                </c:pt>
                <c:pt idx="2899">
                  <c:v>42195</c:v>
                </c:pt>
                <c:pt idx="2900">
                  <c:v>42198</c:v>
                </c:pt>
                <c:pt idx="2901">
                  <c:v>42199</c:v>
                </c:pt>
                <c:pt idx="2902">
                  <c:v>42200</c:v>
                </c:pt>
                <c:pt idx="2903">
                  <c:v>42201</c:v>
                </c:pt>
                <c:pt idx="2904">
                  <c:v>42202</c:v>
                </c:pt>
                <c:pt idx="2905">
                  <c:v>42205</c:v>
                </c:pt>
                <c:pt idx="2906">
                  <c:v>42206</c:v>
                </c:pt>
                <c:pt idx="2907">
                  <c:v>42207</c:v>
                </c:pt>
                <c:pt idx="2908">
                  <c:v>42208</c:v>
                </c:pt>
                <c:pt idx="2909">
                  <c:v>42209</c:v>
                </c:pt>
                <c:pt idx="2910">
                  <c:v>42212</c:v>
                </c:pt>
                <c:pt idx="2911">
                  <c:v>42213</c:v>
                </c:pt>
                <c:pt idx="2912">
                  <c:v>42214</c:v>
                </c:pt>
                <c:pt idx="2913">
                  <c:v>42215</c:v>
                </c:pt>
                <c:pt idx="2914">
                  <c:v>42216</c:v>
                </c:pt>
                <c:pt idx="2915">
                  <c:v>42219</c:v>
                </c:pt>
                <c:pt idx="2916">
                  <c:v>42220</c:v>
                </c:pt>
                <c:pt idx="2917">
                  <c:v>42221</c:v>
                </c:pt>
                <c:pt idx="2918">
                  <c:v>42222</c:v>
                </c:pt>
                <c:pt idx="2919">
                  <c:v>42223</c:v>
                </c:pt>
                <c:pt idx="2920">
                  <c:v>42226</c:v>
                </c:pt>
                <c:pt idx="2921">
                  <c:v>42227</c:v>
                </c:pt>
                <c:pt idx="2922">
                  <c:v>42228</c:v>
                </c:pt>
                <c:pt idx="2923">
                  <c:v>42229</c:v>
                </c:pt>
                <c:pt idx="2924">
                  <c:v>42230</c:v>
                </c:pt>
                <c:pt idx="2925">
                  <c:v>42233</c:v>
                </c:pt>
                <c:pt idx="2926">
                  <c:v>42234</c:v>
                </c:pt>
                <c:pt idx="2927">
                  <c:v>42235</c:v>
                </c:pt>
                <c:pt idx="2928">
                  <c:v>42236</c:v>
                </c:pt>
                <c:pt idx="2929">
                  <c:v>42237</c:v>
                </c:pt>
                <c:pt idx="2930">
                  <c:v>42240</c:v>
                </c:pt>
                <c:pt idx="2931">
                  <c:v>42241</c:v>
                </c:pt>
                <c:pt idx="2932">
                  <c:v>42242</c:v>
                </c:pt>
                <c:pt idx="2933">
                  <c:v>42243</c:v>
                </c:pt>
                <c:pt idx="2934">
                  <c:v>42244</c:v>
                </c:pt>
                <c:pt idx="2935">
                  <c:v>42247</c:v>
                </c:pt>
                <c:pt idx="2936">
                  <c:v>42248</c:v>
                </c:pt>
                <c:pt idx="2937">
                  <c:v>42249</c:v>
                </c:pt>
                <c:pt idx="2938">
                  <c:v>42250</c:v>
                </c:pt>
                <c:pt idx="2939">
                  <c:v>42251</c:v>
                </c:pt>
                <c:pt idx="2940">
                  <c:v>42255</c:v>
                </c:pt>
                <c:pt idx="2941">
                  <c:v>42256</c:v>
                </c:pt>
                <c:pt idx="2942">
                  <c:v>42257</c:v>
                </c:pt>
                <c:pt idx="2943">
                  <c:v>42258</c:v>
                </c:pt>
                <c:pt idx="2944">
                  <c:v>42261</c:v>
                </c:pt>
                <c:pt idx="2945">
                  <c:v>42262</c:v>
                </c:pt>
                <c:pt idx="2946">
                  <c:v>42263</c:v>
                </c:pt>
                <c:pt idx="2947">
                  <c:v>42264</c:v>
                </c:pt>
                <c:pt idx="2948">
                  <c:v>42265</c:v>
                </c:pt>
                <c:pt idx="2949">
                  <c:v>42268</c:v>
                </c:pt>
                <c:pt idx="2950">
                  <c:v>42269</c:v>
                </c:pt>
                <c:pt idx="2951">
                  <c:v>42270</c:v>
                </c:pt>
                <c:pt idx="2952">
                  <c:v>42271</c:v>
                </c:pt>
                <c:pt idx="2953">
                  <c:v>42272</c:v>
                </c:pt>
                <c:pt idx="2954">
                  <c:v>42275</c:v>
                </c:pt>
                <c:pt idx="2955">
                  <c:v>42276</c:v>
                </c:pt>
                <c:pt idx="2956">
                  <c:v>42277</c:v>
                </c:pt>
                <c:pt idx="2957">
                  <c:v>42278</c:v>
                </c:pt>
                <c:pt idx="2958">
                  <c:v>42279</c:v>
                </c:pt>
                <c:pt idx="2959">
                  <c:v>42282</c:v>
                </c:pt>
                <c:pt idx="2960">
                  <c:v>42283</c:v>
                </c:pt>
                <c:pt idx="2961">
                  <c:v>42284</c:v>
                </c:pt>
                <c:pt idx="2962">
                  <c:v>42285</c:v>
                </c:pt>
                <c:pt idx="2963">
                  <c:v>42286</c:v>
                </c:pt>
                <c:pt idx="2964">
                  <c:v>42289</c:v>
                </c:pt>
                <c:pt idx="2965">
                  <c:v>42290</c:v>
                </c:pt>
                <c:pt idx="2966">
                  <c:v>42291</c:v>
                </c:pt>
                <c:pt idx="2967">
                  <c:v>42292</c:v>
                </c:pt>
                <c:pt idx="2968">
                  <c:v>42293</c:v>
                </c:pt>
                <c:pt idx="2969">
                  <c:v>42296</c:v>
                </c:pt>
                <c:pt idx="2970">
                  <c:v>42297</c:v>
                </c:pt>
                <c:pt idx="2971">
                  <c:v>42298</c:v>
                </c:pt>
                <c:pt idx="2972">
                  <c:v>42299</c:v>
                </c:pt>
                <c:pt idx="2973">
                  <c:v>42300</c:v>
                </c:pt>
                <c:pt idx="2974">
                  <c:v>42303</c:v>
                </c:pt>
                <c:pt idx="2975">
                  <c:v>42304</c:v>
                </c:pt>
                <c:pt idx="2976">
                  <c:v>42305</c:v>
                </c:pt>
                <c:pt idx="2977">
                  <c:v>42306</c:v>
                </c:pt>
                <c:pt idx="2978">
                  <c:v>42307</c:v>
                </c:pt>
                <c:pt idx="2979">
                  <c:v>42310</c:v>
                </c:pt>
                <c:pt idx="2980">
                  <c:v>42311</c:v>
                </c:pt>
                <c:pt idx="2981">
                  <c:v>42312</c:v>
                </c:pt>
                <c:pt idx="2982">
                  <c:v>42313</c:v>
                </c:pt>
                <c:pt idx="2983">
                  <c:v>42314</c:v>
                </c:pt>
                <c:pt idx="2984">
                  <c:v>42317</c:v>
                </c:pt>
                <c:pt idx="2985">
                  <c:v>42318</c:v>
                </c:pt>
                <c:pt idx="2986">
                  <c:v>42319</c:v>
                </c:pt>
                <c:pt idx="2987">
                  <c:v>42320</c:v>
                </c:pt>
                <c:pt idx="2988">
                  <c:v>42321</c:v>
                </c:pt>
                <c:pt idx="2989">
                  <c:v>42324</c:v>
                </c:pt>
                <c:pt idx="2990">
                  <c:v>42325</c:v>
                </c:pt>
                <c:pt idx="2991">
                  <c:v>42326</c:v>
                </c:pt>
                <c:pt idx="2992">
                  <c:v>42327</c:v>
                </c:pt>
                <c:pt idx="2993">
                  <c:v>42328</c:v>
                </c:pt>
                <c:pt idx="2994">
                  <c:v>42331</c:v>
                </c:pt>
                <c:pt idx="2995">
                  <c:v>42332</c:v>
                </c:pt>
                <c:pt idx="2996">
                  <c:v>42333</c:v>
                </c:pt>
                <c:pt idx="2997">
                  <c:v>42335</c:v>
                </c:pt>
                <c:pt idx="2998">
                  <c:v>42338</c:v>
                </c:pt>
                <c:pt idx="2999">
                  <c:v>42339</c:v>
                </c:pt>
                <c:pt idx="3000">
                  <c:v>42340</c:v>
                </c:pt>
                <c:pt idx="3001">
                  <c:v>42341</c:v>
                </c:pt>
                <c:pt idx="3002">
                  <c:v>42342</c:v>
                </c:pt>
                <c:pt idx="3003">
                  <c:v>42345</c:v>
                </c:pt>
                <c:pt idx="3004">
                  <c:v>42346</c:v>
                </c:pt>
                <c:pt idx="3005">
                  <c:v>42347</c:v>
                </c:pt>
                <c:pt idx="3006">
                  <c:v>42348</c:v>
                </c:pt>
                <c:pt idx="3007">
                  <c:v>42349</c:v>
                </c:pt>
                <c:pt idx="3008">
                  <c:v>42352</c:v>
                </c:pt>
                <c:pt idx="3009">
                  <c:v>42353</c:v>
                </c:pt>
                <c:pt idx="3010">
                  <c:v>42354</c:v>
                </c:pt>
                <c:pt idx="3011">
                  <c:v>42355</c:v>
                </c:pt>
                <c:pt idx="3012">
                  <c:v>42356</c:v>
                </c:pt>
                <c:pt idx="3013">
                  <c:v>42359</c:v>
                </c:pt>
                <c:pt idx="3014">
                  <c:v>42360</c:v>
                </c:pt>
                <c:pt idx="3015">
                  <c:v>42361</c:v>
                </c:pt>
                <c:pt idx="3016">
                  <c:v>42362</c:v>
                </c:pt>
                <c:pt idx="3017">
                  <c:v>42366</c:v>
                </c:pt>
                <c:pt idx="3018">
                  <c:v>42367</c:v>
                </c:pt>
                <c:pt idx="3019">
                  <c:v>42368</c:v>
                </c:pt>
                <c:pt idx="3020">
                  <c:v>42369</c:v>
                </c:pt>
                <c:pt idx="3021">
                  <c:v>42373</c:v>
                </c:pt>
                <c:pt idx="3022">
                  <c:v>42374</c:v>
                </c:pt>
                <c:pt idx="3023">
                  <c:v>42375</c:v>
                </c:pt>
                <c:pt idx="3024">
                  <c:v>42376</c:v>
                </c:pt>
                <c:pt idx="3025">
                  <c:v>42377</c:v>
                </c:pt>
                <c:pt idx="3026">
                  <c:v>42380</c:v>
                </c:pt>
                <c:pt idx="3027">
                  <c:v>42381</c:v>
                </c:pt>
                <c:pt idx="3028">
                  <c:v>42382</c:v>
                </c:pt>
                <c:pt idx="3029">
                  <c:v>42383</c:v>
                </c:pt>
                <c:pt idx="3030">
                  <c:v>42384</c:v>
                </c:pt>
                <c:pt idx="3031">
                  <c:v>42388</c:v>
                </c:pt>
                <c:pt idx="3032">
                  <c:v>42389</c:v>
                </c:pt>
                <c:pt idx="3033">
                  <c:v>42390</c:v>
                </c:pt>
                <c:pt idx="3034">
                  <c:v>42391</c:v>
                </c:pt>
                <c:pt idx="3035">
                  <c:v>42394</c:v>
                </c:pt>
                <c:pt idx="3036">
                  <c:v>42395</c:v>
                </c:pt>
                <c:pt idx="3037">
                  <c:v>42396</c:v>
                </c:pt>
                <c:pt idx="3038">
                  <c:v>42397</c:v>
                </c:pt>
                <c:pt idx="3039">
                  <c:v>42398</c:v>
                </c:pt>
                <c:pt idx="3040">
                  <c:v>42401</c:v>
                </c:pt>
                <c:pt idx="3041">
                  <c:v>42402</c:v>
                </c:pt>
                <c:pt idx="3042">
                  <c:v>42403</c:v>
                </c:pt>
                <c:pt idx="3043">
                  <c:v>42404</c:v>
                </c:pt>
                <c:pt idx="3044">
                  <c:v>42405</c:v>
                </c:pt>
                <c:pt idx="3045">
                  <c:v>42408</c:v>
                </c:pt>
                <c:pt idx="3046">
                  <c:v>42409</c:v>
                </c:pt>
                <c:pt idx="3047">
                  <c:v>42410</c:v>
                </c:pt>
                <c:pt idx="3048">
                  <c:v>42411</c:v>
                </c:pt>
                <c:pt idx="3049">
                  <c:v>42412</c:v>
                </c:pt>
                <c:pt idx="3050">
                  <c:v>42416</c:v>
                </c:pt>
                <c:pt idx="3051">
                  <c:v>42417</c:v>
                </c:pt>
                <c:pt idx="3052">
                  <c:v>42418</c:v>
                </c:pt>
                <c:pt idx="3053">
                  <c:v>42419</c:v>
                </c:pt>
                <c:pt idx="3054">
                  <c:v>42422</c:v>
                </c:pt>
                <c:pt idx="3055">
                  <c:v>42423</c:v>
                </c:pt>
                <c:pt idx="3056">
                  <c:v>42424</c:v>
                </c:pt>
                <c:pt idx="3057">
                  <c:v>42425</c:v>
                </c:pt>
                <c:pt idx="3058">
                  <c:v>42426</c:v>
                </c:pt>
                <c:pt idx="3059">
                  <c:v>42429</c:v>
                </c:pt>
                <c:pt idx="3060">
                  <c:v>42430</c:v>
                </c:pt>
                <c:pt idx="3061">
                  <c:v>42431</c:v>
                </c:pt>
                <c:pt idx="3062">
                  <c:v>42432</c:v>
                </c:pt>
                <c:pt idx="3063">
                  <c:v>42433</c:v>
                </c:pt>
                <c:pt idx="3064">
                  <c:v>42436</c:v>
                </c:pt>
                <c:pt idx="3065">
                  <c:v>42437</c:v>
                </c:pt>
                <c:pt idx="3066">
                  <c:v>42438</c:v>
                </c:pt>
                <c:pt idx="3067">
                  <c:v>42439</c:v>
                </c:pt>
                <c:pt idx="3068">
                  <c:v>42440</c:v>
                </c:pt>
                <c:pt idx="3069">
                  <c:v>42443</c:v>
                </c:pt>
                <c:pt idx="3070">
                  <c:v>42444</c:v>
                </c:pt>
                <c:pt idx="3071">
                  <c:v>42445</c:v>
                </c:pt>
                <c:pt idx="3072">
                  <c:v>42446</c:v>
                </c:pt>
                <c:pt idx="3073">
                  <c:v>42447</c:v>
                </c:pt>
                <c:pt idx="3074">
                  <c:v>42450</c:v>
                </c:pt>
                <c:pt idx="3075">
                  <c:v>42451</c:v>
                </c:pt>
                <c:pt idx="3076">
                  <c:v>42452</c:v>
                </c:pt>
                <c:pt idx="3077">
                  <c:v>42453</c:v>
                </c:pt>
                <c:pt idx="3078">
                  <c:v>42457</c:v>
                </c:pt>
                <c:pt idx="3079">
                  <c:v>42458</c:v>
                </c:pt>
                <c:pt idx="3080">
                  <c:v>42459</c:v>
                </c:pt>
                <c:pt idx="3081">
                  <c:v>42460</c:v>
                </c:pt>
                <c:pt idx="3082">
                  <c:v>42461</c:v>
                </c:pt>
                <c:pt idx="3083">
                  <c:v>42464</c:v>
                </c:pt>
                <c:pt idx="3084">
                  <c:v>42465</c:v>
                </c:pt>
                <c:pt idx="3085">
                  <c:v>42466</c:v>
                </c:pt>
                <c:pt idx="3086">
                  <c:v>42467</c:v>
                </c:pt>
                <c:pt idx="3087">
                  <c:v>42468</c:v>
                </c:pt>
                <c:pt idx="3088">
                  <c:v>42471</c:v>
                </c:pt>
                <c:pt idx="3089">
                  <c:v>42472</c:v>
                </c:pt>
                <c:pt idx="3090">
                  <c:v>42473</c:v>
                </c:pt>
                <c:pt idx="3091">
                  <c:v>42474</c:v>
                </c:pt>
                <c:pt idx="3092">
                  <c:v>42475</c:v>
                </c:pt>
                <c:pt idx="3093">
                  <c:v>42478</c:v>
                </c:pt>
                <c:pt idx="3094">
                  <c:v>42479</c:v>
                </c:pt>
                <c:pt idx="3095">
                  <c:v>42480</c:v>
                </c:pt>
                <c:pt idx="3096">
                  <c:v>42481</c:v>
                </c:pt>
                <c:pt idx="3097">
                  <c:v>42482</c:v>
                </c:pt>
                <c:pt idx="3098">
                  <c:v>42485</c:v>
                </c:pt>
                <c:pt idx="3099">
                  <c:v>42486</c:v>
                </c:pt>
                <c:pt idx="3100">
                  <c:v>42487</c:v>
                </c:pt>
                <c:pt idx="3101">
                  <c:v>42488</c:v>
                </c:pt>
                <c:pt idx="3102">
                  <c:v>42489</c:v>
                </c:pt>
                <c:pt idx="3103">
                  <c:v>42492</c:v>
                </c:pt>
                <c:pt idx="3104">
                  <c:v>42493</c:v>
                </c:pt>
                <c:pt idx="3105">
                  <c:v>42494</c:v>
                </c:pt>
                <c:pt idx="3106">
                  <c:v>42495</c:v>
                </c:pt>
                <c:pt idx="3107">
                  <c:v>42496</c:v>
                </c:pt>
                <c:pt idx="3108">
                  <c:v>42499</c:v>
                </c:pt>
                <c:pt idx="3109">
                  <c:v>42500</c:v>
                </c:pt>
                <c:pt idx="3110">
                  <c:v>42501</c:v>
                </c:pt>
                <c:pt idx="3111">
                  <c:v>42502</c:v>
                </c:pt>
                <c:pt idx="3112">
                  <c:v>42503</c:v>
                </c:pt>
                <c:pt idx="3113">
                  <c:v>42506</c:v>
                </c:pt>
                <c:pt idx="3114">
                  <c:v>42507</c:v>
                </c:pt>
                <c:pt idx="3115">
                  <c:v>42508</c:v>
                </c:pt>
                <c:pt idx="3116">
                  <c:v>42509</c:v>
                </c:pt>
                <c:pt idx="3117">
                  <c:v>42510</c:v>
                </c:pt>
                <c:pt idx="3118">
                  <c:v>42513</c:v>
                </c:pt>
                <c:pt idx="3119">
                  <c:v>42514</c:v>
                </c:pt>
                <c:pt idx="3120">
                  <c:v>42515</c:v>
                </c:pt>
                <c:pt idx="3121">
                  <c:v>42516</c:v>
                </c:pt>
                <c:pt idx="3122">
                  <c:v>42517</c:v>
                </c:pt>
                <c:pt idx="3123">
                  <c:v>42521</c:v>
                </c:pt>
                <c:pt idx="3124">
                  <c:v>42522</c:v>
                </c:pt>
                <c:pt idx="3125">
                  <c:v>42523</c:v>
                </c:pt>
                <c:pt idx="3126">
                  <c:v>42524</c:v>
                </c:pt>
                <c:pt idx="3127">
                  <c:v>42527</c:v>
                </c:pt>
                <c:pt idx="3128">
                  <c:v>42528</c:v>
                </c:pt>
                <c:pt idx="3129">
                  <c:v>42529</c:v>
                </c:pt>
                <c:pt idx="3130">
                  <c:v>42530</c:v>
                </c:pt>
                <c:pt idx="3131">
                  <c:v>42531</c:v>
                </c:pt>
                <c:pt idx="3132">
                  <c:v>42534</c:v>
                </c:pt>
                <c:pt idx="3133">
                  <c:v>42535</c:v>
                </c:pt>
                <c:pt idx="3134">
                  <c:v>42536</c:v>
                </c:pt>
                <c:pt idx="3135">
                  <c:v>42537</c:v>
                </c:pt>
                <c:pt idx="3136">
                  <c:v>42538</c:v>
                </c:pt>
                <c:pt idx="3137">
                  <c:v>42541</c:v>
                </c:pt>
                <c:pt idx="3138">
                  <c:v>42542</c:v>
                </c:pt>
                <c:pt idx="3139">
                  <c:v>42543</c:v>
                </c:pt>
                <c:pt idx="3140">
                  <c:v>42544</c:v>
                </c:pt>
                <c:pt idx="3141">
                  <c:v>42545</c:v>
                </c:pt>
                <c:pt idx="3142">
                  <c:v>42548</c:v>
                </c:pt>
                <c:pt idx="3143">
                  <c:v>42549</c:v>
                </c:pt>
                <c:pt idx="3144">
                  <c:v>42550</c:v>
                </c:pt>
                <c:pt idx="3145">
                  <c:v>42551</c:v>
                </c:pt>
                <c:pt idx="3146">
                  <c:v>42552</c:v>
                </c:pt>
                <c:pt idx="3147">
                  <c:v>42556</c:v>
                </c:pt>
                <c:pt idx="3148">
                  <c:v>42557</c:v>
                </c:pt>
                <c:pt idx="3149">
                  <c:v>42558</c:v>
                </c:pt>
                <c:pt idx="3150">
                  <c:v>42559</c:v>
                </c:pt>
                <c:pt idx="3151">
                  <c:v>42562</c:v>
                </c:pt>
                <c:pt idx="3152">
                  <c:v>42563</c:v>
                </c:pt>
                <c:pt idx="3153">
                  <c:v>42564</c:v>
                </c:pt>
                <c:pt idx="3154">
                  <c:v>42565</c:v>
                </c:pt>
                <c:pt idx="3155">
                  <c:v>42566</c:v>
                </c:pt>
                <c:pt idx="3156">
                  <c:v>42569</c:v>
                </c:pt>
                <c:pt idx="3157">
                  <c:v>42570</c:v>
                </c:pt>
                <c:pt idx="3158">
                  <c:v>42571</c:v>
                </c:pt>
                <c:pt idx="3159">
                  <c:v>42572</c:v>
                </c:pt>
                <c:pt idx="3160">
                  <c:v>42573</c:v>
                </c:pt>
                <c:pt idx="3161">
                  <c:v>42576</c:v>
                </c:pt>
                <c:pt idx="3162">
                  <c:v>42577</c:v>
                </c:pt>
                <c:pt idx="3163">
                  <c:v>42578</c:v>
                </c:pt>
                <c:pt idx="3164">
                  <c:v>42579</c:v>
                </c:pt>
                <c:pt idx="3165">
                  <c:v>42580</c:v>
                </c:pt>
                <c:pt idx="3166">
                  <c:v>42583</c:v>
                </c:pt>
                <c:pt idx="3167">
                  <c:v>42584</c:v>
                </c:pt>
                <c:pt idx="3168">
                  <c:v>42585</c:v>
                </c:pt>
                <c:pt idx="3169">
                  <c:v>42586</c:v>
                </c:pt>
                <c:pt idx="3170">
                  <c:v>42587</c:v>
                </c:pt>
                <c:pt idx="3171">
                  <c:v>42590</c:v>
                </c:pt>
                <c:pt idx="3172">
                  <c:v>42591</c:v>
                </c:pt>
                <c:pt idx="3173">
                  <c:v>42592</c:v>
                </c:pt>
                <c:pt idx="3174">
                  <c:v>42593</c:v>
                </c:pt>
                <c:pt idx="3175">
                  <c:v>42594</c:v>
                </c:pt>
                <c:pt idx="3176">
                  <c:v>42597</c:v>
                </c:pt>
                <c:pt idx="3177">
                  <c:v>42598</c:v>
                </c:pt>
                <c:pt idx="3178">
                  <c:v>42599</c:v>
                </c:pt>
                <c:pt idx="3179">
                  <c:v>42600</c:v>
                </c:pt>
                <c:pt idx="3180">
                  <c:v>42601</c:v>
                </c:pt>
                <c:pt idx="3181">
                  <c:v>42604</c:v>
                </c:pt>
                <c:pt idx="3182">
                  <c:v>42605</c:v>
                </c:pt>
                <c:pt idx="3183">
                  <c:v>42606</c:v>
                </c:pt>
                <c:pt idx="3184">
                  <c:v>42607</c:v>
                </c:pt>
                <c:pt idx="3185">
                  <c:v>42608</c:v>
                </c:pt>
                <c:pt idx="3186">
                  <c:v>42611</c:v>
                </c:pt>
                <c:pt idx="3187">
                  <c:v>42612</c:v>
                </c:pt>
                <c:pt idx="3188">
                  <c:v>42613</c:v>
                </c:pt>
                <c:pt idx="3189">
                  <c:v>42614</c:v>
                </c:pt>
                <c:pt idx="3190">
                  <c:v>42615</c:v>
                </c:pt>
                <c:pt idx="3191">
                  <c:v>42619</c:v>
                </c:pt>
                <c:pt idx="3192">
                  <c:v>42620</c:v>
                </c:pt>
                <c:pt idx="3193">
                  <c:v>42621</c:v>
                </c:pt>
                <c:pt idx="3194">
                  <c:v>42622</c:v>
                </c:pt>
                <c:pt idx="3195">
                  <c:v>42625</c:v>
                </c:pt>
                <c:pt idx="3196">
                  <c:v>42626</c:v>
                </c:pt>
                <c:pt idx="3197">
                  <c:v>42627</c:v>
                </c:pt>
                <c:pt idx="3198">
                  <c:v>42628</c:v>
                </c:pt>
                <c:pt idx="3199">
                  <c:v>42629</c:v>
                </c:pt>
                <c:pt idx="3200">
                  <c:v>42632</c:v>
                </c:pt>
                <c:pt idx="3201">
                  <c:v>42633</c:v>
                </c:pt>
                <c:pt idx="3202">
                  <c:v>42634</c:v>
                </c:pt>
                <c:pt idx="3203">
                  <c:v>42635</c:v>
                </c:pt>
                <c:pt idx="3204">
                  <c:v>42636</c:v>
                </c:pt>
                <c:pt idx="3205">
                  <c:v>42639</c:v>
                </c:pt>
                <c:pt idx="3206">
                  <c:v>42640</c:v>
                </c:pt>
                <c:pt idx="3207">
                  <c:v>42641</c:v>
                </c:pt>
                <c:pt idx="3208">
                  <c:v>42642</c:v>
                </c:pt>
                <c:pt idx="3209">
                  <c:v>42643</c:v>
                </c:pt>
                <c:pt idx="3210">
                  <c:v>42646</c:v>
                </c:pt>
                <c:pt idx="3211">
                  <c:v>42647</c:v>
                </c:pt>
                <c:pt idx="3212">
                  <c:v>42648</c:v>
                </c:pt>
                <c:pt idx="3213">
                  <c:v>42649</c:v>
                </c:pt>
                <c:pt idx="3214">
                  <c:v>42650</c:v>
                </c:pt>
                <c:pt idx="3215">
                  <c:v>42653</c:v>
                </c:pt>
                <c:pt idx="3216">
                  <c:v>42654</c:v>
                </c:pt>
                <c:pt idx="3217">
                  <c:v>42655</c:v>
                </c:pt>
                <c:pt idx="3218">
                  <c:v>42656</c:v>
                </c:pt>
                <c:pt idx="3219">
                  <c:v>42657</c:v>
                </c:pt>
                <c:pt idx="3220">
                  <c:v>42660</c:v>
                </c:pt>
                <c:pt idx="3221">
                  <c:v>42661</c:v>
                </c:pt>
                <c:pt idx="3222">
                  <c:v>42662</c:v>
                </c:pt>
                <c:pt idx="3223">
                  <c:v>42663</c:v>
                </c:pt>
                <c:pt idx="3224">
                  <c:v>42664</c:v>
                </c:pt>
                <c:pt idx="3225">
                  <c:v>42667</c:v>
                </c:pt>
                <c:pt idx="3226">
                  <c:v>42668</c:v>
                </c:pt>
                <c:pt idx="3227">
                  <c:v>42669</c:v>
                </c:pt>
                <c:pt idx="3228">
                  <c:v>42670</c:v>
                </c:pt>
                <c:pt idx="3229">
                  <c:v>42671</c:v>
                </c:pt>
                <c:pt idx="3230">
                  <c:v>42674</c:v>
                </c:pt>
                <c:pt idx="3231">
                  <c:v>42675</c:v>
                </c:pt>
                <c:pt idx="3232">
                  <c:v>42676</c:v>
                </c:pt>
                <c:pt idx="3233">
                  <c:v>42677</c:v>
                </c:pt>
                <c:pt idx="3234">
                  <c:v>42678</c:v>
                </c:pt>
                <c:pt idx="3235">
                  <c:v>42681</c:v>
                </c:pt>
                <c:pt idx="3236">
                  <c:v>42682</c:v>
                </c:pt>
                <c:pt idx="3237">
                  <c:v>42683</c:v>
                </c:pt>
                <c:pt idx="3238">
                  <c:v>42684</c:v>
                </c:pt>
                <c:pt idx="3239">
                  <c:v>42685</c:v>
                </c:pt>
                <c:pt idx="3240">
                  <c:v>42688</c:v>
                </c:pt>
                <c:pt idx="3241">
                  <c:v>42689</c:v>
                </c:pt>
                <c:pt idx="3242">
                  <c:v>42690</c:v>
                </c:pt>
                <c:pt idx="3243">
                  <c:v>42691</c:v>
                </c:pt>
                <c:pt idx="3244">
                  <c:v>42692</c:v>
                </c:pt>
                <c:pt idx="3245">
                  <c:v>42695</c:v>
                </c:pt>
                <c:pt idx="3246">
                  <c:v>42696</c:v>
                </c:pt>
                <c:pt idx="3247">
                  <c:v>42697</c:v>
                </c:pt>
                <c:pt idx="3248">
                  <c:v>42699</c:v>
                </c:pt>
                <c:pt idx="3249">
                  <c:v>42702</c:v>
                </c:pt>
                <c:pt idx="3250">
                  <c:v>42703</c:v>
                </c:pt>
                <c:pt idx="3251">
                  <c:v>42704</c:v>
                </c:pt>
                <c:pt idx="3252">
                  <c:v>42705</c:v>
                </c:pt>
                <c:pt idx="3253">
                  <c:v>42706</c:v>
                </c:pt>
                <c:pt idx="3254">
                  <c:v>42709</c:v>
                </c:pt>
                <c:pt idx="3255">
                  <c:v>42710</c:v>
                </c:pt>
                <c:pt idx="3256">
                  <c:v>42711</c:v>
                </c:pt>
                <c:pt idx="3257">
                  <c:v>42712</c:v>
                </c:pt>
                <c:pt idx="3258">
                  <c:v>42713</c:v>
                </c:pt>
                <c:pt idx="3259">
                  <c:v>42716</c:v>
                </c:pt>
                <c:pt idx="3260">
                  <c:v>42717</c:v>
                </c:pt>
                <c:pt idx="3261">
                  <c:v>42718</c:v>
                </c:pt>
                <c:pt idx="3262">
                  <c:v>42719</c:v>
                </c:pt>
                <c:pt idx="3263">
                  <c:v>42720</c:v>
                </c:pt>
                <c:pt idx="3264">
                  <c:v>42723</c:v>
                </c:pt>
                <c:pt idx="3265">
                  <c:v>42724</c:v>
                </c:pt>
                <c:pt idx="3266">
                  <c:v>42725</c:v>
                </c:pt>
                <c:pt idx="3267">
                  <c:v>42726</c:v>
                </c:pt>
                <c:pt idx="3268">
                  <c:v>42727</c:v>
                </c:pt>
                <c:pt idx="3269">
                  <c:v>42731</c:v>
                </c:pt>
                <c:pt idx="3270">
                  <c:v>42732</c:v>
                </c:pt>
                <c:pt idx="3271">
                  <c:v>42733</c:v>
                </c:pt>
                <c:pt idx="3272">
                  <c:v>42734</c:v>
                </c:pt>
                <c:pt idx="3273">
                  <c:v>42738</c:v>
                </c:pt>
                <c:pt idx="3274">
                  <c:v>42739</c:v>
                </c:pt>
                <c:pt idx="3275">
                  <c:v>42740</c:v>
                </c:pt>
                <c:pt idx="3276">
                  <c:v>42741</c:v>
                </c:pt>
                <c:pt idx="3277">
                  <c:v>42744</c:v>
                </c:pt>
                <c:pt idx="3278">
                  <c:v>42745</c:v>
                </c:pt>
                <c:pt idx="3279">
                  <c:v>42746</c:v>
                </c:pt>
                <c:pt idx="3280">
                  <c:v>42747</c:v>
                </c:pt>
                <c:pt idx="3281">
                  <c:v>42748</c:v>
                </c:pt>
                <c:pt idx="3282">
                  <c:v>42752</c:v>
                </c:pt>
                <c:pt idx="3283">
                  <c:v>42753</c:v>
                </c:pt>
                <c:pt idx="3284">
                  <c:v>42754</c:v>
                </c:pt>
                <c:pt idx="3285">
                  <c:v>42755</c:v>
                </c:pt>
                <c:pt idx="3286">
                  <c:v>42758</c:v>
                </c:pt>
                <c:pt idx="3287">
                  <c:v>42759</c:v>
                </c:pt>
                <c:pt idx="3288">
                  <c:v>42760</c:v>
                </c:pt>
                <c:pt idx="3289">
                  <c:v>42761</c:v>
                </c:pt>
                <c:pt idx="3290">
                  <c:v>42762</c:v>
                </c:pt>
                <c:pt idx="3291">
                  <c:v>42765</c:v>
                </c:pt>
                <c:pt idx="3292">
                  <c:v>42766</c:v>
                </c:pt>
                <c:pt idx="3293">
                  <c:v>42767</c:v>
                </c:pt>
                <c:pt idx="3294">
                  <c:v>42768</c:v>
                </c:pt>
                <c:pt idx="3295">
                  <c:v>42769</c:v>
                </c:pt>
                <c:pt idx="3296">
                  <c:v>42772</c:v>
                </c:pt>
                <c:pt idx="3297">
                  <c:v>42773</c:v>
                </c:pt>
                <c:pt idx="3298">
                  <c:v>42774</c:v>
                </c:pt>
                <c:pt idx="3299">
                  <c:v>42775</c:v>
                </c:pt>
                <c:pt idx="3300">
                  <c:v>42776</c:v>
                </c:pt>
                <c:pt idx="3301">
                  <c:v>42779</c:v>
                </c:pt>
                <c:pt idx="3302">
                  <c:v>42780</c:v>
                </c:pt>
                <c:pt idx="3303">
                  <c:v>42781</c:v>
                </c:pt>
                <c:pt idx="3304">
                  <c:v>42782</c:v>
                </c:pt>
                <c:pt idx="3305">
                  <c:v>42783</c:v>
                </c:pt>
                <c:pt idx="3306">
                  <c:v>42787</c:v>
                </c:pt>
                <c:pt idx="3307">
                  <c:v>42788</c:v>
                </c:pt>
                <c:pt idx="3308">
                  <c:v>42789</c:v>
                </c:pt>
                <c:pt idx="3309">
                  <c:v>42790</c:v>
                </c:pt>
                <c:pt idx="3310">
                  <c:v>42793</c:v>
                </c:pt>
                <c:pt idx="3311">
                  <c:v>42794</c:v>
                </c:pt>
                <c:pt idx="3312">
                  <c:v>42795</c:v>
                </c:pt>
                <c:pt idx="3313">
                  <c:v>42796</c:v>
                </c:pt>
                <c:pt idx="3314">
                  <c:v>42797</c:v>
                </c:pt>
                <c:pt idx="3315">
                  <c:v>42800</c:v>
                </c:pt>
                <c:pt idx="3316">
                  <c:v>42801</c:v>
                </c:pt>
                <c:pt idx="3317">
                  <c:v>42802</c:v>
                </c:pt>
                <c:pt idx="3318">
                  <c:v>42803</c:v>
                </c:pt>
                <c:pt idx="3319">
                  <c:v>42804</c:v>
                </c:pt>
                <c:pt idx="3320">
                  <c:v>42807</c:v>
                </c:pt>
                <c:pt idx="3321">
                  <c:v>42808</c:v>
                </c:pt>
                <c:pt idx="3322">
                  <c:v>42809</c:v>
                </c:pt>
                <c:pt idx="3323">
                  <c:v>42810</c:v>
                </c:pt>
                <c:pt idx="3324">
                  <c:v>42811</c:v>
                </c:pt>
                <c:pt idx="3325">
                  <c:v>42814</c:v>
                </c:pt>
                <c:pt idx="3326">
                  <c:v>42815</c:v>
                </c:pt>
                <c:pt idx="3327">
                  <c:v>42816</c:v>
                </c:pt>
                <c:pt idx="3328">
                  <c:v>42817</c:v>
                </c:pt>
                <c:pt idx="3329">
                  <c:v>42818</c:v>
                </c:pt>
                <c:pt idx="3330">
                  <c:v>42821</c:v>
                </c:pt>
                <c:pt idx="3331">
                  <c:v>42822</c:v>
                </c:pt>
                <c:pt idx="3332">
                  <c:v>42823</c:v>
                </c:pt>
                <c:pt idx="3333">
                  <c:v>42824</c:v>
                </c:pt>
                <c:pt idx="3334">
                  <c:v>42825</c:v>
                </c:pt>
                <c:pt idx="3335">
                  <c:v>42828</c:v>
                </c:pt>
                <c:pt idx="3336">
                  <c:v>42829</c:v>
                </c:pt>
                <c:pt idx="3337">
                  <c:v>42830</c:v>
                </c:pt>
                <c:pt idx="3338">
                  <c:v>42831</c:v>
                </c:pt>
                <c:pt idx="3339">
                  <c:v>42832</c:v>
                </c:pt>
                <c:pt idx="3340">
                  <c:v>42835</c:v>
                </c:pt>
                <c:pt idx="3341">
                  <c:v>42836</c:v>
                </c:pt>
                <c:pt idx="3342">
                  <c:v>42837</c:v>
                </c:pt>
                <c:pt idx="3343">
                  <c:v>42838</c:v>
                </c:pt>
                <c:pt idx="3344">
                  <c:v>42842</c:v>
                </c:pt>
                <c:pt idx="3345">
                  <c:v>42843</c:v>
                </c:pt>
                <c:pt idx="3346">
                  <c:v>42844</c:v>
                </c:pt>
                <c:pt idx="3347">
                  <c:v>42845</c:v>
                </c:pt>
                <c:pt idx="3348">
                  <c:v>42846</c:v>
                </c:pt>
                <c:pt idx="3349">
                  <c:v>42849</c:v>
                </c:pt>
                <c:pt idx="3350">
                  <c:v>42850</c:v>
                </c:pt>
                <c:pt idx="3351">
                  <c:v>42851</c:v>
                </c:pt>
                <c:pt idx="3352">
                  <c:v>42852</c:v>
                </c:pt>
                <c:pt idx="3353">
                  <c:v>42853</c:v>
                </c:pt>
                <c:pt idx="3354">
                  <c:v>42856</c:v>
                </c:pt>
                <c:pt idx="3355">
                  <c:v>42857</c:v>
                </c:pt>
                <c:pt idx="3356">
                  <c:v>42858</c:v>
                </c:pt>
                <c:pt idx="3357">
                  <c:v>42859</c:v>
                </c:pt>
                <c:pt idx="3358">
                  <c:v>42860</c:v>
                </c:pt>
                <c:pt idx="3359">
                  <c:v>42863</c:v>
                </c:pt>
                <c:pt idx="3360">
                  <c:v>42864</c:v>
                </c:pt>
                <c:pt idx="3361">
                  <c:v>42865</c:v>
                </c:pt>
                <c:pt idx="3362">
                  <c:v>42866</c:v>
                </c:pt>
                <c:pt idx="3363">
                  <c:v>42867</c:v>
                </c:pt>
                <c:pt idx="3364">
                  <c:v>42870</c:v>
                </c:pt>
                <c:pt idx="3365">
                  <c:v>42871</c:v>
                </c:pt>
                <c:pt idx="3366">
                  <c:v>42872</c:v>
                </c:pt>
                <c:pt idx="3367">
                  <c:v>42873</c:v>
                </c:pt>
                <c:pt idx="3368">
                  <c:v>42874</c:v>
                </c:pt>
                <c:pt idx="3369">
                  <c:v>42877</c:v>
                </c:pt>
                <c:pt idx="3370">
                  <c:v>42878</c:v>
                </c:pt>
                <c:pt idx="3371">
                  <c:v>42879</c:v>
                </c:pt>
                <c:pt idx="3372">
                  <c:v>42880</c:v>
                </c:pt>
                <c:pt idx="3373">
                  <c:v>42881</c:v>
                </c:pt>
                <c:pt idx="3374">
                  <c:v>42885</c:v>
                </c:pt>
                <c:pt idx="3375">
                  <c:v>42886</c:v>
                </c:pt>
                <c:pt idx="3376">
                  <c:v>42887</c:v>
                </c:pt>
                <c:pt idx="3377">
                  <c:v>42888</c:v>
                </c:pt>
                <c:pt idx="3378">
                  <c:v>42891</c:v>
                </c:pt>
                <c:pt idx="3379">
                  <c:v>42892</c:v>
                </c:pt>
                <c:pt idx="3380">
                  <c:v>42893</c:v>
                </c:pt>
                <c:pt idx="3381">
                  <c:v>42894</c:v>
                </c:pt>
                <c:pt idx="3382">
                  <c:v>42895</c:v>
                </c:pt>
                <c:pt idx="3383">
                  <c:v>42898</c:v>
                </c:pt>
                <c:pt idx="3384">
                  <c:v>42899</c:v>
                </c:pt>
                <c:pt idx="3385">
                  <c:v>42900</c:v>
                </c:pt>
                <c:pt idx="3386">
                  <c:v>42901</c:v>
                </c:pt>
                <c:pt idx="3387">
                  <c:v>42902</c:v>
                </c:pt>
                <c:pt idx="3388">
                  <c:v>42905</c:v>
                </c:pt>
                <c:pt idx="3389">
                  <c:v>42906</c:v>
                </c:pt>
                <c:pt idx="3390">
                  <c:v>42907</c:v>
                </c:pt>
                <c:pt idx="3391">
                  <c:v>42908</c:v>
                </c:pt>
                <c:pt idx="3392">
                  <c:v>42909</c:v>
                </c:pt>
                <c:pt idx="3393">
                  <c:v>42912</c:v>
                </c:pt>
                <c:pt idx="3394">
                  <c:v>42913</c:v>
                </c:pt>
                <c:pt idx="3395">
                  <c:v>42914</c:v>
                </c:pt>
                <c:pt idx="3396">
                  <c:v>42915</c:v>
                </c:pt>
                <c:pt idx="3397">
                  <c:v>42916</c:v>
                </c:pt>
                <c:pt idx="3398">
                  <c:v>42919</c:v>
                </c:pt>
                <c:pt idx="3399">
                  <c:v>42921</c:v>
                </c:pt>
                <c:pt idx="3400">
                  <c:v>42922</c:v>
                </c:pt>
                <c:pt idx="3401">
                  <c:v>42923</c:v>
                </c:pt>
                <c:pt idx="3402">
                  <c:v>42926</c:v>
                </c:pt>
                <c:pt idx="3403">
                  <c:v>42927</c:v>
                </c:pt>
                <c:pt idx="3404">
                  <c:v>42928</c:v>
                </c:pt>
                <c:pt idx="3405">
                  <c:v>42929</c:v>
                </c:pt>
                <c:pt idx="3406">
                  <c:v>42930</c:v>
                </c:pt>
                <c:pt idx="3407">
                  <c:v>42933</c:v>
                </c:pt>
                <c:pt idx="3408">
                  <c:v>42934</c:v>
                </c:pt>
                <c:pt idx="3409">
                  <c:v>42935</c:v>
                </c:pt>
                <c:pt idx="3410">
                  <c:v>42936</c:v>
                </c:pt>
                <c:pt idx="3411">
                  <c:v>42937</c:v>
                </c:pt>
                <c:pt idx="3412">
                  <c:v>42940</c:v>
                </c:pt>
                <c:pt idx="3413">
                  <c:v>42941</c:v>
                </c:pt>
                <c:pt idx="3414">
                  <c:v>42942</c:v>
                </c:pt>
                <c:pt idx="3415">
                  <c:v>42943</c:v>
                </c:pt>
                <c:pt idx="3416">
                  <c:v>42944</c:v>
                </c:pt>
                <c:pt idx="3417">
                  <c:v>42947</c:v>
                </c:pt>
                <c:pt idx="3418">
                  <c:v>42948</c:v>
                </c:pt>
                <c:pt idx="3419">
                  <c:v>42949</c:v>
                </c:pt>
                <c:pt idx="3420">
                  <c:v>42950</c:v>
                </c:pt>
                <c:pt idx="3421">
                  <c:v>42951</c:v>
                </c:pt>
                <c:pt idx="3422">
                  <c:v>42954</c:v>
                </c:pt>
                <c:pt idx="3423">
                  <c:v>42955</c:v>
                </c:pt>
                <c:pt idx="3424">
                  <c:v>42956</c:v>
                </c:pt>
                <c:pt idx="3425">
                  <c:v>42957</c:v>
                </c:pt>
                <c:pt idx="3426">
                  <c:v>42958</c:v>
                </c:pt>
                <c:pt idx="3427">
                  <c:v>42961</c:v>
                </c:pt>
                <c:pt idx="3428">
                  <c:v>42962</c:v>
                </c:pt>
                <c:pt idx="3429">
                  <c:v>42963</c:v>
                </c:pt>
                <c:pt idx="3430">
                  <c:v>42964</c:v>
                </c:pt>
                <c:pt idx="3431">
                  <c:v>42965</c:v>
                </c:pt>
                <c:pt idx="3432">
                  <c:v>42968</c:v>
                </c:pt>
                <c:pt idx="3433">
                  <c:v>42969</c:v>
                </c:pt>
                <c:pt idx="3434">
                  <c:v>42970</c:v>
                </c:pt>
                <c:pt idx="3435">
                  <c:v>42971</c:v>
                </c:pt>
                <c:pt idx="3436">
                  <c:v>42972</c:v>
                </c:pt>
                <c:pt idx="3437">
                  <c:v>42975</c:v>
                </c:pt>
                <c:pt idx="3438">
                  <c:v>42976</c:v>
                </c:pt>
                <c:pt idx="3439">
                  <c:v>42977</c:v>
                </c:pt>
                <c:pt idx="3440">
                  <c:v>42978</c:v>
                </c:pt>
                <c:pt idx="3441">
                  <c:v>42979</c:v>
                </c:pt>
                <c:pt idx="3442">
                  <c:v>42983</c:v>
                </c:pt>
                <c:pt idx="3443">
                  <c:v>42984</c:v>
                </c:pt>
                <c:pt idx="3444">
                  <c:v>42985</c:v>
                </c:pt>
                <c:pt idx="3445">
                  <c:v>42986</c:v>
                </c:pt>
                <c:pt idx="3446">
                  <c:v>42989</c:v>
                </c:pt>
                <c:pt idx="3447">
                  <c:v>42990</c:v>
                </c:pt>
                <c:pt idx="3448">
                  <c:v>42991</c:v>
                </c:pt>
                <c:pt idx="3449">
                  <c:v>42992</c:v>
                </c:pt>
                <c:pt idx="3450">
                  <c:v>42993</c:v>
                </c:pt>
                <c:pt idx="3451">
                  <c:v>42996</c:v>
                </c:pt>
                <c:pt idx="3452">
                  <c:v>42997</c:v>
                </c:pt>
                <c:pt idx="3453">
                  <c:v>42998</c:v>
                </c:pt>
                <c:pt idx="3454">
                  <c:v>42999</c:v>
                </c:pt>
                <c:pt idx="3455">
                  <c:v>43000</c:v>
                </c:pt>
                <c:pt idx="3456">
                  <c:v>43003</c:v>
                </c:pt>
                <c:pt idx="3457">
                  <c:v>43004</c:v>
                </c:pt>
                <c:pt idx="3458">
                  <c:v>43005</c:v>
                </c:pt>
                <c:pt idx="3459">
                  <c:v>43006</c:v>
                </c:pt>
                <c:pt idx="3460">
                  <c:v>43007</c:v>
                </c:pt>
                <c:pt idx="3461">
                  <c:v>43010</c:v>
                </c:pt>
                <c:pt idx="3462">
                  <c:v>43011</c:v>
                </c:pt>
                <c:pt idx="3463">
                  <c:v>43012</c:v>
                </c:pt>
                <c:pt idx="3464">
                  <c:v>43013</c:v>
                </c:pt>
                <c:pt idx="3465">
                  <c:v>43014</c:v>
                </c:pt>
                <c:pt idx="3466">
                  <c:v>43017</c:v>
                </c:pt>
                <c:pt idx="3467">
                  <c:v>43018</c:v>
                </c:pt>
                <c:pt idx="3468">
                  <c:v>43019</c:v>
                </c:pt>
                <c:pt idx="3469">
                  <c:v>43020</c:v>
                </c:pt>
                <c:pt idx="3470">
                  <c:v>43021</c:v>
                </c:pt>
                <c:pt idx="3471">
                  <c:v>43024</c:v>
                </c:pt>
                <c:pt idx="3472">
                  <c:v>43025</c:v>
                </c:pt>
                <c:pt idx="3473">
                  <c:v>43026</c:v>
                </c:pt>
                <c:pt idx="3474">
                  <c:v>43027</c:v>
                </c:pt>
                <c:pt idx="3475">
                  <c:v>43028</c:v>
                </c:pt>
                <c:pt idx="3476">
                  <c:v>43031</c:v>
                </c:pt>
                <c:pt idx="3477">
                  <c:v>43032</c:v>
                </c:pt>
                <c:pt idx="3478">
                  <c:v>43033</c:v>
                </c:pt>
                <c:pt idx="3479">
                  <c:v>43034</c:v>
                </c:pt>
                <c:pt idx="3480">
                  <c:v>43035</c:v>
                </c:pt>
                <c:pt idx="3481">
                  <c:v>43038</c:v>
                </c:pt>
                <c:pt idx="3482">
                  <c:v>43039</c:v>
                </c:pt>
                <c:pt idx="3483">
                  <c:v>43040</c:v>
                </c:pt>
                <c:pt idx="3484">
                  <c:v>43041</c:v>
                </c:pt>
                <c:pt idx="3485">
                  <c:v>43042</c:v>
                </c:pt>
                <c:pt idx="3486">
                  <c:v>43045</c:v>
                </c:pt>
                <c:pt idx="3487">
                  <c:v>43046</c:v>
                </c:pt>
                <c:pt idx="3488">
                  <c:v>43047</c:v>
                </c:pt>
                <c:pt idx="3489">
                  <c:v>43048</c:v>
                </c:pt>
                <c:pt idx="3490">
                  <c:v>43049</c:v>
                </c:pt>
                <c:pt idx="3491">
                  <c:v>43052</c:v>
                </c:pt>
                <c:pt idx="3492">
                  <c:v>43053</c:v>
                </c:pt>
                <c:pt idx="3493">
                  <c:v>43054</c:v>
                </c:pt>
                <c:pt idx="3494">
                  <c:v>43055</c:v>
                </c:pt>
                <c:pt idx="3495">
                  <c:v>43056</c:v>
                </c:pt>
                <c:pt idx="3496">
                  <c:v>43059</c:v>
                </c:pt>
                <c:pt idx="3497">
                  <c:v>43060</c:v>
                </c:pt>
                <c:pt idx="3498">
                  <c:v>43061</c:v>
                </c:pt>
                <c:pt idx="3499">
                  <c:v>43063</c:v>
                </c:pt>
                <c:pt idx="3500">
                  <c:v>43066</c:v>
                </c:pt>
                <c:pt idx="3501">
                  <c:v>43067</c:v>
                </c:pt>
                <c:pt idx="3502">
                  <c:v>43068</c:v>
                </c:pt>
                <c:pt idx="3503">
                  <c:v>43069</c:v>
                </c:pt>
                <c:pt idx="3504">
                  <c:v>43070</c:v>
                </c:pt>
                <c:pt idx="3505">
                  <c:v>43073</c:v>
                </c:pt>
                <c:pt idx="3506">
                  <c:v>43074</c:v>
                </c:pt>
                <c:pt idx="3507">
                  <c:v>43075</c:v>
                </c:pt>
                <c:pt idx="3508">
                  <c:v>43076</c:v>
                </c:pt>
                <c:pt idx="3509">
                  <c:v>43077</c:v>
                </c:pt>
                <c:pt idx="3510">
                  <c:v>43080</c:v>
                </c:pt>
                <c:pt idx="3511">
                  <c:v>43081</c:v>
                </c:pt>
                <c:pt idx="3512">
                  <c:v>43082</c:v>
                </c:pt>
                <c:pt idx="3513">
                  <c:v>43083</c:v>
                </c:pt>
                <c:pt idx="3514">
                  <c:v>43084</c:v>
                </c:pt>
                <c:pt idx="3515">
                  <c:v>43087</c:v>
                </c:pt>
                <c:pt idx="3516">
                  <c:v>43088</c:v>
                </c:pt>
                <c:pt idx="3517">
                  <c:v>43089</c:v>
                </c:pt>
                <c:pt idx="3518">
                  <c:v>43090</c:v>
                </c:pt>
                <c:pt idx="3519">
                  <c:v>43091</c:v>
                </c:pt>
                <c:pt idx="3520">
                  <c:v>43095</c:v>
                </c:pt>
                <c:pt idx="3521">
                  <c:v>43096</c:v>
                </c:pt>
                <c:pt idx="3522">
                  <c:v>43097</c:v>
                </c:pt>
                <c:pt idx="3523">
                  <c:v>43098</c:v>
                </c:pt>
                <c:pt idx="3524">
                  <c:v>43102</c:v>
                </c:pt>
                <c:pt idx="3525">
                  <c:v>43103</c:v>
                </c:pt>
                <c:pt idx="3526">
                  <c:v>43104</c:v>
                </c:pt>
                <c:pt idx="3527">
                  <c:v>43105</c:v>
                </c:pt>
                <c:pt idx="3528">
                  <c:v>43108</c:v>
                </c:pt>
                <c:pt idx="3529">
                  <c:v>43109</c:v>
                </c:pt>
                <c:pt idx="3530">
                  <c:v>43110</c:v>
                </c:pt>
                <c:pt idx="3531">
                  <c:v>43111</c:v>
                </c:pt>
                <c:pt idx="3532">
                  <c:v>43112</c:v>
                </c:pt>
                <c:pt idx="3533">
                  <c:v>43116</c:v>
                </c:pt>
                <c:pt idx="3534">
                  <c:v>43117</c:v>
                </c:pt>
                <c:pt idx="3535">
                  <c:v>43118</c:v>
                </c:pt>
                <c:pt idx="3536">
                  <c:v>43119</c:v>
                </c:pt>
                <c:pt idx="3537">
                  <c:v>43122</c:v>
                </c:pt>
                <c:pt idx="3538">
                  <c:v>43123</c:v>
                </c:pt>
                <c:pt idx="3539">
                  <c:v>43124</c:v>
                </c:pt>
                <c:pt idx="3540">
                  <c:v>43125</c:v>
                </c:pt>
                <c:pt idx="3541">
                  <c:v>43126</c:v>
                </c:pt>
                <c:pt idx="3542">
                  <c:v>43129</c:v>
                </c:pt>
                <c:pt idx="3543">
                  <c:v>43130</c:v>
                </c:pt>
                <c:pt idx="3544">
                  <c:v>43131</c:v>
                </c:pt>
                <c:pt idx="3545">
                  <c:v>43132</c:v>
                </c:pt>
                <c:pt idx="3546">
                  <c:v>43133</c:v>
                </c:pt>
                <c:pt idx="3547">
                  <c:v>43136</c:v>
                </c:pt>
                <c:pt idx="3548">
                  <c:v>43137</c:v>
                </c:pt>
                <c:pt idx="3549">
                  <c:v>43138</c:v>
                </c:pt>
                <c:pt idx="3550">
                  <c:v>43139</c:v>
                </c:pt>
                <c:pt idx="3551">
                  <c:v>43140</c:v>
                </c:pt>
                <c:pt idx="3552">
                  <c:v>43143</c:v>
                </c:pt>
                <c:pt idx="3553">
                  <c:v>43144</c:v>
                </c:pt>
                <c:pt idx="3554">
                  <c:v>43145</c:v>
                </c:pt>
                <c:pt idx="3555">
                  <c:v>43146</c:v>
                </c:pt>
                <c:pt idx="3556">
                  <c:v>43147</c:v>
                </c:pt>
                <c:pt idx="3557">
                  <c:v>43151</c:v>
                </c:pt>
                <c:pt idx="3558">
                  <c:v>43152</c:v>
                </c:pt>
                <c:pt idx="3559">
                  <c:v>43153</c:v>
                </c:pt>
                <c:pt idx="3560">
                  <c:v>43154</c:v>
                </c:pt>
                <c:pt idx="3561">
                  <c:v>43157</c:v>
                </c:pt>
                <c:pt idx="3562">
                  <c:v>43158</c:v>
                </c:pt>
                <c:pt idx="3563">
                  <c:v>43159</c:v>
                </c:pt>
                <c:pt idx="3564">
                  <c:v>43160</c:v>
                </c:pt>
                <c:pt idx="3565">
                  <c:v>43161</c:v>
                </c:pt>
                <c:pt idx="3566">
                  <c:v>43164</c:v>
                </c:pt>
                <c:pt idx="3567">
                  <c:v>43165</c:v>
                </c:pt>
                <c:pt idx="3568">
                  <c:v>43166</c:v>
                </c:pt>
                <c:pt idx="3569">
                  <c:v>43167</c:v>
                </c:pt>
                <c:pt idx="3570">
                  <c:v>43168</c:v>
                </c:pt>
                <c:pt idx="3571">
                  <c:v>43171</c:v>
                </c:pt>
                <c:pt idx="3572">
                  <c:v>43172</c:v>
                </c:pt>
                <c:pt idx="3573">
                  <c:v>43173</c:v>
                </c:pt>
                <c:pt idx="3574">
                  <c:v>43174</c:v>
                </c:pt>
                <c:pt idx="3575">
                  <c:v>43175</c:v>
                </c:pt>
                <c:pt idx="3576">
                  <c:v>43178</c:v>
                </c:pt>
                <c:pt idx="3577">
                  <c:v>43179</c:v>
                </c:pt>
                <c:pt idx="3578">
                  <c:v>43180</c:v>
                </c:pt>
                <c:pt idx="3579">
                  <c:v>43181</c:v>
                </c:pt>
                <c:pt idx="3580">
                  <c:v>43182</c:v>
                </c:pt>
                <c:pt idx="3581">
                  <c:v>43185</c:v>
                </c:pt>
                <c:pt idx="3582">
                  <c:v>43186</c:v>
                </c:pt>
                <c:pt idx="3583">
                  <c:v>43187</c:v>
                </c:pt>
                <c:pt idx="3584">
                  <c:v>43188</c:v>
                </c:pt>
                <c:pt idx="3585">
                  <c:v>43192</c:v>
                </c:pt>
                <c:pt idx="3586">
                  <c:v>43193</c:v>
                </c:pt>
                <c:pt idx="3587">
                  <c:v>43194</c:v>
                </c:pt>
                <c:pt idx="3588">
                  <c:v>43195</c:v>
                </c:pt>
                <c:pt idx="3589">
                  <c:v>43196</c:v>
                </c:pt>
                <c:pt idx="3590">
                  <c:v>43199</c:v>
                </c:pt>
                <c:pt idx="3591">
                  <c:v>43200</c:v>
                </c:pt>
                <c:pt idx="3592">
                  <c:v>43201</c:v>
                </c:pt>
                <c:pt idx="3593">
                  <c:v>43202</c:v>
                </c:pt>
                <c:pt idx="3594">
                  <c:v>43203</c:v>
                </c:pt>
                <c:pt idx="3595">
                  <c:v>43206</c:v>
                </c:pt>
                <c:pt idx="3596">
                  <c:v>43207</c:v>
                </c:pt>
                <c:pt idx="3597">
                  <c:v>43208</c:v>
                </c:pt>
                <c:pt idx="3598">
                  <c:v>43209</c:v>
                </c:pt>
                <c:pt idx="3599">
                  <c:v>43210</c:v>
                </c:pt>
                <c:pt idx="3600">
                  <c:v>43213</c:v>
                </c:pt>
                <c:pt idx="3601">
                  <c:v>43214</c:v>
                </c:pt>
                <c:pt idx="3602">
                  <c:v>43215</c:v>
                </c:pt>
                <c:pt idx="3603">
                  <c:v>43216</c:v>
                </c:pt>
                <c:pt idx="3604">
                  <c:v>43217</c:v>
                </c:pt>
                <c:pt idx="3605">
                  <c:v>43220</c:v>
                </c:pt>
                <c:pt idx="3606">
                  <c:v>43221</c:v>
                </c:pt>
                <c:pt idx="3607">
                  <c:v>43222</c:v>
                </c:pt>
                <c:pt idx="3608">
                  <c:v>43223</c:v>
                </c:pt>
                <c:pt idx="3609">
                  <c:v>43224</c:v>
                </c:pt>
                <c:pt idx="3610">
                  <c:v>43227</c:v>
                </c:pt>
                <c:pt idx="3611">
                  <c:v>43228</c:v>
                </c:pt>
                <c:pt idx="3612">
                  <c:v>43229</c:v>
                </c:pt>
                <c:pt idx="3613">
                  <c:v>43230</c:v>
                </c:pt>
                <c:pt idx="3614">
                  <c:v>43231</c:v>
                </c:pt>
                <c:pt idx="3615">
                  <c:v>43234</c:v>
                </c:pt>
                <c:pt idx="3616">
                  <c:v>43235</c:v>
                </c:pt>
                <c:pt idx="3617">
                  <c:v>43236</c:v>
                </c:pt>
                <c:pt idx="3618">
                  <c:v>43237</c:v>
                </c:pt>
                <c:pt idx="3619">
                  <c:v>43238</c:v>
                </c:pt>
                <c:pt idx="3620">
                  <c:v>43241</c:v>
                </c:pt>
                <c:pt idx="3621">
                  <c:v>43242</c:v>
                </c:pt>
                <c:pt idx="3622">
                  <c:v>43243</c:v>
                </c:pt>
                <c:pt idx="3623">
                  <c:v>43244</c:v>
                </c:pt>
                <c:pt idx="3624">
                  <c:v>43245</c:v>
                </c:pt>
                <c:pt idx="3625">
                  <c:v>43249</c:v>
                </c:pt>
                <c:pt idx="3626">
                  <c:v>43250</c:v>
                </c:pt>
                <c:pt idx="3627">
                  <c:v>43251</c:v>
                </c:pt>
                <c:pt idx="3628">
                  <c:v>43252</c:v>
                </c:pt>
                <c:pt idx="3629">
                  <c:v>43255</c:v>
                </c:pt>
                <c:pt idx="3630">
                  <c:v>43256</c:v>
                </c:pt>
                <c:pt idx="3631">
                  <c:v>43257</c:v>
                </c:pt>
                <c:pt idx="3632">
                  <c:v>43258</c:v>
                </c:pt>
                <c:pt idx="3633">
                  <c:v>43259</c:v>
                </c:pt>
                <c:pt idx="3634">
                  <c:v>43262</c:v>
                </c:pt>
                <c:pt idx="3635">
                  <c:v>43263</c:v>
                </c:pt>
                <c:pt idx="3636">
                  <c:v>43264</c:v>
                </c:pt>
                <c:pt idx="3637">
                  <c:v>43265</c:v>
                </c:pt>
                <c:pt idx="3638">
                  <c:v>43266</c:v>
                </c:pt>
                <c:pt idx="3639">
                  <c:v>43269</c:v>
                </c:pt>
                <c:pt idx="3640">
                  <c:v>43270</c:v>
                </c:pt>
                <c:pt idx="3641">
                  <c:v>43271</c:v>
                </c:pt>
                <c:pt idx="3642">
                  <c:v>43272</c:v>
                </c:pt>
                <c:pt idx="3643">
                  <c:v>43273</c:v>
                </c:pt>
                <c:pt idx="3644">
                  <c:v>43276</c:v>
                </c:pt>
                <c:pt idx="3645">
                  <c:v>43277</c:v>
                </c:pt>
                <c:pt idx="3646">
                  <c:v>43278</c:v>
                </c:pt>
                <c:pt idx="3647">
                  <c:v>43279</c:v>
                </c:pt>
                <c:pt idx="3648">
                  <c:v>43280</c:v>
                </c:pt>
                <c:pt idx="3649">
                  <c:v>43283</c:v>
                </c:pt>
                <c:pt idx="3650">
                  <c:v>43284</c:v>
                </c:pt>
                <c:pt idx="3651">
                  <c:v>43286</c:v>
                </c:pt>
                <c:pt idx="3652">
                  <c:v>43287</c:v>
                </c:pt>
                <c:pt idx="3653">
                  <c:v>43290</c:v>
                </c:pt>
                <c:pt idx="3654">
                  <c:v>43291</c:v>
                </c:pt>
                <c:pt idx="3655">
                  <c:v>43292</c:v>
                </c:pt>
                <c:pt idx="3656">
                  <c:v>43293</c:v>
                </c:pt>
                <c:pt idx="3657">
                  <c:v>43294</c:v>
                </c:pt>
                <c:pt idx="3658">
                  <c:v>43297</c:v>
                </c:pt>
                <c:pt idx="3659">
                  <c:v>43298</c:v>
                </c:pt>
                <c:pt idx="3660">
                  <c:v>43299</c:v>
                </c:pt>
                <c:pt idx="3661">
                  <c:v>43300</c:v>
                </c:pt>
                <c:pt idx="3662">
                  <c:v>43301</c:v>
                </c:pt>
                <c:pt idx="3663">
                  <c:v>43304</c:v>
                </c:pt>
                <c:pt idx="3664">
                  <c:v>43305</c:v>
                </c:pt>
                <c:pt idx="3665">
                  <c:v>43306</c:v>
                </c:pt>
                <c:pt idx="3666">
                  <c:v>43307</c:v>
                </c:pt>
                <c:pt idx="3667">
                  <c:v>43308</c:v>
                </c:pt>
                <c:pt idx="3668">
                  <c:v>43311</c:v>
                </c:pt>
                <c:pt idx="3669">
                  <c:v>43312</c:v>
                </c:pt>
                <c:pt idx="3670">
                  <c:v>43313</c:v>
                </c:pt>
                <c:pt idx="3671">
                  <c:v>43314</c:v>
                </c:pt>
                <c:pt idx="3672">
                  <c:v>43315</c:v>
                </c:pt>
                <c:pt idx="3673">
                  <c:v>43318</c:v>
                </c:pt>
                <c:pt idx="3674">
                  <c:v>43319</c:v>
                </c:pt>
                <c:pt idx="3675">
                  <c:v>43320</c:v>
                </c:pt>
                <c:pt idx="3676">
                  <c:v>43321</c:v>
                </c:pt>
                <c:pt idx="3677">
                  <c:v>43322</c:v>
                </c:pt>
                <c:pt idx="3678">
                  <c:v>43325</c:v>
                </c:pt>
                <c:pt idx="3679">
                  <c:v>43326</c:v>
                </c:pt>
                <c:pt idx="3680">
                  <c:v>43327</c:v>
                </c:pt>
                <c:pt idx="3681">
                  <c:v>43328</c:v>
                </c:pt>
                <c:pt idx="3682">
                  <c:v>43329</c:v>
                </c:pt>
                <c:pt idx="3683">
                  <c:v>43332</c:v>
                </c:pt>
                <c:pt idx="3684">
                  <c:v>43333</c:v>
                </c:pt>
                <c:pt idx="3685">
                  <c:v>43334</c:v>
                </c:pt>
                <c:pt idx="3686">
                  <c:v>43335</c:v>
                </c:pt>
                <c:pt idx="3687">
                  <c:v>43336</c:v>
                </c:pt>
                <c:pt idx="3688">
                  <c:v>43339</c:v>
                </c:pt>
                <c:pt idx="3689">
                  <c:v>43340</c:v>
                </c:pt>
                <c:pt idx="3690">
                  <c:v>43341</c:v>
                </c:pt>
                <c:pt idx="3691">
                  <c:v>43342</c:v>
                </c:pt>
                <c:pt idx="3692">
                  <c:v>43343</c:v>
                </c:pt>
                <c:pt idx="3693">
                  <c:v>43347</c:v>
                </c:pt>
                <c:pt idx="3694">
                  <c:v>43348</c:v>
                </c:pt>
                <c:pt idx="3695">
                  <c:v>43349</c:v>
                </c:pt>
                <c:pt idx="3696">
                  <c:v>43350</c:v>
                </c:pt>
                <c:pt idx="3697">
                  <c:v>43353</c:v>
                </c:pt>
                <c:pt idx="3698">
                  <c:v>43354</c:v>
                </c:pt>
                <c:pt idx="3699">
                  <c:v>43355</c:v>
                </c:pt>
                <c:pt idx="3700">
                  <c:v>43356</c:v>
                </c:pt>
                <c:pt idx="3701">
                  <c:v>43357</c:v>
                </c:pt>
                <c:pt idx="3702">
                  <c:v>43360</c:v>
                </c:pt>
                <c:pt idx="3703">
                  <c:v>43361</c:v>
                </c:pt>
                <c:pt idx="3704">
                  <c:v>43362</c:v>
                </c:pt>
                <c:pt idx="3705">
                  <c:v>43363</c:v>
                </c:pt>
                <c:pt idx="3706">
                  <c:v>43364</c:v>
                </c:pt>
                <c:pt idx="3707">
                  <c:v>43367</c:v>
                </c:pt>
                <c:pt idx="3708">
                  <c:v>43368</c:v>
                </c:pt>
                <c:pt idx="3709">
                  <c:v>43369</c:v>
                </c:pt>
                <c:pt idx="3710">
                  <c:v>43370</c:v>
                </c:pt>
                <c:pt idx="3711">
                  <c:v>43371</c:v>
                </c:pt>
                <c:pt idx="3712">
                  <c:v>43374</c:v>
                </c:pt>
                <c:pt idx="3713">
                  <c:v>43375</c:v>
                </c:pt>
                <c:pt idx="3714">
                  <c:v>43376</c:v>
                </c:pt>
                <c:pt idx="3715">
                  <c:v>43377</c:v>
                </c:pt>
                <c:pt idx="3716">
                  <c:v>43378</c:v>
                </c:pt>
                <c:pt idx="3717">
                  <c:v>43381</c:v>
                </c:pt>
                <c:pt idx="3718">
                  <c:v>43382</c:v>
                </c:pt>
                <c:pt idx="3719">
                  <c:v>43383</c:v>
                </c:pt>
                <c:pt idx="3720">
                  <c:v>43384</c:v>
                </c:pt>
                <c:pt idx="3721">
                  <c:v>43385</c:v>
                </c:pt>
                <c:pt idx="3722">
                  <c:v>43388</c:v>
                </c:pt>
                <c:pt idx="3723">
                  <c:v>43389</c:v>
                </c:pt>
                <c:pt idx="3724">
                  <c:v>43390</c:v>
                </c:pt>
                <c:pt idx="3725">
                  <c:v>43391</c:v>
                </c:pt>
                <c:pt idx="3726">
                  <c:v>43392</c:v>
                </c:pt>
                <c:pt idx="3727">
                  <c:v>43395</c:v>
                </c:pt>
                <c:pt idx="3728">
                  <c:v>43396</c:v>
                </c:pt>
                <c:pt idx="3729">
                  <c:v>43397</c:v>
                </c:pt>
                <c:pt idx="3730">
                  <c:v>43398</c:v>
                </c:pt>
                <c:pt idx="3731">
                  <c:v>43399</c:v>
                </c:pt>
                <c:pt idx="3732">
                  <c:v>43402</c:v>
                </c:pt>
                <c:pt idx="3733">
                  <c:v>43403</c:v>
                </c:pt>
                <c:pt idx="3734">
                  <c:v>43404</c:v>
                </c:pt>
                <c:pt idx="3735">
                  <c:v>43405</c:v>
                </c:pt>
                <c:pt idx="3736">
                  <c:v>43406</c:v>
                </c:pt>
                <c:pt idx="3737">
                  <c:v>43409</c:v>
                </c:pt>
                <c:pt idx="3738">
                  <c:v>43410</c:v>
                </c:pt>
                <c:pt idx="3739">
                  <c:v>43411</c:v>
                </c:pt>
                <c:pt idx="3740">
                  <c:v>43412</c:v>
                </c:pt>
                <c:pt idx="3741">
                  <c:v>43413</c:v>
                </c:pt>
                <c:pt idx="3742">
                  <c:v>43416</c:v>
                </c:pt>
                <c:pt idx="3743">
                  <c:v>43417</c:v>
                </c:pt>
                <c:pt idx="3744">
                  <c:v>43418</c:v>
                </c:pt>
                <c:pt idx="3745">
                  <c:v>43419</c:v>
                </c:pt>
                <c:pt idx="3746">
                  <c:v>43420</c:v>
                </c:pt>
                <c:pt idx="3747">
                  <c:v>43423</c:v>
                </c:pt>
                <c:pt idx="3748">
                  <c:v>43424</c:v>
                </c:pt>
                <c:pt idx="3749">
                  <c:v>43425</c:v>
                </c:pt>
                <c:pt idx="3750">
                  <c:v>43427</c:v>
                </c:pt>
                <c:pt idx="3751">
                  <c:v>43430</c:v>
                </c:pt>
                <c:pt idx="3752">
                  <c:v>43431</c:v>
                </c:pt>
                <c:pt idx="3753">
                  <c:v>43432</c:v>
                </c:pt>
                <c:pt idx="3754">
                  <c:v>43433</c:v>
                </c:pt>
                <c:pt idx="3755">
                  <c:v>43434</c:v>
                </c:pt>
                <c:pt idx="3756">
                  <c:v>43437</c:v>
                </c:pt>
                <c:pt idx="3757">
                  <c:v>43438</c:v>
                </c:pt>
                <c:pt idx="3758">
                  <c:v>43440</c:v>
                </c:pt>
                <c:pt idx="3759">
                  <c:v>43441</c:v>
                </c:pt>
                <c:pt idx="3760">
                  <c:v>43444</c:v>
                </c:pt>
                <c:pt idx="3761">
                  <c:v>43445</c:v>
                </c:pt>
                <c:pt idx="3762">
                  <c:v>43446</c:v>
                </c:pt>
                <c:pt idx="3763">
                  <c:v>43447</c:v>
                </c:pt>
                <c:pt idx="3764">
                  <c:v>43448</c:v>
                </c:pt>
                <c:pt idx="3765">
                  <c:v>43451</c:v>
                </c:pt>
                <c:pt idx="3766">
                  <c:v>43452</c:v>
                </c:pt>
                <c:pt idx="3767">
                  <c:v>43453</c:v>
                </c:pt>
                <c:pt idx="3768">
                  <c:v>43454</c:v>
                </c:pt>
                <c:pt idx="3769">
                  <c:v>43455</c:v>
                </c:pt>
                <c:pt idx="3770">
                  <c:v>43458</c:v>
                </c:pt>
                <c:pt idx="3771">
                  <c:v>43460</c:v>
                </c:pt>
                <c:pt idx="3772">
                  <c:v>43461</c:v>
                </c:pt>
                <c:pt idx="3773">
                  <c:v>43462</c:v>
                </c:pt>
                <c:pt idx="3774">
                  <c:v>43465</c:v>
                </c:pt>
                <c:pt idx="3775">
                  <c:v>43467</c:v>
                </c:pt>
                <c:pt idx="3776">
                  <c:v>43468</c:v>
                </c:pt>
                <c:pt idx="3777">
                  <c:v>43469</c:v>
                </c:pt>
                <c:pt idx="3778">
                  <c:v>43472</c:v>
                </c:pt>
                <c:pt idx="3779">
                  <c:v>43473</c:v>
                </c:pt>
                <c:pt idx="3780">
                  <c:v>43474</c:v>
                </c:pt>
                <c:pt idx="3781">
                  <c:v>43475</c:v>
                </c:pt>
                <c:pt idx="3782">
                  <c:v>43476</c:v>
                </c:pt>
                <c:pt idx="3783">
                  <c:v>43479</c:v>
                </c:pt>
                <c:pt idx="3784">
                  <c:v>43480</c:v>
                </c:pt>
                <c:pt idx="3785">
                  <c:v>43481</c:v>
                </c:pt>
                <c:pt idx="3786">
                  <c:v>43482</c:v>
                </c:pt>
                <c:pt idx="3787">
                  <c:v>43483</c:v>
                </c:pt>
                <c:pt idx="3788">
                  <c:v>43487</c:v>
                </c:pt>
                <c:pt idx="3789">
                  <c:v>43488</c:v>
                </c:pt>
                <c:pt idx="3790">
                  <c:v>43489</c:v>
                </c:pt>
                <c:pt idx="3791">
                  <c:v>43490</c:v>
                </c:pt>
                <c:pt idx="3792">
                  <c:v>43493</c:v>
                </c:pt>
                <c:pt idx="3793">
                  <c:v>43494</c:v>
                </c:pt>
                <c:pt idx="3794">
                  <c:v>43495</c:v>
                </c:pt>
                <c:pt idx="3795">
                  <c:v>43496</c:v>
                </c:pt>
                <c:pt idx="3796">
                  <c:v>43497</c:v>
                </c:pt>
                <c:pt idx="3797">
                  <c:v>43500</c:v>
                </c:pt>
                <c:pt idx="3798">
                  <c:v>43501</c:v>
                </c:pt>
                <c:pt idx="3799">
                  <c:v>43502</c:v>
                </c:pt>
                <c:pt idx="3800">
                  <c:v>43503</c:v>
                </c:pt>
                <c:pt idx="3801">
                  <c:v>43504</c:v>
                </c:pt>
                <c:pt idx="3802">
                  <c:v>43507</c:v>
                </c:pt>
                <c:pt idx="3803">
                  <c:v>43508</c:v>
                </c:pt>
                <c:pt idx="3804">
                  <c:v>43509</c:v>
                </c:pt>
                <c:pt idx="3805">
                  <c:v>43510</c:v>
                </c:pt>
                <c:pt idx="3806">
                  <c:v>43511</c:v>
                </c:pt>
                <c:pt idx="3807">
                  <c:v>43515</c:v>
                </c:pt>
                <c:pt idx="3808">
                  <c:v>43516</c:v>
                </c:pt>
                <c:pt idx="3809">
                  <c:v>43517</c:v>
                </c:pt>
                <c:pt idx="3810">
                  <c:v>43518</c:v>
                </c:pt>
                <c:pt idx="3811">
                  <c:v>43521</c:v>
                </c:pt>
                <c:pt idx="3812">
                  <c:v>43522</c:v>
                </c:pt>
                <c:pt idx="3813">
                  <c:v>43523</c:v>
                </c:pt>
                <c:pt idx="3814">
                  <c:v>43524</c:v>
                </c:pt>
                <c:pt idx="3815">
                  <c:v>43525</c:v>
                </c:pt>
                <c:pt idx="3816">
                  <c:v>43528</c:v>
                </c:pt>
                <c:pt idx="3817">
                  <c:v>43529</c:v>
                </c:pt>
                <c:pt idx="3818">
                  <c:v>43530</c:v>
                </c:pt>
                <c:pt idx="3819">
                  <c:v>43531</c:v>
                </c:pt>
                <c:pt idx="3820">
                  <c:v>43532</c:v>
                </c:pt>
                <c:pt idx="3821">
                  <c:v>43535</c:v>
                </c:pt>
                <c:pt idx="3822">
                  <c:v>43536</c:v>
                </c:pt>
                <c:pt idx="3823">
                  <c:v>43537</c:v>
                </c:pt>
                <c:pt idx="3824">
                  <c:v>43538</c:v>
                </c:pt>
                <c:pt idx="3825">
                  <c:v>43539</c:v>
                </c:pt>
                <c:pt idx="3826">
                  <c:v>43542</c:v>
                </c:pt>
                <c:pt idx="3827">
                  <c:v>43543</c:v>
                </c:pt>
                <c:pt idx="3828">
                  <c:v>43544</c:v>
                </c:pt>
                <c:pt idx="3829">
                  <c:v>43545</c:v>
                </c:pt>
                <c:pt idx="3830">
                  <c:v>43546</c:v>
                </c:pt>
                <c:pt idx="3831">
                  <c:v>43549</c:v>
                </c:pt>
                <c:pt idx="3832">
                  <c:v>43550</c:v>
                </c:pt>
                <c:pt idx="3833">
                  <c:v>43551</c:v>
                </c:pt>
                <c:pt idx="3834">
                  <c:v>43552</c:v>
                </c:pt>
                <c:pt idx="3835">
                  <c:v>43553</c:v>
                </c:pt>
                <c:pt idx="3836">
                  <c:v>43556</c:v>
                </c:pt>
                <c:pt idx="3837">
                  <c:v>43557</c:v>
                </c:pt>
                <c:pt idx="3838">
                  <c:v>43558</c:v>
                </c:pt>
                <c:pt idx="3839">
                  <c:v>43559</c:v>
                </c:pt>
                <c:pt idx="3840">
                  <c:v>43560</c:v>
                </c:pt>
                <c:pt idx="3841">
                  <c:v>43563</c:v>
                </c:pt>
                <c:pt idx="3842">
                  <c:v>43564</c:v>
                </c:pt>
                <c:pt idx="3843">
                  <c:v>43565</c:v>
                </c:pt>
                <c:pt idx="3844">
                  <c:v>43566</c:v>
                </c:pt>
                <c:pt idx="3845">
                  <c:v>43567</c:v>
                </c:pt>
                <c:pt idx="3846">
                  <c:v>43570</c:v>
                </c:pt>
                <c:pt idx="3847">
                  <c:v>43571</c:v>
                </c:pt>
                <c:pt idx="3848">
                  <c:v>43572</c:v>
                </c:pt>
                <c:pt idx="3849">
                  <c:v>43573</c:v>
                </c:pt>
                <c:pt idx="3850">
                  <c:v>43577</c:v>
                </c:pt>
                <c:pt idx="3851">
                  <c:v>43578</c:v>
                </c:pt>
                <c:pt idx="3852">
                  <c:v>43579</c:v>
                </c:pt>
                <c:pt idx="3853">
                  <c:v>43580</c:v>
                </c:pt>
                <c:pt idx="3854">
                  <c:v>43581</c:v>
                </c:pt>
                <c:pt idx="3855">
                  <c:v>43584</c:v>
                </c:pt>
                <c:pt idx="3856">
                  <c:v>43585</c:v>
                </c:pt>
                <c:pt idx="3857">
                  <c:v>43586</c:v>
                </c:pt>
                <c:pt idx="3858">
                  <c:v>43587</c:v>
                </c:pt>
                <c:pt idx="3859">
                  <c:v>43588</c:v>
                </c:pt>
                <c:pt idx="3860">
                  <c:v>43591</c:v>
                </c:pt>
                <c:pt idx="3861">
                  <c:v>43592</c:v>
                </c:pt>
                <c:pt idx="3862">
                  <c:v>43593</c:v>
                </c:pt>
                <c:pt idx="3863">
                  <c:v>43594</c:v>
                </c:pt>
                <c:pt idx="3864">
                  <c:v>43595</c:v>
                </c:pt>
                <c:pt idx="3865">
                  <c:v>43598</c:v>
                </c:pt>
                <c:pt idx="3866">
                  <c:v>43599</c:v>
                </c:pt>
                <c:pt idx="3867">
                  <c:v>43600</c:v>
                </c:pt>
                <c:pt idx="3868">
                  <c:v>43601</c:v>
                </c:pt>
                <c:pt idx="3869">
                  <c:v>43602</c:v>
                </c:pt>
                <c:pt idx="3870">
                  <c:v>43605</c:v>
                </c:pt>
                <c:pt idx="3871">
                  <c:v>43606</c:v>
                </c:pt>
                <c:pt idx="3872">
                  <c:v>43607</c:v>
                </c:pt>
                <c:pt idx="3873">
                  <c:v>43608</c:v>
                </c:pt>
                <c:pt idx="3874">
                  <c:v>43609</c:v>
                </c:pt>
                <c:pt idx="3875">
                  <c:v>43613</c:v>
                </c:pt>
                <c:pt idx="3876">
                  <c:v>43614</c:v>
                </c:pt>
                <c:pt idx="3877">
                  <c:v>43615</c:v>
                </c:pt>
                <c:pt idx="3878">
                  <c:v>43616</c:v>
                </c:pt>
                <c:pt idx="3879">
                  <c:v>43619</c:v>
                </c:pt>
                <c:pt idx="3880">
                  <c:v>43620</c:v>
                </c:pt>
                <c:pt idx="3881">
                  <c:v>43621</c:v>
                </c:pt>
                <c:pt idx="3882">
                  <c:v>43622</c:v>
                </c:pt>
                <c:pt idx="3883">
                  <c:v>43623</c:v>
                </c:pt>
                <c:pt idx="3884">
                  <c:v>43626</c:v>
                </c:pt>
                <c:pt idx="3885">
                  <c:v>43627</c:v>
                </c:pt>
                <c:pt idx="3886">
                  <c:v>43628</c:v>
                </c:pt>
                <c:pt idx="3887">
                  <c:v>43629</c:v>
                </c:pt>
                <c:pt idx="3888">
                  <c:v>43630</c:v>
                </c:pt>
                <c:pt idx="3889">
                  <c:v>43633</c:v>
                </c:pt>
                <c:pt idx="3890">
                  <c:v>43634</c:v>
                </c:pt>
                <c:pt idx="3891">
                  <c:v>43635</c:v>
                </c:pt>
                <c:pt idx="3892">
                  <c:v>43636</c:v>
                </c:pt>
                <c:pt idx="3893">
                  <c:v>43637</c:v>
                </c:pt>
                <c:pt idx="3894">
                  <c:v>43640</c:v>
                </c:pt>
                <c:pt idx="3895">
                  <c:v>43641</c:v>
                </c:pt>
                <c:pt idx="3896">
                  <c:v>43642</c:v>
                </c:pt>
                <c:pt idx="3897">
                  <c:v>43643</c:v>
                </c:pt>
                <c:pt idx="3898">
                  <c:v>43644</c:v>
                </c:pt>
                <c:pt idx="3899">
                  <c:v>43647</c:v>
                </c:pt>
                <c:pt idx="3900">
                  <c:v>43648</c:v>
                </c:pt>
                <c:pt idx="3901">
                  <c:v>43649</c:v>
                </c:pt>
                <c:pt idx="3902">
                  <c:v>43651</c:v>
                </c:pt>
                <c:pt idx="3903">
                  <c:v>43654</c:v>
                </c:pt>
                <c:pt idx="3904">
                  <c:v>43655</c:v>
                </c:pt>
                <c:pt idx="3905">
                  <c:v>43656</c:v>
                </c:pt>
                <c:pt idx="3906">
                  <c:v>43657</c:v>
                </c:pt>
                <c:pt idx="3907">
                  <c:v>43658</c:v>
                </c:pt>
                <c:pt idx="3908">
                  <c:v>43661</c:v>
                </c:pt>
                <c:pt idx="3909">
                  <c:v>43662</c:v>
                </c:pt>
                <c:pt idx="3910">
                  <c:v>43663</c:v>
                </c:pt>
                <c:pt idx="3911">
                  <c:v>43664</c:v>
                </c:pt>
                <c:pt idx="3912">
                  <c:v>43665</c:v>
                </c:pt>
                <c:pt idx="3913">
                  <c:v>43668</c:v>
                </c:pt>
                <c:pt idx="3914">
                  <c:v>43669</c:v>
                </c:pt>
                <c:pt idx="3915">
                  <c:v>43670</c:v>
                </c:pt>
                <c:pt idx="3916">
                  <c:v>43671</c:v>
                </c:pt>
                <c:pt idx="3917">
                  <c:v>43672</c:v>
                </c:pt>
                <c:pt idx="3918">
                  <c:v>43675</c:v>
                </c:pt>
                <c:pt idx="3919">
                  <c:v>43676</c:v>
                </c:pt>
                <c:pt idx="3920">
                  <c:v>43677</c:v>
                </c:pt>
                <c:pt idx="3921">
                  <c:v>43678</c:v>
                </c:pt>
                <c:pt idx="3922">
                  <c:v>43679</c:v>
                </c:pt>
                <c:pt idx="3923">
                  <c:v>43682</c:v>
                </c:pt>
                <c:pt idx="3924">
                  <c:v>43683</c:v>
                </c:pt>
                <c:pt idx="3925">
                  <c:v>43684</c:v>
                </c:pt>
                <c:pt idx="3926">
                  <c:v>43685</c:v>
                </c:pt>
                <c:pt idx="3927">
                  <c:v>43686</c:v>
                </c:pt>
                <c:pt idx="3928">
                  <c:v>43689</c:v>
                </c:pt>
                <c:pt idx="3929">
                  <c:v>43690</c:v>
                </c:pt>
                <c:pt idx="3930">
                  <c:v>43691</c:v>
                </c:pt>
                <c:pt idx="3931">
                  <c:v>43692</c:v>
                </c:pt>
                <c:pt idx="3932">
                  <c:v>43693</c:v>
                </c:pt>
                <c:pt idx="3933">
                  <c:v>43696</c:v>
                </c:pt>
                <c:pt idx="3934">
                  <c:v>43697</c:v>
                </c:pt>
                <c:pt idx="3935">
                  <c:v>43698</c:v>
                </c:pt>
                <c:pt idx="3936">
                  <c:v>43699</c:v>
                </c:pt>
                <c:pt idx="3937">
                  <c:v>43700</c:v>
                </c:pt>
                <c:pt idx="3938">
                  <c:v>43703</c:v>
                </c:pt>
                <c:pt idx="3939">
                  <c:v>43704</c:v>
                </c:pt>
                <c:pt idx="3940">
                  <c:v>43705</c:v>
                </c:pt>
                <c:pt idx="3941">
                  <c:v>43706</c:v>
                </c:pt>
                <c:pt idx="3942">
                  <c:v>43707</c:v>
                </c:pt>
                <c:pt idx="3943">
                  <c:v>43711</c:v>
                </c:pt>
                <c:pt idx="3944">
                  <c:v>43712</c:v>
                </c:pt>
                <c:pt idx="3945">
                  <c:v>43713</c:v>
                </c:pt>
                <c:pt idx="3946">
                  <c:v>43714</c:v>
                </c:pt>
                <c:pt idx="3947">
                  <c:v>43717</c:v>
                </c:pt>
                <c:pt idx="3948">
                  <c:v>43718</c:v>
                </c:pt>
                <c:pt idx="3949">
                  <c:v>43719</c:v>
                </c:pt>
                <c:pt idx="3950">
                  <c:v>43720</c:v>
                </c:pt>
                <c:pt idx="3951">
                  <c:v>43721</c:v>
                </c:pt>
                <c:pt idx="3952">
                  <c:v>43724</c:v>
                </c:pt>
                <c:pt idx="3953">
                  <c:v>43725</c:v>
                </c:pt>
                <c:pt idx="3954">
                  <c:v>43726</c:v>
                </c:pt>
                <c:pt idx="3955">
                  <c:v>43727</c:v>
                </c:pt>
                <c:pt idx="3956">
                  <c:v>43728</c:v>
                </c:pt>
                <c:pt idx="3957">
                  <c:v>43731</c:v>
                </c:pt>
                <c:pt idx="3958">
                  <c:v>43732</c:v>
                </c:pt>
                <c:pt idx="3959">
                  <c:v>43733</c:v>
                </c:pt>
                <c:pt idx="3960">
                  <c:v>43734</c:v>
                </c:pt>
                <c:pt idx="3961">
                  <c:v>43735</c:v>
                </c:pt>
                <c:pt idx="3962">
                  <c:v>43738</c:v>
                </c:pt>
                <c:pt idx="3963">
                  <c:v>43739</c:v>
                </c:pt>
                <c:pt idx="3964">
                  <c:v>43740</c:v>
                </c:pt>
                <c:pt idx="3965">
                  <c:v>43741</c:v>
                </c:pt>
                <c:pt idx="3966">
                  <c:v>43742</c:v>
                </c:pt>
                <c:pt idx="3967">
                  <c:v>43745</c:v>
                </c:pt>
                <c:pt idx="3968">
                  <c:v>43746</c:v>
                </c:pt>
                <c:pt idx="3969">
                  <c:v>43747</c:v>
                </c:pt>
                <c:pt idx="3970">
                  <c:v>43748</c:v>
                </c:pt>
                <c:pt idx="3971">
                  <c:v>43749</c:v>
                </c:pt>
                <c:pt idx="3972">
                  <c:v>43752</c:v>
                </c:pt>
                <c:pt idx="3973">
                  <c:v>43753</c:v>
                </c:pt>
                <c:pt idx="3974">
                  <c:v>43754</c:v>
                </c:pt>
                <c:pt idx="3975">
                  <c:v>43755</c:v>
                </c:pt>
                <c:pt idx="3976">
                  <c:v>43756</c:v>
                </c:pt>
                <c:pt idx="3977">
                  <c:v>43759</c:v>
                </c:pt>
                <c:pt idx="3978">
                  <c:v>43760</c:v>
                </c:pt>
                <c:pt idx="3979">
                  <c:v>43761</c:v>
                </c:pt>
                <c:pt idx="3980">
                  <c:v>43762</c:v>
                </c:pt>
                <c:pt idx="3981">
                  <c:v>43763</c:v>
                </c:pt>
                <c:pt idx="3982">
                  <c:v>43766</c:v>
                </c:pt>
                <c:pt idx="3983">
                  <c:v>43767</c:v>
                </c:pt>
                <c:pt idx="3984">
                  <c:v>43768</c:v>
                </c:pt>
                <c:pt idx="3985">
                  <c:v>43769</c:v>
                </c:pt>
                <c:pt idx="3986">
                  <c:v>43770</c:v>
                </c:pt>
                <c:pt idx="3987">
                  <c:v>43773</c:v>
                </c:pt>
                <c:pt idx="3988">
                  <c:v>43774</c:v>
                </c:pt>
                <c:pt idx="3989">
                  <c:v>43775</c:v>
                </c:pt>
                <c:pt idx="3990">
                  <c:v>43776</c:v>
                </c:pt>
                <c:pt idx="3991">
                  <c:v>43777</c:v>
                </c:pt>
                <c:pt idx="3992">
                  <c:v>43780</c:v>
                </c:pt>
                <c:pt idx="3993">
                  <c:v>43781</c:v>
                </c:pt>
                <c:pt idx="3994">
                  <c:v>43782</c:v>
                </c:pt>
                <c:pt idx="3995">
                  <c:v>43783</c:v>
                </c:pt>
                <c:pt idx="3996">
                  <c:v>43784</c:v>
                </c:pt>
                <c:pt idx="3997">
                  <c:v>43787</c:v>
                </c:pt>
                <c:pt idx="3998">
                  <c:v>43788</c:v>
                </c:pt>
                <c:pt idx="3999">
                  <c:v>43789</c:v>
                </c:pt>
                <c:pt idx="4000">
                  <c:v>43790</c:v>
                </c:pt>
                <c:pt idx="4001">
                  <c:v>43791</c:v>
                </c:pt>
                <c:pt idx="4002">
                  <c:v>43794</c:v>
                </c:pt>
                <c:pt idx="4003">
                  <c:v>43795</c:v>
                </c:pt>
                <c:pt idx="4004">
                  <c:v>43796</c:v>
                </c:pt>
                <c:pt idx="4005">
                  <c:v>43798</c:v>
                </c:pt>
                <c:pt idx="4006">
                  <c:v>43801</c:v>
                </c:pt>
                <c:pt idx="4007">
                  <c:v>43802</c:v>
                </c:pt>
                <c:pt idx="4008">
                  <c:v>43803</c:v>
                </c:pt>
                <c:pt idx="4009">
                  <c:v>43804</c:v>
                </c:pt>
                <c:pt idx="4010">
                  <c:v>43805</c:v>
                </c:pt>
                <c:pt idx="4011">
                  <c:v>43808</c:v>
                </c:pt>
                <c:pt idx="4012">
                  <c:v>43809</c:v>
                </c:pt>
                <c:pt idx="4013">
                  <c:v>43810</c:v>
                </c:pt>
                <c:pt idx="4014">
                  <c:v>43811</c:v>
                </c:pt>
                <c:pt idx="4015">
                  <c:v>43812</c:v>
                </c:pt>
                <c:pt idx="4016">
                  <c:v>43815</c:v>
                </c:pt>
                <c:pt idx="4017">
                  <c:v>43816</c:v>
                </c:pt>
                <c:pt idx="4018">
                  <c:v>43817</c:v>
                </c:pt>
                <c:pt idx="4019">
                  <c:v>43818</c:v>
                </c:pt>
                <c:pt idx="4020">
                  <c:v>43819</c:v>
                </c:pt>
                <c:pt idx="4021">
                  <c:v>43822</c:v>
                </c:pt>
                <c:pt idx="4022">
                  <c:v>43823</c:v>
                </c:pt>
                <c:pt idx="4023">
                  <c:v>43825</c:v>
                </c:pt>
                <c:pt idx="4024">
                  <c:v>43826</c:v>
                </c:pt>
                <c:pt idx="4025">
                  <c:v>43829</c:v>
                </c:pt>
                <c:pt idx="4026">
                  <c:v>43830</c:v>
                </c:pt>
                <c:pt idx="4027">
                  <c:v>43832</c:v>
                </c:pt>
                <c:pt idx="4028">
                  <c:v>43833</c:v>
                </c:pt>
                <c:pt idx="4029">
                  <c:v>43836</c:v>
                </c:pt>
                <c:pt idx="4030">
                  <c:v>43837</c:v>
                </c:pt>
                <c:pt idx="4031">
                  <c:v>43838</c:v>
                </c:pt>
                <c:pt idx="4032">
                  <c:v>43839</c:v>
                </c:pt>
                <c:pt idx="4033">
                  <c:v>43840</c:v>
                </c:pt>
                <c:pt idx="4034">
                  <c:v>43843</c:v>
                </c:pt>
                <c:pt idx="4035">
                  <c:v>43844</c:v>
                </c:pt>
                <c:pt idx="4036">
                  <c:v>43845</c:v>
                </c:pt>
                <c:pt idx="4037">
                  <c:v>43846</c:v>
                </c:pt>
                <c:pt idx="4038">
                  <c:v>43847</c:v>
                </c:pt>
                <c:pt idx="4039">
                  <c:v>43851</c:v>
                </c:pt>
                <c:pt idx="4040">
                  <c:v>43852</c:v>
                </c:pt>
                <c:pt idx="4041">
                  <c:v>43853</c:v>
                </c:pt>
                <c:pt idx="4042">
                  <c:v>43854</c:v>
                </c:pt>
                <c:pt idx="4043">
                  <c:v>43857</c:v>
                </c:pt>
                <c:pt idx="4044">
                  <c:v>43858</c:v>
                </c:pt>
                <c:pt idx="4045">
                  <c:v>43859</c:v>
                </c:pt>
                <c:pt idx="4046">
                  <c:v>43860</c:v>
                </c:pt>
                <c:pt idx="4047">
                  <c:v>43861</c:v>
                </c:pt>
                <c:pt idx="4048">
                  <c:v>43864</c:v>
                </c:pt>
                <c:pt idx="4049">
                  <c:v>43865</c:v>
                </c:pt>
                <c:pt idx="4050">
                  <c:v>43866</c:v>
                </c:pt>
                <c:pt idx="4051">
                  <c:v>43867</c:v>
                </c:pt>
                <c:pt idx="4052">
                  <c:v>43868</c:v>
                </c:pt>
                <c:pt idx="4053">
                  <c:v>43871</c:v>
                </c:pt>
                <c:pt idx="4054">
                  <c:v>43872</c:v>
                </c:pt>
                <c:pt idx="4055">
                  <c:v>43873</c:v>
                </c:pt>
                <c:pt idx="4056">
                  <c:v>43874</c:v>
                </c:pt>
                <c:pt idx="4057">
                  <c:v>43875</c:v>
                </c:pt>
                <c:pt idx="4058">
                  <c:v>43879</c:v>
                </c:pt>
                <c:pt idx="4059">
                  <c:v>43880</c:v>
                </c:pt>
                <c:pt idx="4060">
                  <c:v>43881</c:v>
                </c:pt>
                <c:pt idx="4061">
                  <c:v>43882</c:v>
                </c:pt>
                <c:pt idx="4062">
                  <c:v>43885</c:v>
                </c:pt>
                <c:pt idx="4063">
                  <c:v>43886</c:v>
                </c:pt>
                <c:pt idx="4064">
                  <c:v>43887</c:v>
                </c:pt>
                <c:pt idx="4065">
                  <c:v>43888</c:v>
                </c:pt>
                <c:pt idx="4066">
                  <c:v>43889</c:v>
                </c:pt>
                <c:pt idx="4067">
                  <c:v>43892</c:v>
                </c:pt>
                <c:pt idx="4068">
                  <c:v>43893</c:v>
                </c:pt>
                <c:pt idx="4069">
                  <c:v>43894</c:v>
                </c:pt>
                <c:pt idx="4070">
                  <c:v>43895</c:v>
                </c:pt>
                <c:pt idx="4071">
                  <c:v>43896</c:v>
                </c:pt>
                <c:pt idx="4072">
                  <c:v>43899</c:v>
                </c:pt>
                <c:pt idx="4073">
                  <c:v>43900</c:v>
                </c:pt>
                <c:pt idx="4074">
                  <c:v>43901</c:v>
                </c:pt>
                <c:pt idx="4075">
                  <c:v>43902</c:v>
                </c:pt>
                <c:pt idx="4076">
                  <c:v>43903</c:v>
                </c:pt>
                <c:pt idx="4077">
                  <c:v>43906</c:v>
                </c:pt>
                <c:pt idx="4078">
                  <c:v>43907</c:v>
                </c:pt>
                <c:pt idx="4079">
                  <c:v>43908</c:v>
                </c:pt>
                <c:pt idx="4080">
                  <c:v>43909</c:v>
                </c:pt>
                <c:pt idx="4081">
                  <c:v>43910</c:v>
                </c:pt>
                <c:pt idx="4082">
                  <c:v>43913</c:v>
                </c:pt>
                <c:pt idx="4083">
                  <c:v>43914</c:v>
                </c:pt>
                <c:pt idx="4084">
                  <c:v>43915</c:v>
                </c:pt>
                <c:pt idx="4085">
                  <c:v>43916</c:v>
                </c:pt>
                <c:pt idx="4086">
                  <c:v>43917</c:v>
                </c:pt>
                <c:pt idx="4087">
                  <c:v>43920</c:v>
                </c:pt>
                <c:pt idx="4088">
                  <c:v>43921</c:v>
                </c:pt>
                <c:pt idx="4089">
                  <c:v>43922</c:v>
                </c:pt>
                <c:pt idx="4090">
                  <c:v>43923</c:v>
                </c:pt>
                <c:pt idx="4091">
                  <c:v>43924</c:v>
                </c:pt>
                <c:pt idx="4092">
                  <c:v>43927</c:v>
                </c:pt>
                <c:pt idx="4093">
                  <c:v>43928</c:v>
                </c:pt>
                <c:pt idx="4094">
                  <c:v>43929</c:v>
                </c:pt>
                <c:pt idx="4095">
                  <c:v>43930</c:v>
                </c:pt>
                <c:pt idx="4096">
                  <c:v>43934</c:v>
                </c:pt>
                <c:pt idx="4097">
                  <c:v>43935</c:v>
                </c:pt>
                <c:pt idx="4098">
                  <c:v>43936</c:v>
                </c:pt>
                <c:pt idx="4099">
                  <c:v>43937</c:v>
                </c:pt>
                <c:pt idx="4100">
                  <c:v>43938</c:v>
                </c:pt>
                <c:pt idx="4101">
                  <c:v>43941</c:v>
                </c:pt>
                <c:pt idx="4102">
                  <c:v>43942</c:v>
                </c:pt>
                <c:pt idx="4103">
                  <c:v>43943</c:v>
                </c:pt>
                <c:pt idx="4104">
                  <c:v>43944</c:v>
                </c:pt>
                <c:pt idx="4105">
                  <c:v>43945</c:v>
                </c:pt>
                <c:pt idx="4106">
                  <c:v>43948</c:v>
                </c:pt>
                <c:pt idx="4107">
                  <c:v>43949</c:v>
                </c:pt>
                <c:pt idx="4108">
                  <c:v>43950</c:v>
                </c:pt>
                <c:pt idx="4109">
                  <c:v>43951</c:v>
                </c:pt>
                <c:pt idx="4110">
                  <c:v>43952</c:v>
                </c:pt>
                <c:pt idx="4111">
                  <c:v>43955</c:v>
                </c:pt>
                <c:pt idx="4112">
                  <c:v>43956</c:v>
                </c:pt>
                <c:pt idx="4113">
                  <c:v>43957</c:v>
                </c:pt>
                <c:pt idx="4114">
                  <c:v>43958</c:v>
                </c:pt>
                <c:pt idx="4115">
                  <c:v>43959</c:v>
                </c:pt>
                <c:pt idx="4116">
                  <c:v>43962</c:v>
                </c:pt>
                <c:pt idx="4117">
                  <c:v>43963</c:v>
                </c:pt>
                <c:pt idx="4118">
                  <c:v>43964</c:v>
                </c:pt>
                <c:pt idx="4119">
                  <c:v>43965</c:v>
                </c:pt>
                <c:pt idx="4120">
                  <c:v>43966</c:v>
                </c:pt>
                <c:pt idx="4121">
                  <c:v>43969</c:v>
                </c:pt>
                <c:pt idx="4122">
                  <c:v>43970</c:v>
                </c:pt>
                <c:pt idx="4123">
                  <c:v>43971</c:v>
                </c:pt>
                <c:pt idx="4124">
                  <c:v>43972</c:v>
                </c:pt>
                <c:pt idx="4125">
                  <c:v>43973</c:v>
                </c:pt>
                <c:pt idx="4126">
                  <c:v>43977</c:v>
                </c:pt>
                <c:pt idx="4127">
                  <c:v>43978</c:v>
                </c:pt>
                <c:pt idx="4128">
                  <c:v>43979</c:v>
                </c:pt>
                <c:pt idx="4129">
                  <c:v>43980</c:v>
                </c:pt>
                <c:pt idx="4130">
                  <c:v>43983</c:v>
                </c:pt>
                <c:pt idx="4131">
                  <c:v>43984</c:v>
                </c:pt>
                <c:pt idx="4132">
                  <c:v>43985</c:v>
                </c:pt>
                <c:pt idx="4133">
                  <c:v>43986</c:v>
                </c:pt>
                <c:pt idx="4134">
                  <c:v>43987</c:v>
                </c:pt>
                <c:pt idx="4135">
                  <c:v>43990</c:v>
                </c:pt>
                <c:pt idx="4136">
                  <c:v>43991</c:v>
                </c:pt>
                <c:pt idx="4137">
                  <c:v>43992</c:v>
                </c:pt>
                <c:pt idx="4138">
                  <c:v>43993</c:v>
                </c:pt>
                <c:pt idx="4139">
                  <c:v>43994</c:v>
                </c:pt>
                <c:pt idx="4140">
                  <c:v>43997</c:v>
                </c:pt>
                <c:pt idx="4141">
                  <c:v>43998</c:v>
                </c:pt>
                <c:pt idx="4142">
                  <c:v>43999</c:v>
                </c:pt>
                <c:pt idx="4143">
                  <c:v>44000</c:v>
                </c:pt>
                <c:pt idx="4144">
                  <c:v>44001</c:v>
                </c:pt>
                <c:pt idx="4145">
                  <c:v>44004</c:v>
                </c:pt>
                <c:pt idx="4146">
                  <c:v>44005</c:v>
                </c:pt>
                <c:pt idx="4147">
                  <c:v>44006</c:v>
                </c:pt>
                <c:pt idx="4148">
                  <c:v>44007</c:v>
                </c:pt>
                <c:pt idx="4149">
                  <c:v>44008</c:v>
                </c:pt>
                <c:pt idx="4150">
                  <c:v>44011</c:v>
                </c:pt>
                <c:pt idx="4151">
                  <c:v>44012</c:v>
                </c:pt>
                <c:pt idx="4152">
                  <c:v>44013</c:v>
                </c:pt>
                <c:pt idx="4153">
                  <c:v>44014</c:v>
                </c:pt>
                <c:pt idx="4154">
                  <c:v>44018</c:v>
                </c:pt>
                <c:pt idx="4155">
                  <c:v>44019</c:v>
                </c:pt>
                <c:pt idx="4156">
                  <c:v>44020</c:v>
                </c:pt>
                <c:pt idx="4157">
                  <c:v>44021</c:v>
                </c:pt>
                <c:pt idx="4158">
                  <c:v>44022</c:v>
                </c:pt>
                <c:pt idx="4159">
                  <c:v>44025</c:v>
                </c:pt>
                <c:pt idx="4160">
                  <c:v>44026</c:v>
                </c:pt>
                <c:pt idx="4161">
                  <c:v>44027</c:v>
                </c:pt>
                <c:pt idx="4162">
                  <c:v>44028</c:v>
                </c:pt>
                <c:pt idx="4163">
                  <c:v>44029</c:v>
                </c:pt>
                <c:pt idx="4164">
                  <c:v>44032</c:v>
                </c:pt>
                <c:pt idx="4165">
                  <c:v>44033</c:v>
                </c:pt>
                <c:pt idx="4166">
                  <c:v>44034</c:v>
                </c:pt>
                <c:pt idx="4167">
                  <c:v>44035</c:v>
                </c:pt>
                <c:pt idx="4168">
                  <c:v>44036</c:v>
                </c:pt>
                <c:pt idx="4169">
                  <c:v>44039</c:v>
                </c:pt>
                <c:pt idx="4170">
                  <c:v>44040</c:v>
                </c:pt>
                <c:pt idx="4171">
                  <c:v>44041</c:v>
                </c:pt>
                <c:pt idx="4172">
                  <c:v>44042</c:v>
                </c:pt>
                <c:pt idx="4173">
                  <c:v>44043</c:v>
                </c:pt>
                <c:pt idx="4174">
                  <c:v>44046</c:v>
                </c:pt>
                <c:pt idx="4175">
                  <c:v>44047</c:v>
                </c:pt>
                <c:pt idx="4176">
                  <c:v>44048</c:v>
                </c:pt>
                <c:pt idx="4177">
                  <c:v>44049</c:v>
                </c:pt>
                <c:pt idx="4178">
                  <c:v>44050</c:v>
                </c:pt>
                <c:pt idx="4179">
                  <c:v>44053</c:v>
                </c:pt>
                <c:pt idx="4180">
                  <c:v>44054</c:v>
                </c:pt>
                <c:pt idx="4181">
                  <c:v>44055</c:v>
                </c:pt>
                <c:pt idx="4182">
                  <c:v>44056</c:v>
                </c:pt>
                <c:pt idx="4183">
                  <c:v>44057</c:v>
                </c:pt>
                <c:pt idx="4184">
                  <c:v>44060</c:v>
                </c:pt>
                <c:pt idx="4185">
                  <c:v>44061</c:v>
                </c:pt>
                <c:pt idx="4186">
                  <c:v>44062</c:v>
                </c:pt>
                <c:pt idx="4187">
                  <c:v>44063</c:v>
                </c:pt>
                <c:pt idx="4188">
                  <c:v>44064</c:v>
                </c:pt>
                <c:pt idx="4189">
                  <c:v>44067</c:v>
                </c:pt>
                <c:pt idx="4190">
                  <c:v>44068</c:v>
                </c:pt>
                <c:pt idx="4191">
                  <c:v>44069</c:v>
                </c:pt>
                <c:pt idx="4192">
                  <c:v>44070</c:v>
                </c:pt>
                <c:pt idx="4193">
                  <c:v>44071</c:v>
                </c:pt>
                <c:pt idx="4194">
                  <c:v>44074</c:v>
                </c:pt>
                <c:pt idx="4195">
                  <c:v>44075</c:v>
                </c:pt>
                <c:pt idx="4196">
                  <c:v>44076</c:v>
                </c:pt>
                <c:pt idx="4197">
                  <c:v>44077</c:v>
                </c:pt>
                <c:pt idx="4198">
                  <c:v>44078</c:v>
                </c:pt>
                <c:pt idx="4199">
                  <c:v>44082</c:v>
                </c:pt>
                <c:pt idx="4200">
                  <c:v>44083</c:v>
                </c:pt>
                <c:pt idx="4201">
                  <c:v>44084</c:v>
                </c:pt>
                <c:pt idx="4202">
                  <c:v>44085</c:v>
                </c:pt>
                <c:pt idx="4203">
                  <c:v>44088</c:v>
                </c:pt>
                <c:pt idx="4204">
                  <c:v>44089</c:v>
                </c:pt>
                <c:pt idx="4205">
                  <c:v>44090</c:v>
                </c:pt>
                <c:pt idx="4206">
                  <c:v>44091</c:v>
                </c:pt>
                <c:pt idx="4207">
                  <c:v>44092</c:v>
                </c:pt>
                <c:pt idx="4208">
                  <c:v>44095</c:v>
                </c:pt>
                <c:pt idx="4209">
                  <c:v>44096</c:v>
                </c:pt>
                <c:pt idx="4210">
                  <c:v>44097</c:v>
                </c:pt>
                <c:pt idx="4211">
                  <c:v>44098</c:v>
                </c:pt>
                <c:pt idx="4212">
                  <c:v>44099</c:v>
                </c:pt>
                <c:pt idx="4213">
                  <c:v>44102</c:v>
                </c:pt>
                <c:pt idx="4214">
                  <c:v>44103</c:v>
                </c:pt>
                <c:pt idx="4215">
                  <c:v>44104</c:v>
                </c:pt>
                <c:pt idx="4216">
                  <c:v>44105</c:v>
                </c:pt>
                <c:pt idx="4217">
                  <c:v>44106</c:v>
                </c:pt>
                <c:pt idx="4218">
                  <c:v>44109</c:v>
                </c:pt>
                <c:pt idx="4219">
                  <c:v>44110</c:v>
                </c:pt>
                <c:pt idx="4220">
                  <c:v>44111</c:v>
                </c:pt>
                <c:pt idx="4221">
                  <c:v>44112</c:v>
                </c:pt>
                <c:pt idx="4222">
                  <c:v>44113</c:v>
                </c:pt>
                <c:pt idx="4223">
                  <c:v>44116</c:v>
                </c:pt>
                <c:pt idx="4224">
                  <c:v>44117</c:v>
                </c:pt>
                <c:pt idx="4225">
                  <c:v>44118</c:v>
                </c:pt>
                <c:pt idx="4226">
                  <c:v>44119</c:v>
                </c:pt>
                <c:pt idx="4227">
                  <c:v>44120</c:v>
                </c:pt>
                <c:pt idx="4228">
                  <c:v>44123</c:v>
                </c:pt>
                <c:pt idx="4229">
                  <c:v>44124</c:v>
                </c:pt>
                <c:pt idx="4230">
                  <c:v>44125</c:v>
                </c:pt>
                <c:pt idx="4231">
                  <c:v>44126</c:v>
                </c:pt>
                <c:pt idx="4232">
                  <c:v>44127</c:v>
                </c:pt>
                <c:pt idx="4233">
                  <c:v>44130</c:v>
                </c:pt>
                <c:pt idx="4234">
                  <c:v>44131</c:v>
                </c:pt>
                <c:pt idx="4235">
                  <c:v>44132</c:v>
                </c:pt>
                <c:pt idx="4236">
                  <c:v>44133</c:v>
                </c:pt>
                <c:pt idx="4237">
                  <c:v>44134</c:v>
                </c:pt>
                <c:pt idx="4238">
                  <c:v>44137</c:v>
                </c:pt>
                <c:pt idx="4239">
                  <c:v>44138</c:v>
                </c:pt>
                <c:pt idx="4240">
                  <c:v>44139</c:v>
                </c:pt>
                <c:pt idx="4241">
                  <c:v>44140</c:v>
                </c:pt>
                <c:pt idx="4242">
                  <c:v>44141</c:v>
                </c:pt>
                <c:pt idx="4243">
                  <c:v>44144</c:v>
                </c:pt>
                <c:pt idx="4244">
                  <c:v>44145</c:v>
                </c:pt>
                <c:pt idx="4245">
                  <c:v>44146</c:v>
                </c:pt>
                <c:pt idx="4246">
                  <c:v>44147</c:v>
                </c:pt>
                <c:pt idx="4247">
                  <c:v>44148</c:v>
                </c:pt>
                <c:pt idx="4248">
                  <c:v>44151</c:v>
                </c:pt>
                <c:pt idx="4249">
                  <c:v>44152</c:v>
                </c:pt>
                <c:pt idx="4250">
                  <c:v>44153</c:v>
                </c:pt>
                <c:pt idx="4251">
                  <c:v>44154</c:v>
                </c:pt>
                <c:pt idx="4252">
                  <c:v>44155</c:v>
                </c:pt>
                <c:pt idx="4253">
                  <c:v>44158</c:v>
                </c:pt>
                <c:pt idx="4254">
                  <c:v>44159</c:v>
                </c:pt>
                <c:pt idx="4255">
                  <c:v>44160</c:v>
                </c:pt>
                <c:pt idx="4256">
                  <c:v>44162</c:v>
                </c:pt>
                <c:pt idx="4257">
                  <c:v>44165</c:v>
                </c:pt>
                <c:pt idx="4258">
                  <c:v>44166</c:v>
                </c:pt>
                <c:pt idx="4259">
                  <c:v>44167</c:v>
                </c:pt>
                <c:pt idx="4260">
                  <c:v>44168</c:v>
                </c:pt>
                <c:pt idx="4261">
                  <c:v>44169</c:v>
                </c:pt>
                <c:pt idx="4262">
                  <c:v>44172</c:v>
                </c:pt>
                <c:pt idx="4263">
                  <c:v>44173</c:v>
                </c:pt>
                <c:pt idx="4264">
                  <c:v>44174</c:v>
                </c:pt>
                <c:pt idx="4265">
                  <c:v>44175</c:v>
                </c:pt>
                <c:pt idx="4266">
                  <c:v>44176</c:v>
                </c:pt>
                <c:pt idx="4267">
                  <c:v>44179</c:v>
                </c:pt>
                <c:pt idx="4268">
                  <c:v>44180</c:v>
                </c:pt>
                <c:pt idx="4269">
                  <c:v>44181</c:v>
                </c:pt>
                <c:pt idx="4270">
                  <c:v>44182</c:v>
                </c:pt>
                <c:pt idx="4271">
                  <c:v>44183</c:v>
                </c:pt>
                <c:pt idx="4272">
                  <c:v>44186</c:v>
                </c:pt>
                <c:pt idx="4273">
                  <c:v>44187</c:v>
                </c:pt>
                <c:pt idx="4274">
                  <c:v>44188</c:v>
                </c:pt>
                <c:pt idx="4275">
                  <c:v>44189</c:v>
                </c:pt>
                <c:pt idx="4276">
                  <c:v>44193</c:v>
                </c:pt>
                <c:pt idx="4277">
                  <c:v>44194</c:v>
                </c:pt>
                <c:pt idx="4278">
                  <c:v>44195</c:v>
                </c:pt>
                <c:pt idx="4279">
                  <c:v>44196</c:v>
                </c:pt>
                <c:pt idx="4280">
                  <c:v>44200</c:v>
                </c:pt>
                <c:pt idx="4281">
                  <c:v>44201</c:v>
                </c:pt>
                <c:pt idx="4282">
                  <c:v>44202</c:v>
                </c:pt>
                <c:pt idx="4283">
                  <c:v>44203</c:v>
                </c:pt>
                <c:pt idx="4284">
                  <c:v>44204</c:v>
                </c:pt>
                <c:pt idx="4285">
                  <c:v>44207</c:v>
                </c:pt>
                <c:pt idx="4286">
                  <c:v>44208</c:v>
                </c:pt>
                <c:pt idx="4287">
                  <c:v>44209</c:v>
                </c:pt>
                <c:pt idx="4288">
                  <c:v>44210</c:v>
                </c:pt>
                <c:pt idx="4289">
                  <c:v>44211</c:v>
                </c:pt>
                <c:pt idx="4290">
                  <c:v>44215</c:v>
                </c:pt>
                <c:pt idx="4291">
                  <c:v>44216</c:v>
                </c:pt>
                <c:pt idx="4292">
                  <c:v>44217</c:v>
                </c:pt>
                <c:pt idx="4293">
                  <c:v>44218</c:v>
                </c:pt>
                <c:pt idx="4294">
                  <c:v>44221</c:v>
                </c:pt>
                <c:pt idx="4295">
                  <c:v>44222</c:v>
                </c:pt>
                <c:pt idx="4296">
                  <c:v>44223</c:v>
                </c:pt>
                <c:pt idx="4297">
                  <c:v>44224</c:v>
                </c:pt>
                <c:pt idx="4298">
                  <c:v>44225</c:v>
                </c:pt>
                <c:pt idx="4299">
                  <c:v>44228</c:v>
                </c:pt>
                <c:pt idx="4300">
                  <c:v>44229</c:v>
                </c:pt>
                <c:pt idx="4301">
                  <c:v>44230</c:v>
                </c:pt>
                <c:pt idx="4302">
                  <c:v>44231</c:v>
                </c:pt>
                <c:pt idx="4303">
                  <c:v>44232</c:v>
                </c:pt>
                <c:pt idx="4304">
                  <c:v>44235</c:v>
                </c:pt>
                <c:pt idx="4305">
                  <c:v>44236</c:v>
                </c:pt>
                <c:pt idx="4306">
                  <c:v>44237</c:v>
                </c:pt>
                <c:pt idx="4307">
                  <c:v>44238</c:v>
                </c:pt>
                <c:pt idx="4308">
                  <c:v>44239</c:v>
                </c:pt>
                <c:pt idx="4309">
                  <c:v>44243</c:v>
                </c:pt>
                <c:pt idx="4310">
                  <c:v>44244</c:v>
                </c:pt>
                <c:pt idx="4311">
                  <c:v>44245</c:v>
                </c:pt>
                <c:pt idx="4312">
                  <c:v>44246</c:v>
                </c:pt>
                <c:pt idx="4313">
                  <c:v>44249</c:v>
                </c:pt>
                <c:pt idx="4314">
                  <c:v>44250</c:v>
                </c:pt>
                <c:pt idx="4315">
                  <c:v>44251</c:v>
                </c:pt>
                <c:pt idx="4316">
                  <c:v>44252</c:v>
                </c:pt>
                <c:pt idx="4317">
                  <c:v>44253</c:v>
                </c:pt>
                <c:pt idx="4318">
                  <c:v>44256</c:v>
                </c:pt>
                <c:pt idx="4319">
                  <c:v>44257</c:v>
                </c:pt>
                <c:pt idx="4320">
                  <c:v>44258</c:v>
                </c:pt>
                <c:pt idx="4321">
                  <c:v>44259</c:v>
                </c:pt>
                <c:pt idx="4322">
                  <c:v>44260</c:v>
                </c:pt>
                <c:pt idx="4323">
                  <c:v>44263</c:v>
                </c:pt>
                <c:pt idx="4324">
                  <c:v>44264</c:v>
                </c:pt>
                <c:pt idx="4325">
                  <c:v>44265</c:v>
                </c:pt>
                <c:pt idx="4326">
                  <c:v>44266</c:v>
                </c:pt>
                <c:pt idx="4327">
                  <c:v>44267</c:v>
                </c:pt>
                <c:pt idx="4328">
                  <c:v>44270</c:v>
                </c:pt>
                <c:pt idx="4329">
                  <c:v>44271</c:v>
                </c:pt>
                <c:pt idx="4330">
                  <c:v>44272</c:v>
                </c:pt>
                <c:pt idx="4331">
                  <c:v>44273</c:v>
                </c:pt>
                <c:pt idx="4332">
                  <c:v>44274</c:v>
                </c:pt>
                <c:pt idx="4333">
                  <c:v>44277</c:v>
                </c:pt>
                <c:pt idx="4334">
                  <c:v>44278</c:v>
                </c:pt>
                <c:pt idx="4335">
                  <c:v>44279</c:v>
                </c:pt>
                <c:pt idx="4336">
                  <c:v>44280</c:v>
                </c:pt>
                <c:pt idx="4337">
                  <c:v>44281</c:v>
                </c:pt>
                <c:pt idx="4338">
                  <c:v>44284</c:v>
                </c:pt>
                <c:pt idx="4339">
                  <c:v>44285</c:v>
                </c:pt>
                <c:pt idx="4340">
                  <c:v>44286</c:v>
                </c:pt>
                <c:pt idx="4341">
                  <c:v>44287</c:v>
                </c:pt>
                <c:pt idx="4342">
                  <c:v>44291</c:v>
                </c:pt>
                <c:pt idx="4343">
                  <c:v>44292</c:v>
                </c:pt>
                <c:pt idx="4344">
                  <c:v>44293</c:v>
                </c:pt>
                <c:pt idx="4345">
                  <c:v>44294</c:v>
                </c:pt>
                <c:pt idx="4346">
                  <c:v>44295</c:v>
                </c:pt>
                <c:pt idx="4347">
                  <c:v>44298</c:v>
                </c:pt>
                <c:pt idx="4348">
                  <c:v>44299</c:v>
                </c:pt>
                <c:pt idx="4349">
                  <c:v>44300</c:v>
                </c:pt>
                <c:pt idx="4350">
                  <c:v>44301</c:v>
                </c:pt>
                <c:pt idx="4351">
                  <c:v>44302</c:v>
                </c:pt>
                <c:pt idx="4352">
                  <c:v>44305</c:v>
                </c:pt>
                <c:pt idx="4353">
                  <c:v>44306</c:v>
                </c:pt>
                <c:pt idx="4354">
                  <c:v>44307</c:v>
                </c:pt>
                <c:pt idx="4355">
                  <c:v>44308</c:v>
                </c:pt>
                <c:pt idx="4356">
                  <c:v>44309</c:v>
                </c:pt>
                <c:pt idx="4357">
                  <c:v>44312</c:v>
                </c:pt>
                <c:pt idx="4358">
                  <c:v>44313</c:v>
                </c:pt>
                <c:pt idx="4359">
                  <c:v>44314</c:v>
                </c:pt>
                <c:pt idx="4360">
                  <c:v>44315</c:v>
                </c:pt>
                <c:pt idx="4361">
                  <c:v>44316</c:v>
                </c:pt>
                <c:pt idx="4362">
                  <c:v>44319</c:v>
                </c:pt>
                <c:pt idx="4363">
                  <c:v>44320</c:v>
                </c:pt>
                <c:pt idx="4364">
                  <c:v>44321</c:v>
                </c:pt>
                <c:pt idx="4365">
                  <c:v>44322</c:v>
                </c:pt>
                <c:pt idx="4366">
                  <c:v>44323</c:v>
                </c:pt>
                <c:pt idx="4367">
                  <c:v>44326</c:v>
                </c:pt>
                <c:pt idx="4368">
                  <c:v>44327</c:v>
                </c:pt>
                <c:pt idx="4369">
                  <c:v>44328</c:v>
                </c:pt>
                <c:pt idx="4370">
                  <c:v>44329</c:v>
                </c:pt>
                <c:pt idx="4371">
                  <c:v>44330</c:v>
                </c:pt>
                <c:pt idx="4372">
                  <c:v>44333</c:v>
                </c:pt>
                <c:pt idx="4373">
                  <c:v>44334</c:v>
                </c:pt>
                <c:pt idx="4374">
                  <c:v>44335</c:v>
                </c:pt>
                <c:pt idx="4375">
                  <c:v>44336</c:v>
                </c:pt>
                <c:pt idx="4376">
                  <c:v>44337</c:v>
                </c:pt>
                <c:pt idx="4377">
                  <c:v>44340</c:v>
                </c:pt>
                <c:pt idx="4378">
                  <c:v>44341</c:v>
                </c:pt>
                <c:pt idx="4379">
                  <c:v>44342</c:v>
                </c:pt>
                <c:pt idx="4380">
                  <c:v>44343</c:v>
                </c:pt>
                <c:pt idx="4381">
                  <c:v>44344</c:v>
                </c:pt>
                <c:pt idx="4382">
                  <c:v>44348</c:v>
                </c:pt>
                <c:pt idx="4383">
                  <c:v>44349</c:v>
                </c:pt>
                <c:pt idx="4384">
                  <c:v>44350</c:v>
                </c:pt>
                <c:pt idx="4385">
                  <c:v>44351</c:v>
                </c:pt>
                <c:pt idx="4386">
                  <c:v>44354</c:v>
                </c:pt>
                <c:pt idx="4387">
                  <c:v>44355</c:v>
                </c:pt>
                <c:pt idx="4388">
                  <c:v>44356</c:v>
                </c:pt>
                <c:pt idx="4389">
                  <c:v>44357</c:v>
                </c:pt>
                <c:pt idx="4390">
                  <c:v>44358</c:v>
                </c:pt>
                <c:pt idx="4391">
                  <c:v>44361</c:v>
                </c:pt>
                <c:pt idx="4392">
                  <c:v>44362</c:v>
                </c:pt>
                <c:pt idx="4393">
                  <c:v>44363</c:v>
                </c:pt>
                <c:pt idx="4394">
                  <c:v>44364</c:v>
                </c:pt>
                <c:pt idx="4395">
                  <c:v>44365</c:v>
                </c:pt>
                <c:pt idx="4396">
                  <c:v>44368</c:v>
                </c:pt>
                <c:pt idx="4397">
                  <c:v>44369</c:v>
                </c:pt>
                <c:pt idx="4398">
                  <c:v>44370</c:v>
                </c:pt>
                <c:pt idx="4399">
                  <c:v>44371</c:v>
                </c:pt>
                <c:pt idx="4400">
                  <c:v>44372</c:v>
                </c:pt>
                <c:pt idx="4401">
                  <c:v>44375</c:v>
                </c:pt>
                <c:pt idx="4402">
                  <c:v>44376</c:v>
                </c:pt>
                <c:pt idx="4403">
                  <c:v>44377</c:v>
                </c:pt>
                <c:pt idx="4404">
                  <c:v>44378</c:v>
                </c:pt>
                <c:pt idx="4405">
                  <c:v>44379</c:v>
                </c:pt>
                <c:pt idx="4406">
                  <c:v>44383</c:v>
                </c:pt>
                <c:pt idx="4407">
                  <c:v>44384</c:v>
                </c:pt>
                <c:pt idx="4408">
                  <c:v>44385</c:v>
                </c:pt>
                <c:pt idx="4409">
                  <c:v>44386</c:v>
                </c:pt>
                <c:pt idx="4410">
                  <c:v>44389</c:v>
                </c:pt>
                <c:pt idx="4411">
                  <c:v>44390</c:v>
                </c:pt>
                <c:pt idx="4412">
                  <c:v>44391</c:v>
                </c:pt>
                <c:pt idx="4413">
                  <c:v>44392</c:v>
                </c:pt>
                <c:pt idx="4414">
                  <c:v>44393</c:v>
                </c:pt>
                <c:pt idx="4415">
                  <c:v>44396</c:v>
                </c:pt>
                <c:pt idx="4416">
                  <c:v>44397</c:v>
                </c:pt>
                <c:pt idx="4417">
                  <c:v>44398</c:v>
                </c:pt>
                <c:pt idx="4418">
                  <c:v>44399</c:v>
                </c:pt>
                <c:pt idx="4419">
                  <c:v>44400</c:v>
                </c:pt>
                <c:pt idx="4420">
                  <c:v>44403</c:v>
                </c:pt>
                <c:pt idx="4421">
                  <c:v>44404</c:v>
                </c:pt>
                <c:pt idx="4422">
                  <c:v>44405</c:v>
                </c:pt>
                <c:pt idx="4423">
                  <c:v>44406</c:v>
                </c:pt>
                <c:pt idx="4424">
                  <c:v>44407</c:v>
                </c:pt>
                <c:pt idx="4425">
                  <c:v>44410</c:v>
                </c:pt>
                <c:pt idx="4426">
                  <c:v>44411</c:v>
                </c:pt>
                <c:pt idx="4427">
                  <c:v>44412</c:v>
                </c:pt>
                <c:pt idx="4428">
                  <c:v>44413</c:v>
                </c:pt>
                <c:pt idx="4429">
                  <c:v>44414</c:v>
                </c:pt>
                <c:pt idx="4430">
                  <c:v>44417</c:v>
                </c:pt>
                <c:pt idx="4431">
                  <c:v>44418</c:v>
                </c:pt>
                <c:pt idx="4432">
                  <c:v>44419</c:v>
                </c:pt>
                <c:pt idx="4433">
                  <c:v>44420</c:v>
                </c:pt>
                <c:pt idx="4434">
                  <c:v>44421</c:v>
                </c:pt>
                <c:pt idx="4435">
                  <c:v>44424</c:v>
                </c:pt>
                <c:pt idx="4436">
                  <c:v>44425</c:v>
                </c:pt>
                <c:pt idx="4437">
                  <c:v>44426</c:v>
                </c:pt>
                <c:pt idx="4438">
                  <c:v>44427</c:v>
                </c:pt>
                <c:pt idx="4439">
                  <c:v>44428</c:v>
                </c:pt>
                <c:pt idx="4440">
                  <c:v>44431</c:v>
                </c:pt>
                <c:pt idx="4441">
                  <c:v>44432</c:v>
                </c:pt>
                <c:pt idx="4442">
                  <c:v>44433</c:v>
                </c:pt>
                <c:pt idx="4443">
                  <c:v>44434</c:v>
                </c:pt>
                <c:pt idx="4444">
                  <c:v>44435</c:v>
                </c:pt>
                <c:pt idx="4445">
                  <c:v>44438</c:v>
                </c:pt>
                <c:pt idx="4446">
                  <c:v>44439</c:v>
                </c:pt>
                <c:pt idx="4447">
                  <c:v>44440</c:v>
                </c:pt>
                <c:pt idx="4448">
                  <c:v>44441</c:v>
                </c:pt>
                <c:pt idx="4449">
                  <c:v>44442</c:v>
                </c:pt>
                <c:pt idx="4450">
                  <c:v>44446</c:v>
                </c:pt>
                <c:pt idx="4451">
                  <c:v>44447</c:v>
                </c:pt>
                <c:pt idx="4452">
                  <c:v>44448</c:v>
                </c:pt>
                <c:pt idx="4453">
                  <c:v>44449</c:v>
                </c:pt>
                <c:pt idx="4454">
                  <c:v>44452</c:v>
                </c:pt>
                <c:pt idx="4455">
                  <c:v>44453</c:v>
                </c:pt>
                <c:pt idx="4456">
                  <c:v>44454</c:v>
                </c:pt>
                <c:pt idx="4457">
                  <c:v>44455</c:v>
                </c:pt>
                <c:pt idx="4458">
                  <c:v>44456</c:v>
                </c:pt>
                <c:pt idx="4459">
                  <c:v>44459</c:v>
                </c:pt>
                <c:pt idx="4460">
                  <c:v>44460</c:v>
                </c:pt>
                <c:pt idx="4461">
                  <c:v>44461</c:v>
                </c:pt>
                <c:pt idx="4462">
                  <c:v>44462</c:v>
                </c:pt>
                <c:pt idx="4463">
                  <c:v>44463</c:v>
                </c:pt>
                <c:pt idx="4464">
                  <c:v>44466</c:v>
                </c:pt>
                <c:pt idx="4465">
                  <c:v>44467</c:v>
                </c:pt>
                <c:pt idx="4466">
                  <c:v>44468</c:v>
                </c:pt>
                <c:pt idx="4467">
                  <c:v>44469</c:v>
                </c:pt>
                <c:pt idx="4468">
                  <c:v>44470</c:v>
                </c:pt>
                <c:pt idx="4469">
                  <c:v>44473</c:v>
                </c:pt>
                <c:pt idx="4470">
                  <c:v>44474</c:v>
                </c:pt>
                <c:pt idx="4471">
                  <c:v>44475</c:v>
                </c:pt>
                <c:pt idx="4472">
                  <c:v>44476</c:v>
                </c:pt>
                <c:pt idx="4473">
                  <c:v>44477</c:v>
                </c:pt>
                <c:pt idx="4474">
                  <c:v>44480</c:v>
                </c:pt>
                <c:pt idx="4475">
                  <c:v>44481</c:v>
                </c:pt>
                <c:pt idx="4476">
                  <c:v>44482</c:v>
                </c:pt>
                <c:pt idx="4477">
                  <c:v>44483</c:v>
                </c:pt>
                <c:pt idx="4478">
                  <c:v>44484</c:v>
                </c:pt>
                <c:pt idx="4479">
                  <c:v>44487</c:v>
                </c:pt>
                <c:pt idx="4480">
                  <c:v>44488</c:v>
                </c:pt>
                <c:pt idx="4481">
                  <c:v>44489</c:v>
                </c:pt>
                <c:pt idx="4482">
                  <c:v>44490</c:v>
                </c:pt>
                <c:pt idx="4483">
                  <c:v>44491</c:v>
                </c:pt>
                <c:pt idx="4484">
                  <c:v>44494</c:v>
                </c:pt>
                <c:pt idx="4485">
                  <c:v>44495</c:v>
                </c:pt>
                <c:pt idx="4486">
                  <c:v>44496</c:v>
                </c:pt>
                <c:pt idx="4487">
                  <c:v>44497</c:v>
                </c:pt>
                <c:pt idx="4488">
                  <c:v>44498</c:v>
                </c:pt>
                <c:pt idx="4489">
                  <c:v>44501</c:v>
                </c:pt>
                <c:pt idx="4490">
                  <c:v>44502</c:v>
                </c:pt>
                <c:pt idx="4491">
                  <c:v>44503</c:v>
                </c:pt>
                <c:pt idx="4492">
                  <c:v>44504</c:v>
                </c:pt>
                <c:pt idx="4493">
                  <c:v>44505</c:v>
                </c:pt>
                <c:pt idx="4494">
                  <c:v>44508</c:v>
                </c:pt>
                <c:pt idx="4495">
                  <c:v>44509</c:v>
                </c:pt>
                <c:pt idx="4496">
                  <c:v>44510</c:v>
                </c:pt>
                <c:pt idx="4497">
                  <c:v>44511</c:v>
                </c:pt>
                <c:pt idx="4498">
                  <c:v>44512</c:v>
                </c:pt>
                <c:pt idx="4499">
                  <c:v>44515</c:v>
                </c:pt>
                <c:pt idx="4500">
                  <c:v>44516</c:v>
                </c:pt>
                <c:pt idx="4501">
                  <c:v>44517</c:v>
                </c:pt>
                <c:pt idx="4502">
                  <c:v>44518</c:v>
                </c:pt>
                <c:pt idx="4503">
                  <c:v>44519</c:v>
                </c:pt>
                <c:pt idx="4504">
                  <c:v>44522</c:v>
                </c:pt>
                <c:pt idx="4505">
                  <c:v>44523</c:v>
                </c:pt>
                <c:pt idx="4506">
                  <c:v>44524</c:v>
                </c:pt>
                <c:pt idx="4507">
                  <c:v>44526</c:v>
                </c:pt>
                <c:pt idx="4508">
                  <c:v>44529</c:v>
                </c:pt>
                <c:pt idx="4509">
                  <c:v>44530</c:v>
                </c:pt>
                <c:pt idx="4510">
                  <c:v>44531</c:v>
                </c:pt>
                <c:pt idx="4511">
                  <c:v>44532</c:v>
                </c:pt>
                <c:pt idx="4512">
                  <c:v>44533</c:v>
                </c:pt>
                <c:pt idx="4513">
                  <c:v>44536</c:v>
                </c:pt>
                <c:pt idx="4514">
                  <c:v>44537</c:v>
                </c:pt>
                <c:pt idx="4515">
                  <c:v>44538</c:v>
                </c:pt>
                <c:pt idx="4516">
                  <c:v>44539</c:v>
                </c:pt>
                <c:pt idx="4517">
                  <c:v>44540</c:v>
                </c:pt>
                <c:pt idx="4518">
                  <c:v>44543</c:v>
                </c:pt>
                <c:pt idx="4519">
                  <c:v>44544</c:v>
                </c:pt>
                <c:pt idx="4520">
                  <c:v>44545</c:v>
                </c:pt>
                <c:pt idx="4521">
                  <c:v>44546</c:v>
                </c:pt>
                <c:pt idx="4522">
                  <c:v>44547</c:v>
                </c:pt>
                <c:pt idx="4523">
                  <c:v>44550</c:v>
                </c:pt>
                <c:pt idx="4524">
                  <c:v>44551</c:v>
                </c:pt>
                <c:pt idx="4525">
                  <c:v>44552</c:v>
                </c:pt>
                <c:pt idx="4526">
                  <c:v>44553</c:v>
                </c:pt>
                <c:pt idx="4527">
                  <c:v>44557</c:v>
                </c:pt>
                <c:pt idx="4528">
                  <c:v>44558</c:v>
                </c:pt>
                <c:pt idx="4529">
                  <c:v>44559</c:v>
                </c:pt>
                <c:pt idx="4530">
                  <c:v>44560</c:v>
                </c:pt>
                <c:pt idx="4531">
                  <c:v>44561</c:v>
                </c:pt>
                <c:pt idx="4532">
                  <c:v>44564</c:v>
                </c:pt>
                <c:pt idx="4533">
                  <c:v>44565</c:v>
                </c:pt>
                <c:pt idx="4534">
                  <c:v>44566</c:v>
                </c:pt>
                <c:pt idx="4535">
                  <c:v>44567</c:v>
                </c:pt>
                <c:pt idx="4536">
                  <c:v>44568</c:v>
                </c:pt>
                <c:pt idx="4537">
                  <c:v>44571</c:v>
                </c:pt>
                <c:pt idx="4538">
                  <c:v>44572</c:v>
                </c:pt>
                <c:pt idx="4539">
                  <c:v>44573</c:v>
                </c:pt>
                <c:pt idx="4540">
                  <c:v>44574</c:v>
                </c:pt>
                <c:pt idx="4541">
                  <c:v>44575</c:v>
                </c:pt>
                <c:pt idx="4542">
                  <c:v>44579</c:v>
                </c:pt>
                <c:pt idx="4543">
                  <c:v>44580</c:v>
                </c:pt>
                <c:pt idx="4544">
                  <c:v>44581</c:v>
                </c:pt>
                <c:pt idx="4545">
                  <c:v>44582</c:v>
                </c:pt>
                <c:pt idx="4546">
                  <c:v>44585</c:v>
                </c:pt>
                <c:pt idx="4547">
                  <c:v>44586</c:v>
                </c:pt>
                <c:pt idx="4548">
                  <c:v>44587</c:v>
                </c:pt>
                <c:pt idx="4549">
                  <c:v>44588</c:v>
                </c:pt>
                <c:pt idx="4550">
                  <c:v>44589</c:v>
                </c:pt>
                <c:pt idx="4551">
                  <c:v>44592</c:v>
                </c:pt>
                <c:pt idx="4552">
                  <c:v>44593</c:v>
                </c:pt>
              </c:numCache>
            </c:numRef>
          </c:cat>
          <c:val>
            <c:numRef>
              <c:f>'^VIX'!$B$1:$B$4553</c:f>
              <c:numCache>
                <c:formatCode>General</c:formatCode>
                <c:ptCount val="4553"/>
                <c:pt idx="0">
                  <c:v>18.219999000000001</c:v>
                </c:pt>
                <c:pt idx="1">
                  <c:v>17.489999999999998</c:v>
                </c:pt>
                <c:pt idx="2">
                  <c:v>16.73</c:v>
                </c:pt>
                <c:pt idx="3">
                  <c:v>15.5</c:v>
                </c:pt>
                <c:pt idx="4">
                  <c:v>15.61</c:v>
                </c:pt>
                <c:pt idx="5">
                  <c:v>16.75</c:v>
                </c:pt>
                <c:pt idx="6">
                  <c:v>16.82</c:v>
                </c:pt>
                <c:pt idx="7">
                  <c:v>18.040001</c:v>
                </c:pt>
                <c:pt idx="8">
                  <c:v>16.75</c:v>
                </c:pt>
                <c:pt idx="9">
                  <c:v>15.56</c:v>
                </c:pt>
                <c:pt idx="10">
                  <c:v>15</c:v>
                </c:pt>
                <c:pt idx="11">
                  <c:v>15.21</c:v>
                </c:pt>
                <c:pt idx="12">
                  <c:v>14.34</c:v>
                </c:pt>
                <c:pt idx="13">
                  <c:v>14.71</c:v>
                </c:pt>
                <c:pt idx="14">
                  <c:v>14.84</c:v>
                </c:pt>
                <c:pt idx="15">
                  <c:v>14.55</c:v>
                </c:pt>
                <c:pt idx="16">
                  <c:v>15.35</c:v>
                </c:pt>
                <c:pt idx="17">
                  <c:v>16.780000999999999</c:v>
                </c:pt>
                <c:pt idx="18">
                  <c:v>17.139999</c:v>
                </c:pt>
                <c:pt idx="19">
                  <c:v>16.629999000000002</c:v>
                </c:pt>
                <c:pt idx="20">
                  <c:v>17.110001</c:v>
                </c:pt>
                <c:pt idx="21">
                  <c:v>17.34</c:v>
                </c:pt>
                <c:pt idx="22">
                  <c:v>17.870000999999998</c:v>
                </c:pt>
                <c:pt idx="23">
                  <c:v>17.709999</c:v>
                </c:pt>
                <c:pt idx="24">
                  <c:v>16</c:v>
                </c:pt>
                <c:pt idx="25">
                  <c:v>16.389999</c:v>
                </c:pt>
                <c:pt idx="26">
                  <c:v>15.94</c:v>
                </c:pt>
                <c:pt idx="27">
                  <c:v>15.39</c:v>
                </c:pt>
                <c:pt idx="28">
                  <c:v>15.31</c:v>
                </c:pt>
                <c:pt idx="29">
                  <c:v>15.58</c:v>
                </c:pt>
                <c:pt idx="30">
                  <c:v>15.4</c:v>
                </c:pt>
                <c:pt idx="31">
                  <c:v>15.59</c:v>
                </c:pt>
                <c:pt idx="32">
                  <c:v>15.8</c:v>
                </c:pt>
                <c:pt idx="33">
                  <c:v>16.040001</c:v>
                </c:pt>
                <c:pt idx="34">
                  <c:v>16.290001</c:v>
                </c:pt>
                <c:pt idx="35">
                  <c:v>15.9</c:v>
                </c:pt>
                <c:pt idx="36">
                  <c:v>14.93</c:v>
                </c:pt>
                <c:pt idx="37">
                  <c:v>14.83</c:v>
                </c:pt>
                <c:pt idx="38">
                  <c:v>14.55</c:v>
                </c:pt>
                <c:pt idx="39">
                  <c:v>14.44</c:v>
                </c:pt>
                <c:pt idx="40">
                  <c:v>14.86</c:v>
                </c:pt>
                <c:pt idx="41">
                  <c:v>14.55</c:v>
                </c:pt>
                <c:pt idx="42">
                  <c:v>14.4</c:v>
                </c:pt>
                <c:pt idx="43">
                  <c:v>14.48</c:v>
                </c:pt>
                <c:pt idx="44">
                  <c:v>15.79</c:v>
                </c:pt>
                <c:pt idx="45">
                  <c:v>16.600000000000001</c:v>
                </c:pt>
                <c:pt idx="46">
                  <c:v>18.670000000000002</c:v>
                </c:pt>
                <c:pt idx="47">
                  <c:v>20.67</c:v>
                </c:pt>
                <c:pt idx="48">
                  <c:v>18.299999</c:v>
                </c:pt>
                <c:pt idx="49">
                  <c:v>21.129999000000002</c:v>
                </c:pt>
                <c:pt idx="50">
                  <c:v>20.34</c:v>
                </c:pt>
                <c:pt idx="51">
                  <c:v>18.110001</c:v>
                </c:pt>
                <c:pt idx="52">
                  <c:v>18.530000999999999</c:v>
                </c:pt>
                <c:pt idx="53">
                  <c:v>19.149999999999999</c:v>
                </c:pt>
                <c:pt idx="54">
                  <c:v>21.58</c:v>
                </c:pt>
                <c:pt idx="55">
                  <c:v>20.67</c:v>
                </c:pt>
                <c:pt idx="56">
                  <c:v>19.809999000000001</c:v>
                </c:pt>
                <c:pt idx="57">
                  <c:v>17.879999000000002</c:v>
                </c:pt>
                <c:pt idx="58">
                  <c:v>17.329999999999998</c:v>
                </c:pt>
                <c:pt idx="59">
                  <c:v>16.5</c:v>
                </c:pt>
                <c:pt idx="60">
                  <c:v>16.280000999999999</c:v>
                </c:pt>
                <c:pt idx="61">
                  <c:v>16.739999999999998</c:v>
                </c:pt>
                <c:pt idx="62">
                  <c:v>16.649999999999999</c:v>
                </c:pt>
                <c:pt idx="63">
                  <c:v>15.64</c:v>
                </c:pt>
                <c:pt idx="64">
                  <c:v>14.97</c:v>
                </c:pt>
                <c:pt idx="65">
                  <c:v>15.32</c:v>
                </c:pt>
                <c:pt idx="66">
                  <c:v>15.76</c:v>
                </c:pt>
                <c:pt idx="67">
                  <c:v>16.260000000000002</c:v>
                </c:pt>
                <c:pt idx="68">
                  <c:v>15.28</c:v>
                </c:pt>
                <c:pt idx="69">
                  <c:v>17.260000000000002</c:v>
                </c:pt>
                <c:pt idx="70">
                  <c:v>15.62</c:v>
                </c:pt>
                <c:pt idx="71">
                  <c:v>15.74</c:v>
                </c:pt>
                <c:pt idx="72">
                  <c:v>14.94</c:v>
                </c:pt>
                <c:pt idx="73">
                  <c:v>15.42</c:v>
                </c:pt>
                <c:pt idx="74">
                  <c:v>16.670000000000002</c:v>
                </c:pt>
                <c:pt idx="75">
                  <c:v>15.6</c:v>
                </c:pt>
                <c:pt idx="76">
                  <c:v>14.61</c:v>
                </c:pt>
                <c:pt idx="77">
                  <c:v>14.01</c:v>
                </c:pt>
                <c:pt idx="78">
                  <c:v>14.77</c:v>
                </c:pt>
                <c:pt idx="79">
                  <c:v>15.07</c:v>
                </c:pt>
                <c:pt idx="80">
                  <c:v>16.290001</c:v>
                </c:pt>
                <c:pt idx="81">
                  <c:v>16.600000000000001</c:v>
                </c:pt>
                <c:pt idx="82">
                  <c:v>17.190000999999999</c:v>
                </c:pt>
                <c:pt idx="83">
                  <c:v>16.620000999999998</c:v>
                </c:pt>
                <c:pt idx="84">
                  <c:v>16.549999</c:v>
                </c:pt>
                <c:pt idx="85">
                  <c:v>15.77</c:v>
                </c:pt>
                <c:pt idx="86">
                  <c:v>17.049999</c:v>
                </c:pt>
                <c:pt idx="87">
                  <c:v>18.129999000000002</c:v>
                </c:pt>
                <c:pt idx="88">
                  <c:v>19.77</c:v>
                </c:pt>
                <c:pt idx="89">
                  <c:v>18.57</c:v>
                </c:pt>
                <c:pt idx="90">
                  <c:v>18.139999</c:v>
                </c:pt>
                <c:pt idx="91">
                  <c:v>18.860001</c:v>
                </c:pt>
                <c:pt idx="92">
                  <c:v>18.469999000000001</c:v>
                </c:pt>
                <c:pt idx="93">
                  <c:v>19.959999</c:v>
                </c:pt>
                <c:pt idx="94">
                  <c:v>19.329999999999998</c:v>
                </c:pt>
                <c:pt idx="95">
                  <c:v>18.93</c:v>
                </c:pt>
                <c:pt idx="96">
                  <c:v>18.670000000000002</c:v>
                </c:pt>
                <c:pt idx="97">
                  <c:v>18.489999999999998</c:v>
                </c:pt>
                <c:pt idx="98">
                  <c:v>18.079999999999998</c:v>
                </c:pt>
                <c:pt idx="99">
                  <c:v>15.96</c:v>
                </c:pt>
                <c:pt idx="100">
                  <c:v>15.97</c:v>
                </c:pt>
                <c:pt idx="101">
                  <c:v>15.28</c:v>
                </c:pt>
                <c:pt idx="102">
                  <c:v>15.5</c:v>
                </c:pt>
                <c:pt idx="103">
                  <c:v>16.299999</c:v>
                </c:pt>
                <c:pt idx="104">
                  <c:v>16.079999999999998</c:v>
                </c:pt>
                <c:pt idx="105">
                  <c:v>17.030000999999999</c:v>
                </c:pt>
                <c:pt idx="106">
                  <c:v>16.780000999999999</c:v>
                </c:pt>
                <c:pt idx="107">
                  <c:v>15.39</c:v>
                </c:pt>
                <c:pt idx="108">
                  <c:v>15.01</c:v>
                </c:pt>
                <c:pt idx="109">
                  <c:v>15.39</c:v>
                </c:pt>
                <c:pt idx="110">
                  <c:v>15.04</c:v>
                </c:pt>
                <c:pt idx="111">
                  <c:v>16.07</c:v>
                </c:pt>
                <c:pt idx="112">
                  <c:v>15.05</c:v>
                </c:pt>
                <c:pt idx="113">
                  <c:v>14.79</c:v>
                </c:pt>
                <c:pt idx="114">
                  <c:v>15.15</c:v>
                </c:pt>
                <c:pt idx="115">
                  <c:v>14.99</c:v>
                </c:pt>
                <c:pt idx="116">
                  <c:v>15.26</c:v>
                </c:pt>
                <c:pt idx="117">
                  <c:v>14.31</c:v>
                </c:pt>
                <c:pt idx="118">
                  <c:v>13.98</c:v>
                </c:pt>
                <c:pt idx="119">
                  <c:v>14.81</c:v>
                </c:pt>
                <c:pt idx="120">
                  <c:v>15.19</c:v>
                </c:pt>
                <c:pt idx="121">
                  <c:v>16.07</c:v>
                </c:pt>
                <c:pt idx="122">
                  <c:v>15.47</c:v>
                </c:pt>
                <c:pt idx="123">
                  <c:v>14.34</c:v>
                </c:pt>
                <c:pt idx="124">
                  <c:v>15.2</c:v>
                </c:pt>
                <c:pt idx="125">
                  <c:v>15.08</c:v>
                </c:pt>
                <c:pt idx="126">
                  <c:v>16.25</c:v>
                </c:pt>
                <c:pt idx="127">
                  <c:v>15.81</c:v>
                </c:pt>
                <c:pt idx="128">
                  <c:v>16.200001</c:v>
                </c:pt>
                <c:pt idx="129">
                  <c:v>15.78</c:v>
                </c:pt>
                <c:pt idx="130">
                  <c:v>14.96</c:v>
                </c:pt>
                <c:pt idx="131">
                  <c:v>14.46</c:v>
                </c:pt>
                <c:pt idx="132">
                  <c:v>13.76</c:v>
                </c:pt>
                <c:pt idx="133">
                  <c:v>14.71</c:v>
                </c:pt>
                <c:pt idx="134">
                  <c:v>14.34</c:v>
                </c:pt>
                <c:pt idx="135">
                  <c:v>15.17</c:v>
                </c:pt>
                <c:pt idx="136">
                  <c:v>14.17</c:v>
                </c:pt>
                <c:pt idx="137">
                  <c:v>16.41</c:v>
                </c:pt>
                <c:pt idx="138">
                  <c:v>15.75</c:v>
                </c:pt>
                <c:pt idx="139">
                  <c:v>16.5</c:v>
                </c:pt>
                <c:pt idx="140">
                  <c:v>17.299999</c:v>
                </c:pt>
                <c:pt idx="141">
                  <c:v>16.549999</c:v>
                </c:pt>
                <c:pt idx="142">
                  <c:v>16.149999999999999</c:v>
                </c:pt>
                <c:pt idx="143">
                  <c:v>15.68</c:v>
                </c:pt>
                <c:pt idx="144">
                  <c:v>15.32</c:v>
                </c:pt>
                <c:pt idx="145">
                  <c:v>15.37</c:v>
                </c:pt>
                <c:pt idx="146">
                  <c:v>16.030000999999999</c:v>
                </c:pt>
                <c:pt idx="147">
                  <c:v>16.209999</c:v>
                </c:pt>
                <c:pt idx="148">
                  <c:v>18.32</c:v>
                </c:pt>
                <c:pt idx="149">
                  <c:v>19.34</c:v>
                </c:pt>
                <c:pt idx="150">
                  <c:v>18.889999</c:v>
                </c:pt>
                <c:pt idx="151">
                  <c:v>17.469999000000001</c:v>
                </c:pt>
                <c:pt idx="152">
                  <c:v>18.040001</c:v>
                </c:pt>
                <c:pt idx="153">
                  <c:v>19.079999999999998</c:v>
                </c:pt>
                <c:pt idx="154">
                  <c:v>17.98</c:v>
                </c:pt>
                <c:pt idx="155">
                  <c:v>17.57</c:v>
                </c:pt>
                <c:pt idx="156">
                  <c:v>17.02</c:v>
                </c:pt>
                <c:pt idx="157">
                  <c:v>16.23</c:v>
                </c:pt>
                <c:pt idx="158">
                  <c:v>16.959999</c:v>
                </c:pt>
                <c:pt idx="159">
                  <c:v>16</c:v>
                </c:pt>
                <c:pt idx="160">
                  <c:v>15.88</c:v>
                </c:pt>
                <c:pt idx="161">
                  <c:v>15.33</c:v>
                </c:pt>
                <c:pt idx="162">
                  <c:v>14.98</c:v>
                </c:pt>
                <c:pt idx="163">
                  <c:v>14.91</c:v>
                </c:pt>
                <c:pt idx="164">
                  <c:v>14.71</c:v>
                </c:pt>
                <c:pt idx="165">
                  <c:v>15.44</c:v>
                </c:pt>
                <c:pt idx="166">
                  <c:v>15.29</c:v>
                </c:pt>
                <c:pt idx="167">
                  <c:v>14.91</c:v>
                </c:pt>
                <c:pt idx="168">
                  <c:v>14.28</c:v>
                </c:pt>
                <c:pt idx="169">
                  <c:v>13.91</c:v>
                </c:pt>
                <c:pt idx="170">
                  <c:v>14.07</c:v>
                </c:pt>
                <c:pt idx="171">
                  <c:v>14.06</c:v>
                </c:pt>
                <c:pt idx="172">
                  <c:v>14.01</c:v>
                </c:pt>
                <c:pt idx="173">
                  <c:v>13.76</c:v>
                </c:pt>
                <c:pt idx="174">
                  <c:v>13.17</c:v>
                </c:pt>
                <c:pt idx="175">
                  <c:v>13.56</c:v>
                </c:pt>
                <c:pt idx="176">
                  <c:v>14.64</c:v>
                </c:pt>
                <c:pt idx="177">
                  <c:v>14.39</c:v>
                </c:pt>
                <c:pt idx="178">
                  <c:v>14.03</c:v>
                </c:pt>
                <c:pt idx="179">
                  <c:v>14.43</c:v>
                </c:pt>
                <c:pt idx="180">
                  <c:v>13.66</c:v>
                </c:pt>
                <c:pt idx="181">
                  <c:v>14.74</c:v>
                </c:pt>
                <c:pt idx="182">
                  <c:v>14.8</c:v>
                </c:pt>
                <c:pt idx="183">
                  <c:v>14.28</c:v>
                </c:pt>
                <c:pt idx="184">
                  <c:v>14.62</c:v>
                </c:pt>
                <c:pt idx="185">
                  <c:v>13.83</c:v>
                </c:pt>
                <c:pt idx="186">
                  <c:v>13.21</c:v>
                </c:pt>
                <c:pt idx="187">
                  <c:v>13.34</c:v>
                </c:pt>
                <c:pt idx="188">
                  <c:v>12.75</c:v>
                </c:pt>
                <c:pt idx="189">
                  <c:v>13.41</c:v>
                </c:pt>
                <c:pt idx="190">
                  <c:v>13.95</c:v>
                </c:pt>
                <c:pt idx="191">
                  <c:v>13.28</c:v>
                </c:pt>
                <c:pt idx="192">
                  <c:v>14.5</c:v>
                </c:pt>
                <c:pt idx="193">
                  <c:v>15.05</c:v>
                </c:pt>
                <c:pt idx="194">
                  <c:v>14.71</c:v>
                </c:pt>
                <c:pt idx="195">
                  <c:v>15.05</c:v>
                </c:pt>
                <c:pt idx="196">
                  <c:v>15.42</c:v>
                </c:pt>
                <c:pt idx="197">
                  <c:v>16.43</c:v>
                </c:pt>
                <c:pt idx="198">
                  <c:v>15.04</c:v>
                </c:pt>
                <c:pt idx="199">
                  <c:v>14.71</c:v>
                </c:pt>
                <c:pt idx="200">
                  <c:v>15.13</c:v>
                </c:pt>
                <c:pt idx="201">
                  <c:v>14.85</c:v>
                </c:pt>
                <c:pt idx="202">
                  <c:v>14.54</c:v>
                </c:pt>
                <c:pt idx="203">
                  <c:v>15.28</c:v>
                </c:pt>
                <c:pt idx="204">
                  <c:v>16.579999999999998</c:v>
                </c:pt>
                <c:pt idx="205">
                  <c:v>16.389999</c:v>
                </c:pt>
                <c:pt idx="206">
                  <c:v>15.72</c:v>
                </c:pt>
                <c:pt idx="207">
                  <c:v>15.39</c:v>
                </c:pt>
                <c:pt idx="208">
                  <c:v>16.27</c:v>
                </c:pt>
                <c:pt idx="209">
                  <c:v>16.27</c:v>
                </c:pt>
                <c:pt idx="210">
                  <c:v>16.18</c:v>
                </c:pt>
                <c:pt idx="211">
                  <c:v>14.04</c:v>
                </c:pt>
                <c:pt idx="212">
                  <c:v>13.97</c:v>
                </c:pt>
                <c:pt idx="213">
                  <c:v>13.84</c:v>
                </c:pt>
                <c:pt idx="214">
                  <c:v>13.8</c:v>
                </c:pt>
                <c:pt idx="215">
                  <c:v>13.61</c:v>
                </c:pt>
                <c:pt idx="216">
                  <c:v>13.08</c:v>
                </c:pt>
                <c:pt idx="217">
                  <c:v>13.04</c:v>
                </c:pt>
                <c:pt idx="218">
                  <c:v>13.33</c:v>
                </c:pt>
                <c:pt idx="219">
                  <c:v>13.38</c:v>
                </c:pt>
                <c:pt idx="220">
                  <c:v>13.21</c:v>
                </c:pt>
                <c:pt idx="221">
                  <c:v>13.21</c:v>
                </c:pt>
                <c:pt idx="222">
                  <c:v>12.98</c:v>
                </c:pt>
                <c:pt idx="223">
                  <c:v>13.5</c:v>
                </c:pt>
                <c:pt idx="224">
                  <c:v>12.97</c:v>
                </c:pt>
                <c:pt idx="225">
                  <c:v>12.67</c:v>
                </c:pt>
                <c:pt idx="226">
                  <c:v>12.72</c:v>
                </c:pt>
                <c:pt idx="227">
                  <c:v>12.78</c:v>
                </c:pt>
                <c:pt idx="228">
                  <c:v>13.3</c:v>
                </c:pt>
                <c:pt idx="229">
                  <c:v>13.24</c:v>
                </c:pt>
                <c:pt idx="230">
                  <c:v>12.97</c:v>
                </c:pt>
                <c:pt idx="231">
                  <c:v>12.98</c:v>
                </c:pt>
                <c:pt idx="232">
                  <c:v>12.96</c:v>
                </c:pt>
                <c:pt idx="233">
                  <c:v>13.19</c:v>
                </c:pt>
                <c:pt idx="234">
                  <c:v>13.67</c:v>
                </c:pt>
                <c:pt idx="235">
                  <c:v>13.19</c:v>
                </c:pt>
                <c:pt idx="236">
                  <c:v>12.88</c:v>
                </c:pt>
                <c:pt idx="237">
                  <c:v>12.76</c:v>
                </c:pt>
                <c:pt idx="238">
                  <c:v>12.54</c:v>
                </c:pt>
                <c:pt idx="239">
                  <c:v>12.73</c:v>
                </c:pt>
                <c:pt idx="240">
                  <c:v>12.35</c:v>
                </c:pt>
                <c:pt idx="241">
                  <c:v>12.27</c:v>
                </c:pt>
                <c:pt idx="242">
                  <c:v>11.95</c:v>
                </c:pt>
                <c:pt idx="243">
                  <c:v>11.83</c:v>
                </c:pt>
                <c:pt idx="244">
                  <c:v>11.55</c:v>
                </c:pt>
                <c:pt idx="245">
                  <c:v>11.45</c:v>
                </c:pt>
                <c:pt idx="246">
                  <c:v>11.23</c:v>
                </c:pt>
                <c:pt idx="247">
                  <c:v>12.14</c:v>
                </c:pt>
                <c:pt idx="248">
                  <c:v>12</c:v>
                </c:pt>
                <c:pt idx="249">
                  <c:v>11.62</c:v>
                </c:pt>
                <c:pt idx="250">
                  <c:v>12.56</c:v>
                </c:pt>
                <c:pt idx="251">
                  <c:v>13.29</c:v>
                </c:pt>
                <c:pt idx="252">
                  <c:v>14.08</c:v>
                </c:pt>
                <c:pt idx="253">
                  <c:v>13.98</c:v>
                </c:pt>
                <c:pt idx="254">
                  <c:v>14.09</c:v>
                </c:pt>
                <c:pt idx="255">
                  <c:v>13.58</c:v>
                </c:pt>
                <c:pt idx="256">
                  <c:v>13.49</c:v>
                </c:pt>
                <c:pt idx="257">
                  <c:v>13.23</c:v>
                </c:pt>
                <c:pt idx="258">
                  <c:v>13.19</c:v>
                </c:pt>
                <c:pt idx="259">
                  <c:v>12.56</c:v>
                </c:pt>
                <c:pt idx="260">
                  <c:v>12.84</c:v>
                </c:pt>
                <c:pt idx="261">
                  <c:v>12.43</c:v>
                </c:pt>
                <c:pt idx="262">
                  <c:v>12.47</c:v>
                </c:pt>
                <c:pt idx="263">
                  <c:v>13.18</c:v>
                </c:pt>
                <c:pt idx="264">
                  <c:v>13.83</c:v>
                </c:pt>
                <c:pt idx="265">
                  <c:v>14.36</c:v>
                </c:pt>
                <c:pt idx="266">
                  <c:v>14.65</c:v>
                </c:pt>
                <c:pt idx="267">
                  <c:v>14.06</c:v>
                </c:pt>
                <c:pt idx="268">
                  <c:v>13.44</c:v>
                </c:pt>
                <c:pt idx="269">
                  <c:v>13.24</c:v>
                </c:pt>
                <c:pt idx="270">
                  <c:v>13.24</c:v>
                </c:pt>
                <c:pt idx="271">
                  <c:v>12.82</c:v>
                </c:pt>
                <c:pt idx="272">
                  <c:v>12.03</c:v>
                </c:pt>
                <c:pt idx="273">
                  <c:v>11.66</c:v>
                </c:pt>
                <c:pt idx="274">
                  <c:v>11.79</c:v>
                </c:pt>
                <c:pt idx="275">
                  <c:v>11.21</c:v>
                </c:pt>
                <c:pt idx="276">
                  <c:v>11.73</c:v>
                </c:pt>
                <c:pt idx="277">
                  <c:v>11.6</c:v>
                </c:pt>
                <c:pt idx="278">
                  <c:v>12</c:v>
                </c:pt>
                <c:pt idx="279">
                  <c:v>11.51</c:v>
                </c:pt>
                <c:pt idx="280">
                  <c:v>11.43</c:v>
                </c:pt>
                <c:pt idx="281">
                  <c:v>11.52</c:v>
                </c:pt>
                <c:pt idx="282">
                  <c:v>11.27</c:v>
                </c:pt>
                <c:pt idx="283">
                  <c:v>11.1</c:v>
                </c:pt>
                <c:pt idx="284">
                  <c:v>11.77</c:v>
                </c:pt>
                <c:pt idx="285">
                  <c:v>11.18</c:v>
                </c:pt>
                <c:pt idx="286">
                  <c:v>13.14</c:v>
                </c:pt>
                <c:pt idx="287">
                  <c:v>12.39</c:v>
                </c:pt>
                <c:pt idx="288">
                  <c:v>11.57</c:v>
                </c:pt>
                <c:pt idx="289">
                  <c:v>11.49</c:v>
                </c:pt>
                <c:pt idx="290">
                  <c:v>12.08</c:v>
                </c:pt>
                <c:pt idx="291">
                  <c:v>12.04</c:v>
                </c:pt>
                <c:pt idx="292">
                  <c:v>12.5</c:v>
                </c:pt>
                <c:pt idx="293">
                  <c:v>12.93</c:v>
                </c:pt>
                <c:pt idx="294">
                  <c:v>11.94</c:v>
                </c:pt>
                <c:pt idx="295">
                  <c:v>12.26</c:v>
                </c:pt>
                <c:pt idx="296">
                  <c:v>12.4</c:v>
                </c:pt>
                <c:pt idx="297">
                  <c:v>12.7</c:v>
                </c:pt>
                <c:pt idx="298">
                  <c:v>12.49</c:v>
                </c:pt>
                <c:pt idx="299">
                  <c:v>12.8</c:v>
                </c:pt>
                <c:pt idx="300">
                  <c:v>12.39</c:v>
                </c:pt>
                <c:pt idx="301">
                  <c:v>13.15</c:v>
                </c:pt>
                <c:pt idx="302">
                  <c:v>13.49</c:v>
                </c:pt>
                <c:pt idx="303">
                  <c:v>13.29</c:v>
                </c:pt>
                <c:pt idx="304">
                  <c:v>13.14</c:v>
                </c:pt>
                <c:pt idx="305">
                  <c:v>13.61</c:v>
                </c:pt>
                <c:pt idx="306">
                  <c:v>14.27</c:v>
                </c:pt>
                <c:pt idx="307">
                  <c:v>14.06</c:v>
                </c:pt>
                <c:pt idx="308">
                  <c:v>13.42</c:v>
                </c:pt>
                <c:pt idx="309">
                  <c:v>13.75</c:v>
                </c:pt>
                <c:pt idx="310">
                  <c:v>14.49</c:v>
                </c:pt>
                <c:pt idx="311">
                  <c:v>13.64</c:v>
                </c:pt>
                <c:pt idx="312">
                  <c:v>14.02</c:v>
                </c:pt>
                <c:pt idx="313">
                  <c:v>14.09</c:v>
                </c:pt>
                <c:pt idx="314">
                  <c:v>14.11</c:v>
                </c:pt>
                <c:pt idx="315">
                  <c:v>13.68</c:v>
                </c:pt>
                <c:pt idx="316">
                  <c:v>13.15</c:v>
                </c:pt>
                <c:pt idx="317">
                  <c:v>12.33</c:v>
                </c:pt>
                <c:pt idx="318">
                  <c:v>12.62</c:v>
                </c:pt>
                <c:pt idx="319">
                  <c:v>11.98</c:v>
                </c:pt>
                <c:pt idx="320">
                  <c:v>11.3</c:v>
                </c:pt>
                <c:pt idx="321">
                  <c:v>13.31</c:v>
                </c:pt>
                <c:pt idx="322">
                  <c:v>14.53</c:v>
                </c:pt>
                <c:pt idx="323">
                  <c:v>17.739999999999998</c:v>
                </c:pt>
                <c:pt idx="324">
                  <c:v>16.559999000000001</c:v>
                </c:pt>
                <c:pt idx="325">
                  <c:v>14.96</c:v>
                </c:pt>
                <c:pt idx="326">
                  <c:v>16.920000000000002</c:v>
                </c:pt>
                <c:pt idx="327">
                  <c:v>14.41</c:v>
                </c:pt>
                <c:pt idx="328">
                  <c:v>15.38</c:v>
                </c:pt>
                <c:pt idx="329">
                  <c:v>14.62</c:v>
                </c:pt>
                <c:pt idx="330">
                  <c:v>14.91</c:v>
                </c:pt>
                <c:pt idx="331">
                  <c:v>14.87</c:v>
                </c:pt>
                <c:pt idx="332">
                  <c:v>16.860001</c:v>
                </c:pt>
                <c:pt idx="333">
                  <c:v>15.31</c:v>
                </c:pt>
                <c:pt idx="334">
                  <c:v>15.12</c:v>
                </c:pt>
                <c:pt idx="335">
                  <c:v>14.53</c:v>
                </c:pt>
                <c:pt idx="336">
                  <c:v>13.85</c:v>
                </c:pt>
                <c:pt idx="337">
                  <c:v>13.98</c:v>
                </c:pt>
                <c:pt idx="338">
                  <c:v>14.05</c:v>
                </c:pt>
                <c:pt idx="339">
                  <c:v>13.75</c:v>
                </c:pt>
                <c:pt idx="340">
                  <c:v>14.91</c:v>
                </c:pt>
                <c:pt idx="341">
                  <c:v>14.45</c:v>
                </c:pt>
                <c:pt idx="342">
                  <c:v>16.120000999999998</c:v>
                </c:pt>
                <c:pt idx="343">
                  <c:v>16.32</c:v>
                </c:pt>
                <c:pt idx="344">
                  <c:v>15.68</c:v>
                </c:pt>
                <c:pt idx="345">
                  <c:v>14.57</c:v>
                </c:pt>
                <c:pt idx="346">
                  <c:v>13.63</c:v>
                </c:pt>
                <c:pt idx="347">
                  <c:v>13.32</c:v>
                </c:pt>
                <c:pt idx="348">
                  <c:v>13.14</c:v>
                </c:pt>
                <c:pt idx="349">
                  <c:v>12.95</c:v>
                </c:pt>
                <c:pt idx="350">
                  <c:v>12.69</c:v>
                </c:pt>
                <c:pt idx="351">
                  <c:v>12.58</c:v>
                </c:pt>
                <c:pt idx="352">
                  <c:v>12.24</c:v>
                </c:pt>
                <c:pt idx="353">
                  <c:v>12.15</c:v>
                </c:pt>
                <c:pt idx="354">
                  <c:v>13.29</c:v>
                </c:pt>
                <c:pt idx="355">
                  <c:v>12.36</c:v>
                </c:pt>
                <c:pt idx="356">
                  <c:v>11.84</c:v>
                </c:pt>
                <c:pt idx="357">
                  <c:v>12.15</c:v>
                </c:pt>
                <c:pt idx="358">
                  <c:v>12.28</c:v>
                </c:pt>
                <c:pt idx="359">
                  <c:v>12.39</c:v>
                </c:pt>
                <c:pt idx="360">
                  <c:v>12.7</c:v>
                </c:pt>
                <c:pt idx="361">
                  <c:v>12.08</c:v>
                </c:pt>
                <c:pt idx="362">
                  <c:v>11.96</c:v>
                </c:pt>
                <c:pt idx="363">
                  <c:v>11.65</c:v>
                </c:pt>
                <c:pt idx="364">
                  <c:v>11.79</c:v>
                </c:pt>
                <c:pt idx="365">
                  <c:v>11.46</c:v>
                </c:pt>
                <c:pt idx="366">
                  <c:v>11.15</c:v>
                </c:pt>
                <c:pt idx="367">
                  <c:v>11.48</c:v>
                </c:pt>
                <c:pt idx="368">
                  <c:v>11.47</c:v>
                </c:pt>
                <c:pt idx="369">
                  <c:v>11.08</c:v>
                </c:pt>
                <c:pt idx="370">
                  <c:v>11.05</c:v>
                </c:pt>
                <c:pt idx="371">
                  <c:v>12.13</c:v>
                </c:pt>
                <c:pt idx="372">
                  <c:v>12.18</c:v>
                </c:pt>
                <c:pt idx="373">
                  <c:v>12.52</c:v>
                </c:pt>
                <c:pt idx="374">
                  <c:v>11.58</c:v>
                </c:pt>
                <c:pt idx="375">
                  <c:v>11.77</c:v>
                </c:pt>
                <c:pt idx="376">
                  <c:v>12.04</c:v>
                </c:pt>
                <c:pt idx="377">
                  <c:v>11.4</c:v>
                </c:pt>
                <c:pt idx="378">
                  <c:v>11.68</c:v>
                </c:pt>
                <c:pt idx="379">
                  <c:v>12.27</c:v>
                </c:pt>
                <c:pt idx="380">
                  <c:v>12.49</c:v>
                </c:pt>
                <c:pt idx="381">
                  <c:v>11.45</c:v>
                </c:pt>
                <c:pt idx="382">
                  <c:v>11.28</c:v>
                </c:pt>
                <c:pt idx="383">
                  <c:v>10.95</c:v>
                </c:pt>
                <c:pt idx="384">
                  <c:v>10.84</c:v>
                </c:pt>
                <c:pt idx="385">
                  <c:v>10.81</c:v>
                </c:pt>
                <c:pt idx="386">
                  <c:v>10.33</c:v>
                </c:pt>
                <c:pt idx="387">
                  <c:v>10.77</c:v>
                </c:pt>
                <c:pt idx="388">
                  <c:v>10.45</c:v>
                </c:pt>
                <c:pt idx="389">
                  <c:v>10.23</c:v>
                </c:pt>
                <c:pt idx="390">
                  <c:v>10.97</c:v>
                </c:pt>
                <c:pt idx="391">
                  <c:v>10.52</c:v>
                </c:pt>
                <c:pt idx="392">
                  <c:v>11.1</c:v>
                </c:pt>
                <c:pt idx="393">
                  <c:v>10.99</c:v>
                </c:pt>
                <c:pt idx="394">
                  <c:v>10.36</c:v>
                </c:pt>
                <c:pt idx="395">
                  <c:v>10.52</c:v>
                </c:pt>
                <c:pt idx="396">
                  <c:v>11.57</c:v>
                </c:pt>
                <c:pt idx="397">
                  <c:v>12.08</c:v>
                </c:pt>
                <c:pt idx="398">
                  <c:v>11.75</c:v>
                </c:pt>
                <c:pt idx="399">
                  <c:v>11.83</c:v>
                </c:pt>
                <c:pt idx="400">
                  <c:v>12.52</c:v>
                </c:pt>
                <c:pt idx="401">
                  <c:v>12.48</c:v>
                </c:pt>
                <c:pt idx="402">
                  <c:v>13.21</c:v>
                </c:pt>
                <c:pt idx="403">
                  <c:v>12.4</c:v>
                </c:pt>
                <c:pt idx="404">
                  <c:v>12.38</c:v>
                </c:pt>
                <c:pt idx="405">
                  <c:v>12.42</c:v>
                </c:pt>
                <c:pt idx="406">
                  <c:v>12.74</c:v>
                </c:pt>
                <c:pt idx="407">
                  <c:v>12.26</c:v>
                </c:pt>
                <c:pt idx="408">
                  <c:v>13.52</c:v>
                </c:pt>
                <c:pt idx="409">
                  <c:v>13.3</c:v>
                </c:pt>
                <c:pt idx="410">
                  <c:v>13.42</c:v>
                </c:pt>
                <c:pt idx="411">
                  <c:v>13.42</c:v>
                </c:pt>
                <c:pt idx="412">
                  <c:v>13.42</c:v>
                </c:pt>
                <c:pt idx="413">
                  <c:v>13.34</c:v>
                </c:pt>
                <c:pt idx="414">
                  <c:v>14.17</c:v>
                </c:pt>
                <c:pt idx="415">
                  <c:v>13.73</c:v>
                </c:pt>
                <c:pt idx="416">
                  <c:v>13.72</c:v>
                </c:pt>
                <c:pt idx="417">
                  <c:v>13.52</c:v>
                </c:pt>
                <c:pt idx="418">
                  <c:v>13.65</c:v>
                </c:pt>
                <c:pt idx="419">
                  <c:v>12.6</c:v>
                </c:pt>
                <c:pt idx="420">
                  <c:v>13.15</c:v>
                </c:pt>
                <c:pt idx="421">
                  <c:v>13.57</c:v>
                </c:pt>
                <c:pt idx="422">
                  <c:v>12.93</c:v>
                </c:pt>
                <c:pt idx="423">
                  <c:v>12.52</c:v>
                </c:pt>
                <c:pt idx="424">
                  <c:v>12.93</c:v>
                </c:pt>
                <c:pt idx="425">
                  <c:v>11.98</c:v>
                </c:pt>
                <c:pt idx="426">
                  <c:v>11.65</c:v>
                </c:pt>
                <c:pt idx="427">
                  <c:v>12.39</c:v>
                </c:pt>
                <c:pt idx="428">
                  <c:v>12.91</c:v>
                </c:pt>
                <c:pt idx="429">
                  <c:v>12.49</c:v>
                </c:pt>
                <c:pt idx="430">
                  <c:v>11.22</c:v>
                </c:pt>
                <c:pt idx="431">
                  <c:v>12.14</c:v>
                </c:pt>
                <c:pt idx="432">
                  <c:v>12.64</c:v>
                </c:pt>
                <c:pt idx="433">
                  <c:v>13.79</c:v>
                </c:pt>
                <c:pt idx="434">
                  <c:v>13.33</c:v>
                </c:pt>
                <c:pt idx="435">
                  <c:v>12.96</c:v>
                </c:pt>
                <c:pt idx="436">
                  <c:v>13.04</c:v>
                </c:pt>
                <c:pt idx="437">
                  <c:v>12.76</c:v>
                </c:pt>
                <c:pt idx="438">
                  <c:v>12.63</c:v>
                </c:pt>
                <c:pt idx="439">
                  <c:v>12.24</c:v>
                </c:pt>
                <c:pt idx="440">
                  <c:v>11.92</c:v>
                </c:pt>
                <c:pt idx="441">
                  <c:v>12.46</c:v>
                </c:pt>
                <c:pt idx="442">
                  <c:v>13.2</c:v>
                </c:pt>
                <c:pt idx="443">
                  <c:v>14.55</c:v>
                </c:pt>
                <c:pt idx="444">
                  <c:v>14.96</c:v>
                </c:pt>
                <c:pt idx="445">
                  <c:v>14.59</c:v>
                </c:pt>
                <c:pt idx="446">
                  <c:v>15.55</c:v>
                </c:pt>
                <c:pt idx="447">
                  <c:v>15.63</c:v>
                </c:pt>
                <c:pt idx="448">
                  <c:v>16.219999000000001</c:v>
                </c:pt>
                <c:pt idx="449">
                  <c:v>16.469999000000001</c:v>
                </c:pt>
                <c:pt idx="450">
                  <c:v>14.87</c:v>
                </c:pt>
                <c:pt idx="451">
                  <c:v>14.67</c:v>
                </c:pt>
                <c:pt idx="452">
                  <c:v>15.33</c:v>
                </c:pt>
                <c:pt idx="453">
                  <c:v>13.5</c:v>
                </c:pt>
                <c:pt idx="454">
                  <c:v>16.110001</c:v>
                </c:pt>
                <c:pt idx="455">
                  <c:v>16.129999000000002</c:v>
                </c:pt>
                <c:pt idx="456">
                  <c:v>14.74</c:v>
                </c:pt>
                <c:pt idx="457">
                  <c:v>14.53</c:v>
                </c:pt>
                <c:pt idx="458">
                  <c:v>14.59</c:v>
                </c:pt>
                <c:pt idx="459">
                  <c:v>16.02</c:v>
                </c:pt>
                <c:pt idx="460">
                  <c:v>14.25</c:v>
                </c:pt>
                <c:pt idx="461">
                  <c:v>15.32</c:v>
                </c:pt>
                <c:pt idx="462">
                  <c:v>14.85</c:v>
                </c:pt>
                <c:pt idx="463">
                  <c:v>13.48</c:v>
                </c:pt>
                <c:pt idx="464">
                  <c:v>13</c:v>
                </c:pt>
                <c:pt idx="465">
                  <c:v>13.17</c:v>
                </c:pt>
                <c:pt idx="466">
                  <c:v>13.1</c:v>
                </c:pt>
                <c:pt idx="467">
                  <c:v>13.08</c:v>
                </c:pt>
                <c:pt idx="468">
                  <c:v>12.8</c:v>
                </c:pt>
                <c:pt idx="469">
                  <c:v>11.9</c:v>
                </c:pt>
                <c:pt idx="470">
                  <c:v>11.63</c:v>
                </c:pt>
                <c:pt idx="471">
                  <c:v>12.18</c:v>
                </c:pt>
                <c:pt idx="472">
                  <c:v>12.23</c:v>
                </c:pt>
                <c:pt idx="473">
                  <c:v>12.26</c:v>
                </c:pt>
                <c:pt idx="474">
                  <c:v>11.25</c:v>
                </c:pt>
                <c:pt idx="475">
                  <c:v>11.12</c:v>
                </c:pt>
                <c:pt idx="476">
                  <c:v>10.82</c:v>
                </c:pt>
                <c:pt idx="477">
                  <c:v>10.6</c:v>
                </c:pt>
                <c:pt idx="478">
                  <c:v>10.96</c:v>
                </c:pt>
                <c:pt idx="479">
                  <c:v>10.88</c:v>
                </c:pt>
                <c:pt idx="480">
                  <c:v>11.84</c:v>
                </c:pt>
                <c:pt idx="481">
                  <c:v>11.89</c:v>
                </c:pt>
                <c:pt idx="482">
                  <c:v>12.06</c:v>
                </c:pt>
                <c:pt idx="483">
                  <c:v>11.24</c:v>
                </c:pt>
                <c:pt idx="484">
                  <c:v>11.01</c:v>
                </c:pt>
                <c:pt idx="485">
                  <c:v>11.6</c:v>
                </c:pt>
                <c:pt idx="486">
                  <c:v>11.52</c:v>
                </c:pt>
                <c:pt idx="487">
                  <c:v>12.18</c:v>
                </c:pt>
                <c:pt idx="488">
                  <c:v>12.21</c:v>
                </c:pt>
                <c:pt idx="489">
                  <c:v>11.69</c:v>
                </c:pt>
                <c:pt idx="490">
                  <c:v>11.47</c:v>
                </c:pt>
                <c:pt idx="491">
                  <c:v>11.11</c:v>
                </c:pt>
                <c:pt idx="492">
                  <c:v>10.48</c:v>
                </c:pt>
                <c:pt idx="493">
                  <c:v>10.73</c:v>
                </c:pt>
                <c:pt idx="494">
                  <c:v>10.68</c:v>
                </c:pt>
                <c:pt idx="495">
                  <c:v>11.38</c:v>
                </c:pt>
                <c:pt idx="496">
                  <c:v>11.19</c:v>
                </c:pt>
                <c:pt idx="497">
                  <c:v>10.81</c:v>
                </c:pt>
                <c:pt idx="498">
                  <c:v>10.29</c:v>
                </c:pt>
                <c:pt idx="499">
                  <c:v>10.27</c:v>
                </c:pt>
                <c:pt idx="500">
                  <c:v>11.57</c:v>
                </c:pt>
                <c:pt idx="501">
                  <c:v>11.35</c:v>
                </c:pt>
                <c:pt idx="502">
                  <c:v>11.61</c:v>
                </c:pt>
                <c:pt idx="503">
                  <c:v>12.07</c:v>
                </c:pt>
                <c:pt idx="504">
                  <c:v>11.14</c:v>
                </c:pt>
                <c:pt idx="505">
                  <c:v>11.37</c:v>
                </c:pt>
                <c:pt idx="506">
                  <c:v>11.31</c:v>
                </c:pt>
                <c:pt idx="507">
                  <c:v>11</c:v>
                </c:pt>
                <c:pt idx="508">
                  <c:v>11.13</c:v>
                </c:pt>
                <c:pt idx="509">
                  <c:v>10.86</c:v>
                </c:pt>
                <c:pt idx="510">
                  <c:v>10.94</c:v>
                </c:pt>
                <c:pt idx="511">
                  <c:v>11.2</c:v>
                </c:pt>
                <c:pt idx="512">
                  <c:v>11.23</c:v>
                </c:pt>
                <c:pt idx="513">
                  <c:v>11.91</c:v>
                </c:pt>
                <c:pt idx="514">
                  <c:v>12.25</c:v>
                </c:pt>
                <c:pt idx="515">
                  <c:v>11.98</c:v>
                </c:pt>
                <c:pt idx="516">
                  <c:v>14.56</c:v>
                </c:pt>
                <c:pt idx="517">
                  <c:v>13.93</c:v>
                </c:pt>
                <c:pt idx="518">
                  <c:v>13.31</c:v>
                </c:pt>
                <c:pt idx="519">
                  <c:v>12.87</c:v>
                </c:pt>
                <c:pt idx="520">
                  <c:v>12.42</c:v>
                </c:pt>
                <c:pt idx="521">
                  <c:v>11.97</c:v>
                </c:pt>
                <c:pt idx="522">
                  <c:v>12.39</c:v>
                </c:pt>
                <c:pt idx="523">
                  <c:v>12.95</c:v>
                </c:pt>
                <c:pt idx="524">
                  <c:v>12.36</c:v>
                </c:pt>
                <c:pt idx="525">
                  <c:v>13.23</c:v>
                </c:pt>
                <c:pt idx="526">
                  <c:v>12.96</c:v>
                </c:pt>
                <c:pt idx="527">
                  <c:v>13.04</c:v>
                </c:pt>
                <c:pt idx="528">
                  <c:v>13.59</c:v>
                </c:pt>
                <c:pt idx="529">
                  <c:v>12.83</c:v>
                </c:pt>
                <c:pt idx="530">
                  <c:v>13.12</c:v>
                </c:pt>
                <c:pt idx="531">
                  <c:v>12.87</c:v>
                </c:pt>
                <c:pt idx="532">
                  <c:v>13.35</c:v>
                </c:pt>
                <c:pt idx="533">
                  <c:v>12.25</c:v>
                </c:pt>
                <c:pt idx="534">
                  <c:v>12.31</c:v>
                </c:pt>
                <c:pt idx="535">
                  <c:v>11.48</c:v>
                </c:pt>
                <c:pt idx="536">
                  <c:v>12.01</c:v>
                </c:pt>
                <c:pt idx="537">
                  <c:v>12.41</c:v>
                </c:pt>
                <c:pt idx="538">
                  <c:v>11.88</c:v>
                </c:pt>
                <c:pt idx="539">
                  <c:v>11.87</c:v>
                </c:pt>
                <c:pt idx="540">
                  <c:v>11.46</c:v>
                </c:pt>
                <c:pt idx="541">
                  <c:v>11.59</c:v>
                </c:pt>
                <c:pt idx="542">
                  <c:v>12.34</c:v>
                </c:pt>
                <c:pt idx="543">
                  <c:v>11.54</c:v>
                </c:pt>
                <c:pt idx="544">
                  <c:v>11.72</c:v>
                </c:pt>
                <c:pt idx="545">
                  <c:v>11.96</c:v>
                </c:pt>
                <c:pt idx="546">
                  <c:v>12.74</c:v>
                </c:pt>
                <c:pt idx="547">
                  <c:v>12.66</c:v>
                </c:pt>
                <c:pt idx="548">
                  <c:v>12.32</c:v>
                </c:pt>
                <c:pt idx="549">
                  <c:v>12.68</c:v>
                </c:pt>
                <c:pt idx="550">
                  <c:v>11.85</c:v>
                </c:pt>
                <c:pt idx="551">
                  <c:v>11.37</c:v>
                </c:pt>
                <c:pt idx="552">
                  <c:v>10.74</c:v>
                </c:pt>
                <c:pt idx="553">
                  <c:v>11.35</c:v>
                </c:pt>
                <c:pt idx="554">
                  <c:v>11.98</c:v>
                </c:pt>
                <c:pt idx="555">
                  <c:v>12.12</c:v>
                </c:pt>
                <c:pt idx="556">
                  <c:v>11.79</c:v>
                </c:pt>
                <c:pt idx="557">
                  <c:v>11.62</c:v>
                </c:pt>
                <c:pt idx="558">
                  <c:v>11.21</c:v>
                </c:pt>
                <c:pt idx="559">
                  <c:v>11.17</c:v>
                </c:pt>
                <c:pt idx="560">
                  <c:v>11.19</c:v>
                </c:pt>
                <c:pt idx="561">
                  <c:v>11.46</c:v>
                </c:pt>
                <c:pt idx="562">
                  <c:v>11.58</c:v>
                </c:pt>
                <c:pt idx="563">
                  <c:v>10.95</c:v>
                </c:pt>
                <c:pt idx="564">
                  <c:v>11.57</c:v>
                </c:pt>
                <c:pt idx="565">
                  <c:v>11.39</c:v>
                </c:pt>
                <c:pt idx="566">
                  <c:v>11.57</c:v>
                </c:pt>
                <c:pt idx="567">
                  <c:v>11.14</c:v>
                </c:pt>
                <c:pt idx="568">
                  <c:v>11.13</c:v>
                </c:pt>
                <c:pt idx="569">
                  <c:v>11.45</c:v>
                </c:pt>
                <c:pt idx="570">
                  <c:v>12.26</c:v>
                </c:pt>
                <c:pt idx="571">
                  <c:v>12.19</c:v>
                </c:pt>
                <c:pt idx="572">
                  <c:v>13</c:v>
                </c:pt>
                <c:pt idx="573">
                  <c:v>12.76</c:v>
                </c:pt>
                <c:pt idx="574">
                  <c:v>12.38</c:v>
                </c:pt>
                <c:pt idx="575">
                  <c:v>12.58</c:v>
                </c:pt>
                <c:pt idx="576">
                  <c:v>11.4</c:v>
                </c:pt>
                <c:pt idx="577">
                  <c:v>11.32</c:v>
                </c:pt>
                <c:pt idx="578">
                  <c:v>11.64</c:v>
                </c:pt>
                <c:pt idx="579">
                  <c:v>11.59</c:v>
                </c:pt>
                <c:pt idx="580">
                  <c:v>11.75</c:v>
                </c:pt>
                <c:pt idx="581">
                  <c:v>11.75</c:v>
                </c:pt>
                <c:pt idx="582">
                  <c:v>11.76</c:v>
                </c:pt>
                <c:pt idx="583">
                  <c:v>11.84</c:v>
                </c:pt>
                <c:pt idx="584">
                  <c:v>11.59</c:v>
                </c:pt>
                <c:pt idx="585">
                  <c:v>12.54</c:v>
                </c:pt>
                <c:pt idx="586">
                  <c:v>11.99</c:v>
                </c:pt>
                <c:pt idx="587">
                  <c:v>11.99</c:v>
                </c:pt>
                <c:pt idx="588">
                  <c:v>11.86</c:v>
                </c:pt>
                <c:pt idx="589">
                  <c:v>11.62</c:v>
                </c:pt>
                <c:pt idx="590">
                  <c:v>12</c:v>
                </c:pt>
                <c:pt idx="591">
                  <c:v>11.99</c:v>
                </c:pt>
                <c:pt idx="592">
                  <c:v>11.78</c:v>
                </c:pt>
                <c:pt idx="593">
                  <c:v>12.49</c:v>
                </c:pt>
                <c:pt idx="594">
                  <c:v>14.19</c:v>
                </c:pt>
                <c:pt idx="595">
                  <c:v>13.57</c:v>
                </c:pt>
                <c:pt idx="596">
                  <c:v>13.35</c:v>
                </c:pt>
                <c:pt idx="597">
                  <c:v>16.260000000000002</c:v>
                </c:pt>
                <c:pt idx="598">
                  <c:v>16.989999999999998</c:v>
                </c:pt>
                <c:pt idx="599">
                  <c:v>17.18</c:v>
                </c:pt>
                <c:pt idx="600">
                  <c:v>17.719999000000001</c:v>
                </c:pt>
                <c:pt idx="601">
                  <c:v>18.260000000000002</c:v>
                </c:pt>
                <c:pt idx="602">
                  <c:v>17.360001</c:v>
                </c:pt>
                <c:pt idx="603">
                  <c:v>15.5</c:v>
                </c:pt>
                <c:pt idx="604">
                  <c:v>14.26</c:v>
                </c:pt>
                <c:pt idx="605">
                  <c:v>18.66</c:v>
                </c:pt>
                <c:pt idx="606">
                  <c:v>16.440000999999999</c:v>
                </c:pt>
                <c:pt idx="607">
                  <c:v>14.52</c:v>
                </c:pt>
                <c:pt idx="608">
                  <c:v>14.32</c:v>
                </c:pt>
                <c:pt idx="609">
                  <c:v>16.649999999999999</c:v>
                </c:pt>
                <c:pt idx="610">
                  <c:v>17.34</c:v>
                </c:pt>
                <c:pt idx="611">
                  <c:v>17.799999</c:v>
                </c:pt>
                <c:pt idx="612">
                  <c:v>18.350000000000001</c:v>
                </c:pt>
                <c:pt idx="613">
                  <c:v>18.120000999999998</c:v>
                </c:pt>
                <c:pt idx="614">
                  <c:v>20.959999</c:v>
                </c:pt>
                <c:pt idx="615">
                  <c:v>23.809999000000001</c:v>
                </c:pt>
                <c:pt idx="616">
                  <c:v>21.459999</c:v>
                </c:pt>
                <c:pt idx="617">
                  <c:v>15.9</c:v>
                </c:pt>
                <c:pt idx="618">
                  <c:v>17.25</c:v>
                </c:pt>
                <c:pt idx="619">
                  <c:v>17.829999999999998</c:v>
                </c:pt>
                <c:pt idx="620">
                  <c:v>16.690000999999999</c:v>
                </c:pt>
                <c:pt idx="621">
                  <c:v>15.52</c:v>
                </c:pt>
                <c:pt idx="622">
                  <c:v>15.88</c:v>
                </c:pt>
                <c:pt idx="623">
                  <c:v>15.89</c:v>
                </c:pt>
                <c:pt idx="624">
                  <c:v>15.62</c:v>
                </c:pt>
                <c:pt idx="625">
                  <c:v>16.399999999999999</c:v>
                </c:pt>
                <c:pt idx="626">
                  <c:v>15.79</c:v>
                </c:pt>
                <c:pt idx="627">
                  <c:v>13.03</c:v>
                </c:pt>
                <c:pt idx="628">
                  <c:v>13.08</c:v>
                </c:pt>
                <c:pt idx="629">
                  <c:v>13.05</c:v>
                </c:pt>
                <c:pt idx="630">
                  <c:v>14.15</c:v>
                </c:pt>
                <c:pt idx="631">
                  <c:v>13.65</c:v>
                </c:pt>
                <c:pt idx="632">
                  <c:v>13.97</c:v>
                </c:pt>
                <c:pt idx="633">
                  <c:v>14.02</c:v>
                </c:pt>
                <c:pt idx="634">
                  <c:v>13.14</c:v>
                </c:pt>
                <c:pt idx="635">
                  <c:v>14.49</c:v>
                </c:pt>
                <c:pt idx="636">
                  <c:v>17.790001</c:v>
                </c:pt>
                <c:pt idx="637">
                  <c:v>18.049999</c:v>
                </c:pt>
                <c:pt idx="638">
                  <c:v>18.639999</c:v>
                </c:pt>
                <c:pt idx="639">
                  <c:v>17.739999999999998</c:v>
                </c:pt>
                <c:pt idx="640">
                  <c:v>15.55</c:v>
                </c:pt>
                <c:pt idx="641">
                  <c:v>16.209999</c:v>
                </c:pt>
                <c:pt idx="642">
                  <c:v>17.399999999999999</c:v>
                </c:pt>
                <c:pt idx="643">
                  <c:v>14.98</c:v>
                </c:pt>
                <c:pt idx="644">
                  <c:v>14.85</c:v>
                </c:pt>
                <c:pt idx="645">
                  <c:v>14.62</c:v>
                </c:pt>
                <c:pt idx="646">
                  <c:v>14.94</c:v>
                </c:pt>
                <c:pt idx="647">
                  <c:v>14.33</c:v>
                </c:pt>
                <c:pt idx="648">
                  <c:v>14.95</c:v>
                </c:pt>
                <c:pt idx="649">
                  <c:v>15.05</c:v>
                </c:pt>
                <c:pt idx="650">
                  <c:v>14.34</c:v>
                </c:pt>
                <c:pt idx="651">
                  <c:v>14.46</c:v>
                </c:pt>
                <c:pt idx="652">
                  <c:v>14.34</c:v>
                </c:pt>
                <c:pt idx="653">
                  <c:v>15.23</c:v>
                </c:pt>
                <c:pt idx="654">
                  <c:v>15.23</c:v>
                </c:pt>
                <c:pt idx="655">
                  <c:v>15.2</c:v>
                </c:pt>
                <c:pt idx="656">
                  <c:v>14.46</c:v>
                </c:pt>
                <c:pt idx="657">
                  <c:v>14.3</c:v>
                </c:pt>
                <c:pt idx="658">
                  <c:v>14.26</c:v>
                </c:pt>
                <c:pt idx="659">
                  <c:v>13.42</c:v>
                </c:pt>
                <c:pt idx="660">
                  <c:v>12.41</c:v>
                </c:pt>
                <c:pt idx="661">
                  <c:v>12.24</c:v>
                </c:pt>
                <c:pt idx="662">
                  <c:v>11.64</c:v>
                </c:pt>
                <c:pt idx="663">
                  <c:v>12.22</c:v>
                </c:pt>
                <c:pt idx="664">
                  <c:v>12.19</c:v>
                </c:pt>
                <c:pt idx="665">
                  <c:v>12.4</c:v>
                </c:pt>
                <c:pt idx="666">
                  <c:v>12.4</c:v>
                </c:pt>
                <c:pt idx="667">
                  <c:v>12.31</c:v>
                </c:pt>
                <c:pt idx="668">
                  <c:v>12.18</c:v>
                </c:pt>
                <c:pt idx="669">
                  <c:v>12.28</c:v>
                </c:pt>
                <c:pt idx="670">
                  <c:v>12.22</c:v>
                </c:pt>
                <c:pt idx="671">
                  <c:v>12.31</c:v>
                </c:pt>
                <c:pt idx="672">
                  <c:v>11.96</c:v>
                </c:pt>
                <c:pt idx="673">
                  <c:v>12.63</c:v>
                </c:pt>
                <c:pt idx="674">
                  <c:v>13.74</c:v>
                </c:pt>
                <c:pt idx="675">
                  <c:v>13.88</c:v>
                </c:pt>
                <c:pt idx="676">
                  <c:v>13.16</c:v>
                </c:pt>
                <c:pt idx="677">
                  <c:v>12.99</c:v>
                </c:pt>
                <c:pt idx="678">
                  <c:v>11.92</c:v>
                </c:pt>
                <c:pt idx="679">
                  <c:v>11.18</c:v>
                </c:pt>
                <c:pt idx="680">
                  <c:v>11.55</c:v>
                </c:pt>
                <c:pt idx="681">
                  <c:v>11.76</c:v>
                </c:pt>
                <c:pt idx="682">
                  <c:v>11.78</c:v>
                </c:pt>
                <c:pt idx="683">
                  <c:v>11.98</c:v>
                </c:pt>
                <c:pt idx="684">
                  <c:v>11.39</c:v>
                </c:pt>
                <c:pt idx="685">
                  <c:v>12.25</c:v>
                </c:pt>
                <c:pt idx="686">
                  <c:v>12.59</c:v>
                </c:pt>
                <c:pt idx="687">
                  <c:v>12.12</c:v>
                </c:pt>
                <c:pt idx="688">
                  <c:v>11.53</c:v>
                </c:pt>
                <c:pt idx="689">
                  <c:v>11.58</c:v>
                </c:pt>
                <c:pt idx="690">
                  <c:v>11.72</c:v>
                </c:pt>
                <c:pt idx="691">
                  <c:v>11.98</c:v>
                </c:pt>
                <c:pt idx="692">
                  <c:v>12.57</c:v>
                </c:pt>
                <c:pt idx="693">
                  <c:v>12.24</c:v>
                </c:pt>
                <c:pt idx="694">
                  <c:v>11.86</c:v>
                </c:pt>
                <c:pt idx="695">
                  <c:v>11.98</c:v>
                </c:pt>
                <c:pt idx="696">
                  <c:v>11.56</c:v>
                </c:pt>
                <c:pt idx="697">
                  <c:v>11.68</c:v>
                </c:pt>
                <c:pt idx="698">
                  <c:v>11.52</c:v>
                </c:pt>
                <c:pt idx="699">
                  <c:v>11.62</c:v>
                </c:pt>
                <c:pt idx="700">
                  <c:v>11.09</c:v>
                </c:pt>
                <c:pt idx="701">
                  <c:v>10.75</c:v>
                </c:pt>
                <c:pt idx="702">
                  <c:v>11.09</c:v>
                </c:pt>
                <c:pt idx="703">
                  <c:v>11.73</c:v>
                </c:pt>
                <c:pt idx="704">
                  <c:v>11.34</c:v>
                </c:pt>
                <c:pt idx="705">
                  <c:v>10.9</c:v>
                </c:pt>
                <c:pt idx="706">
                  <c:v>10.63</c:v>
                </c:pt>
                <c:pt idx="707">
                  <c:v>11.08</c:v>
                </c:pt>
                <c:pt idx="708">
                  <c:v>10.78</c:v>
                </c:pt>
                <c:pt idx="709">
                  <c:v>10.66</c:v>
                </c:pt>
                <c:pt idx="710">
                  <c:v>10.56</c:v>
                </c:pt>
                <c:pt idx="711">
                  <c:v>10.8</c:v>
                </c:pt>
                <c:pt idx="712">
                  <c:v>11.2</c:v>
                </c:pt>
                <c:pt idx="713">
                  <c:v>11.1</c:v>
                </c:pt>
                <c:pt idx="714">
                  <c:v>11.51</c:v>
                </c:pt>
                <c:pt idx="715">
                  <c:v>11.42</c:v>
                </c:pt>
                <c:pt idx="716">
                  <c:v>11.16</c:v>
                </c:pt>
                <c:pt idx="717">
                  <c:v>11.16</c:v>
                </c:pt>
                <c:pt idx="718">
                  <c:v>11.09</c:v>
                </c:pt>
                <c:pt idx="719">
                  <c:v>10.75</c:v>
                </c:pt>
                <c:pt idx="720">
                  <c:v>11.01</c:v>
                </c:pt>
                <c:pt idx="721">
                  <c:v>10.79</c:v>
                </c:pt>
                <c:pt idx="722">
                  <c:v>10.86</c:v>
                </c:pt>
                <c:pt idx="723">
                  <c:v>10.5</c:v>
                </c:pt>
                <c:pt idx="724">
                  <c:v>10.31</c:v>
                </c:pt>
                <c:pt idx="725">
                  <c:v>10.16</c:v>
                </c:pt>
                <c:pt idx="726">
                  <c:v>10.050000000000001</c:v>
                </c:pt>
                <c:pt idx="727">
                  <c:v>9.9700000000000006</c:v>
                </c:pt>
                <c:pt idx="728">
                  <c:v>9.9</c:v>
                </c:pt>
                <c:pt idx="729">
                  <c:v>10.14</c:v>
                </c:pt>
                <c:pt idx="730">
                  <c:v>10.73</c:v>
                </c:pt>
                <c:pt idx="731">
                  <c:v>12.3</c:v>
                </c:pt>
                <c:pt idx="732">
                  <c:v>11.62</c:v>
                </c:pt>
                <c:pt idx="733">
                  <c:v>10.83</c:v>
                </c:pt>
                <c:pt idx="734">
                  <c:v>10.91</c:v>
                </c:pt>
                <c:pt idx="735">
                  <c:v>11.66</c:v>
                </c:pt>
                <c:pt idx="736">
                  <c:v>11.23</c:v>
                </c:pt>
                <c:pt idx="737">
                  <c:v>11.27</c:v>
                </c:pt>
                <c:pt idx="738">
                  <c:v>11.33</c:v>
                </c:pt>
                <c:pt idx="739">
                  <c:v>12.67</c:v>
                </c:pt>
                <c:pt idx="740">
                  <c:v>12.07</c:v>
                </c:pt>
                <c:pt idx="741">
                  <c:v>10.71</c:v>
                </c:pt>
                <c:pt idx="742">
                  <c:v>10.65</c:v>
                </c:pt>
                <c:pt idx="743">
                  <c:v>10.18</c:v>
                </c:pt>
                <c:pt idx="744">
                  <c:v>9.9700000000000006</c:v>
                </c:pt>
                <c:pt idx="745">
                  <c:v>10.050000000000001</c:v>
                </c:pt>
                <c:pt idx="746">
                  <c:v>10.6</c:v>
                </c:pt>
                <c:pt idx="747">
                  <c:v>10.3</c:v>
                </c:pt>
                <c:pt idx="748">
                  <c:v>10.26</c:v>
                </c:pt>
                <c:pt idx="749">
                  <c:v>10.53</c:v>
                </c:pt>
                <c:pt idx="750">
                  <c:v>11.36</c:v>
                </c:pt>
                <c:pt idx="751">
                  <c:v>11.26</c:v>
                </c:pt>
                <c:pt idx="752">
                  <c:v>10.64</c:v>
                </c:pt>
                <c:pt idx="753">
                  <c:v>10.99</c:v>
                </c:pt>
                <c:pt idx="754">
                  <c:v>11.56</c:v>
                </c:pt>
                <c:pt idx="755">
                  <c:v>12.04</c:v>
                </c:pt>
                <c:pt idx="756">
                  <c:v>11.51</c:v>
                </c:pt>
                <c:pt idx="757">
                  <c:v>12.14</c:v>
                </c:pt>
                <c:pt idx="758">
                  <c:v>12</c:v>
                </c:pt>
                <c:pt idx="759">
                  <c:v>11.91</c:v>
                </c:pt>
                <c:pt idx="760">
                  <c:v>11.47</c:v>
                </c:pt>
                <c:pt idx="761">
                  <c:v>10.87</c:v>
                </c:pt>
                <c:pt idx="762">
                  <c:v>10.15</c:v>
                </c:pt>
                <c:pt idx="763">
                  <c:v>10.74</c:v>
                </c:pt>
                <c:pt idx="764">
                  <c:v>10.59</c:v>
                </c:pt>
                <c:pt idx="765">
                  <c:v>10.85</c:v>
                </c:pt>
                <c:pt idx="766">
                  <c:v>10.4</c:v>
                </c:pt>
                <c:pt idx="767">
                  <c:v>10.77</c:v>
                </c:pt>
                <c:pt idx="768">
                  <c:v>10.34</c:v>
                </c:pt>
                <c:pt idx="769">
                  <c:v>9.89</c:v>
                </c:pt>
                <c:pt idx="770">
                  <c:v>11.22</c:v>
                </c:pt>
                <c:pt idx="771">
                  <c:v>11.13</c:v>
                </c:pt>
                <c:pt idx="772">
                  <c:v>11.45</c:v>
                </c:pt>
                <c:pt idx="773">
                  <c:v>10.96</c:v>
                </c:pt>
                <c:pt idx="774">
                  <c:v>10.42</c:v>
                </c:pt>
                <c:pt idx="775">
                  <c:v>10.31</c:v>
                </c:pt>
                <c:pt idx="776">
                  <c:v>10.08</c:v>
                </c:pt>
                <c:pt idx="777">
                  <c:v>10.55</c:v>
                </c:pt>
                <c:pt idx="778">
                  <c:v>10.65</c:v>
                </c:pt>
                <c:pt idx="779">
                  <c:v>10.32</c:v>
                </c:pt>
                <c:pt idx="780">
                  <c:v>10.44</c:v>
                </c:pt>
                <c:pt idx="781">
                  <c:v>11.1</c:v>
                </c:pt>
                <c:pt idx="782">
                  <c:v>11.61</c:v>
                </c:pt>
                <c:pt idx="783">
                  <c:v>10.34</c:v>
                </c:pt>
                <c:pt idx="784">
                  <c:v>10.23</c:v>
                </c:pt>
                <c:pt idx="785">
                  <c:v>10.220000000000001</c:v>
                </c:pt>
                <c:pt idx="786">
                  <c:v>10.02</c:v>
                </c:pt>
                <c:pt idx="787">
                  <c:v>10.24</c:v>
                </c:pt>
                <c:pt idx="788">
                  <c:v>10.199999999999999</c:v>
                </c:pt>
                <c:pt idx="789">
                  <c:v>10.18</c:v>
                </c:pt>
                <c:pt idx="790">
                  <c:v>10.58</c:v>
                </c:pt>
                <c:pt idx="791">
                  <c:v>11.15</c:v>
                </c:pt>
                <c:pt idx="792">
                  <c:v>18.309999000000001</c:v>
                </c:pt>
                <c:pt idx="793">
                  <c:v>15.42</c:v>
                </c:pt>
                <c:pt idx="794">
                  <c:v>15.82</c:v>
                </c:pt>
                <c:pt idx="795">
                  <c:v>18.610001</c:v>
                </c:pt>
                <c:pt idx="796">
                  <c:v>19.629999000000002</c:v>
                </c:pt>
                <c:pt idx="797">
                  <c:v>15.96</c:v>
                </c:pt>
                <c:pt idx="798">
                  <c:v>15.24</c:v>
                </c:pt>
                <c:pt idx="799">
                  <c:v>14.29</c:v>
                </c:pt>
                <c:pt idx="800">
                  <c:v>14.09</c:v>
                </c:pt>
                <c:pt idx="801">
                  <c:v>13.99</c:v>
                </c:pt>
                <c:pt idx="802">
                  <c:v>18.129999000000002</c:v>
                </c:pt>
                <c:pt idx="803">
                  <c:v>17.27</c:v>
                </c:pt>
                <c:pt idx="804">
                  <c:v>16.43</c:v>
                </c:pt>
                <c:pt idx="805">
                  <c:v>16.790001</c:v>
                </c:pt>
                <c:pt idx="806">
                  <c:v>14.59</c:v>
                </c:pt>
                <c:pt idx="807">
                  <c:v>13.27</c:v>
                </c:pt>
                <c:pt idx="808">
                  <c:v>12.19</c:v>
                </c:pt>
                <c:pt idx="809">
                  <c:v>12.93</c:v>
                </c:pt>
                <c:pt idx="810">
                  <c:v>12.95</c:v>
                </c:pt>
                <c:pt idx="811">
                  <c:v>13.16</c:v>
                </c:pt>
                <c:pt idx="812">
                  <c:v>13.48</c:v>
                </c:pt>
                <c:pt idx="813">
                  <c:v>14.98</c:v>
                </c:pt>
                <c:pt idx="814">
                  <c:v>15.14</c:v>
                </c:pt>
                <c:pt idx="815">
                  <c:v>14.64</c:v>
                </c:pt>
                <c:pt idx="816">
                  <c:v>14.53</c:v>
                </c:pt>
                <c:pt idx="817">
                  <c:v>13.46</c:v>
                </c:pt>
                <c:pt idx="818">
                  <c:v>13.24</c:v>
                </c:pt>
                <c:pt idx="819">
                  <c:v>13.23</c:v>
                </c:pt>
                <c:pt idx="820">
                  <c:v>13.14</c:v>
                </c:pt>
                <c:pt idx="821">
                  <c:v>12.68</c:v>
                </c:pt>
                <c:pt idx="822">
                  <c:v>13.49</c:v>
                </c:pt>
                <c:pt idx="823">
                  <c:v>12.71</c:v>
                </c:pt>
                <c:pt idx="824">
                  <c:v>12.2</c:v>
                </c:pt>
                <c:pt idx="825">
                  <c:v>11.98</c:v>
                </c:pt>
                <c:pt idx="826">
                  <c:v>12.14</c:v>
                </c:pt>
                <c:pt idx="827">
                  <c:v>12.42</c:v>
                </c:pt>
                <c:pt idx="828">
                  <c:v>12.54</c:v>
                </c:pt>
                <c:pt idx="829">
                  <c:v>12.07</c:v>
                </c:pt>
                <c:pt idx="830">
                  <c:v>13.04</c:v>
                </c:pt>
                <c:pt idx="831">
                  <c:v>13.12</c:v>
                </c:pt>
                <c:pt idx="832">
                  <c:v>13.21</c:v>
                </c:pt>
                <c:pt idx="833">
                  <c:v>12.79</c:v>
                </c:pt>
                <c:pt idx="834">
                  <c:v>12.45</c:v>
                </c:pt>
                <c:pt idx="835">
                  <c:v>14.22</c:v>
                </c:pt>
                <c:pt idx="836">
                  <c:v>13.51</c:v>
                </c:pt>
                <c:pt idx="837">
                  <c:v>13.08</c:v>
                </c:pt>
                <c:pt idx="838">
                  <c:v>13.09</c:v>
                </c:pt>
                <c:pt idx="839">
                  <c:v>12.91</c:v>
                </c:pt>
                <c:pt idx="840">
                  <c:v>13.15</c:v>
                </c:pt>
                <c:pt idx="841">
                  <c:v>13.21</c:v>
                </c:pt>
                <c:pt idx="842">
                  <c:v>12.88</c:v>
                </c:pt>
                <c:pt idx="843">
                  <c:v>13.6</c:v>
                </c:pt>
                <c:pt idx="844">
                  <c:v>12.95</c:v>
                </c:pt>
                <c:pt idx="845">
                  <c:v>13.96</c:v>
                </c:pt>
                <c:pt idx="846">
                  <c:v>14.01</c:v>
                </c:pt>
                <c:pt idx="847">
                  <c:v>13.5</c:v>
                </c:pt>
                <c:pt idx="848">
                  <c:v>13.51</c:v>
                </c:pt>
                <c:pt idx="849">
                  <c:v>12.76</c:v>
                </c:pt>
                <c:pt idx="850">
                  <c:v>13.3</c:v>
                </c:pt>
                <c:pt idx="851">
                  <c:v>13.06</c:v>
                </c:pt>
                <c:pt idx="852">
                  <c:v>13.24</c:v>
                </c:pt>
                <c:pt idx="853">
                  <c:v>14.08</c:v>
                </c:pt>
                <c:pt idx="854">
                  <c:v>13.34</c:v>
                </c:pt>
                <c:pt idx="855">
                  <c:v>13.53</c:v>
                </c:pt>
                <c:pt idx="856">
                  <c:v>12.83</c:v>
                </c:pt>
                <c:pt idx="857">
                  <c:v>13.05</c:v>
                </c:pt>
                <c:pt idx="858">
                  <c:v>12.78</c:v>
                </c:pt>
                <c:pt idx="859">
                  <c:v>13.29</c:v>
                </c:pt>
                <c:pt idx="860">
                  <c:v>13.63</c:v>
                </c:pt>
                <c:pt idx="861">
                  <c:v>14.87</c:v>
                </c:pt>
                <c:pt idx="862">
                  <c:v>17.059999000000001</c:v>
                </c:pt>
                <c:pt idx="863">
                  <c:v>14.84</c:v>
                </c:pt>
                <c:pt idx="864">
                  <c:v>14.71</c:v>
                </c:pt>
                <c:pt idx="865">
                  <c:v>16.670000000000002</c:v>
                </c:pt>
                <c:pt idx="866">
                  <c:v>14.73</c:v>
                </c:pt>
                <c:pt idx="867">
                  <c:v>13.64</c:v>
                </c:pt>
                <c:pt idx="868">
                  <c:v>13.94</c:v>
                </c:pt>
                <c:pt idx="869">
                  <c:v>13.42</c:v>
                </c:pt>
                <c:pt idx="870">
                  <c:v>12.85</c:v>
                </c:pt>
                <c:pt idx="871">
                  <c:v>14.67</c:v>
                </c:pt>
                <c:pt idx="872">
                  <c:v>14.21</c:v>
                </c:pt>
                <c:pt idx="873">
                  <c:v>15.75</c:v>
                </c:pt>
                <c:pt idx="874">
                  <c:v>16.649999999999999</c:v>
                </c:pt>
                <c:pt idx="875">
                  <c:v>18.889999</c:v>
                </c:pt>
                <c:pt idx="876">
                  <c:v>15.53</c:v>
                </c:pt>
                <c:pt idx="877">
                  <c:v>15.54</c:v>
                </c:pt>
                <c:pt idx="878">
                  <c:v>16.23</c:v>
                </c:pt>
                <c:pt idx="879">
                  <c:v>15.4</c:v>
                </c:pt>
                <c:pt idx="880">
                  <c:v>14.92</c:v>
                </c:pt>
                <c:pt idx="881">
                  <c:v>15.48</c:v>
                </c:pt>
                <c:pt idx="882">
                  <c:v>14.72</c:v>
                </c:pt>
                <c:pt idx="883">
                  <c:v>15.16</c:v>
                </c:pt>
                <c:pt idx="884">
                  <c:v>17.57</c:v>
                </c:pt>
                <c:pt idx="885">
                  <c:v>16.639999</c:v>
                </c:pt>
                <c:pt idx="886">
                  <c:v>15.54</c:v>
                </c:pt>
                <c:pt idx="887">
                  <c:v>15.15</c:v>
                </c:pt>
                <c:pt idx="888">
                  <c:v>15.59</c:v>
                </c:pt>
                <c:pt idx="889">
                  <c:v>15.63</c:v>
                </c:pt>
                <c:pt idx="890">
                  <c:v>16</c:v>
                </c:pt>
                <c:pt idx="891">
                  <c:v>15.23</c:v>
                </c:pt>
                <c:pt idx="892">
                  <c:v>16.950001</c:v>
                </c:pt>
                <c:pt idx="893">
                  <c:v>16.809999000000001</c:v>
                </c:pt>
                <c:pt idx="894">
                  <c:v>18.549999</c:v>
                </c:pt>
                <c:pt idx="895">
                  <c:v>18.100000000000001</c:v>
                </c:pt>
                <c:pt idx="896">
                  <c:v>20.74</c:v>
                </c:pt>
                <c:pt idx="897">
                  <c:v>24.17</c:v>
                </c:pt>
                <c:pt idx="898">
                  <c:v>20.870000999999998</c:v>
                </c:pt>
                <c:pt idx="899">
                  <c:v>23.52</c:v>
                </c:pt>
                <c:pt idx="900">
                  <c:v>23.67</c:v>
                </c:pt>
                <c:pt idx="901">
                  <c:v>21.219999000000001</c:v>
                </c:pt>
                <c:pt idx="902">
                  <c:v>25.16</c:v>
                </c:pt>
                <c:pt idx="903">
                  <c:v>22.940000999999999</c:v>
                </c:pt>
                <c:pt idx="904">
                  <c:v>21.559999000000001</c:v>
                </c:pt>
                <c:pt idx="905">
                  <c:v>21.450001</c:v>
                </c:pt>
                <c:pt idx="906">
                  <c:v>26.48</c:v>
                </c:pt>
                <c:pt idx="907">
                  <c:v>28.299999</c:v>
                </c:pt>
                <c:pt idx="908">
                  <c:v>26.57</c:v>
                </c:pt>
                <c:pt idx="909">
                  <c:v>27.68</c:v>
                </c:pt>
                <c:pt idx="910">
                  <c:v>30.67</c:v>
                </c:pt>
                <c:pt idx="911">
                  <c:v>30.83</c:v>
                </c:pt>
                <c:pt idx="912">
                  <c:v>29.99</c:v>
                </c:pt>
                <c:pt idx="913">
                  <c:v>26.33</c:v>
                </c:pt>
                <c:pt idx="914">
                  <c:v>25.25</c:v>
                </c:pt>
                <c:pt idx="915">
                  <c:v>22.889999</c:v>
                </c:pt>
                <c:pt idx="916">
                  <c:v>22.620000999999998</c:v>
                </c:pt>
                <c:pt idx="917">
                  <c:v>20.719999000000001</c:v>
                </c:pt>
                <c:pt idx="918">
                  <c:v>22.719999000000001</c:v>
                </c:pt>
                <c:pt idx="919">
                  <c:v>26.299999</c:v>
                </c:pt>
                <c:pt idx="920">
                  <c:v>23.809999000000001</c:v>
                </c:pt>
                <c:pt idx="921">
                  <c:v>25.059999000000001</c:v>
                </c:pt>
                <c:pt idx="922">
                  <c:v>23.379999000000002</c:v>
                </c:pt>
                <c:pt idx="923">
                  <c:v>22.780000999999999</c:v>
                </c:pt>
                <c:pt idx="924">
                  <c:v>24.58</c:v>
                </c:pt>
                <c:pt idx="925">
                  <c:v>23.99</c:v>
                </c:pt>
                <c:pt idx="926">
                  <c:v>26.23</c:v>
                </c:pt>
                <c:pt idx="927">
                  <c:v>27.379999000000002</c:v>
                </c:pt>
                <c:pt idx="928">
                  <c:v>25.27</c:v>
                </c:pt>
                <c:pt idx="929">
                  <c:v>24.959999</c:v>
                </c:pt>
                <c:pt idx="930">
                  <c:v>24.76</c:v>
                </c:pt>
                <c:pt idx="931">
                  <c:v>24.92</c:v>
                </c:pt>
                <c:pt idx="932">
                  <c:v>26.48</c:v>
                </c:pt>
                <c:pt idx="933">
                  <c:v>20.350000000000001</c:v>
                </c:pt>
                <c:pt idx="934">
                  <c:v>20.030000999999999</c:v>
                </c:pt>
                <c:pt idx="935">
                  <c:v>20.450001</c:v>
                </c:pt>
                <c:pt idx="936">
                  <c:v>19</c:v>
                </c:pt>
                <c:pt idx="937">
                  <c:v>19.370000999999998</c:v>
                </c:pt>
                <c:pt idx="938">
                  <c:v>18.600000000000001</c:v>
                </c:pt>
                <c:pt idx="939">
                  <c:v>17.629999000000002</c:v>
                </c:pt>
                <c:pt idx="940">
                  <c:v>17</c:v>
                </c:pt>
                <c:pt idx="941">
                  <c:v>18</c:v>
                </c:pt>
                <c:pt idx="942">
                  <c:v>17.84</c:v>
                </c:pt>
                <c:pt idx="943">
                  <c:v>18.489999999999998</c:v>
                </c:pt>
                <c:pt idx="944">
                  <c:v>18.799999</c:v>
                </c:pt>
                <c:pt idx="945">
                  <c:v>18.440000999999999</c:v>
                </c:pt>
                <c:pt idx="946">
                  <c:v>16.91</c:v>
                </c:pt>
                <c:pt idx="947">
                  <c:v>17.459999</c:v>
                </c:pt>
                <c:pt idx="948">
                  <c:v>16.120000999999998</c:v>
                </c:pt>
                <c:pt idx="949">
                  <c:v>16.670000000000002</c:v>
                </c:pt>
                <c:pt idx="950">
                  <c:v>18.879999000000002</c:v>
                </c:pt>
                <c:pt idx="951">
                  <c:v>17.73</c:v>
                </c:pt>
                <c:pt idx="952">
                  <c:v>19.25</c:v>
                </c:pt>
                <c:pt idx="953">
                  <c:v>20.02</c:v>
                </c:pt>
                <c:pt idx="954">
                  <c:v>18.540001</c:v>
                </c:pt>
                <c:pt idx="955">
                  <c:v>18.5</c:v>
                </c:pt>
                <c:pt idx="956">
                  <c:v>22.959999</c:v>
                </c:pt>
                <c:pt idx="957">
                  <c:v>21.639999</c:v>
                </c:pt>
                <c:pt idx="958">
                  <c:v>20.41</c:v>
                </c:pt>
                <c:pt idx="959">
                  <c:v>20.799999</c:v>
                </c:pt>
                <c:pt idx="960">
                  <c:v>21.17</c:v>
                </c:pt>
                <c:pt idx="961">
                  <c:v>19.559999000000001</c:v>
                </c:pt>
                <c:pt idx="962">
                  <c:v>19.870000999999998</c:v>
                </c:pt>
                <c:pt idx="963">
                  <c:v>21.07</c:v>
                </c:pt>
                <c:pt idx="964">
                  <c:v>18.530000999999999</c:v>
                </c:pt>
                <c:pt idx="965">
                  <c:v>23.209999</c:v>
                </c:pt>
                <c:pt idx="966">
                  <c:v>23.01</c:v>
                </c:pt>
                <c:pt idx="967">
                  <c:v>24.309999000000001</c:v>
                </c:pt>
                <c:pt idx="968">
                  <c:v>21.389999</c:v>
                </c:pt>
                <c:pt idx="969">
                  <c:v>26.49</c:v>
                </c:pt>
                <c:pt idx="970">
                  <c:v>26.16</c:v>
                </c:pt>
                <c:pt idx="971">
                  <c:v>28.5</c:v>
                </c:pt>
                <c:pt idx="972">
                  <c:v>31.09</c:v>
                </c:pt>
                <c:pt idx="973">
                  <c:v>24.1</c:v>
                </c:pt>
                <c:pt idx="974">
                  <c:v>25.940000999999999</c:v>
                </c:pt>
                <c:pt idx="975">
                  <c:v>28.059999000000001</c:v>
                </c:pt>
                <c:pt idx="976">
                  <c:v>25.49</c:v>
                </c:pt>
                <c:pt idx="977">
                  <c:v>26.01</c:v>
                </c:pt>
                <c:pt idx="978">
                  <c:v>24.879999000000002</c:v>
                </c:pt>
                <c:pt idx="979">
                  <c:v>26.84</c:v>
                </c:pt>
                <c:pt idx="980">
                  <c:v>25.610001</c:v>
                </c:pt>
                <c:pt idx="981">
                  <c:v>28.91</c:v>
                </c:pt>
                <c:pt idx="982">
                  <c:v>26.280000999999999</c:v>
                </c:pt>
                <c:pt idx="983">
                  <c:v>24.110001</c:v>
                </c:pt>
                <c:pt idx="984">
                  <c:v>23.969999000000001</c:v>
                </c:pt>
                <c:pt idx="985">
                  <c:v>22.870000999999998</c:v>
                </c:pt>
                <c:pt idx="986">
                  <c:v>23.610001</c:v>
                </c:pt>
                <c:pt idx="987">
                  <c:v>23.790001</c:v>
                </c:pt>
                <c:pt idx="988">
                  <c:v>22.530000999999999</c:v>
                </c:pt>
                <c:pt idx="989">
                  <c:v>20.959999</c:v>
                </c:pt>
                <c:pt idx="990">
                  <c:v>20.85</c:v>
                </c:pt>
                <c:pt idx="991">
                  <c:v>20.74</c:v>
                </c:pt>
                <c:pt idx="992">
                  <c:v>23.59</c:v>
                </c:pt>
                <c:pt idx="993">
                  <c:v>22.469999000000001</c:v>
                </c:pt>
                <c:pt idx="994">
                  <c:v>22.559999000000001</c:v>
                </c:pt>
                <c:pt idx="995">
                  <c:v>23.27</c:v>
                </c:pt>
                <c:pt idx="996">
                  <c:v>24.52</c:v>
                </c:pt>
                <c:pt idx="997">
                  <c:v>22.639999</c:v>
                </c:pt>
                <c:pt idx="998">
                  <c:v>21.68</c:v>
                </c:pt>
                <c:pt idx="999">
                  <c:v>20.58</c:v>
                </c:pt>
                <c:pt idx="1000">
                  <c:v>18.469999000000001</c:v>
                </c:pt>
                <c:pt idx="1001">
                  <c:v>18.600000000000001</c:v>
                </c:pt>
                <c:pt idx="1002">
                  <c:v>18.66</c:v>
                </c:pt>
                <c:pt idx="1003">
                  <c:v>20.260000000000002</c:v>
                </c:pt>
                <c:pt idx="1004">
                  <c:v>20.74</c:v>
                </c:pt>
                <c:pt idx="1005">
                  <c:v>22.5</c:v>
                </c:pt>
                <c:pt idx="1006">
                  <c:v>23.17</c:v>
                </c:pt>
                <c:pt idx="1007">
                  <c:v>22.49</c:v>
                </c:pt>
                <c:pt idx="1008">
                  <c:v>23.940000999999999</c:v>
                </c:pt>
                <c:pt idx="1009">
                  <c:v>23.790001</c:v>
                </c:pt>
                <c:pt idx="1010">
                  <c:v>25.43</c:v>
                </c:pt>
                <c:pt idx="1011">
                  <c:v>24.120000999999998</c:v>
                </c:pt>
                <c:pt idx="1012">
                  <c:v>23.450001</c:v>
                </c:pt>
                <c:pt idx="1013">
                  <c:v>23.68</c:v>
                </c:pt>
                <c:pt idx="1014">
                  <c:v>22.9</c:v>
                </c:pt>
                <c:pt idx="1015">
                  <c:v>23.34</c:v>
                </c:pt>
                <c:pt idx="1016">
                  <c:v>24.379999000000002</c:v>
                </c:pt>
                <c:pt idx="1017">
                  <c:v>28.459999</c:v>
                </c:pt>
                <c:pt idx="1018">
                  <c:v>27.18</c:v>
                </c:pt>
                <c:pt idx="1019">
                  <c:v>31.01</c:v>
                </c:pt>
                <c:pt idx="1020">
                  <c:v>29.02</c:v>
                </c:pt>
                <c:pt idx="1021">
                  <c:v>27.780000999999999</c:v>
                </c:pt>
                <c:pt idx="1022">
                  <c:v>29.08</c:v>
                </c:pt>
                <c:pt idx="1023">
                  <c:v>27.780000999999999</c:v>
                </c:pt>
                <c:pt idx="1024">
                  <c:v>27.32</c:v>
                </c:pt>
                <c:pt idx="1025">
                  <c:v>27.620000999999998</c:v>
                </c:pt>
                <c:pt idx="1026">
                  <c:v>26.200001</c:v>
                </c:pt>
                <c:pt idx="1027">
                  <c:v>24.02</c:v>
                </c:pt>
                <c:pt idx="1028">
                  <c:v>25.99</c:v>
                </c:pt>
                <c:pt idx="1029">
                  <c:v>28.24</c:v>
                </c:pt>
                <c:pt idx="1030">
                  <c:v>28.969999000000001</c:v>
                </c:pt>
                <c:pt idx="1031">
                  <c:v>27.66</c:v>
                </c:pt>
                <c:pt idx="1032">
                  <c:v>28.01</c:v>
                </c:pt>
                <c:pt idx="1033">
                  <c:v>27.6</c:v>
                </c:pt>
                <c:pt idx="1034">
                  <c:v>26.33</c:v>
                </c:pt>
                <c:pt idx="1035">
                  <c:v>24.879999000000002</c:v>
                </c:pt>
                <c:pt idx="1036">
                  <c:v>25.540001</c:v>
                </c:pt>
                <c:pt idx="1037">
                  <c:v>25.02</c:v>
                </c:pt>
                <c:pt idx="1038">
                  <c:v>25.59</c:v>
                </c:pt>
                <c:pt idx="1039">
                  <c:v>24.4</c:v>
                </c:pt>
                <c:pt idx="1040">
                  <c:v>25.120000999999998</c:v>
                </c:pt>
                <c:pt idx="1041">
                  <c:v>24.059999000000001</c:v>
                </c:pt>
                <c:pt idx="1042">
                  <c:v>23.030000999999999</c:v>
                </c:pt>
                <c:pt idx="1043">
                  <c:v>21.9</c:v>
                </c:pt>
                <c:pt idx="1044">
                  <c:v>22.690000999999999</c:v>
                </c:pt>
                <c:pt idx="1045">
                  <c:v>23.530000999999999</c:v>
                </c:pt>
                <c:pt idx="1046">
                  <c:v>26.540001</c:v>
                </c:pt>
                <c:pt idx="1047">
                  <c:v>26.280000999999999</c:v>
                </c:pt>
                <c:pt idx="1048">
                  <c:v>25.52</c:v>
                </c:pt>
                <c:pt idx="1049">
                  <c:v>24.6</c:v>
                </c:pt>
                <c:pt idx="1050">
                  <c:v>27.549999</c:v>
                </c:pt>
                <c:pt idx="1051">
                  <c:v>27.49</c:v>
                </c:pt>
                <c:pt idx="1052">
                  <c:v>29.379999000000002</c:v>
                </c:pt>
                <c:pt idx="1053">
                  <c:v>26.360001</c:v>
                </c:pt>
                <c:pt idx="1054">
                  <c:v>27.219999000000001</c:v>
                </c:pt>
                <c:pt idx="1055">
                  <c:v>27.290001</c:v>
                </c:pt>
                <c:pt idx="1056">
                  <c:v>31.16</c:v>
                </c:pt>
                <c:pt idx="1057">
                  <c:v>32.240001999999997</c:v>
                </c:pt>
                <c:pt idx="1058">
                  <c:v>25.790001</c:v>
                </c:pt>
                <c:pt idx="1059">
                  <c:v>29.84</c:v>
                </c:pt>
                <c:pt idx="1060">
                  <c:v>26.620000999999998</c:v>
                </c:pt>
                <c:pt idx="1061">
                  <c:v>25.73</c:v>
                </c:pt>
                <c:pt idx="1062">
                  <c:v>25.719999000000001</c:v>
                </c:pt>
                <c:pt idx="1063">
                  <c:v>26.08</c:v>
                </c:pt>
                <c:pt idx="1064">
                  <c:v>25.879999000000002</c:v>
                </c:pt>
                <c:pt idx="1065">
                  <c:v>25.709999</c:v>
                </c:pt>
                <c:pt idx="1066">
                  <c:v>25.610001</c:v>
                </c:pt>
                <c:pt idx="1067">
                  <c:v>22.68</c:v>
                </c:pt>
                <c:pt idx="1068">
                  <c:v>23.43</c:v>
                </c:pt>
                <c:pt idx="1069">
                  <c:v>23.209999</c:v>
                </c:pt>
                <c:pt idx="1070">
                  <c:v>22.450001</c:v>
                </c:pt>
                <c:pt idx="1071">
                  <c:v>22.42</c:v>
                </c:pt>
                <c:pt idx="1072">
                  <c:v>22.360001</c:v>
                </c:pt>
                <c:pt idx="1073">
                  <c:v>22.809999000000001</c:v>
                </c:pt>
                <c:pt idx="1074">
                  <c:v>21.98</c:v>
                </c:pt>
                <c:pt idx="1075">
                  <c:v>23.459999</c:v>
                </c:pt>
                <c:pt idx="1076">
                  <c:v>23.82</c:v>
                </c:pt>
                <c:pt idx="1077">
                  <c:v>22.780000999999999</c:v>
                </c:pt>
                <c:pt idx="1078">
                  <c:v>20.530000999999999</c:v>
                </c:pt>
                <c:pt idx="1079">
                  <c:v>20.370000999999998</c:v>
                </c:pt>
                <c:pt idx="1080">
                  <c:v>20.129999000000002</c:v>
                </c:pt>
                <c:pt idx="1081">
                  <c:v>20.5</c:v>
                </c:pt>
                <c:pt idx="1082">
                  <c:v>20.870000999999998</c:v>
                </c:pt>
                <c:pt idx="1083">
                  <c:v>20.260000000000002</c:v>
                </c:pt>
                <c:pt idx="1084">
                  <c:v>20.059999000000001</c:v>
                </c:pt>
                <c:pt idx="1085">
                  <c:v>19.59</c:v>
                </c:pt>
                <c:pt idx="1086">
                  <c:v>19.639999</c:v>
                </c:pt>
                <c:pt idx="1087">
                  <c:v>20.239999999999998</c:v>
                </c:pt>
                <c:pt idx="1088">
                  <c:v>20.790001</c:v>
                </c:pt>
                <c:pt idx="1089">
                  <c:v>18.879999000000002</c:v>
                </c:pt>
                <c:pt idx="1090">
                  <c:v>18.18</c:v>
                </c:pt>
                <c:pt idx="1091">
                  <c:v>18.899999999999999</c:v>
                </c:pt>
                <c:pt idx="1092">
                  <c:v>18.209999</c:v>
                </c:pt>
                <c:pt idx="1093">
                  <c:v>19.73</c:v>
                </c:pt>
                <c:pt idx="1094">
                  <c:v>19.399999999999999</c:v>
                </c:pt>
                <c:pt idx="1095">
                  <c:v>19.41</c:v>
                </c:pt>
                <c:pt idx="1096">
                  <c:v>17.790001</c:v>
                </c:pt>
                <c:pt idx="1097">
                  <c:v>17.98</c:v>
                </c:pt>
                <c:pt idx="1098">
                  <c:v>17.66</c:v>
                </c:pt>
                <c:pt idx="1099">
                  <c:v>16.299999</c:v>
                </c:pt>
                <c:pt idx="1100">
                  <c:v>16.469999000000001</c:v>
                </c:pt>
                <c:pt idx="1101">
                  <c:v>17.010000000000002</c:v>
                </c:pt>
                <c:pt idx="1102">
                  <c:v>17.579999999999998</c:v>
                </c:pt>
                <c:pt idx="1103">
                  <c:v>18.59</c:v>
                </c:pt>
                <c:pt idx="1104">
                  <c:v>18.049999</c:v>
                </c:pt>
                <c:pt idx="1105">
                  <c:v>19.549999</c:v>
                </c:pt>
                <c:pt idx="1106">
                  <c:v>19.639999</c:v>
                </c:pt>
                <c:pt idx="1107">
                  <c:v>19.07</c:v>
                </c:pt>
                <c:pt idx="1108">
                  <c:v>18.139999</c:v>
                </c:pt>
                <c:pt idx="1109">
                  <c:v>17.829999999999998</c:v>
                </c:pt>
                <c:pt idx="1110">
                  <c:v>19.829999999999998</c:v>
                </c:pt>
                <c:pt idx="1111">
                  <c:v>20.239999999999998</c:v>
                </c:pt>
                <c:pt idx="1112">
                  <c:v>20.799999</c:v>
                </c:pt>
                <c:pt idx="1113">
                  <c:v>18.629999000000002</c:v>
                </c:pt>
                <c:pt idx="1114">
                  <c:v>23.559999000000001</c:v>
                </c:pt>
                <c:pt idx="1115">
                  <c:v>23.120000999999998</c:v>
                </c:pt>
                <c:pt idx="1116">
                  <c:v>23.18</c:v>
                </c:pt>
                <c:pt idx="1117">
                  <c:v>24.120000999999998</c:v>
                </c:pt>
                <c:pt idx="1118">
                  <c:v>23.33</c:v>
                </c:pt>
                <c:pt idx="1119">
                  <c:v>21.219999000000001</c:v>
                </c:pt>
                <c:pt idx="1120">
                  <c:v>20.950001</c:v>
                </c:pt>
                <c:pt idx="1121">
                  <c:v>21.129999000000002</c:v>
                </c:pt>
                <c:pt idx="1122">
                  <c:v>22.24</c:v>
                </c:pt>
                <c:pt idx="1123">
                  <c:v>21.58</c:v>
                </c:pt>
                <c:pt idx="1124">
                  <c:v>22.870000999999998</c:v>
                </c:pt>
                <c:pt idx="1125">
                  <c:v>22.639999</c:v>
                </c:pt>
                <c:pt idx="1126">
                  <c:v>22.42</c:v>
                </c:pt>
                <c:pt idx="1127">
                  <c:v>21.139999</c:v>
                </c:pt>
                <c:pt idx="1128">
                  <c:v>23.93</c:v>
                </c:pt>
                <c:pt idx="1129">
                  <c:v>23.440000999999999</c:v>
                </c:pt>
                <c:pt idx="1130">
                  <c:v>23.950001</c:v>
                </c:pt>
                <c:pt idx="1131">
                  <c:v>23.65</c:v>
                </c:pt>
                <c:pt idx="1132">
                  <c:v>25.92</c:v>
                </c:pt>
                <c:pt idx="1133">
                  <c:v>24.780000999999999</c:v>
                </c:pt>
                <c:pt idx="1134">
                  <c:v>25.780000999999999</c:v>
                </c:pt>
                <c:pt idx="1135">
                  <c:v>23.15</c:v>
                </c:pt>
                <c:pt idx="1136">
                  <c:v>25.23</c:v>
                </c:pt>
                <c:pt idx="1137">
                  <c:v>25.59</c:v>
                </c:pt>
                <c:pt idx="1138">
                  <c:v>27.49</c:v>
                </c:pt>
                <c:pt idx="1139">
                  <c:v>28.48</c:v>
                </c:pt>
                <c:pt idx="1140">
                  <c:v>28.540001</c:v>
                </c:pt>
                <c:pt idx="1141">
                  <c:v>25.1</c:v>
                </c:pt>
                <c:pt idx="1142">
                  <c:v>25.01</c:v>
                </c:pt>
                <c:pt idx="1143">
                  <c:v>24.049999</c:v>
                </c:pt>
                <c:pt idx="1144">
                  <c:v>23.049999</c:v>
                </c:pt>
                <c:pt idx="1145">
                  <c:v>21.18</c:v>
                </c:pt>
                <c:pt idx="1146">
                  <c:v>21.309999000000001</c:v>
                </c:pt>
                <c:pt idx="1147">
                  <c:v>23.440000999999999</c:v>
                </c:pt>
                <c:pt idx="1148">
                  <c:v>22.91</c:v>
                </c:pt>
                <c:pt idx="1149">
                  <c:v>24.23</c:v>
                </c:pt>
                <c:pt idx="1150">
                  <c:v>22.030000999999999</c:v>
                </c:pt>
                <c:pt idx="1151">
                  <c:v>21.209999</c:v>
                </c:pt>
                <c:pt idx="1152">
                  <c:v>22.940000999999999</c:v>
                </c:pt>
                <c:pt idx="1153">
                  <c:v>22.57</c:v>
                </c:pt>
                <c:pt idx="1154">
                  <c:v>23.49</c:v>
                </c:pt>
                <c:pt idx="1155">
                  <c:v>21.139999</c:v>
                </c:pt>
                <c:pt idx="1156">
                  <c:v>20.23</c:v>
                </c:pt>
                <c:pt idx="1157">
                  <c:v>21.15</c:v>
                </c:pt>
                <c:pt idx="1158">
                  <c:v>20.66</c:v>
                </c:pt>
                <c:pt idx="1159">
                  <c:v>20.120000999999998</c:v>
                </c:pt>
                <c:pt idx="1160">
                  <c:v>21.17</c:v>
                </c:pt>
                <c:pt idx="1161">
                  <c:v>21.549999</c:v>
                </c:pt>
                <c:pt idx="1162">
                  <c:v>20.34</c:v>
                </c:pt>
                <c:pt idx="1163">
                  <c:v>19.579999999999998</c:v>
                </c:pt>
                <c:pt idx="1164">
                  <c:v>20.98</c:v>
                </c:pt>
                <c:pt idx="1165">
                  <c:v>21.280000999999999</c:v>
                </c:pt>
                <c:pt idx="1166">
                  <c:v>20.420000000000002</c:v>
                </c:pt>
                <c:pt idx="1167">
                  <c:v>19.82</c:v>
                </c:pt>
                <c:pt idx="1168">
                  <c:v>18.809999000000001</c:v>
                </c:pt>
                <c:pt idx="1169">
                  <c:v>20.969999000000001</c:v>
                </c:pt>
                <c:pt idx="1170">
                  <c:v>20.49</c:v>
                </c:pt>
                <c:pt idx="1171">
                  <c:v>19.760000000000002</c:v>
                </c:pt>
                <c:pt idx="1172">
                  <c:v>19.43</c:v>
                </c:pt>
                <c:pt idx="1173">
                  <c:v>20.65</c:v>
                </c:pt>
                <c:pt idx="1174">
                  <c:v>21.99</c:v>
                </c:pt>
                <c:pt idx="1175">
                  <c:v>21.43</c:v>
                </c:pt>
                <c:pt idx="1176">
                  <c:v>24.030000999999999</c:v>
                </c:pt>
                <c:pt idx="1177">
                  <c:v>23.059999000000001</c:v>
                </c:pt>
                <c:pt idx="1178">
                  <c:v>22.639999</c:v>
                </c:pt>
                <c:pt idx="1179">
                  <c:v>25.469999000000001</c:v>
                </c:pt>
                <c:pt idx="1180">
                  <c:v>24.52</c:v>
                </c:pt>
                <c:pt idx="1181">
                  <c:v>24.389999</c:v>
                </c:pt>
                <c:pt idx="1182">
                  <c:v>25.66</c:v>
                </c:pt>
                <c:pt idx="1183">
                  <c:v>31.700001</c:v>
                </c:pt>
                <c:pt idx="1184">
                  <c:v>30.299999</c:v>
                </c:pt>
                <c:pt idx="1185">
                  <c:v>36.220001000000003</c:v>
                </c:pt>
                <c:pt idx="1186">
                  <c:v>33.099997999999999</c:v>
                </c:pt>
                <c:pt idx="1187">
                  <c:v>32.07</c:v>
                </c:pt>
                <c:pt idx="1188">
                  <c:v>33.849997999999999</c:v>
                </c:pt>
                <c:pt idx="1189">
                  <c:v>35.720001000000003</c:v>
                </c:pt>
                <c:pt idx="1190">
                  <c:v>35.189999</c:v>
                </c:pt>
                <c:pt idx="1191">
                  <c:v>32.82</c:v>
                </c:pt>
                <c:pt idx="1192">
                  <c:v>34.740001999999997</c:v>
                </c:pt>
                <c:pt idx="1193">
                  <c:v>46.720001000000003</c:v>
                </c:pt>
                <c:pt idx="1194">
                  <c:v>39.389999000000003</c:v>
                </c:pt>
                <c:pt idx="1195">
                  <c:v>39.810001</c:v>
                </c:pt>
                <c:pt idx="1196">
                  <c:v>45.259998000000003</c:v>
                </c:pt>
                <c:pt idx="1197">
                  <c:v>45.139999000000003</c:v>
                </c:pt>
                <c:pt idx="1198">
                  <c:v>52.049999</c:v>
                </c:pt>
                <c:pt idx="1199">
                  <c:v>53.68</c:v>
                </c:pt>
                <c:pt idx="1200">
                  <c:v>57.529998999999997</c:v>
                </c:pt>
                <c:pt idx="1201">
                  <c:v>63.919998</c:v>
                </c:pt>
                <c:pt idx="1202">
                  <c:v>69.949996999999996</c:v>
                </c:pt>
                <c:pt idx="1203">
                  <c:v>54.990001999999997</c:v>
                </c:pt>
                <c:pt idx="1204">
                  <c:v>55.130001</c:v>
                </c:pt>
                <c:pt idx="1205">
                  <c:v>69.25</c:v>
                </c:pt>
                <c:pt idx="1206">
                  <c:v>67.610000999999997</c:v>
                </c:pt>
                <c:pt idx="1207">
                  <c:v>70.330001999999993</c:v>
                </c:pt>
                <c:pt idx="1208">
                  <c:v>52.970001000000003</c:v>
                </c:pt>
                <c:pt idx="1209">
                  <c:v>53.110000999999997</c:v>
                </c:pt>
                <c:pt idx="1210">
                  <c:v>69.650002000000001</c:v>
                </c:pt>
                <c:pt idx="1211">
                  <c:v>67.800003000000004</c:v>
                </c:pt>
                <c:pt idx="1212">
                  <c:v>79.129997000000003</c:v>
                </c:pt>
                <c:pt idx="1213">
                  <c:v>80.059997999999993</c:v>
                </c:pt>
                <c:pt idx="1214">
                  <c:v>66.959998999999996</c:v>
                </c:pt>
                <c:pt idx="1215">
                  <c:v>69.959998999999996</c:v>
                </c:pt>
                <c:pt idx="1216">
                  <c:v>62.900002000000001</c:v>
                </c:pt>
                <c:pt idx="1217">
                  <c:v>59.889999000000003</c:v>
                </c:pt>
                <c:pt idx="1218">
                  <c:v>53.68</c:v>
                </c:pt>
                <c:pt idx="1219">
                  <c:v>47.73</c:v>
                </c:pt>
                <c:pt idx="1220">
                  <c:v>54.560001</c:v>
                </c:pt>
                <c:pt idx="1221">
                  <c:v>63.68</c:v>
                </c:pt>
                <c:pt idx="1222">
                  <c:v>56.099997999999999</c:v>
                </c:pt>
                <c:pt idx="1223">
                  <c:v>59.98</c:v>
                </c:pt>
                <c:pt idx="1224">
                  <c:v>61.439999</c:v>
                </c:pt>
                <c:pt idx="1225">
                  <c:v>66.459998999999996</c:v>
                </c:pt>
                <c:pt idx="1226">
                  <c:v>59.830002</c:v>
                </c:pt>
                <c:pt idx="1227">
                  <c:v>66.309997999999993</c:v>
                </c:pt>
                <c:pt idx="1228">
                  <c:v>69.150002000000001</c:v>
                </c:pt>
                <c:pt idx="1229">
                  <c:v>67.639999000000003</c:v>
                </c:pt>
                <c:pt idx="1230">
                  <c:v>74.260002</c:v>
                </c:pt>
                <c:pt idx="1231">
                  <c:v>80.860000999999997</c:v>
                </c:pt>
                <c:pt idx="1232">
                  <c:v>72.669998000000007</c:v>
                </c:pt>
                <c:pt idx="1233">
                  <c:v>64.699996999999996</c:v>
                </c:pt>
                <c:pt idx="1234">
                  <c:v>60.900002000000001</c:v>
                </c:pt>
                <c:pt idx="1235">
                  <c:v>54.919998</c:v>
                </c:pt>
                <c:pt idx="1236">
                  <c:v>55.279998999999997</c:v>
                </c:pt>
                <c:pt idx="1237">
                  <c:v>68.510002</c:v>
                </c:pt>
                <c:pt idx="1238">
                  <c:v>62.98</c:v>
                </c:pt>
                <c:pt idx="1239">
                  <c:v>60.720001000000003</c:v>
                </c:pt>
                <c:pt idx="1240">
                  <c:v>63.639999000000003</c:v>
                </c:pt>
                <c:pt idx="1241">
                  <c:v>59.93</c:v>
                </c:pt>
                <c:pt idx="1242">
                  <c:v>58.490001999999997</c:v>
                </c:pt>
                <c:pt idx="1243">
                  <c:v>58.91</c:v>
                </c:pt>
                <c:pt idx="1244">
                  <c:v>55.73</c:v>
                </c:pt>
                <c:pt idx="1245">
                  <c:v>55.779998999999997</c:v>
                </c:pt>
                <c:pt idx="1246">
                  <c:v>54.279998999999997</c:v>
                </c:pt>
                <c:pt idx="1247">
                  <c:v>56.759998000000003</c:v>
                </c:pt>
                <c:pt idx="1248">
                  <c:v>52.369999</c:v>
                </c:pt>
                <c:pt idx="1249">
                  <c:v>49.84</c:v>
                </c:pt>
                <c:pt idx="1250">
                  <c:v>47.34</c:v>
                </c:pt>
                <c:pt idx="1251">
                  <c:v>44.93</c:v>
                </c:pt>
                <c:pt idx="1252">
                  <c:v>44.560001</c:v>
                </c:pt>
                <c:pt idx="1253">
                  <c:v>45.02</c:v>
                </c:pt>
                <c:pt idx="1254">
                  <c:v>44.209999000000003</c:v>
                </c:pt>
                <c:pt idx="1255">
                  <c:v>43.380001</c:v>
                </c:pt>
                <c:pt idx="1256">
                  <c:v>43.900002000000001</c:v>
                </c:pt>
                <c:pt idx="1257">
                  <c:v>41.630001</c:v>
                </c:pt>
                <c:pt idx="1258">
                  <c:v>40</c:v>
                </c:pt>
                <c:pt idx="1259">
                  <c:v>39.189999</c:v>
                </c:pt>
                <c:pt idx="1260">
                  <c:v>39.080002</c:v>
                </c:pt>
                <c:pt idx="1261">
                  <c:v>38.560001</c:v>
                </c:pt>
                <c:pt idx="1262">
                  <c:v>43.389999000000003</c:v>
                </c:pt>
                <c:pt idx="1263">
                  <c:v>42.560001</c:v>
                </c:pt>
                <c:pt idx="1264">
                  <c:v>42.82</c:v>
                </c:pt>
                <c:pt idx="1265">
                  <c:v>45.84</c:v>
                </c:pt>
                <c:pt idx="1266">
                  <c:v>43.27</c:v>
                </c:pt>
                <c:pt idx="1267">
                  <c:v>49.139999000000003</c:v>
                </c:pt>
                <c:pt idx="1268">
                  <c:v>51</c:v>
                </c:pt>
                <c:pt idx="1269">
                  <c:v>46.110000999999997</c:v>
                </c:pt>
                <c:pt idx="1270">
                  <c:v>56.650002000000001</c:v>
                </c:pt>
                <c:pt idx="1271">
                  <c:v>46.419998</c:v>
                </c:pt>
                <c:pt idx="1272">
                  <c:v>47.290000999999997</c:v>
                </c:pt>
                <c:pt idx="1273">
                  <c:v>47.27</c:v>
                </c:pt>
                <c:pt idx="1274">
                  <c:v>45.689999</c:v>
                </c:pt>
                <c:pt idx="1275">
                  <c:v>42.25</c:v>
                </c:pt>
                <c:pt idx="1276">
                  <c:v>39.659999999999997</c:v>
                </c:pt>
                <c:pt idx="1277">
                  <c:v>42.630001</c:v>
                </c:pt>
                <c:pt idx="1278">
                  <c:v>44.84</c:v>
                </c:pt>
                <c:pt idx="1279">
                  <c:v>45.52</c:v>
                </c:pt>
                <c:pt idx="1280">
                  <c:v>43.060001</c:v>
                </c:pt>
                <c:pt idx="1281">
                  <c:v>43.849997999999999</c:v>
                </c:pt>
                <c:pt idx="1282">
                  <c:v>43.73</c:v>
                </c:pt>
                <c:pt idx="1283">
                  <c:v>43.369999</c:v>
                </c:pt>
                <c:pt idx="1284">
                  <c:v>43.639999000000003</c:v>
                </c:pt>
                <c:pt idx="1285">
                  <c:v>46.669998</c:v>
                </c:pt>
                <c:pt idx="1286">
                  <c:v>44.529998999999997</c:v>
                </c:pt>
                <c:pt idx="1287">
                  <c:v>41.25</c:v>
                </c:pt>
                <c:pt idx="1288">
                  <c:v>42.93</c:v>
                </c:pt>
                <c:pt idx="1289">
                  <c:v>48.66</c:v>
                </c:pt>
                <c:pt idx="1290">
                  <c:v>48.459999000000003</c:v>
                </c:pt>
                <c:pt idx="1291">
                  <c:v>47.080002</c:v>
                </c:pt>
                <c:pt idx="1292">
                  <c:v>49.299999</c:v>
                </c:pt>
                <c:pt idx="1293">
                  <c:v>52.619999</c:v>
                </c:pt>
                <c:pt idx="1294">
                  <c:v>45.490001999999997</c:v>
                </c:pt>
                <c:pt idx="1295">
                  <c:v>44.669998</c:v>
                </c:pt>
                <c:pt idx="1296">
                  <c:v>44.66</c:v>
                </c:pt>
                <c:pt idx="1297">
                  <c:v>46.349997999999999</c:v>
                </c:pt>
                <c:pt idx="1298">
                  <c:v>52.650002000000001</c:v>
                </c:pt>
                <c:pt idx="1299">
                  <c:v>50.93</c:v>
                </c:pt>
                <c:pt idx="1300">
                  <c:v>47.560001</c:v>
                </c:pt>
                <c:pt idx="1301">
                  <c:v>50.169998</c:v>
                </c:pt>
                <c:pt idx="1302">
                  <c:v>49.330002</c:v>
                </c:pt>
                <c:pt idx="1303">
                  <c:v>49.68</c:v>
                </c:pt>
                <c:pt idx="1304">
                  <c:v>44.369999</c:v>
                </c:pt>
                <c:pt idx="1305">
                  <c:v>43.610000999999997</c:v>
                </c:pt>
                <c:pt idx="1306">
                  <c:v>41.18</c:v>
                </c:pt>
                <c:pt idx="1307">
                  <c:v>42.360000999999997</c:v>
                </c:pt>
                <c:pt idx="1308">
                  <c:v>43.740001999999997</c:v>
                </c:pt>
                <c:pt idx="1309">
                  <c:v>40.799999</c:v>
                </c:pt>
                <c:pt idx="1310">
                  <c:v>40.060001</c:v>
                </c:pt>
                <c:pt idx="1311">
                  <c:v>43.68</c:v>
                </c:pt>
                <c:pt idx="1312">
                  <c:v>45.889999000000003</c:v>
                </c:pt>
                <c:pt idx="1313">
                  <c:v>43.23</c:v>
                </c:pt>
                <c:pt idx="1314">
                  <c:v>42.93</c:v>
                </c:pt>
                <c:pt idx="1315">
                  <c:v>42.25</c:v>
                </c:pt>
                <c:pt idx="1316">
                  <c:v>40.360000999999997</c:v>
                </c:pt>
                <c:pt idx="1317">
                  <c:v>41.040000999999997</c:v>
                </c:pt>
                <c:pt idx="1318">
                  <c:v>45.540000999999997</c:v>
                </c:pt>
                <c:pt idx="1319">
                  <c:v>44.139999000000003</c:v>
                </c:pt>
                <c:pt idx="1320">
                  <c:v>42.279998999999997</c:v>
                </c:pt>
                <c:pt idx="1321">
                  <c:v>42.040000999999997</c:v>
                </c:pt>
                <c:pt idx="1322">
                  <c:v>39.700001</c:v>
                </c:pt>
                <c:pt idx="1323">
                  <c:v>40.93</c:v>
                </c:pt>
                <c:pt idx="1324">
                  <c:v>40.389999000000003</c:v>
                </c:pt>
                <c:pt idx="1325">
                  <c:v>38.849997999999999</c:v>
                </c:pt>
                <c:pt idx="1326">
                  <c:v>36.529998999999997</c:v>
                </c:pt>
                <c:pt idx="1327">
                  <c:v>37.810001</c:v>
                </c:pt>
                <c:pt idx="1328">
                  <c:v>37.669998</c:v>
                </c:pt>
                <c:pt idx="1329">
                  <c:v>36.169998</c:v>
                </c:pt>
                <c:pt idx="1330">
                  <c:v>35.790000999999997</c:v>
                </c:pt>
                <c:pt idx="1331">
                  <c:v>33.939999</c:v>
                </c:pt>
                <c:pt idx="1332">
                  <c:v>39.18</c:v>
                </c:pt>
                <c:pt idx="1333">
                  <c:v>37.139999000000003</c:v>
                </c:pt>
                <c:pt idx="1334">
                  <c:v>38.099997999999999</c:v>
                </c:pt>
                <c:pt idx="1335">
                  <c:v>37.150002000000001</c:v>
                </c:pt>
                <c:pt idx="1336">
                  <c:v>36.82</c:v>
                </c:pt>
                <c:pt idx="1337">
                  <c:v>38.32</c:v>
                </c:pt>
                <c:pt idx="1338">
                  <c:v>37.950001</c:v>
                </c:pt>
                <c:pt idx="1339">
                  <c:v>36.080002</c:v>
                </c:pt>
                <c:pt idx="1340">
                  <c:v>36.5</c:v>
                </c:pt>
                <c:pt idx="1341">
                  <c:v>35.299999</c:v>
                </c:pt>
                <c:pt idx="1342">
                  <c:v>34.529998999999997</c:v>
                </c:pt>
                <c:pt idx="1343">
                  <c:v>33.360000999999997</c:v>
                </c:pt>
                <c:pt idx="1344">
                  <c:v>32.450001</c:v>
                </c:pt>
                <c:pt idx="1345">
                  <c:v>33.439999</c:v>
                </c:pt>
                <c:pt idx="1346">
                  <c:v>32.049999</c:v>
                </c:pt>
                <c:pt idx="1347">
                  <c:v>32.869999</c:v>
                </c:pt>
                <c:pt idx="1348">
                  <c:v>31.799999</c:v>
                </c:pt>
                <c:pt idx="1349">
                  <c:v>33.650002000000001</c:v>
                </c:pt>
                <c:pt idx="1350">
                  <c:v>31.370000999999998</c:v>
                </c:pt>
                <c:pt idx="1351">
                  <c:v>33.119999</c:v>
                </c:pt>
                <c:pt idx="1352">
                  <c:v>30.24</c:v>
                </c:pt>
                <c:pt idx="1353">
                  <c:v>28.799999</c:v>
                </c:pt>
                <c:pt idx="1354">
                  <c:v>29.030000999999999</c:v>
                </c:pt>
                <c:pt idx="1355">
                  <c:v>31.35</c:v>
                </c:pt>
                <c:pt idx="1356">
                  <c:v>32.630001</c:v>
                </c:pt>
                <c:pt idx="1357">
                  <c:v>30.620000999999998</c:v>
                </c:pt>
                <c:pt idx="1358">
                  <c:v>32.360000999999997</c:v>
                </c:pt>
                <c:pt idx="1359">
                  <c:v>31.67</c:v>
                </c:pt>
                <c:pt idx="1360">
                  <c:v>28.92</c:v>
                </c:pt>
                <c:pt idx="1361">
                  <c:v>30.040001</c:v>
                </c:pt>
                <c:pt idx="1362">
                  <c:v>29.629999000000002</c:v>
                </c:pt>
                <c:pt idx="1363">
                  <c:v>31.02</c:v>
                </c:pt>
                <c:pt idx="1364">
                  <c:v>30.18</c:v>
                </c:pt>
                <c:pt idx="1365">
                  <c:v>29.620000999999998</c:v>
                </c:pt>
                <c:pt idx="1366">
                  <c:v>29.77</c:v>
                </c:pt>
                <c:pt idx="1367">
                  <c:v>28.27</c:v>
                </c:pt>
                <c:pt idx="1368">
                  <c:v>28.459999</c:v>
                </c:pt>
                <c:pt idx="1369">
                  <c:v>28.110001</c:v>
                </c:pt>
                <c:pt idx="1370">
                  <c:v>28.15</c:v>
                </c:pt>
                <c:pt idx="1371">
                  <c:v>30.809999000000001</c:v>
                </c:pt>
                <c:pt idx="1372">
                  <c:v>32.68</c:v>
                </c:pt>
                <c:pt idx="1373">
                  <c:v>31.540001</c:v>
                </c:pt>
                <c:pt idx="1374">
                  <c:v>30.030000999999999</c:v>
                </c:pt>
                <c:pt idx="1375">
                  <c:v>27.99</c:v>
                </c:pt>
                <c:pt idx="1376">
                  <c:v>31.17</c:v>
                </c:pt>
                <c:pt idx="1377">
                  <c:v>30.58</c:v>
                </c:pt>
                <c:pt idx="1378">
                  <c:v>29.049999</c:v>
                </c:pt>
                <c:pt idx="1379">
                  <c:v>26.360001</c:v>
                </c:pt>
                <c:pt idx="1380">
                  <c:v>25.93</c:v>
                </c:pt>
                <c:pt idx="1381">
                  <c:v>25.35</c:v>
                </c:pt>
                <c:pt idx="1382">
                  <c:v>26.35</c:v>
                </c:pt>
                <c:pt idx="1383">
                  <c:v>26.219999000000001</c:v>
                </c:pt>
                <c:pt idx="1384">
                  <c:v>27.950001</c:v>
                </c:pt>
                <c:pt idx="1385">
                  <c:v>29</c:v>
                </c:pt>
                <c:pt idx="1386">
                  <c:v>30.85</c:v>
                </c:pt>
                <c:pt idx="1387">
                  <c:v>31.299999</c:v>
                </c:pt>
                <c:pt idx="1388">
                  <c:v>29.780000999999999</c:v>
                </c:pt>
                <c:pt idx="1389">
                  <c:v>29.02</c:v>
                </c:pt>
                <c:pt idx="1390">
                  <c:v>26.309999000000001</c:v>
                </c:pt>
                <c:pt idx="1391">
                  <c:v>25.02</c:v>
                </c:pt>
                <c:pt idx="1392">
                  <c:v>25.889999</c:v>
                </c:pt>
                <c:pt idx="1393">
                  <c:v>25.42</c:v>
                </c:pt>
                <c:pt idx="1394">
                  <c:v>24.34</c:v>
                </c:pt>
                <c:pt idx="1395">
                  <c:v>24.4</c:v>
                </c:pt>
                <c:pt idx="1396">
                  <c:v>23.870000999999998</c:v>
                </c:pt>
                <c:pt idx="1397">
                  <c:v>23.469999000000001</c:v>
                </c:pt>
                <c:pt idx="1398">
                  <c:v>23.43</c:v>
                </c:pt>
                <c:pt idx="1399">
                  <c:v>23.09</c:v>
                </c:pt>
                <c:pt idx="1400">
                  <c:v>24.280000999999999</c:v>
                </c:pt>
                <c:pt idx="1401">
                  <c:v>25.01</c:v>
                </c:pt>
                <c:pt idx="1402">
                  <c:v>25.610001</c:v>
                </c:pt>
                <c:pt idx="1403">
                  <c:v>25.4</c:v>
                </c:pt>
                <c:pt idx="1404">
                  <c:v>25.92</c:v>
                </c:pt>
                <c:pt idx="1405">
                  <c:v>25.559999000000001</c:v>
                </c:pt>
                <c:pt idx="1406">
                  <c:v>24.889999</c:v>
                </c:pt>
                <c:pt idx="1407">
                  <c:v>24.9</c:v>
                </c:pt>
                <c:pt idx="1408">
                  <c:v>25.67</c:v>
                </c:pt>
                <c:pt idx="1409">
                  <c:v>24.76</c:v>
                </c:pt>
                <c:pt idx="1410">
                  <c:v>24.99</c:v>
                </c:pt>
                <c:pt idx="1411">
                  <c:v>25.99</c:v>
                </c:pt>
                <c:pt idx="1412">
                  <c:v>25.450001</c:v>
                </c:pt>
                <c:pt idx="1413">
                  <c:v>24.709999</c:v>
                </c:pt>
                <c:pt idx="1414">
                  <c:v>24.27</c:v>
                </c:pt>
                <c:pt idx="1415">
                  <c:v>27.889999</c:v>
                </c:pt>
                <c:pt idx="1416">
                  <c:v>26.18</c:v>
                </c:pt>
                <c:pt idx="1417">
                  <c:v>26.26</c:v>
                </c:pt>
                <c:pt idx="1418">
                  <c:v>25.09</c:v>
                </c:pt>
                <c:pt idx="1419">
                  <c:v>25.01</c:v>
                </c:pt>
                <c:pt idx="1420">
                  <c:v>25.139999</c:v>
                </c:pt>
                <c:pt idx="1421">
                  <c:v>24.92</c:v>
                </c:pt>
                <c:pt idx="1422">
                  <c:v>24.950001</c:v>
                </c:pt>
                <c:pt idx="1423">
                  <c:v>24.68</c:v>
                </c:pt>
                <c:pt idx="1424">
                  <c:v>24.76</c:v>
                </c:pt>
                <c:pt idx="1425">
                  <c:v>26.01</c:v>
                </c:pt>
                <c:pt idx="1426">
                  <c:v>29.15</c:v>
                </c:pt>
                <c:pt idx="1427">
                  <c:v>28.9</c:v>
                </c:pt>
                <c:pt idx="1428">
                  <c:v>27.1</c:v>
                </c:pt>
                <c:pt idx="1429">
                  <c:v>25.26</c:v>
                </c:pt>
                <c:pt idx="1430">
                  <c:v>25.620000999999998</c:v>
                </c:pt>
                <c:pt idx="1431">
                  <c:v>24.32</c:v>
                </c:pt>
                <c:pt idx="1432">
                  <c:v>23.549999</c:v>
                </c:pt>
                <c:pt idx="1433">
                  <c:v>24.15</c:v>
                </c:pt>
                <c:pt idx="1434">
                  <c:v>23.860001</c:v>
                </c:pt>
                <c:pt idx="1435">
                  <c:v>23.42</c:v>
                </c:pt>
                <c:pt idx="1436">
                  <c:v>23.690000999999999</c:v>
                </c:pt>
                <c:pt idx="1437">
                  <c:v>23.65</c:v>
                </c:pt>
                <c:pt idx="1438">
                  <c:v>23.92</c:v>
                </c:pt>
                <c:pt idx="1439">
                  <c:v>24.059999000000001</c:v>
                </c:pt>
                <c:pt idx="1440">
                  <c:v>23.08</c:v>
                </c:pt>
                <c:pt idx="1441">
                  <c:v>23.49</c:v>
                </c:pt>
                <c:pt idx="1442">
                  <c:v>24.950001</c:v>
                </c:pt>
                <c:pt idx="1443">
                  <c:v>25.610001</c:v>
                </c:pt>
                <c:pt idx="1444">
                  <c:v>24.879999000000002</c:v>
                </c:pt>
                <c:pt idx="1445">
                  <c:v>25.190000999999999</c:v>
                </c:pt>
                <c:pt idx="1446">
                  <c:v>25.610001</c:v>
                </c:pt>
                <c:pt idx="1447">
                  <c:v>28.27</c:v>
                </c:pt>
                <c:pt idx="1448">
                  <c:v>28.68</c:v>
                </c:pt>
                <c:pt idx="1449">
                  <c:v>26.84</c:v>
                </c:pt>
                <c:pt idx="1450">
                  <c:v>25.700001</c:v>
                </c:pt>
                <c:pt idx="1451">
                  <c:v>24.68</c:v>
                </c:pt>
                <c:pt idx="1452">
                  <c:v>24.18</c:v>
                </c:pt>
                <c:pt idx="1453">
                  <c:v>23.120000999999998</c:v>
                </c:pt>
                <c:pt idx="1454">
                  <c:v>23.01</c:v>
                </c:pt>
                <c:pt idx="1455">
                  <c:v>22.99</c:v>
                </c:pt>
                <c:pt idx="1456">
                  <c:v>22.860001</c:v>
                </c:pt>
                <c:pt idx="1457">
                  <c:v>21.719999000000001</c:v>
                </c:pt>
                <c:pt idx="1458">
                  <c:v>21.43</c:v>
                </c:pt>
                <c:pt idx="1459">
                  <c:v>21.49</c:v>
                </c:pt>
                <c:pt idx="1460">
                  <c:v>20.9</c:v>
                </c:pt>
                <c:pt idx="1461">
                  <c:v>22.219999000000001</c:v>
                </c:pt>
                <c:pt idx="1462">
                  <c:v>20.690000999999999</c:v>
                </c:pt>
                <c:pt idx="1463">
                  <c:v>22.27</c:v>
                </c:pt>
                <c:pt idx="1464">
                  <c:v>24.309999000000001</c:v>
                </c:pt>
                <c:pt idx="1465">
                  <c:v>24.83</c:v>
                </c:pt>
                <c:pt idx="1466">
                  <c:v>27.91</c:v>
                </c:pt>
                <c:pt idx="1467">
                  <c:v>24.76</c:v>
                </c:pt>
                <c:pt idx="1468">
                  <c:v>30.690000999999999</c:v>
                </c:pt>
                <c:pt idx="1469">
                  <c:v>29.780000999999999</c:v>
                </c:pt>
                <c:pt idx="1470">
                  <c:v>28.809999000000001</c:v>
                </c:pt>
                <c:pt idx="1471">
                  <c:v>27.719999000000001</c:v>
                </c:pt>
                <c:pt idx="1472">
                  <c:v>25.43</c:v>
                </c:pt>
                <c:pt idx="1473">
                  <c:v>24.190000999999999</c:v>
                </c:pt>
                <c:pt idx="1474">
                  <c:v>23.15</c:v>
                </c:pt>
                <c:pt idx="1475">
                  <c:v>22.84</c:v>
                </c:pt>
                <c:pt idx="1476">
                  <c:v>23.040001</c:v>
                </c:pt>
                <c:pt idx="1477">
                  <c:v>24.24</c:v>
                </c:pt>
                <c:pt idx="1478">
                  <c:v>23.360001</c:v>
                </c:pt>
                <c:pt idx="1479">
                  <c:v>22.889999</c:v>
                </c:pt>
                <c:pt idx="1480">
                  <c:v>22.41</c:v>
                </c:pt>
                <c:pt idx="1481">
                  <c:v>21.629999000000002</c:v>
                </c:pt>
                <c:pt idx="1482">
                  <c:v>22.629999000000002</c:v>
                </c:pt>
                <c:pt idx="1483">
                  <c:v>22.190000999999999</c:v>
                </c:pt>
                <c:pt idx="1484">
                  <c:v>21.16</c:v>
                </c:pt>
                <c:pt idx="1485">
                  <c:v>20.469999000000001</c:v>
                </c:pt>
                <c:pt idx="1486">
                  <c:v>20.48</c:v>
                </c:pt>
                <c:pt idx="1487">
                  <c:v>24.74</c:v>
                </c:pt>
                <c:pt idx="1488">
                  <c:v>24.51</c:v>
                </c:pt>
                <c:pt idx="1489">
                  <c:v>21.92</c:v>
                </c:pt>
                <c:pt idx="1490">
                  <c:v>21.120000999999998</c:v>
                </c:pt>
                <c:pt idx="1491">
                  <c:v>22.459999</c:v>
                </c:pt>
                <c:pt idx="1492">
                  <c:v>21.25</c:v>
                </c:pt>
                <c:pt idx="1493">
                  <c:v>22.1</c:v>
                </c:pt>
                <c:pt idx="1494">
                  <c:v>23.690000999999999</c:v>
                </c:pt>
                <c:pt idx="1495">
                  <c:v>22.66</c:v>
                </c:pt>
                <c:pt idx="1496">
                  <c:v>22.32</c:v>
                </c:pt>
                <c:pt idx="1497">
                  <c:v>21.59</c:v>
                </c:pt>
                <c:pt idx="1498">
                  <c:v>21.15</c:v>
                </c:pt>
                <c:pt idx="1499">
                  <c:v>21.49</c:v>
                </c:pt>
                <c:pt idx="1500">
                  <c:v>20.540001</c:v>
                </c:pt>
                <c:pt idx="1501">
                  <c:v>22.51</c:v>
                </c:pt>
                <c:pt idx="1502">
                  <c:v>21.68</c:v>
                </c:pt>
                <c:pt idx="1503">
                  <c:v>20.49</c:v>
                </c:pt>
                <c:pt idx="1504">
                  <c:v>19.540001</c:v>
                </c:pt>
                <c:pt idx="1505">
                  <c:v>19.709999</c:v>
                </c:pt>
                <c:pt idx="1506">
                  <c:v>19.469999000000001</c:v>
                </c:pt>
                <c:pt idx="1507">
                  <c:v>19.93</c:v>
                </c:pt>
                <c:pt idx="1508">
                  <c:v>20.010000000000002</c:v>
                </c:pt>
                <c:pt idx="1509">
                  <c:v>19.959999</c:v>
                </c:pt>
                <c:pt idx="1510">
                  <c:v>21.68</c:v>
                </c:pt>
                <c:pt idx="1511">
                  <c:v>20.040001</c:v>
                </c:pt>
                <c:pt idx="1512">
                  <c:v>19.350000000000001</c:v>
                </c:pt>
                <c:pt idx="1513">
                  <c:v>19.16</c:v>
                </c:pt>
                <c:pt idx="1514">
                  <c:v>19.059999000000001</c:v>
                </c:pt>
                <c:pt idx="1515">
                  <c:v>18.129999000000002</c:v>
                </c:pt>
                <c:pt idx="1516">
                  <c:v>17.549999</c:v>
                </c:pt>
                <c:pt idx="1517">
                  <c:v>18.25</c:v>
                </c:pt>
                <c:pt idx="1518">
                  <c:v>17.850000000000001</c:v>
                </c:pt>
                <c:pt idx="1519">
                  <c:v>17.629999000000002</c:v>
                </c:pt>
                <c:pt idx="1520">
                  <c:v>17.91</c:v>
                </c:pt>
                <c:pt idx="1521">
                  <c:v>17.579999999999998</c:v>
                </c:pt>
                <c:pt idx="1522">
                  <c:v>18.68</c:v>
                </c:pt>
                <c:pt idx="1523">
                  <c:v>22.27</c:v>
                </c:pt>
                <c:pt idx="1524">
                  <c:v>27.309999000000001</c:v>
                </c:pt>
                <c:pt idx="1525">
                  <c:v>25.41</c:v>
                </c:pt>
                <c:pt idx="1526">
                  <c:v>24.549999</c:v>
                </c:pt>
                <c:pt idx="1527">
                  <c:v>23.139999</c:v>
                </c:pt>
                <c:pt idx="1528">
                  <c:v>23.73</c:v>
                </c:pt>
                <c:pt idx="1529">
                  <c:v>24.620000999999998</c:v>
                </c:pt>
                <c:pt idx="1530">
                  <c:v>22.59</c:v>
                </c:pt>
                <c:pt idx="1531">
                  <c:v>21.48</c:v>
                </c:pt>
                <c:pt idx="1532">
                  <c:v>21.6</c:v>
                </c:pt>
                <c:pt idx="1533">
                  <c:v>26.08</c:v>
                </c:pt>
                <c:pt idx="1534">
                  <c:v>26.110001</c:v>
                </c:pt>
                <c:pt idx="1535">
                  <c:v>26.51</c:v>
                </c:pt>
                <c:pt idx="1536">
                  <c:v>26</c:v>
                </c:pt>
                <c:pt idx="1537">
                  <c:v>25.4</c:v>
                </c:pt>
                <c:pt idx="1538">
                  <c:v>23.959999</c:v>
                </c:pt>
                <c:pt idx="1539">
                  <c:v>22.73</c:v>
                </c:pt>
                <c:pt idx="1540">
                  <c:v>22.25</c:v>
                </c:pt>
                <c:pt idx="1541">
                  <c:v>21.719999000000001</c:v>
                </c:pt>
                <c:pt idx="1542">
                  <c:v>20.629999000000002</c:v>
                </c:pt>
                <c:pt idx="1543">
                  <c:v>20.02</c:v>
                </c:pt>
                <c:pt idx="1544">
                  <c:v>19.940000999999999</c:v>
                </c:pt>
                <c:pt idx="1545">
                  <c:v>21.370000999999998</c:v>
                </c:pt>
                <c:pt idx="1546">
                  <c:v>20.27</c:v>
                </c:pt>
                <c:pt idx="1547">
                  <c:v>20.100000000000001</c:v>
                </c:pt>
                <c:pt idx="1548">
                  <c:v>19.5</c:v>
                </c:pt>
                <c:pt idx="1549">
                  <c:v>19.260000000000002</c:v>
                </c:pt>
                <c:pt idx="1550">
                  <c:v>19.059999000000001</c:v>
                </c:pt>
                <c:pt idx="1551">
                  <c:v>18.829999999999998</c:v>
                </c:pt>
                <c:pt idx="1552">
                  <c:v>18.719999000000001</c:v>
                </c:pt>
                <c:pt idx="1553">
                  <c:v>17.420000000000002</c:v>
                </c:pt>
                <c:pt idx="1554">
                  <c:v>17.790001</c:v>
                </c:pt>
                <c:pt idx="1555">
                  <c:v>17.920000000000002</c:v>
                </c:pt>
                <c:pt idx="1556">
                  <c:v>18.57</c:v>
                </c:pt>
                <c:pt idx="1557">
                  <c:v>18.059999000000001</c:v>
                </c:pt>
                <c:pt idx="1558">
                  <c:v>17.579999999999998</c:v>
                </c:pt>
                <c:pt idx="1559">
                  <c:v>18</c:v>
                </c:pt>
                <c:pt idx="1560">
                  <c:v>17.690000999999999</c:v>
                </c:pt>
                <c:pt idx="1561">
                  <c:v>16.91</c:v>
                </c:pt>
                <c:pt idx="1562">
                  <c:v>16.620000999999998</c:v>
                </c:pt>
                <c:pt idx="1563">
                  <c:v>16.969999000000001</c:v>
                </c:pt>
                <c:pt idx="1564">
                  <c:v>16.870000999999998</c:v>
                </c:pt>
                <c:pt idx="1565">
                  <c:v>16.350000000000001</c:v>
                </c:pt>
                <c:pt idx="1566">
                  <c:v>17.549999</c:v>
                </c:pt>
                <c:pt idx="1567">
                  <c:v>18.399999999999999</c:v>
                </c:pt>
                <c:pt idx="1568">
                  <c:v>17.77</c:v>
                </c:pt>
                <c:pt idx="1569">
                  <c:v>17.59</c:v>
                </c:pt>
                <c:pt idx="1570">
                  <c:v>17.129999000000002</c:v>
                </c:pt>
                <c:pt idx="1571">
                  <c:v>17.59</c:v>
                </c:pt>
                <c:pt idx="1572">
                  <c:v>17.469999000000001</c:v>
                </c:pt>
                <c:pt idx="1573">
                  <c:v>17.02</c:v>
                </c:pt>
                <c:pt idx="1574">
                  <c:v>16.23</c:v>
                </c:pt>
                <c:pt idx="1575">
                  <c:v>16.620000999999998</c:v>
                </c:pt>
                <c:pt idx="1576">
                  <c:v>16.48</c:v>
                </c:pt>
                <c:pt idx="1577">
                  <c:v>16.139999</c:v>
                </c:pt>
                <c:pt idx="1578">
                  <c:v>15.58</c:v>
                </c:pt>
                <c:pt idx="1579">
                  <c:v>16.200001</c:v>
                </c:pt>
                <c:pt idx="1580">
                  <c:v>15.59</c:v>
                </c:pt>
                <c:pt idx="1581">
                  <c:v>15.89</c:v>
                </c:pt>
                <c:pt idx="1582">
                  <c:v>18.360001</c:v>
                </c:pt>
                <c:pt idx="1583">
                  <c:v>17.34</c:v>
                </c:pt>
                <c:pt idx="1584">
                  <c:v>15.73</c:v>
                </c:pt>
                <c:pt idx="1585">
                  <c:v>16.32</c:v>
                </c:pt>
                <c:pt idx="1586">
                  <c:v>16.469999000000001</c:v>
                </c:pt>
                <c:pt idx="1587">
                  <c:v>16.620000999999998</c:v>
                </c:pt>
                <c:pt idx="1588">
                  <c:v>17.469999000000001</c:v>
                </c:pt>
                <c:pt idx="1589">
                  <c:v>22.809999000000001</c:v>
                </c:pt>
                <c:pt idx="1590">
                  <c:v>21.08</c:v>
                </c:pt>
                <c:pt idx="1591">
                  <c:v>18.440000999999999</c:v>
                </c:pt>
                <c:pt idx="1592">
                  <c:v>22.049999</c:v>
                </c:pt>
                <c:pt idx="1593">
                  <c:v>20.190000999999999</c:v>
                </c:pt>
                <c:pt idx="1594">
                  <c:v>23.84</c:v>
                </c:pt>
                <c:pt idx="1595">
                  <c:v>24.91</c:v>
                </c:pt>
                <c:pt idx="1596">
                  <c:v>32.799999</c:v>
                </c:pt>
                <c:pt idx="1597">
                  <c:v>40.950001</c:v>
                </c:pt>
                <c:pt idx="1598">
                  <c:v>28.84</c:v>
                </c:pt>
                <c:pt idx="1599">
                  <c:v>28.32</c:v>
                </c:pt>
                <c:pt idx="1600">
                  <c:v>25.52</c:v>
                </c:pt>
                <c:pt idx="1601">
                  <c:v>26.68</c:v>
                </c:pt>
                <c:pt idx="1602">
                  <c:v>31.24</c:v>
                </c:pt>
                <c:pt idx="1603">
                  <c:v>30.84</c:v>
                </c:pt>
                <c:pt idx="1604">
                  <c:v>33.549999</c:v>
                </c:pt>
                <c:pt idx="1605">
                  <c:v>35.32</c:v>
                </c:pt>
                <c:pt idx="1606">
                  <c:v>45.790000999999997</c:v>
                </c:pt>
                <c:pt idx="1607">
                  <c:v>40.099997999999999</c:v>
                </c:pt>
                <c:pt idx="1608">
                  <c:v>38.32</c:v>
                </c:pt>
                <c:pt idx="1609">
                  <c:v>34.610000999999997</c:v>
                </c:pt>
                <c:pt idx="1610">
                  <c:v>35.020000000000003</c:v>
                </c:pt>
                <c:pt idx="1611">
                  <c:v>29.68</c:v>
                </c:pt>
                <c:pt idx="1612">
                  <c:v>32.07</c:v>
                </c:pt>
                <c:pt idx="1613">
                  <c:v>35.540000999999997</c:v>
                </c:pt>
                <c:pt idx="1614">
                  <c:v>30.17</c:v>
                </c:pt>
                <c:pt idx="1615">
                  <c:v>29.459999</c:v>
                </c:pt>
                <c:pt idx="1616">
                  <c:v>35.479999999999997</c:v>
                </c:pt>
                <c:pt idx="1617">
                  <c:v>36.57</c:v>
                </c:pt>
                <c:pt idx="1618">
                  <c:v>33.700001</c:v>
                </c:pt>
                <c:pt idx="1619">
                  <c:v>33.729999999999997</c:v>
                </c:pt>
                <c:pt idx="1620">
                  <c:v>30.57</c:v>
                </c:pt>
                <c:pt idx="1621">
                  <c:v>28.790001</c:v>
                </c:pt>
                <c:pt idx="1622">
                  <c:v>28.58</c:v>
                </c:pt>
                <c:pt idx="1623">
                  <c:v>25.870000999999998</c:v>
                </c:pt>
                <c:pt idx="1624">
                  <c:v>25.92</c:v>
                </c:pt>
                <c:pt idx="1625">
                  <c:v>25.049999</c:v>
                </c:pt>
                <c:pt idx="1626">
                  <c:v>23.950001</c:v>
                </c:pt>
                <c:pt idx="1627">
                  <c:v>24.879999000000002</c:v>
                </c:pt>
                <c:pt idx="1628">
                  <c:v>27.049999</c:v>
                </c:pt>
                <c:pt idx="1629">
                  <c:v>26.91</c:v>
                </c:pt>
                <c:pt idx="1630">
                  <c:v>29.74</c:v>
                </c:pt>
                <c:pt idx="1631">
                  <c:v>28.530000999999999</c:v>
                </c:pt>
                <c:pt idx="1632">
                  <c:v>29</c:v>
                </c:pt>
                <c:pt idx="1633">
                  <c:v>34.130001</c:v>
                </c:pt>
                <c:pt idx="1634">
                  <c:v>34.540000999999997</c:v>
                </c:pt>
                <c:pt idx="1635">
                  <c:v>32.860000999999997</c:v>
                </c:pt>
                <c:pt idx="1636">
                  <c:v>30.120000999999998</c:v>
                </c:pt>
                <c:pt idx="1637">
                  <c:v>29.65</c:v>
                </c:pt>
                <c:pt idx="1638">
                  <c:v>26.84</c:v>
                </c:pt>
                <c:pt idx="1639">
                  <c:v>25.709999</c:v>
                </c:pt>
                <c:pt idx="1640">
                  <c:v>24.98</c:v>
                </c:pt>
                <c:pt idx="1641">
                  <c:v>24.43</c:v>
                </c:pt>
                <c:pt idx="1642">
                  <c:v>24.559999000000001</c:v>
                </c:pt>
                <c:pt idx="1643">
                  <c:v>24.889999</c:v>
                </c:pt>
                <c:pt idx="1644">
                  <c:v>25.139999</c:v>
                </c:pt>
                <c:pt idx="1645">
                  <c:v>26.25</c:v>
                </c:pt>
                <c:pt idx="1646">
                  <c:v>25.969999000000001</c:v>
                </c:pt>
                <c:pt idx="1647">
                  <c:v>23.93</c:v>
                </c:pt>
                <c:pt idx="1648">
                  <c:v>25.639999</c:v>
                </c:pt>
                <c:pt idx="1649">
                  <c:v>24.629999000000002</c:v>
                </c:pt>
                <c:pt idx="1650">
                  <c:v>23.469999000000001</c:v>
                </c:pt>
                <c:pt idx="1651">
                  <c:v>22.73</c:v>
                </c:pt>
                <c:pt idx="1652">
                  <c:v>23.190000999999999</c:v>
                </c:pt>
                <c:pt idx="1653">
                  <c:v>24.25</c:v>
                </c:pt>
                <c:pt idx="1654">
                  <c:v>24.129999000000002</c:v>
                </c:pt>
                <c:pt idx="1655">
                  <c:v>23.5</c:v>
                </c:pt>
                <c:pt idx="1656">
                  <c:v>22.01</c:v>
                </c:pt>
                <c:pt idx="1657">
                  <c:v>22.629999000000002</c:v>
                </c:pt>
                <c:pt idx="1658">
                  <c:v>22.209999</c:v>
                </c:pt>
                <c:pt idx="1659">
                  <c:v>22.1</c:v>
                </c:pt>
                <c:pt idx="1660">
                  <c:v>21.74</c:v>
                </c:pt>
                <c:pt idx="1661">
                  <c:v>22.139999</c:v>
                </c:pt>
                <c:pt idx="1662">
                  <c:v>22.370000999999998</c:v>
                </c:pt>
                <c:pt idx="1663">
                  <c:v>25.389999</c:v>
                </c:pt>
                <c:pt idx="1664">
                  <c:v>25.73</c:v>
                </c:pt>
                <c:pt idx="1665">
                  <c:v>26.24</c:v>
                </c:pt>
                <c:pt idx="1666">
                  <c:v>26.1</c:v>
                </c:pt>
                <c:pt idx="1667">
                  <c:v>24.33</c:v>
                </c:pt>
                <c:pt idx="1668">
                  <c:v>24.59</c:v>
                </c:pt>
                <c:pt idx="1669">
                  <c:v>26.440000999999999</c:v>
                </c:pt>
                <c:pt idx="1670">
                  <c:v>25.49</c:v>
                </c:pt>
                <c:pt idx="1671">
                  <c:v>25.66</c:v>
                </c:pt>
                <c:pt idx="1672">
                  <c:v>27.459999</c:v>
                </c:pt>
                <c:pt idx="1673">
                  <c:v>26.700001</c:v>
                </c:pt>
                <c:pt idx="1674">
                  <c:v>27.370000999999998</c:v>
                </c:pt>
                <c:pt idx="1675">
                  <c:v>24.450001</c:v>
                </c:pt>
                <c:pt idx="1676">
                  <c:v>27.209999</c:v>
                </c:pt>
                <c:pt idx="1677">
                  <c:v>26.049999</c:v>
                </c:pt>
                <c:pt idx="1678">
                  <c:v>23.889999</c:v>
                </c:pt>
                <c:pt idx="1679">
                  <c:v>23.190000999999999</c:v>
                </c:pt>
                <c:pt idx="1680">
                  <c:v>21.309999000000001</c:v>
                </c:pt>
                <c:pt idx="1681">
                  <c:v>23.799999</c:v>
                </c:pt>
                <c:pt idx="1682">
                  <c:v>23.25</c:v>
                </c:pt>
                <c:pt idx="1683">
                  <c:v>22.809999000000001</c:v>
                </c:pt>
                <c:pt idx="1684">
                  <c:v>21.99</c:v>
                </c:pt>
                <c:pt idx="1685">
                  <c:v>21.209999</c:v>
                </c:pt>
                <c:pt idx="1686">
                  <c:v>21.559999000000001</c:v>
                </c:pt>
                <c:pt idx="1687">
                  <c:v>22.1</c:v>
                </c:pt>
                <c:pt idx="1688">
                  <c:v>21.719999000000001</c:v>
                </c:pt>
                <c:pt idx="1689">
                  <c:v>22.01</c:v>
                </c:pt>
                <c:pt idx="1690">
                  <c:v>21.5</c:v>
                </c:pt>
                <c:pt idx="1691">
                  <c:v>22.35</c:v>
                </c:pt>
                <c:pt idx="1692">
                  <c:v>22.51</c:v>
                </c:pt>
                <c:pt idx="1693">
                  <c:v>23.870000999999998</c:v>
                </c:pt>
                <c:pt idx="1694">
                  <c:v>21.709999</c:v>
                </c:pt>
                <c:pt idx="1695">
                  <c:v>22.540001</c:v>
                </c:pt>
                <c:pt idx="1696">
                  <c:v>22.6</c:v>
                </c:pt>
                <c:pt idx="1697">
                  <c:v>23.25</c:v>
                </c:pt>
                <c:pt idx="1698">
                  <c:v>23.700001</c:v>
                </c:pt>
                <c:pt idx="1699">
                  <c:v>22.5</c:v>
                </c:pt>
                <c:pt idx="1700">
                  <c:v>23.530000999999999</c:v>
                </c:pt>
                <c:pt idx="1701">
                  <c:v>21.76</c:v>
                </c:pt>
                <c:pt idx="1702">
                  <c:v>21.49</c:v>
                </c:pt>
                <c:pt idx="1703">
                  <c:v>21.559999000000001</c:v>
                </c:pt>
                <c:pt idx="1704">
                  <c:v>20.709999</c:v>
                </c:pt>
                <c:pt idx="1705">
                  <c:v>18.959999</c:v>
                </c:pt>
                <c:pt idx="1706">
                  <c:v>18.93</c:v>
                </c:pt>
                <c:pt idx="1707">
                  <c:v>19.07</c:v>
                </c:pt>
                <c:pt idx="1708">
                  <c:v>19.879999000000002</c:v>
                </c:pt>
                <c:pt idx="1709">
                  <c:v>19.030000999999999</c:v>
                </c:pt>
                <c:pt idx="1710">
                  <c:v>19.09</c:v>
                </c:pt>
                <c:pt idx="1711">
                  <c:v>20.629999000000002</c:v>
                </c:pt>
                <c:pt idx="1712">
                  <c:v>19.790001</c:v>
                </c:pt>
                <c:pt idx="1713">
                  <c:v>19.27</c:v>
                </c:pt>
                <c:pt idx="1714">
                  <c:v>18.780000999999999</c:v>
                </c:pt>
                <c:pt idx="1715">
                  <c:v>19.850000000000001</c:v>
                </c:pt>
                <c:pt idx="1716">
                  <c:v>20.219999000000001</c:v>
                </c:pt>
                <c:pt idx="1717">
                  <c:v>20.709999</c:v>
                </c:pt>
                <c:pt idx="1718">
                  <c:v>20.879999000000002</c:v>
                </c:pt>
                <c:pt idx="1719">
                  <c:v>21.200001</c:v>
                </c:pt>
                <c:pt idx="1720">
                  <c:v>21.83</c:v>
                </c:pt>
                <c:pt idx="1721">
                  <c:v>21.57</c:v>
                </c:pt>
                <c:pt idx="1722">
                  <c:v>19.559999000000001</c:v>
                </c:pt>
                <c:pt idx="1723">
                  <c:v>18.52</c:v>
                </c:pt>
                <c:pt idx="1724">
                  <c:v>18.260000000000002</c:v>
                </c:pt>
                <c:pt idx="1725">
                  <c:v>18.290001</c:v>
                </c:pt>
                <c:pt idx="1726">
                  <c:v>19.079999999999998</c:v>
                </c:pt>
                <c:pt idx="1727">
                  <c:v>18.469999000000001</c:v>
                </c:pt>
                <c:pt idx="1728">
                  <c:v>18.639999</c:v>
                </c:pt>
                <c:pt idx="1729">
                  <c:v>20.610001</c:v>
                </c:pt>
                <c:pt idx="1730">
                  <c:v>20.200001</c:v>
                </c:pt>
                <c:pt idx="1731">
                  <c:v>22.58</c:v>
                </c:pt>
                <c:pt idx="1732">
                  <c:v>21.76</c:v>
                </c:pt>
                <c:pt idx="1733">
                  <c:v>18.75</c:v>
                </c:pt>
                <c:pt idx="1734">
                  <c:v>18.040001</c:v>
                </c:pt>
                <c:pt idx="1735">
                  <c:v>18.370000999999998</c:v>
                </c:pt>
                <c:pt idx="1736">
                  <c:v>20.629999000000002</c:v>
                </c:pt>
                <c:pt idx="1737">
                  <c:v>19.559999000000001</c:v>
                </c:pt>
                <c:pt idx="1738">
                  <c:v>22.219999000000001</c:v>
                </c:pt>
                <c:pt idx="1739">
                  <c:v>21.530000999999999</c:v>
                </c:pt>
                <c:pt idx="1740">
                  <c:v>23.540001</c:v>
                </c:pt>
                <c:pt idx="1741">
                  <c:v>21.360001</c:v>
                </c:pt>
                <c:pt idx="1742">
                  <c:v>19.389999</c:v>
                </c:pt>
                <c:pt idx="1743">
                  <c:v>18.010000000000002</c:v>
                </c:pt>
                <c:pt idx="1744">
                  <c:v>18.02</c:v>
                </c:pt>
                <c:pt idx="1745">
                  <c:v>17.989999999999998</c:v>
                </c:pt>
                <c:pt idx="1746">
                  <c:v>17.739999999999998</c:v>
                </c:pt>
                <c:pt idx="1747">
                  <c:v>17.25</c:v>
                </c:pt>
                <c:pt idx="1748">
                  <c:v>17.610001</c:v>
                </c:pt>
                <c:pt idx="1749">
                  <c:v>17.549999</c:v>
                </c:pt>
                <c:pt idx="1750">
                  <c:v>17.610001</c:v>
                </c:pt>
                <c:pt idx="1751">
                  <c:v>17.940000999999999</c:v>
                </c:pt>
                <c:pt idx="1752">
                  <c:v>17.389999</c:v>
                </c:pt>
                <c:pt idx="1753">
                  <c:v>16.110001</c:v>
                </c:pt>
                <c:pt idx="1754">
                  <c:v>16.41</c:v>
                </c:pt>
                <c:pt idx="1755">
                  <c:v>16.489999999999998</c:v>
                </c:pt>
                <c:pt idx="1756">
                  <c:v>15.45</c:v>
                </c:pt>
                <c:pt idx="1757">
                  <c:v>16.469999000000001</c:v>
                </c:pt>
                <c:pt idx="1758">
                  <c:v>17.670000000000002</c:v>
                </c:pt>
                <c:pt idx="1759">
                  <c:v>17.52</c:v>
                </c:pt>
                <c:pt idx="1760">
                  <c:v>17.280000999999999</c:v>
                </c:pt>
                <c:pt idx="1761">
                  <c:v>17.52</c:v>
                </c:pt>
                <c:pt idx="1762">
                  <c:v>17.75</c:v>
                </c:pt>
                <c:pt idx="1763">
                  <c:v>17.610001</c:v>
                </c:pt>
                <c:pt idx="1764">
                  <c:v>17.379999000000002</c:v>
                </c:pt>
                <c:pt idx="1765">
                  <c:v>17.02</c:v>
                </c:pt>
                <c:pt idx="1766">
                  <c:v>17.399999999999999</c:v>
                </c:pt>
                <c:pt idx="1767">
                  <c:v>17.139999</c:v>
                </c:pt>
                <c:pt idx="1768">
                  <c:v>17.540001</c:v>
                </c:pt>
                <c:pt idx="1769">
                  <c:v>16.889999</c:v>
                </c:pt>
                <c:pt idx="1770">
                  <c:v>16.239999999999998</c:v>
                </c:pt>
                <c:pt idx="1771">
                  <c:v>16.389999</c:v>
                </c:pt>
                <c:pt idx="1772">
                  <c:v>15.46</c:v>
                </c:pt>
                <c:pt idx="1773">
                  <c:v>15.87</c:v>
                </c:pt>
                <c:pt idx="1774">
                  <c:v>17.309999000000001</c:v>
                </c:pt>
                <c:pt idx="1775">
                  <c:v>17.989999999999998</c:v>
                </c:pt>
                <c:pt idx="1776">
                  <c:v>18.469999000000001</c:v>
                </c:pt>
                <c:pt idx="1777">
                  <c:v>17.649999999999999</c:v>
                </c:pt>
                <c:pt idx="1778">
                  <c:v>17.59</c:v>
                </c:pt>
                <c:pt idx="1779">
                  <c:v>16.639999</c:v>
                </c:pt>
                <c:pt idx="1780">
                  <c:v>16.149999999999999</c:v>
                </c:pt>
                <c:pt idx="1781">
                  <c:v>20.040001</c:v>
                </c:pt>
                <c:pt idx="1782">
                  <c:v>19.530000999999999</c:v>
                </c:pt>
                <c:pt idx="1783">
                  <c:v>17.629999000000002</c:v>
                </c:pt>
                <c:pt idx="1784">
                  <c:v>17.299999</c:v>
                </c:pt>
                <c:pt idx="1785">
                  <c:v>16.690000999999999</c:v>
                </c:pt>
                <c:pt idx="1786">
                  <c:v>15.93</c:v>
                </c:pt>
                <c:pt idx="1787">
                  <c:v>16.280000999999999</c:v>
                </c:pt>
                <c:pt idx="1788">
                  <c:v>15.81</c:v>
                </c:pt>
                <c:pt idx="1789">
                  <c:v>15.87</c:v>
                </c:pt>
                <c:pt idx="1790">
                  <c:v>16.09</c:v>
                </c:pt>
                <c:pt idx="1791">
                  <c:v>15.69</c:v>
                </c:pt>
                <c:pt idx="1792">
                  <c:v>15.95</c:v>
                </c:pt>
                <c:pt idx="1793">
                  <c:v>16.370000999999998</c:v>
                </c:pt>
                <c:pt idx="1794">
                  <c:v>16.719999000000001</c:v>
                </c:pt>
                <c:pt idx="1795">
                  <c:v>16.59</c:v>
                </c:pt>
                <c:pt idx="1796">
                  <c:v>16.43</c:v>
                </c:pt>
                <c:pt idx="1797">
                  <c:v>20.799999</c:v>
                </c:pt>
                <c:pt idx="1798">
                  <c:v>22.129999000000002</c:v>
                </c:pt>
                <c:pt idx="1799">
                  <c:v>21.32</c:v>
                </c:pt>
                <c:pt idx="1800">
                  <c:v>19.219999000000001</c:v>
                </c:pt>
                <c:pt idx="1801">
                  <c:v>18.350000000000001</c:v>
                </c:pt>
                <c:pt idx="1802">
                  <c:v>21.01</c:v>
                </c:pt>
                <c:pt idx="1803">
                  <c:v>20.700001</c:v>
                </c:pt>
                <c:pt idx="1804">
                  <c:v>18.600000000000001</c:v>
                </c:pt>
                <c:pt idx="1805">
                  <c:v>19.059999000000001</c:v>
                </c:pt>
                <c:pt idx="1806">
                  <c:v>20.66</c:v>
                </c:pt>
                <c:pt idx="1807">
                  <c:v>19.82</c:v>
                </c:pt>
                <c:pt idx="1808">
                  <c:v>20.219999000000001</c:v>
                </c:pt>
                <c:pt idx="1809">
                  <c:v>21.879999000000002</c:v>
                </c:pt>
                <c:pt idx="1810">
                  <c:v>20.079999999999998</c:v>
                </c:pt>
                <c:pt idx="1811">
                  <c:v>21.129999000000002</c:v>
                </c:pt>
                <c:pt idx="1812">
                  <c:v>24.32</c:v>
                </c:pt>
                <c:pt idx="1813">
                  <c:v>29.4</c:v>
                </c:pt>
                <c:pt idx="1814">
                  <c:v>26.370000999999998</c:v>
                </c:pt>
                <c:pt idx="1815">
                  <c:v>24.440000999999999</c:v>
                </c:pt>
                <c:pt idx="1816">
                  <c:v>20.610001</c:v>
                </c:pt>
                <c:pt idx="1817">
                  <c:v>20.209999</c:v>
                </c:pt>
                <c:pt idx="1818">
                  <c:v>19.170000000000002</c:v>
                </c:pt>
                <c:pt idx="1819">
                  <c:v>18</c:v>
                </c:pt>
                <c:pt idx="1820">
                  <c:v>17.91</c:v>
                </c:pt>
                <c:pt idx="1821">
                  <c:v>19.440000999999999</c:v>
                </c:pt>
                <c:pt idx="1822">
                  <c:v>18.16</c:v>
                </c:pt>
                <c:pt idx="1823">
                  <c:v>17.709999</c:v>
                </c:pt>
                <c:pt idx="1824">
                  <c:v>17.739999999999998</c:v>
                </c:pt>
                <c:pt idx="1825">
                  <c:v>17.399999999999999</c:v>
                </c:pt>
                <c:pt idx="1826">
                  <c:v>17.5</c:v>
                </c:pt>
                <c:pt idx="1827">
                  <c:v>17.25</c:v>
                </c:pt>
                <c:pt idx="1828">
                  <c:v>16.899999999999999</c:v>
                </c:pt>
                <c:pt idx="1829">
                  <c:v>17.110001</c:v>
                </c:pt>
                <c:pt idx="1830">
                  <c:v>17.870000999999998</c:v>
                </c:pt>
                <c:pt idx="1831">
                  <c:v>16.59</c:v>
                </c:pt>
                <c:pt idx="1832">
                  <c:v>17.09</c:v>
                </c:pt>
                <c:pt idx="1833">
                  <c:v>16.920000000000002</c:v>
                </c:pt>
                <c:pt idx="1834">
                  <c:v>16.27</c:v>
                </c:pt>
                <c:pt idx="1835">
                  <c:v>15.32</c:v>
                </c:pt>
                <c:pt idx="1836">
                  <c:v>16.959999</c:v>
                </c:pt>
                <c:pt idx="1837">
                  <c:v>15.83</c:v>
                </c:pt>
                <c:pt idx="1838">
                  <c:v>15.07</c:v>
                </c:pt>
                <c:pt idx="1839">
                  <c:v>14.69</c:v>
                </c:pt>
                <c:pt idx="1840">
                  <c:v>15.77</c:v>
                </c:pt>
                <c:pt idx="1841">
                  <c:v>15.62</c:v>
                </c:pt>
                <c:pt idx="1842">
                  <c:v>15.35</c:v>
                </c:pt>
                <c:pt idx="1843">
                  <c:v>14.62</c:v>
                </c:pt>
                <c:pt idx="1844">
                  <c:v>14.75</c:v>
                </c:pt>
                <c:pt idx="1845">
                  <c:v>15.99</c:v>
                </c:pt>
                <c:pt idx="1846">
                  <c:v>16.700001</c:v>
                </c:pt>
                <c:pt idx="1847">
                  <c:v>17.079999999999998</c:v>
                </c:pt>
                <c:pt idx="1848">
                  <c:v>18.200001</c:v>
                </c:pt>
                <c:pt idx="1849">
                  <c:v>18.399999999999999</c:v>
                </c:pt>
                <c:pt idx="1850">
                  <c:v>17.16</c:v>
                </c:pt>
                <c:pt idx="1851">
                  <c:v>15.91</c:v>
                </c:pt>
                <c:pt idx="1852">
                  <c:v>16.950001</c:v>
                </c:pt>
                <c:pt idx="1853">
                  <c:v>16.030000999999999</c:v>
                </c:pt>
                <c:pt idx="1854">
                  <c:v>17.07</c:v>
                </c:pt>
                <c:pt idx="1855">
                  <c:v>18.239999999999998</c:v>
                </c:pt>
                <c:pt idx="1856">
                  <c:v>17.549999</c:v>
                </c:pt>
                <c:pt idx="1857">
                  <c:v>16.23</c:v>
                </c:pt>
                <c:pt idx="1858">
                  <c:v>15.52</c:v>
                </c:pt>
                <c:pt idx="1859">
                  <c:v>17.43</c:v>
                </c:pt>
                <c:pt idx="1860">
                  <c:v>18.27</c:v>
                </c:pt>
                <c:pt idx="1861">
                  <c:v>17.82</c:v>
                </c:pt>
                <c:pt idx="1862">
                  <c:v>17.07</c:v>
                </c:pt>
                <c:pt idx="1863">
                  <c:v>16.09</c:v>
                </c:pt>
                <c:pt idx="1864">
                  <c:v>15.98</c:v>
                </c:pt>
                <c:pt idx="1865">
                  <c:v>15.45</c:v>
                </c:pt>
                <c:pt idx="1866">
                  <c:v>18.299999</c:v>
                </c:pt>
                <c:pt idx="1867">
                  <c:v>18.09</c:v>
                </c:pt>
                <c:pt idx="1868">
                  <c:v>17.950001</c:v>
                </c:pt>
                <c:pt idx="1869">
                  <c:v>18.489999999999998</c:v>
                </c:pt>
                <c:pt idx="1870">
                  <c:v>18.07</c:v>
                </c:pt>
                <c:pt idx="1871">
                  <c:v>18.790001</c:v>
                </c:pt>
                <c:pt idx="1872">
                  <c:v>17.77</c:v>
                </c:pt>
                <c:pt idx="1873">
                  <c:v>18.860001</c:v>
                </c:pt>
                <c:pt idx="1874">
                  <c:v>19.610001</c:v>
                </c:pt>
                <c:pt idx="1875">
                  <c:v>18.260000000000002</c:v>
                </c:pt>
                <c:pt idx="1876">
                  <c:v>21.32</c:v>
                </c:pt>
                <c:pt idx="1877">
                  <c:v>22.73</c:v>
                </c:pt>
                <c:pt idx="1878">
                  <c:v>21.85</c:v>
                </c:pt>
                <c:pt idx="1879">
                  <c:v>19.989999999999998</c:v>
                </c:pt>
                <c:pt idx="1880">
                  <c:v>18.860001</c:v>
                </c:pt>
                <c:pt idx="1881">
                  <c:v>18.52</c:v>
                </c:pt>
                <c:pt idx="1882">
                  <c:v>19.290001</c:v>
                </c:pt>
                <c:pt idx="1883">
                  <c:v>21.1</c:v>
                </c:pt>
                <c:pt idx="1884">
                  <c:v>20.559999000000001</c:v>
                </c:pt>
                <c:pt idx="1885">
                  <c:v>19.170000000000002</c:v>
                </c:pt>
                <c:pt idx="1886">
                  <c:v>17.27</c:v>
                </c:pt>
                <c:pt idx="1887">
                  <c:v>16.52</c:v>
                </c:pt>
                <c:pt idx="1888">
                  <c:v>15.87</c:v>
                </c:pt>
                <c:pt idx="1889">
                  <c:v>16.059999000000001</c:v>
                </c:pt>
                <c:pt idx="1890">
                  <c:v>16.34</c:v>
                </c:pt>
                <c:pt idx="1891">
                  <c:v>15.95</c:v>
                </c:pt>
                <c:pt idx="1892">
                  <c:v>15.95</c:v>
                </c:pt>
                <c:pt idx="1893">
                  <c:v>18.389999</c:v>
                </c:pt>
                <c:pt idx="1894">
                  <c:v>19.870000999999998</c:v>
                </c:pt>
                <c:pt idx="1895">
                  <c:v>19.91</c:v>
                </c:pt>
                <c:pt idx="1896">
                  <c:v>20.799999</c:v>
                </c:pt>
                <c:pt idx="1897">
                  <c:v>19.530000999999999</c:v>
                </c:pt>
                <c:pt idx="1898">
                  <c:v>20.950001</c:v>
                </c:pt>
                <c:pt idx="1899">
                  <c:v>19.209999</c:v>
                </c:pt>
                <c:pt idx="1900">
                  <c:v>19.09</c:v>
                </c:pt>
                <c:pt idx="1901">
                  <c:v>17.559999000000001</c:v>
                </c:pt>
                <c:pt idx="1902">
                  <c:v>17.52</c:v>
                </c:pt>
                <c:pt idx="1903">
                  <c:v>19.350000000000001</c:v>
                </c:pt>
                <c:pt idx="1904">
                  <c:v>20.23</c:v>
                </c:pt>
                <c:pt idx="1905">
                  <c:v>22.98</c:v>
                </c:pt>
                <c:pt idx="1906">
                  <c:v>23.74</c:v>
                </c:pt>
                <c:pt idx="1907">
                  <c:v>25.25</c:v>
                </c:pt>
                <c:pt idx="1908">
                  <c:v>23.66</c:v>
                </c:pt>
                <c:pt idx="1909">
                  <c:v>24.790001</c:v>
                </c:pt>
                <c:pt idx="1910">
                  <c:v>23.379999000000002</c:v>
                </c:pt>
                <c:pt idx="1911">
                  <c:v>31.66</c:v>
                </c:pt>
                <c:pt idx="1912">
                  <c:v>32</c:v>
                </c:pt>
                <c:pt idx="1913">
                  <c:v>48</c:v>
                </c:pt>
                <c:pt idx="1914">
                  <c:v>35.060001</c:v>
                </c:pt>
                <c:pt idx="1915">
                  <c:v>42.990001999999997</c:v>
                </c:pt>
                <c:pt idx="1916">
                  <c:v>39</c:v>
                </c:pt>
                <c:pt idx="1917">
                  <c:v>36.360000999999997</c:v>
                </c:pt>
                <c:pt idx="1918">
                  <c:v>31.870000999999998</c:v>
                </c:pt>
                <c:pt idx="1919">
                  <c:v>32.849997999999999</c:v>
                </c:pt>
                <c:pt idx="1920">
                  <c:v>31.58</c:v>
                </c:pt>
                <c:pt idx="1921">
                  <c:v>42.669998</c:v>
                </c:pt>
                <c:pt idx="1922">
                  <c:v>43.049999</c:v>
                </c:pt>
                <c:pt idx="1923">
                  <c:v>42.439999</c:v>
                </c:pt>
                <c:pt idx="1924">
                  <c:v>36.270000000000003</c:v>
                </c:pt>
                <c:pt idx="1925">
                  <c:v>35.900002000000001</c:v>
                </c:pt>
                <c:pt idx="1926">
                  <c:v>39.759998000000003</c:v>
                </c:pt>
                <c:pt idx="1927">
                  <c:v>35.590000000000003</c:v>
                </c:pt>
                <c:pt idx="1928">
                  <c:v>32.279998999999997</c:v>
                </c:pt>
                <c:pt idx="1929">
                  <c:v>32.889999000000003</c:v>
                </c:pt>
                <c:pt idx="1930">
                  <c:v>31.620000999999998</c:v>
                </c:pt>
                <c:pt idx="1931">
                  <c:v>31.82</c:v>
                </c:pt>
                <c:pt idx="1932">
                  <c:v>33.919998</c:v>
                </c:pt>
                <c:pt idx="1933">
                  <c:v>37</c:v>
                </c:pt>
                <c:pt idx="1934">
                  <c:v>33.380001</c:v>
                </c:pt>
                <c:pt idx="1935">
                  <c:v>34.32</c:v>
                </c:pt>
                <c:pt idx="1936">
                  <c:v>38.520000000000003</c:v>
                </c:pt>
                <c:pt idx="1937">
                  <c:v>38.590000000000003</c:v>
                </c:pt>
                <c:pt idx="1938">
                  <c:v>36.909999999999997</c:v>
                </c:pt>
                <c:pt idx="1939">
                  <c:v>34.599997999999999</c:v>
                </c:pt>
                <c:pt idx="1940">
                  <c:v>31.969999000000001</c:v>
                </c:pt>
                <c:pt idx="1941">
                  <c:v>30.98</c:v>
                </c:pt>
                <c:pt idx="1942">
                  <c:v>32.729999999999997</c:v>
                </c:pt>
                <c:pt idx="1943">
                  <c:v>32.860000999999997</c:v>
                </c:pt>
                <c:pt idx="1944">
                  <c:v>37.32</c:v>
                </c:pt>
                <c:pt idx="1945">
                  <c:v>41.349997999999999</c:v>
                </c:pt>
                <c:pt idx="1946">
                  <c:v>41.25</c:v>
                </c:pt>
                <c:pt idx="1947">
                  <c:v>39.020000000000003</c:v>
                </c:pt>
                <c:pt idx="1948">
                  <c:v>37.709999000000003</c:v>
                </c:pt>
                <c:pt idx="1949">
                  <c:v>41.080002</c:v>
                </c:pt>
                <c:pt idx="1950">
                  <c:v>38.840000000000003</c:v>
                </c:pt>
                <c:pt idx="1951">
                  <c:v>42.959999000000003</c:v>
                </c:pt>
                <c:pt idx="1952">
                  <c:v>45.450001</c:v>
                </c:pt>
                <c:pt idx="1953">
                  <c:v>40.82</c:v>
                </c:pt>
                <c:pt idx="1954">
                  <c:v>37.810001</c:v>
                </c:pt>
                <c:pt idx="1955">
                  <c:v>36.270000000000003</c:v>
                </c:pt>
                <c:pt idx="1956">
                  <c:v>36.200001</c:v>
                </c:pt>
                <c:pt idx="1957">
                  <c:v>33.020000000000003</c:v>
                </c:pt>
                <c:pt idx="1958">
                  <c:v>32.860000999999997</c:v>
                </c:pt>
                <c:pt idx="1959">
                  <c:v>31.26</c:v>
                </c:pt>
                <c:pt idx="1960">
                  <c:v>30.700001</c:v>
                </c:pt>
                <c:pt idx="1961">
                  <c:v>28.24</c:v>
                </c:pt>
                <c:pt idx="1962">
                  <c:v>33.389999000000003</c:v>
                </c:pt>
                <c:pt idx="1963">
                  <c:v>31.559999000000001</c:v>
                </c:pt>
                <c:pt idx="1964">
                  <c:v>34.439999</c:v>
                </c:pt>
                <c:pt idx="1965">
                  <c:v>34.779998999999997</c:v>
                </c:pt>
                <c:pt idx="1966">
                  <c:v>31.32</c:v>
                </c:pt>
                <c:pt idx="1967">
                  <c:v>29.26</c:v>
                </c:pt>
                <c:pt idx="1968">
                  <c:v>32.220001000000003</c:v>
                </c:pt>
                <c:pt idx="1969">
                  <c:v>29.860001</c:v>
                </c:pt>
                <c:pt idx="1970">
                  <c:v>25.459999</c:v>
                </c:pt>
                <c:pt idx="1971">
                  <c:v>24.530000999999999</c:v>
                </c:pt>
                <c:pt idx="1972">
                  <c:v>29.959999</c:v>
                </c:pt>
                <c:pt idx="1973">
                  <c:v>34.770000000000003</c:v>
                </c:pt>
                <c:pt idx="1974">
                  <c:v>32.740001999999997</c:v>
                </c:pt>
                <c:pt idx="1975">
                  <c:v>30.5</c:v>
                </c:pt>
                <c:pt idx="1976">
                  <c:v>30.16</c:v>
                </c:pt>
                <c:pt idx="1977">
                  <c:v>29.85</c:v>
                </c:pt>
                <c:pt idx="1978">
                  <c:v>27.48</c:v>
                </c:pt>
                <c:pt idx="1979">
                  <c:v>36.159999999999997</c:v>
                </c:pt>
                <c:pt idx="1980">
                  <c:v>32.810001</c:v>
                </c:pt>
                <c:pt idx="1981">
                  <c:v>30.040001</c:v>
                </c:pt>
                <c:pt idx="1982">
                  <c:v>31.129999000000002</c:v>
                </c:pt>
                <c:pt idx="1983">
                  <c:v>31.219999000000001</c:v>
                </c:pt>
                <c:pt idx="1984">
                  <c:v>33.509998000000003</c:v>
                </c:pt>
                <c:pt idx="1985">
                  <c:v>34.509998000000003</c:v>
                </c:pt>
                <c:pt idx="1986">
                  <c:v>32</c:v>
                </c:pt>
                <c:pt idx="1987">
                  <c:v>32.909999999999997</c:v>
                </c:pt>
                <c:pt idx="1988">
                  <c:v>31.969999000000001</c:v>
                </c:pt>
                <c:pt idx="1989">
                  <c:v>33.979999999999997</c:v>
                </c:pt>
                <c:pt idx="1990">
                  <c:v>34.470001000000003</c:v>
                </c:pt>
                <c:pt idx="1991">
                  <c:v>32.130001</c:v>
                </c:pt>
                <c:pt idx="1992">
                  <c:v>30.639999</c:v>
                </c:pt>
                <c:pt idx="1993">
                  <c:v>27.799999</c:v>
                </c:pt>
                <c:pt idx="1994">
                  <c:v>27.41</c:v>
                </c:pt>
                <c:pt idx="1995">
                  <c:v>27.52</c:v>
                </c:pt>
                <c:pt idx="1996">
                  <c:v>27.84</c:v>
                </c:pt>
                <c:pt idx="1997">
                  <c:v>28.129999000000002</c:v>
                </c:pt>
                <c:pt idx="1998">
                  <c:v>28.67</c:v>
                </c:pt>
                <c:pt idx="1999">
                  <c:v>30.59</c:v>
                </c:pt>
                <c:pt idx="2000">
                  <c:v>26.379999000000002</c:v>
                </c:pt>
                <c:pt idx="2001">
                  <c:v>25.67</c:v>
                </c:pt>
                <c:pt idx="2002">
                  <c:v>25.41</c:v>
                </c:pt>
                <c:pt idx="2003">
                  <c:v>26.040001</c:v>
                </c:pt>
                <c:pt idx="2004">
                  <c:v>25.110001</c:v>
                </c:pt>
                <c:pt idx="2005">
                  <c:v>24.290001</c:v>
                </c:pt>
                <c:pt idx="2006">
                  <c:v>24.92</c:v>
                </c:pt>
                <c:pt idx="2007">
                  <c:v>23.219999000000001</c:v>
                </c:pt>
                <c:pt idx="2008">
                  <c:v>21.43</c:v>
                </c:pt>
                <c:pt idx="2009">
                  <c:v>21.16</c:v>
                </c:pt>
                <c:pt idx="2010">
                  <c:v>20.73</c:v>
                </c:pt>
                <c:pt idx="2011">
                  <c:v>21.91</c:v>
                </c:pt>
                <c:pt idx="2012">
                  <c:v>23.52</c:v>
                </c:pt>
                <c:pt idx="2013">
                  <c:v>22.65</c:v>
                </c:pt>
                <c:pt idx="2014">
                  <c:v>23.4</c:v>
                </c:pt>
                <c:pt idx="2015">
                  <c:v>22.969999000000001</c:v>
                </c:pt>
                <c:pt idx="2016">
                  <c:v>22.219999000000001</c:v>
                </c:pt>
                <c:pt idx="2017">
                  <c:v>21.48</c:v>
                </c:pt>
                <c:pt idx="2018">
                  <c:v>20.629999000000002</c:v>
                </c:pt>
                <c:pt idx="2019">
                  <c:v>21.07</c:v>
                </c:pt>
                <c:pt idx="2020">
                  <c:v>20.690000999999999</c:v>
                </c:pt>
                <c:pt idx="2021">
                  <c:v>21.049999</c:v>
                </c:pt>
                <c:pt idx="2022">
                  <c:v>20.469999000000001</c:v>
                </c:pt>
                <c:pt idx="2023">
                  <c:v>20.91</c:v>
                </c:pt>
                <c:pt idx="2024">
                  <c:v>22.200001</c:v>
                </c:pt>
                <c:pt idx="2025">
                  <c:v>20.889999</c:v>
                </c:pt>
                <c:pt idx="2026">
                  <c:v>19.870000999999998</c:v>
                </c:pt>
                <c:pt idx="2027">
                  <c:v>18.280000999999999</c:v>
                </c:pt>
                <c:pt idx="2028">
                  <c:v>18.670000000000002</c:v>
                </c:pt>
                <c:pt idx="2029">
                  <c:v>18.91</c:v>
                </c:pt>
                <c:pt idx="2030">
                  <c:v>18.309999000000001</c:v>
                </c:pt>
                <c:pt idx="2031">
                  <c:v>18.57</c:v>
                </c:pt>
                <c:pt idx="2032">
                  <c:v>18.530000999999999</c:v>
                </c:pt>
                <c:pt idx="2033">
                  <c:v>19.399999999999999</c:v>
                </c:pt>
                <c:pt idx="2034">
                  <c:v>19.440000999999999</c:v>
                </c:pt>
                <c:pt idx="2035">
                  <c:v>18.549999</c:v>
                </c:pt>
                <c:pt idx="2036">
                  <c:v>17.98</c:v>
                </c:pt>
                <c:pt idx="2037">
                  <c:v>17.100000000000001</c:v>
                </c:pt>
                <c:pt idx="2038">
                  <c:v>17.760000000000002</c:v>
                </c:pt>
                <c:pt idx="2039">
                  <c:v>17.649999999999999</c:v>
                </c:pt>
                <c:pt idx="2040">
                  <c:v>18.16</c:v>
                </c:pt>
                <c:pt idx="2041">
                  <c:v>18.629999000000002</c:v>
                </c:pt>
                <c:pt idx="2042">
                  <c:v>20.790001</c:v>
                </c:pt>
                <c:pt idx="2043">
                  <c:v>19.040001</c:v>
                </c:pt>
                <c:pt idx="2044">
                  <c:v>19.540001</c:v>
                </c:pt>
                <c:pt idx="2045">
                  <c:v>21.139999</c:v>
                </c:pt>
                <c:pt idx="2046">
                  <c:v>19.219999000000001</c:v>
                </c:pt>
                <c:pt idx="2047">
                  <c:v>17.780000999999999</c:v>
                </c:pt>
                <c:pt idx="2048">
                  <c:v>18.190000999999999</c:v>
                </c:pt>
                <c:pt idx="2049">
                  <c:v>18.190000999999999</c:v>
                </c:pt>
                <c:pt idx="2050">
                  <c:v>16.799999</c:v>
                </c:pt>
                <c:pt idx="2051">
                  <c:v>17.309999000000001</c:v>
                </c:pt>
                <c:pt idx="2052">
                  <c:v>18.190000999999999</c:v>
                </c:pt>
                <c:pt idx="2053">
                  <c:v>17.959999</c:v>
                </c:pt>
                <c:pt idx="2054">
                  <c:v>18.43</c:v>
                </c:pt>
                <c:pt idx="2055">
                  <c:v>17.260000000000002</c:v>
                </c:pt>
                <c:pt idx="2056">
                  <c:v>17.290001</c:v>
                </c:pt>
                <c:pt idx="2057">
                  <c:v>18.049999</c:v>
                </c:pt>
                <c:pt idx="2058">
                  <c:v>20.870000999999998</c:v>
                </c:pt>
                <c:pt idx="2059">
                  <c:v>19.07</c:v>
                </c:pt>
                <c:pt idx="2060">
                  <c:v>17.950001</c:v>
                </c:pt>
                <c:pt idx="2061">
                  <c:v>17.110001</c:v>
                </c:pt>
                <c:pt idx="2062">
                  <c:v>15.64</c:v>
                </c:pt>
                <c:pt idx="2063">
                  <c:v>14.8</c:v>
                </c:pt>
                <c:pt idx="2064">
                  <c:v>15.31</c:v>
                </c:pt>
                <c:pt idx="2065">
                  <c:v>15.42</c:v>
                </c:pt>
                <c:pt idx="2066">
                  <c:v>14.47</c:v>
                </c:pt>
                <c:pt idx="2067">
                  <c:v>15.04</c:v>
                </c:pt>
                <c:pt idx="2068">
                  <c:v>15.58</c:v>
                </c:pt>
                <c:pt idx="2069">
                  <c:v>15.13</c:v>
                </c:pt>
                <c:pt idx="2070">
                  <c:v>15.57</c:v>
                </c:pt>
                <c:pt idx="2071">
                  <c:v>14.82</c:v>
                </c:pt>
                <c:pt idx="2072">
                  <c:v>14.26</c:v>
                </c:pt>
                <c:pt idx="2073">
                  <c:v>15.59</c:v>
                </c:pt>
                <c:pt idx="2074">
                  <c:v>15.47</c:v>
                </c:pt>
                <c:pt idx="2075">
                  <c:v>15.48</c:v>
                </c:pt>
                <c:pt idx="2076">
                  <c:v>15.5</c:v>
                </c:pt>
                <c:pt idx="2077">
                  <c:v>15.64</c:v>
                </c:pt>
                <c:pt idx="2078">
                  <c:v>15.66</c:v>
                </c:pt>
                <c:pt idx="2079">
                  <c:v>16.440000999999999</c:v>
                </c:pt>
                <c:pt idx="2080">
                  <c:v>16.700001</c:v>
                </c:pt>
                <c:pt idx="2081">
                  <c:v>18.809999000000001</c:v>
                </c:pt>
                <c:pt idx="2082">
                  <c:v>20.389999</c:v>
                </c:pt>
                <c:pt idx="2083">
                  <c:v>20.02</c:v>
                </c:pt>
                <c:pt idx="2084">
                  <c:v>17.200001</c:v>
                </c:pt>
                <c:pt idx="2085">
                  <c:v>19.549999</c:v>
                </c:pt>
                <c:pt idx="2086">
                  <c:v>19.549999</c:v>
                </c:pt>
                <c:pt idx="2087">
                  <c:v>18.459999</c:v>
                </c:pt>
                <c:pt idx="2088">
                  <c:v>18.639999</c:v>
                </c:pt>
                <c:pt idx="2089">
                  <c:v>18.360001</c:v>
                </c:pt>
                <c:pt idx="2090">
                  <c:v>17.440000999999999</c:v>
                </c:pt>
                <c:pt idx="2091">
                  <c:v>18.969999000000001</c:v>
                </c:pt>
                <c:pt idx="2092">
                  <c:v>18.100000000000001</c:v>
                </c:pt>
                <c:pt idx="2093">
                  <c:v>16.82</c:v>
                </c:pt>
                <c:pt idx="2094">
                  <c:v>16.239999999999998</c:v>
                </c:pt>
                <c:pt idx="2095">
                  <c:v>16.32</c:v>
                </c:pt>
                <c:pt idx="2096">
                  <c:v>17.149999999999999</c:v>
                </c:pt>
                <c:pt idx="2097">
                  <c:v>16.600000000000001</c:v>
                </c:pt>
                <c:pt idx="2098">
                  <c:v>16.879999000000002</c:v>
                </c:pt>
                <c:pt idx="2099">
                  <c:v>17.559999000000001</c:v>
                </c:pt>
                <c:pt idx="2100">
                  <c:v>19.16</c:v>
                </c:pt>
                <c:pt idx="2101">
                  <c:v>18.940000999999999</c:v>
                </c:pt>
                <c:pt idx="2102">
                  <c:v>19.049999</c:v>
                </c:pt>
                <c:pt idx="2103">
                  <c:v>20.079999999999998</c:v>
                </c:pt>
                <c:pt idx="2104">
                  <c:v>18.829999999999998</c:v>
                </c:pt>
                <c:pt idx="2105">
                  <c:v>19.889999</c:v>
                </c:pt>
                <c:pt idx="2106">
                  <c:v>21.870000999999998</c:v>
                </c:pt>
                <c:pt idx="2107">
                  <c:v>21.969999000000001</c:v>
                </c:pt>
                <c:pt idx="2108">
                  <c:v>22.27</c:v>
                </c:pt>
                <c:pt idx="2109">
                  <c:v>24.49</c:v>
                </c:pt>
                <c:pt idx="2110">
                  <c:v>25.1</c:v>
                </c:pt>
                <c:pt idx="2111">
                  <c:v>22.01</c:v>
                </c:pt>
                <c:pt idx="2112">
                  <c:v>22.48</c:v>
                </c:pt>
                <c:pt idx="2113">
                  <c:v>22.33</c:v>
                </c:pt>
                <c:pt idx="2114">
                  <c:v>21.540001</c:v>
                </c:pt>
                <c:pt idx="2115">
                  <c:v>21.76</c:v>
                </c:pt>
                <c:pt idx="2116">
                  <c:v>21.030000999999999</c:v>
                </c:pt>
                <c:pt idx="2117">
                  <c:v>24.139999</c:v>
                </c:pt>
                <c:pt idx="2118">
                  <c:v>24.059999000000001</c:v>
                </c:pt>
                <c:pt idx="2119">
                  <c:v>26.66</c:v>
                </c:pt>
                <c:pt idx="2120">
                  <c:v>26.120000999999998</c:v>
                </c:pt>
                <c:pt idx="2121">
                  <c:v>24.68</c:v>
                </c:pt>
                <c:pt idx="2122">
                  <c:v>22.16</c:v>
                </c:pt>
                <c:pt idx="2123">
                  <c:v>21.719999000000001</c:v>
                </c:pt>
                <c:pt idx="2124">
                  <c:v>21.23</c:v>
                </c:pt>
                <c:pt idx="2125">
                  <c:v>23.559999000000001</c:v>
                </c:pt>
                <c:pt idx="2126">
                  <c:v>22.09</c:v>
                </c:pt>
                <c:pt idx="2127">
                  <c:v>24.27</c:v>
                </c:pt>
                <c:pt idx="2128">
                  <c:v>21.68</c:v>
                </c:pt>
                <c:pt idx="2129">
                  <c:v>21.110001</c:v>
                </c:pt>
                <c:pt idx="2130">
                  <c:v>18.32</c:v>
                </c:pt>
                <c:pt idx="2131">
                  <c:v>18.379999000000002</c:v>
                </c:pt>
                <c:pt idx="2132">
                  <c:v>17.239999999999998</c:v>
                </c:pt>
                <c:pt idx="2133">
                  <c:v>20.079999999999998</c:v>
                </c:pt>
                <c:pt idx="2134">
                  <c:v>18.110001</c:v>
                </c:pt>
                <c:pt idx="2135">
                  <c:v>20.379999000000002</c:v>
                </c:pt>
                <c:pt idx="2136">
                  <c:v>19.719999000000001</c:v>
                </c:pt>
                <c:pt idx="2137">
                  <c:v>19.450001</c:v>
                </c:pt>
                <c:pt idx="2138">
                  <c:v>19.709999</c:v>
                </c:pt>
                <c:pt idx="2139">
                  <c:v>17.079999999999998</c:v>
                </c:pt>
                <c:pt idx="2140">
                  <c:v>16.799999</c:v>
                </c:pt>
                <c:pt idx="2141">
                  <c:v>16.66</c:v>
                </c:pt>
                <c:pt idx="2142">
                  <c:v>17.5</c:v>
                </c:pt>
                <c:pt idx="2143">
                  <c:v>17.100000000000001</c:v>
                </c:pt>
                <c:pt idx="2144">
                  <c:v>17.98</c:v>
                </c:pt>
                <c:pt idx="2145">
                  <c:v>18.719999000000001</c:v>
                </c:pt>
                <c:pt idx="2146">
                  <c:v>17.950001</c:v>
                </c:pt>
                <c:pt idx="2147">
                  <c:v>18.329999999999998</c:v>
                </c:pt>
                <c:pt idx="2148">
                  <c:v>16.739999999999998</c:v>
                </c:pt>
                <c:pt idx="2149">
                  <c:v>17.110001</c:v>
                </c:pt>
                <c:pt idx="2150">
                  <c:v>16.48</c:v>
                </c:pt>
                <c:pt idx="2151">
                  <c:v>16.16</c:v>
                </c:pt>
                <c:pt idx="2152">
                  <c:v>15.45</c:v>
                </c:pt>
                <c:pt idx="2153">
                  <c:v>16.27</c:v>
                </c:pt>
                <c:pt idx="2154">
                  <c:v>18.620000999999998</c:v>
                </c:pt>
                <c:pt idx="2155">
                  <c:v>20.469999000000001</c:v>
                </c:pt>
                <c:pt idx="2156">
                  <c:v>19.34</c:v>
                </c:pt>
                <c:pt idx="2157">
                  <c:v>17.530000999999999</c:v>
                </c:pt>
                <c:pt idx="2158">
                  <c:v>16.700001</c:v>
                </c:pt>
                <c:pt idx="2159">
                  <c:v>18.030000999999999</c:v>
                </c:pt>
                <c:pt idx="2160">
                  <c:v>18.93</c:v>
                </c:pt>
                <c:pt idx="2161">
                  <c:v>18.959999</c:v>
                </c:pt>
                <c:pt idx="2162">
                  <c:v>17.57</c:v>
                </c:pt>
                <c:pt idx="2163">
                  <c:v>15.64</c:v>
                </c:pt>
                <c:pt idx="2164">
                  <c:v>15.95</c:v>
                </c:pt>
                <c:pt idx="2165">
                  <c:v>15.99</c:v>
                </c:pt>
                <c:pt idx="2166">
                  <c:v>15.32</c:v>
                </c:pt>
                <c:pt idx="2167">
                  <c:v>15.28</c:v>
                </c:pt>
                <c:pt idx="2168">
                  <c:v>14.74</c:v>
                </c:pt>
                <c:pt idx="2169">
                  <c:v>13.7</c:v>
                </c:pt>
                <c:pt idx="2170">
                  <c:v>14.85</c:v>
                </c:pt>
                <c:pt idx="2171">
                  <c:v>14.63</c:v>
                </c:pt>
                <c:pt idx="2172">
                  <c:v>14.29</c:v>
                </c:pt>
                <c:pt idx="2173">
                  <c:v>13.45</c:v>
                </c:pt>
                <c:pt idx="2174">
                  <c:v>14.02</c:v>
                </c:pt>
                <c:pt idx="2175">
                  <c:v>15.02</c:v>
                </c:pt>
                <c:pt idx="2176">
                  <c:v>15.11</c:v>
                </c:pt>
                <c:pt idx="2177">
                  <c:v>15.96</c:v>
                </c:pt>
                <c:pt idx="2178">
                  <c:v>15.18</c:v>
                </c:pt>
                <c:pt idx="2179">
                  <c:v>16.350000000000001</c:v>
                </c:pt>
                <c:pt idx="2180">
                  <c:v>16.489999999999998</c:v>
                </c:pt>
                <c:pt idx="2181">
                  <c:v>17.059999000000001</c:v>
                </c:pt>
                <c:pt idx="2182">
                  <c:v>17.829999999999998</c:v>
                </c:pt>
                <c:pt idx="2183">
                  <c:v>17.469999000000001</c:v>
                </c:pt>
                <c:pt idx="2184">
                  <c:v>17.98</c:v>
                </c:pt>
                <c:pt idx="2185">
                  <c:v>17.739999999999998</c:v>
                </c:pt>
                <c:pt idx="2186">
                  <c:v>15.6</c:v>
                </c:pt>
                <c:pt idx="2187">
                  <c:v>14.38</c:v>
                </c:pt>
                <c:pt idx="2188">
                  <c:v>16.280000999999999</c:v>
                </c:pt>
                <c:pt idx="2189">
                  <c:v>16.41</c:v>
                </c:pt>
                <c:pt idx="2190">
                  <c:v>15.8</c:v>
                </c:pt>
                <c:pt idx="2191">
                  <c:v>14.05</c:v>
                </c:pt>
                <c:pt idx="2192">
                  <c:v>14.51</c:v>
                </c:pt>
                <c:pt idx="2193">
                  <c:v>14.59</c:v>
                </c:pt>
                <c:pt idx="2194">
                  <c:v>14.18</c:v>
                </c:pt>
                <c:pt idx="2195">
                  <c:v>13.88</c:v>
                </c:pt>
                <c:pt idx="2196">
                  <c:v>14.07</c:v>
                </c:pt>
                <c:pt idx="2197">
                  <c:v>13.98</c:v>
                </c:pt>
                <c:pt idx="2198">
                  <c:v>14.15</c:v>
                </c:pt>
                <c:pt idx="2199">
                  <c:v>15.43</c:v>
                </c:pt>
                <c:pt idx="2200">
                  <c:v>16.809999000000001</c:v>
                </c:pt>
                <c:pt idx="2201">
                  <c:v>14.84</c:v>
                </c:pt>
                <c:pt idx="2202">
                  <c:v>15.73</c:v>
                </c:pt>
                <c:pt idx="2203">
                  <c:v>16.32</c:v>
                </c:pt>
                <c:pt idx="2204">
                  <c:v>15.71</c:v>
                </c:pt>
                <c:pt idx="2205">
                  <c:v>15.43</c:v>
                </c:pt>
                <c:pt idx="2206">
                  <c:v>14.55</c:v>
                </c:pt>
                <c:pt idx="2207">
                  <c:v>14.33</c:v>
                </c:pt>
                <c:pt idx="2208">
                  <c:v>15.11</c:v>
                </c:pt>
                <c:pt idx="2209">
                  <c:v>16.370000999999998</c:v>
                </c:pt>
                <c:pt idx="2210">
                  <c:v>16.290001</c:v>
                </c:pt>
                <c:pt idx="2211">
                  <c:v>15.59</c:v>
                </c:pt>
                <c:pt idx="2212">
                  <c:v>16.139999</c:v>
                </c:pt>
                <c:pt idx="2213">
                  <c:v>15.27</c:v>
                </c:pt>
                <c:pt idx="2214">
                  <c:v>15.22</c:v>
                </c:pt>
                <c:pt idx="2215">
                  <c:v>15.07</c:v>
                </c:pt>
                <c:pt idx="2216">
                  <c:v>15.03</c:v>
                </c:pt>
                <c:pt idx="2217">
                  <c:v>17.059999000000001</c:v>
                </c:pt>
                <c:pt idx="2218">
                  <c:v>16.620000999999998</c:v>
                </c:pt>
                <c:pt idx="2219">
                  <c:v>18.829999999999998</c:v>
                </c:pt>
                <c:pt idx="2220">
                  <c:v>18.329999999999998</c:v>
                </c:pt>
                <c:pt idx="2221">
                  <c:v>18.120000999999998</c:v>
                </c:pt>
                <c:pt idx="2222">
                  <c:v>17.809999000000001</c:v>
                </c:pt>
                <c:pt idx="2223">
                  <c:v>18.600000000000001</c:v>
                </c:pt>
                <c:pt idx="2224">
                  <c:v>16.690000999999999</c:v>
                </c:pt>
                <c:pt idx="2225">
                  <c:v>17.59</c:v>
                </c:pt>
                <c:pt idx="2226">
                  <c:v>18.420000000000002</c:v>
                </c:pt>
                <c:pt idx="2227">
                  <c:v>17.579999999999998</c:v>
                </c:pt>
                <c:pt idx="2228">
                  <c:v>19.079999999999998</c:v>
                </c:pt>
                <c:pt idx="2229">
                  <c:v>18.489999999999998</c:v>
                </c:pt>
                <c:pt idx="2230">
                  <c:v>18.610001</c:v>
                </c:pt>
                <c:pt idx="2231">
                  <c:v>16.68</c:v>
                </c:pt>
                <c:pt idx="2232">
                  <c:v>16.649999999999999</c:v>
                </c:pt>
                <c:pt idx="2233">
                  <c:v>17.920000000000002</c:v>
                </c:pt>
                <c:pt idx="2234">
                  <c:v>17.989999999999998</c:v>
                </c:pt>
                <c:pt idx="2235">
                  <c:v>16.41</c:v>
                </c:pt>
                <c:pt idx="2236">
                  <c:v>15.24</c:v>
                </c:pt>
                <c:pt idx="2237">
                  <c:v>15.08</c:v>
                </c:pt>
                <c:pt idx="2238">
                  <c:v>15.31</c:v>
                </c:pt>
                <c:pt idx="2239">
                  <c:v>15.14</c:v>
                </c:pt>
                <c:pt idx="2240">
                  <c:v>15.5</c:v>
                </c:pt>
                <c:pt idx="2241">
                  <c:v>15.92</c:v>
                </c:pt>
                <c:pt idx="2242">
                  <c:v>15.51</c:v>
                </c:pt>
                <c:pt idx="2243">
                  <c:v>15.06</c:v>
                </c:pt>
                <c:pt idx="2244">
                  <c:v>15.87</c:v>
                </c:pt>
                <c:pt idx="2245">
                  <c:v>16.639999</c:v>
                </c:pt>
                <c:pt idx="2246">
                  <c:v>17.120000999999998</c:v>
                </c:pt>
                <c:pt idx="2247">
                  <c:v>16.459999</c:v>
                </c:pt>
                <c:pt idx="2248">
                  <c:v>16.579999999999998</c:v>
                </c:pt>
                <c:pt idx="2249">
                  <c:v>15.9</c:v>
                </c:pt>
                <c:pt idx="2250">
                  <c:v>16.049999</c:v>
                </c:pt>
                <c:pt idx="2251">
                  <c:v>15.57</c:v>
                </c:pt>
                <c:pt idx="2252">
                  <c:v>15.95</c:v>
                </c:pt>
                <c:pt idx="2253">
                  <c:v>16.559999000000001</c:v>
                </c:pt>
                <c:pt idx="2254">
                  <c:v>17</c:v>
                </c:pt>
                <c:pt idx="2255">
                  <c:v>16.34</c:v>
                </c:pt>
                <c:pt idx="2256">
                  <c:v>15.57</c:v>
                </c:pt>
                <c:pt idx="2257">
                  <c:v>17.360001</c:v>
                </c:pt>
                <c:pt idx="2258">
                  <c:v>17.670000000000002</c:v>
                </c:pt>
                <c:pt idx="2259">
                  <c:v>17.84</c:v>
                </c:pt>
                <c:pt idx="2260">
                  <c:v>17.84</c:v>
                </c:pt>
                <c:pt idx="2261">
                  <c:v>19.48</c:v>
                </c:pt>
                <c:pt idx="2262">
                  <c:v>19.469999000000001</c:v>
                </c:pt>
                <c:pt idx="2263">
                  <c:v>22.719999000000001</c:v>
                </c:pt>
                <c:pt idx="2264">
                  <c:v>18.02</c:v>
                </c:pt>
                <c:pt idx="2265">
                  <c:v>14.68</c:v>
                </c:pt>
                <c:pt idx="2266">
                  <c:v>14.56</c:v>
                </c:pt>
                <c:pt idx="2267">
                  <c:v>13.83</c:v>
                </c:pt>
                <c:pt idx="2268">
                  <c:v>13.79</c:v>
                </c:pt>
                <c:pt idx="2269">
                  <c:v>13.62</c:v>
                </c:pt>
                <c:pt idx="2270">
                  <c:v>13.81</c:v>
                </c:pt>
                <c:pt idx="2271">
                  <c:v>13.49</c:v>
                </c:pt>
                <c:pt idx="2272">
                  <c:v>13.36</c:v>
                </c:pt>
                <c:pt idx="2273">
                  <c:v>13.52</c:v>
                </c:pt>
                <c:pt idx="2274">
                  <c:v>13.55</c:v>
                </c:pt>
                <c:pt idx="2275">
                  <c:v>13.42</c:v>
                </c:pt>
                <c:pt idx="2276">
                  <c:v>13.57</c:v>
                </c:pt>
                <c:pt idx="2277">
                  <c:v>12.46</c:v>
                </c:pt>
                <c:pt idx="2278">
                  <c:v>12.43</c:v>
                </c:pt>
                <c:pt idx="2279">
                  <c:v>12.46</c:v>
                </c:pt>
                <c:pt idx="2280">
                  <c:v>12.69</c:v>
                </c:pt>
                <c:pt idx="2281">
                  <c:v>12.89</c:v>
                </c:pt>
                <c:pt idx="2282">
                  <c:v>13.57</c:v>
                </c:pt>
                <c:pt idx="2283">
                  <c:v>13.31</c:v>
                </c:pt>
                <c:pt idx="2284">
                  <c:v>14.32</c:v>
                </c:pt>
                <c:pt idx="2285">
                  <c:v>14.28</c:v>
                </c:pt>
                <c:pt idx="2286">
                  <c:v>12.9</c:v>
                </c:pt>
                <c:pt idx="2287">
                  <c:v>14.67</c:v>
                </c:pt>
                <c:pt idx="2288">
                  <c:v>13.72</c:v>
                </c:pt>
                <c:pt idx="2289">
                  <c:v>13.41</c:v>
                </c:pt>
                <c:pt idx="2290">
                  <c:v>13.5</c:v>
                </c:pt>
                <c:pt idx="2291">
                  <c:v>13.02</c:v>
                </c:pt>
                <c:pt idx="2292">
                  <c:v>12.94</c:v>
                </c:pt>
                <c:pt idx="2293">
                  <c:v>12.64</c:v>
                </c:pt>
                <c:pt idx="2294">
                  <c:v>12.98</c:v>
                </c:pt>
                <c:pt idx="2295">
                  <c:v>12.66</c:v>
                </c:pt>
                <c:pt idx="2296">
                  <c:v>12.46</c:v>
                </c:pt>
                <c:pt idx="2297">
                  <c:v>12.31</c:v>
                </c:pt>
                <c:pt idx="2298">
                  <c:v>14.68</c:v>
                </c:pt>
                <c:pt idx="2299">
                  <c:v>15.22</c:v>
                </c:pt>
                <c:pt idx="2300">
                  <c:v>14.17</c:v>
                </c:pt>
                <c:pt idx="2301">
                  <c:v>18.989999999999998</c:v>
                </c:pt>
                <c:pt idx="2302">
                  <c:v>16.870000999999998</c:v>
                </c:pt>
                <c:pt idx="2303">
                  <c:v>14.73</c:v>
                </c:pt>
                <c:pt idx="2304">
                  <c:v>15.51</c:v>
                </c:pt>
                <c:pt idx="2305">
                  <c:v>15.36</c:v>
                </c:pt>
                <c:pt idx="2306">
                  <c:v>14.01</c:v>
                </c:pt>
                <c:pt idx="2307">
                  <c:v>13.48</c:v>
                </c:pt>
                <c:pt idx="2308">
                  <c:v>13.53</c:v>
                </c:pt>
                <c:pt idx="2309">
                  <c:v>13.06</c:v>
                </c:pt>
                <c:pt idx="2310">
                  <c:v>12.59</c:v>
                </c:pt>
                <c:pt idx="2311">
                  <c:v>11.56</c:v>
                </c:pt>
                <c:pt idx="2312">
                  <c:v>12.27</c:v>
                </c:pt>
                <c:pt idx="2313">
                  <c:v>11.83</c:v>
                </c:pt>
                <c:pt idx="2314">
                  <c:v>11.3</c:v>
                </c:pt>
                <c:pt idx="2315">
                  <c:v>11.3</c:v>
                </c:pt>
                <c:pt idx="2316">
                  <c:v>13.36</c:v>
                </c:pt>
                <c:pt idx="2317">
                  <c:v>14.39</c:v>
                </c:pt>
                <c:pt idx="2318">
                  <c:v>12.67</c:v>
                </c:pt>
                <c:pt idx="2319">
                  <c:v>13.99</c:v>
                </c:pt>
                <c:pt idx="2320">
                  <c:v>13.57</c:v>
                </c:pt>
                <c:pt idx="2321">
                  <c:v>13.74</c:v>
                </c:pt>
                <c:pt idx="2322">
                  <c:v>12.77</c:v>
                </c:pt>
                <c:pt idx="2323">
                  <c:v>13.15</c:v>
                </c:pt>
                <c:pt idx="2324">
                  <c:v>12.7</c:v>
                </c:pt>
                <c:pt idx="2325">
                  <c:v>13.58</c:v>
                </c:pt>
                <c:pt idx="2326">
                  <c:v>12.78</c:v>
                </c:pt>
                <c:pt idx="2327">
                  <c:v>14.21</c:v>
                </c:pt>
                <c:pt idx="2328">
                  <c:v>13.89</c:v>
                </c:pt>
                <c:pt idx="2329">
                  <c:v>13.92</c:v>
                </c:pt>
                <c:pt idx="2330">
                  <c:v>13.19</c:v>
                </c:pt>
                <c:pt idx="2331">
                  <c:v>12.84</c:v>
                </c:pt>
                <c:pt idx="2332">
                  <c:v>12.36</c:v>
                </c:pt>
                <c:pt idx="2333">
                  <c:v>12.24</c:v>
                </c:pt>
                <c:pt idx="2334">
                  <c:v>12.06</c:v>
                </c:pt>
                <c:pt idx="2335">
                  <c:v>17.27</c:v>
                </c:pt>
                <c:pt idx="2336">
                  <c:v>13.96</c:v>
                </c:pt>
                <c:pt idx="2337">
                  <c:v>16.510000000000002</c:v>
                </c:pt>
                <c:pt idx="2338">
                  <c:v>17.559999000000001</c:v>
                </c:pt>
                <c:pt idx="2339">
                  <c:v>14.97</c:v>
                </c:pt>
                <c:pt idx="2340">
                  <c:v>14.39</c:v>
                </c:pt>
                <c:pt idx="2341">
                  <c:v>13.48</c:v>
                </c:pt>
                <c:pt idx="2342">
                  <c:v>13.61</c:v>
                </c:pt>
                <c:pt idx="2343">
                  <c:v>13.62</c:v>
                </c:pt>
                <c:pt idx="2344">
                  <c:v>13.61</c:v>
                </c:pt>
                <c:pt idx="2345">
                  <c:v>13.71</c:v>
                </c:pt>
                <c:pt idx="2346">
                  <c:v>13.52</c:v>
                </c:pt>
                <c:pt idx="2347">
                  <c:v>14.49</c:v>
                </c:pt>
                <c:pt idx="2348">
                  <c:v>13.59</c:v>
                </c:pt>
                <c:pt idx="2349">
                  <c:v>12.85</c:v>
                </c:pt>
                <c:pt idx="2350">
                  <c:v>12.66</c:v>
                </c:pt>
                <c:pt idx="2351">
                  <c:v>12.83</c:v>
                </c:pt>
                <c:pt idx="2352">
                  <c:v>12.66</c:v>
                </c:pt>
                <c:pt idx="2353">
                  <c:v>13.13</c:v>
                </c:pt>
                <c:pt idx="2354">
                  <c:v>12.59</c:v>
                </c:pt>
                <c:pt idx="2355">
                  <c:v>12.55</c:v>
                </c:pt>
                <c:pt idx="2356">
                  <c:v>12.77</c:v>
                </c:pt>
                <c:pt idx="2357">
                  <c:v>12.81</c:v>
                </c:pt>
                <c:pt idx="2358">
                  <c:v>13.07</c:v>
                </c:pt>
                <c:pt idx="2359">
                  <c:v>12.45</c:v>
                </c:pt>
                <c:pt idx="2360">
                  <c:v>13.02</c:v>
                </c:pt>
                <c:pt idx="2361">
                  <c:v>13.37</c:v>
                </c:pt>
                <c:pt idx="2362">
                  <c:v>13.82</c:v>
                </c:pt>
                <c:pt idx="2363">
                  <c:v>14.07</c:v>
                </c:pt>
                <c:pt idx="2364">
                  <c:v>13.99</c:v>
                </c:pt>
                <c:pt idx="2365">
                  <c:v>14.48</c:v>
                </c:pt>
                <c:pt idx="2366">
                  <c:v>14.83</c:v>
                </c:pt>
                <c:pt idx="2367">
                  <c:v>14.53</c:v>
                </c:pt>
                <c:pt idx="2368">
                  <c:v>16.299999</c:v>
                </c:pt>
                <c:pt idx="2369">
                  <c:v>16.280000999999999</c:v>
                </c:pt>
                <c:pt idx="2370">
                  <c:v>16.27</c:v>
                </c:pt>
                <c:pt idx="2371">
                  <c:v>17.5</c:v>
                </c:pt>
                <c:pt idx="2372">
                  <c:v>16.629999000000002</c:v>
                </c:pt>
                <c:pt idx="2373">
                  <c:v>15.14</c:v>
                </c:pt>
                <c:pt idx="2374">
                  <c:v>15.44</c:v>
                </c:pt>
                <c:pt idx="2375">
                  <c:v>17.07</c:v>
                </c:pt>
                <c:pt idx="2376">
                  <c:v>18.59</c:v>
                </c:pt>
                <c:pt idx="2377">
                  <c:v>16.41</c:v>
                </c:pt>
                <c:pt idx="2378">
                  <c:v>17.149999999999999</c:v>
                </c:pt>
                <c:pt idx="2379">
                  <c:v>16.799999</c:v>
                </c:pt>
                <c:pt idx="2380">
                  <c:v>16.610001</c:v>
                </c:pt>
                <c:pt idx="2381">
                  <c:v>16.639999</c:v>
                </c:pt>
                <c:pt idx="2382">
                  <c:v>20.49</c:v>
                </c:pt>
                <c:pt idx="2383">
                  <c:v>18.899999999999999</c:v>
                </c:pt>
                <c:pt idx="2384">
                  <c:v>20.110001</c:v>
                </c:pt>
                <c:pt idx="2385">
                  <c:v>18.469999000000001</c:v>
                </c:pt>
                <c:pt idx="2386">
                  <c:v>17.209999</c:v>
                </c:pt>
                <c:pt idx="2387">
                  <c:v>16.860001</c:v>
                </c:pt>
                <c:pt idx="2388">
                  <c:v>16.860001</c:v>
                </c:pt>
                <c:pt idx="2389">
                  <c:v>16.370000999999998</c:v>
                </c:pt>
                <c:pt idx="2390">
                  <c:v>16.440000999999999</c:v>
                </c:pt>
                <c:pt idx="2391">
                  <c:v>16.200001</c:v>
                </c:pt>
                <c:pt idx="2392">
                  <c:v>14.89</c:v>
                </c:pt>
                <c:pt idx="2393">
                  <c:v>14.78</c:v>
                </c:pt>
                <c:pt idx="2394">
                  <c:v>14.35</c:v>
                </c:pt>
                <c:pt idx="2395">
                  <c:v>14.21</c:v>
                </c:pt>
                <c:pt idx="2396">
                  <c:v>14.01</c:v>
                </c:pt>
                <c:pt idx="2397">
                  <c:v>13.84</c:v>
                </c:pt>
                <c:pt idx="2398">
                  <c:v>13.79</c:v>
                </c:pt>
                <c:pt idx="2399">
                  <c:v>14.42</c:v>
                </c:pt>
                <c:pt idx="2400">
                  <c:v>13.78</c:v>
                </c:pt>
                <c:pt idx="2401">
                  <c:v>13.77</c:v>
                </c:pt>
                <c:pt idx="2402">
                  <c:v>12.54</c:v>
                </c:pt>
                <c:pt idx="2403">
                  <c:v>12.29</c:v>
                </c:pt>
                <c:pt idx="2404">
                  <c:v>12.66</c:v>
                </c:pt>
                <c:pt idx="2405">
                  <c:v>13.18</c:v>
                </c:pt>
                <c:pt idx="2406">
                  <c:v>12.97</c:v>
                </c:pt>
                <c:pt idx="2407">
                  <c:v>12.72</c:v>
                </c:pt>
                <c:pt idx="2408">
                  <c:v>13.39</c:v>
                </c:pt>
                <c:pt idx="2409">
                  <c:v>13.39</c:v>
                </c:pt>
                <c:pt idx="2410">
                  <c:v>13.45</c:v>
                </c:pt>
                <c:pt idx="2411">
                  <c:v>12.94</c:v>
                </c:pt>
                <c:pt idx="2412">
                  <c:v>11.98</c:v>
                </c:pt>
                <c:pt idx="2413">
                  <c:v>11.84</c:v>
                </c:pt>
                <c:pt idx="2414">
                  <c:v>12.72</c:v>
                </c:pt>
                <c:pt idx="2415">
                  <c:v>12.98</c:v>
                </c:pt>
                <c:pt idx="2416">
                  <c:v>12.73</c:v>
                </c:pt>
                <c:pt idx="2417">
                  <c:v>13.41</c:v>
                </c:pt>
                <c:pt idx="2418">
                  <c:v>12.81</c:v>
                </c:pt>
                <c:pt idx="2419">
                  <c:v>12.31</c:v>
                </c:pt>
                <c:pt idx="2420">
                  <c:v>13.04</c:v>
                </c:pt>
                <c:pt idx="2421">
                  <c:v>14.73</c:v>
                </c:pt>
                <c:pt idx="2422">
                  <c:v>14.37</c:v>
                </c:pt>
                <c:pt idx="2423">
                  <c:v>15.1</c:v>
                </c:pt>
                <c:pt idx="2424">
                  <c:v>14.91</c:v>
                </c:pt>
                <c:pt idx="2425">
                  <c:v>15.94</c:v>
                </c:pt>
                <c:pt idx="2426">
                  <c:v>14.76</c:v>
                </c:pt>
                <c:pt idx="2427">
                  <c:v>13.98</c:v>
                </c:pt>
                <c:pt idx="2428">
                  <c:v>14.99</c:v>
                </c:pt>
                <c:pt idx="2429">
                  <c:v>16.77</c:v>
                </c:pt>
                <c:pt idx="2430">
                  <c:v>16.489999999999998</c:v>
                </c:pt>
                <c:pt idx="2431">
                  <c:v>16.809999000000001</c:v>
                </c:pt>
                <c:pt idx="2432">
                  <c:v>17.010000000000002</c:v>
                </c:pt>
                <c:pt idx="2433">
                  <c:v>16.610001</c:v>
                </c:pt>
                <c:pt idx="2434">
                  <c:v>15.88</c:v>
                </c:pt>
                <c:pt idx="2435">
                  <c:v>15.77</c:v>
                </c:pt>
                <c:pt idx="2436">
                  <c:v>15.85</c:v>
                </c:pt>
                <c:pt idx="2437">
                  <c:v>15.63</c:v>
                </c:pt>
                <c:pt idx="2438">
                  <c:v>14.53</c:v>
                </c:pt>
                <c:pt idx="2439">
                  <c:v>13.82</c:v>
                </c:pt>
                <c:pt idx="2440">
                  <c:v>14.29</c:v>
                </c:pt>
                <c:pt idx="2441">
                  <c:v>14.16</c:v>
                </c:pt>
                <c:pt idx="2442">
                  <c:v>14.38</c:v>
                </c:pt>
                <c:pt idx="2443">
                  <c:v>14.53</c:v>
                </c:pt>
                <c:pt idx="2444">
                  <c:v>13.59</c:v>
                </c:pt>
                <c:pt idx="2445">
                  <c:v>13.16</c:v>
                </c:pt>
                <c:pt idx="2446">
                  <c:v>13.12</c:v>
                </c:pt>
                <c:pt idx="2447">
                  <c:v>14.31</c:v>
                </c:pt>
                <c:pt idx="2448">
                  <c:v>14.08</c:v>
                </c:pt>
                <c:pt idx="2449">
                  <c:v>14.01</c:v>
                </c:pt>
                <c:pt idx="2450">
                  <c:v>14.06</c:v>
                </c:pt>
                <c:pt idx="2451">
                  <c:v>15.46</c:v>
                </c:pt>
                <c:pt idx="2452">
                  <c:v>16.600000000000001</c:v>
                </c:pt>
                <c:pt idx="2453">
                  <c:v>15.54</c:v>
                </c:pt>
                <c:pt idx="2454">
                  <c:v>16.600000000000001</c:v>
                </c:pt>
                <c:pt idx="2455">
                  <c:v>17.670000000000002</c:v>
                </c:pt>
                <c:pt idx="2456">
                  <c:v>16.739999999999998</c:v>
                </c:pt>
                <c:pt idx="2457">
                  <c:v>19.41</c:v>
                </c:pt>
                <c:pt idx="2458">
                  <c:v>20.34</c:v>
                </c:pt>
                <c:pt idx="2459">
                  <c:v>19.600000000000001</c:v>
                </c:pt>
                <c:pt idx="2460">
                  <c:v>16.48</c:v>
                </c:pt>
                <c:pt idx="2461">
                  <c:v>15.72</c:v>
                </c:pt>
                <c:pt idx="2462">
                  <c:v>16.07</c:v>
                </c:pt>
                <c:pt idx="2463">
                  <c:v>18.66</c:v>
                </c:pt>
                <c:pt idx="2464">
                  <c:v>14.71</c:v>
                </c:pt>
                <c:pt idx="2465">
                  <c:v>13.48</c:v>
                </c:pt>
                <c:pt idx="2466">
                  <c:v>13.04</c:v>
                </c:pt>
                <c:pt idx="2467">
                  <c:v>13.16</c:v>
                </c:pt>
                <c:pt idx="2468">
                  <c:v>13.33</c:v>
                </c:pt>
                <c:pt idx="2469">
                  <c:v>13.42</c:v>
                </c:pt>
                <c:pt idx="2470">
                  <c:v>13.2</c:v>
                </c:pt>
                <c:pt idx="2471">
                  <c:v>13.09</c:v>
                </c:pt>
                <c:pt idx="2472">
                  <c:v>13.31</c:v>
                </c:pt>
                <c:pt idx="2473">
                  <c:v>13.41</c:v>
                </c:pt>
                <c:pt idx="2474">
                  <c:v>13.65</c:v>
                </c:pt>
                <c:pt idx="2475">
                  <c:v>13.75</c:v>
                </c:pt>
                <c:pt idx="2476">
                  <c:v>13.28</c:v>
                </c:pt>
                <c:pt idx="2477">
                  <c:v>12.93</c:v>
                </c:pt>
                <c:pt idx="2478">
                  <c:v>13.27</c:v>
                </c:pt>
                <c:pt idx="2479">
                  <c:v>12.67</c:v>
                </c:pt>
                <c:pt idx="2480">
                  <c:v>13.91</c:v>
                </c:pt>
                <c:pt idx="2481">
                  <c:v>12.9</c:v>
                </c:pt>
                <c:pt idx="2482">
                  <c:v>12.53</c:v>
                </c:pt>
                <c:pt idx="2483">
                  <c:v>12.82</c:v>
                </c:pt>
                <c:pt idx="2484">
                  <c:v>12.52</c:v>
                </c:pt>
                <c:pt idx="2485">
                  <c:v>12.37</c:v>
                </c:pt>
                <c:pt idx="2486">
                  <c:v>12.19</c:v>
                </c:pt>
                <c:pt idx="2487">
                  <c:v>13.1</c:v>
                </c:pt>
                <c:pt idx="2488">
                  <c:v>13.39</c:v>
                </c:pt>
                <c:pt idx="2489">
                  <c:v>13.4</c:v>
                </c:pt>
                <c:pt idx="2490">
                  <c:v>12.66</c:v>
                </c:pt>
                <c:pt idx="2491">
                  <c:v>12.26</c:v>
                </c:pt>
                <c:pt idx="2492">
                  <c:v>12.79</c:v>
                </c:pt>
                <c:pt idx="2493">
                  <c:v>12.81</c:v>
                </c:pt>
                <c:pt idx="2494">
                  <c:v>12.98</c:v>
                </c:pt>
                <c:pt idx="2495">
                  <c:v>13.7</c:v>
                </c:pt>
                <c:pt idx="2496">
                  <c:v>14.23</c:v>
                </c:pt>
                <c:pt idx="2497">
                  <c:v>14.55</c:v>
                </c:pt>
                <c:pt idx="2498">
                  <c:v>14.7</c:v>
                </c:pt>
                <c:pt idx="2499">
                  <c:v>15.08</c:v>
                </c:pt>
                <c:pt idx="2500">
                  <c:v>13.79</c:v>
                </c:pt>
                <c:pt idx="2501">
                  <c:v>13.49</c:v>
                </c:pt>
                <c:pt idx="2502">
                  <c:v>13.91</c:v>
                </c:pt>
                <c:pt idx="2503">
                  <c:v>15.42</c:v>
                </c:pt>
                <c:pt idx="2504">
                  <c:v>15.54</c:v>
                </c:pt>
                <c:pt idx="2505">
                  <c:v>15.76</c:v>
                </c:pt>
                <c:pt idx="2506">
                  <c:v>16.030000999999999</c:v>
                </c:pt>
                <c:pt idx="2507">
                  <c:v>16.209999</c:v>
                </c:pt>
                <c:pt idx="2508">
                  <c:v>13.8</c:v>
                </c:pt>
                <c:pt idx="2509">
                  <c:v>14.15</c:v>
                </c:pt>
                <c:pt idx="2510">
                  <c:v>13.79</c:v>
                </c:pt>
                <c:pt idx="2511">
                  <c:v>13.04</c:v>
                </c:pt>
                <c:pt idx="2512">
                  <c:v>12.48</c:v>
                </c:pt>
                <c:pt idx="2513">
                  <c:v>12.33</c:v>
                </c:pt>
                <c:pt idx="2514">
                  <c:v>12.46</c:v>
                </c:pt>
                <c:pt idx="2515">
                  <c:v>13.56</c:v>
                </c:pt>
                <c:pt idx="2516">
                  <c:v>13.72</c:v>
                </c:pt>
                <c:pt idx="2517">
                  <c:v>14.23</c:v>
                </c:pt>
                <c:pt idx="2518">
                  <c:v>13.76</c:v>
                </c:pt>
                <c:pt idx="2519">
                  <c:v>13.55</c:v>
                </c:pt>
                <c:pt idx="2520">
                  <c:v>12.92</c:v>
                </c:pt>
                <c:pt idx="2521">
                  <c:v>12.87</c:v>
                </c:pt>
                <c:pt idx="2522">
                  <c:v>12.89</c:v>
                </c:pt>
                <c:pt idx="2523">
                  <c:v>12.14</c:v>
                </c:pt>
                <c:pt idx="2524">
                  <c:v>13.28</c:v>
                </c:pt>
                <c:pt idx="2525">
                  <c:v>12.28</c:v>
                </c:pt>
                <c:pt idx="2526">
                  <c:v>12.28</c:v>
                </c:pt>
                <c:pt idx="2527">
                  <c:v>12.53</c:v>
                </c:pt>
                <c:pt idx="2528">
                  <c:v>12.44</c:v>
                </c:pt>
                <c:pt idx="2529">
                  <c:v>12.87</c:v>
                </c:pt>
                <c:pt idx="2530">
                  <c:v>12.84</c:v>
                </c:pt>
                <c:pt idx="2531">
                  <c:v>13.77</c:v>
                </c:pt>
                <c:pt idx="2532">
                  <c:v>18.139999</c:v>
                </c:pt>
                <c:pt idx="2533">
                  <c:v>17.420000000000002</c:v>
                </c:pt>
                <c:pt idx="2534">
                  <c:v>15.8</c:v>
                </c:pt>
                <c:pt idx="2535">
                  <c:v>17.350000000000001</c:v>
                </c:pt>
                <c:pt idx="2536">
                  <c:v>17.290001</c:v>
                </c:pt>
                <c:pt idx="2537">
                  <c:v>18.41</c:v>
                </c:pt>
                <c:pt idx="2538">
                  <c:v>21.440000999999999</c:v>
                </c:pt>
                <c:pt idx="2539">
                  <c:v>19.110001</c:v>
                </c:pt>
                <c:pt idx="2540">
                  <c:v>19.950001</c:v>
                </c:pt>
                <c:pt idx="2541">
                  <c:v>17.23</c:v>
                </c:pt>
                <c:pt idx="2542">
                  <c:v>15.29</c:v>
                </c:pt>
                <c:pt idx="2543">
                  <c:v>15.26</c:v>
                </c:pt>
                <c:pt idx="2544">
                  <c:v>14.51</c:v>
                </c:pt>
                <c:pt idx="2545">
                  <c:v>14.3</c:v>
                </c:pt>
                <c:pt idx="2546">
                  <c:v>14.14</c:v>
                </c:pt>
                <c:pt idx="2547">
                  <c:v>13.57</c:v>
                </c:pt>
                <c:pt idx="2548">
                  <c:v>13.87</c:v>
                </c:pt>
                <c:pt idx="2549">
                  <c:v>15.5</c:v>
                </c:pt>
                <c:pt idx="2550">
                  <c:v>14.79</c:v>
                </c:pt>
                <c:pt idx="2551">
                  <c:v>14.68</c:v>
                </c:pt>
                <c:pt idx="2552">
                  <c:v>14.23</c:v>
                </c:pt>
                <c:pt idx="2553">
                  <c:v>13.67</c:v>
                </c:pt>
                <c:pt idx="2554">
                  <c:v>14.35</c:v>
                </c:pt>
                <c:pt idx="2555">
                  <c:v>14.04</c:v>
                </c:pt>
                <c:pt idx="2556">
                  <c:v>14</c:v>
                </c:pt>
                <c:pt idx="2557">
                  <c:v>16</c:v>
                </c:pt>
                <c:pt idx="2558">
                  <c:v>14.1</c:v>
                </c:pt>
                <c:pt idx="2559">
                  <c:v>13.89</c:v>
                </c:pt>
                <c:pt idx="2560">
                  <c:v>14.21</c:v>
                </c:pt>
                <c:pt idx="2561">
                  <c:v>14.11</c:v>
                </c:pt>
                <c:pt idx="2562">
                  <c:v>14.2</c:v>
                </c:pt>
                <c:pt idx="2563">
                  <c:v>14.8</c:v>
                </c:pt>
                <c:pt idx="2564">
                  <c:v>14.47</c:v>
                </c:pt>
                <c:pt idx="2565">
                  <c:v>16.219999000000001</c:v>
                </c:pt>
                <c:pt idx="2566">
                  <c:v>17.82</c:v>
                </c:pt>
                <c:pt idx="2567">
                  <c:v>15.64</c:v>
                </c:pt>
                <c:pt idx="2568">
                  <c:v>14.52</c:v>
                </c:pt>
                <c:pt idx="2569">
                  <c:v>15.12</c:v>
                </c:pt>
                <c:pt idx="2570">
                  <c:v>14.52</c:v>
                </c:pt>
                <c:pt idx="2571">
                  <c:v>15</c:v>
                </c:pt>
                <c:pt idx="2572">
                  <c:v>15.09</c:v>
                </c:pt>
                <c:pt idx="2573">
                  <c:v>14.02</c:v>
                </c:pt>
                <c:pt idx="2574">
                  <c:v>14.93</c:v>
                </c:pt>
                <c:pt idx="2575">
                  <c:v>14.62</c:v>
                </c:pt>
                <c:pt idx="2576">
                  <c:v>14.41</c:v>
                </c:pt>
                <c:pt idx="2577">
                  <c:v>13.88</c:v>
                </c:pt>
                <c:pt idx="2578">
                  <c:v>13.1</c:v>
                </c:pt>
                <c:pt idx="2579">
                  <c:v>13.09</c:v>
                </c:pt>
                <c:pt idx="2580">
                  <c:v>13.37</c:v>
                </c:pt>
                <c:pt idx="2581">
                  <c:v>13.96</c:v>
                </c:pt>
                <c:pt idx="2582">
                  <c:v>15.57</c:v>
                </c:pt>
                <c:pt idx="2583">
                  <c:v>14.89</c:v>
                </c:pt>
                <c:pt idx="2584">
                  <c:v>13.82</c:v>
                </c:pt>
                <c:pt idx="2585">
                  <c:v>15.89</c:v>
                </c:pt>
                <c:pt idx="2586">
                  <c:v>17.030000999999999</c:v>
                </c:pt>
                <c:pt idx="2587">
                  <c:v>16.110001</c:v>
                </c:pt>
                <c:pt idx="2588">
                  <c:v>15.61</c:v>
                </c:pt>
                <c:pt idx="2589">
                  <c:v>14.18</c:v>
                </c:pt>
                <c:pt idx="2590">
                  <c:v>13.36</c:v>
                </c:pt>
                <c:pt idx="2591">
                  <c:v>13.25</c:v>
                </c:pt>
                <c:pt idx="2592">
                  <c:v>13.19</c:v>
                </c:pt>
                <c:pt idx="2593">
                  <c:v>13.27</c:v>
                </c:pt>
                <c:pt idx="2594">
                  <c:v>13.32</c:v>
                </c:pt>
                <c:pt idx="2595">
                  <c:v>14.06</c:v>
                </c:pt>
                <c:pt idx="2596">
                  <c:v>13.97</c:v>
                </c:pt>
                <c:pt idx="2597">
                  <c:v>13.71</c:v>
                </c:pt>
                <c:pt idx="2598">
                  <c:v>13.41</c:v>
                </c:pt>
                <c:pt idx="2599">
                  <c:v>13.25</c:v>
                </c:pt>
                <c:pt idx="2600">
                  <c:v>12.91</c:v>
                </c:pt>
                <c:pt idx="2601">
                  <c:v>13.29</c:v>
                </c:pt>
                <c:pt idx="2602">
                  <c:v>13.8</c:v>
                </c:pt>
                <c:pt idx="2603">
                  <c:v>13.4</c:v>
                </c:pt>
                <c:pt idx="2604">
                  <c:v>13.43</c:v>
                </c:pt>
                <c:pt idx="2605">
                  <c:v>12.92</c:v>
                </c:pt>
                <c:pt idx="2606">
                  <c:v>12.23</c:v>
                </c:pt>
                <c:pt idx="2607">
                  <c:v>12.13</c:v>
                </c:pt>
                <c:pt idx="2608">
                  <c:v>12.17</c:v>
                </c:pt>
                <c:pt idx="2609">
                  <c:v>13.17</c:v>
                </c:pt>
                <c:pt idx="2610">
                  <c:v>12.44</c:v>
                </c:pt>
                <c:pt idx="2611">
                  <c:v>12.42</c:v>
                </c:pt>
                <c:pt idx="2612">
                  <c:v>12.96</c:v>
                </c:pt>
                <c:pt idx="2613">
                  <c:v>11.91</c:v>
                </c:pt>
                <c:pt idx="2614">
                  <c:v>12.03</c:v>
                </c:pt>
                <c:pt idx="2615">
                  <c:v>11.36</c:v>
                </c:pt>
                <c:pt idx="2616">
                  <c:v>11.51</c:v>
                </c:pt>
                <c:pt idx="2617">
                  <c:v>11.68</c:v>
                </c:pt>
                <c:pt idx="2618">
                  <c:v>11.57</c:v>
                </c:pt>
                <c:pt idx="2619">
                  <c:v>11.4</c:v>
                </c:pt>
                <c:pt idx="2620">
                  <c:v>11.58</c:v>
                </c:pt>
                <c:pt idx="2621">
                  <c:v>11.87</c:v>
                </c:pt>
                <c:pt idx="2622">
                  <c:v>12.08</c:v>
                </c:pt>
                <c:pt idx="2623">
                  <c:v>11.68</c:v>
                </c:pt>
                <c:pt idx="2624">
                  <c:v>10.73</c:v>
                </c:pt>
                <c:pt idx="2625">
                  <c:v>11.15</c:v>
                </c:pt>
                <c:pt idx="2626">
                  <c:v>10.99</c:v>
                </c:pt>
                <c:pt idx="2627">
                  <c:v>11.6</c:v>
                </c:pt>
                <c:pt idx="2628">
                  <c:v>12.56</c:v>
                </c:pt>
                <c:pt idx="2629">
                  <c:v>12.18</c:v>
                </c:pt>
                <c:pt idx="2630">
                  <c:v>12.65</c:v>
                </c:pt>
                <c:pt idx="2631">
                  <c:v>12.06</c:v>
                </c:pt>
                <c:pt idx="2632">
                  <c:v>10.61</c:v>
                </c:pt>
                <c:pt idx="2633">
                  <c:v>10.62</c:v>
                </c:pt>
                <c:pt idx="2634">
                  <c:v>10.85</c:v>
                </c:pt>
                <c:pt idx="2635">
                  <c:v>10.98</c:v>
                </c:pt>
                <c:pt idx="2636">
                  <c:v>12.13</c:v>
                </c:pt>
                <c:pt idx="2637">
                  <c:v>11.59</c:v>
                </c:pt>
                <c:pt idx="2638">
                  <c:v>11.63</c:v>
                </c:pt>
                <c:pt idx="2639">
                  <c:v>11.26</c:v>
                </c:pt>
                <c:pt idx="2640">
                  <c:v>11.57</c:v>
                </c:pt>
                <c:pt idx="2641">
                  <c:v>11.15</c:v>
                </c:pt>
                <c:pt idx="2642">
                  <c:v>10.82</c:v>
                </c:pt>
                <c:pt idx="2643">
                  <c:v>10.32</c:v>
                </c:pt>
                <c:pt idx="2644">
                  <c:v>11.33</c:v>
                </c:pt>
                <c:pt idx="2645">
                  <c:v>11.98</c:v>
                </c:pt>
                <c:pt idx="2646">
                  <c:v>11.65</c:v>
                </c:pt>
                <c:pt idx="2647">
                  <c:v>12.59</c:v>
                </c:pt>
                <c:pt idx="2648">
                  <c:v>12.08</c:v>
                </c:pt>
                <c:pt idx="2649">
                  <c:v>11.82</c:v>
                </c:pt>
                <c:pt idx="2650">
                  <c:v>11.96</c:v>
                </c:pt>
                <c:pt idx="2651">
                  <c:v>11</c:v>
                </c:pt>
                <c:pt idx="2652">
                  <c:v>14.54</c:v>
                </c:pt>
                <c:pt idx="2653">
                  <c:v>12.06</c:v>
                </c:pt>
                <c:pt idx="2654">
                  <c:v>12.81</c:v>
                </c:pt>
                <c:pt idx="2655">
                  <c:v>12.24</c:v>
                </c:pt>
                <c:pt idx="2656">
                  <c:v>11.52</c:v>
                </c:pt>
                <c:pt idx="2657">
                  <c:v>11.84</c:v>
                </c:pt>
                <c:pt idx="2658">
                  <c:v>12.69</c:v>
                </c:pt>
                <c:pt idx="2659">
                  <c:v>12.56</c:v>
                </c:pt>
                <c:pt idx="2660">
                  <c:v>13.28</c:v>
                </c:pt>
                <c:pt idx="2661">
                  <c:v>13.33</c:v>
                </c:pt>
                <c:pt idx="2662">
                  <c:v>16.950001</c:v>
                </c:pt>
                <c:pt idx="2663">
                  <c:v>17.030000999999999</c:v>
                </c:pt>
                <c:pt idx="2664">
                  <c:v>15.12</c:v>
                </c:pt>
                <c:pt idx="2665">
                  <c:v>16.870000999999998</c:v>
                </c:pt>
                <c:pt idx="2666">
                  <c:v>16.370000999999998</c:v>
                </c:pt>
                <c:pt idx="2667">
                  <c:v>16.66</c:v>
                </c:pt>
                <c:pt idx="2668">
                  <c:v>15.77</c:v>
                </c:pt>
                <c:pt idx="2669">
                  <c:v>14.23</c:v>
                </c:pt>
                <c:pt idx="2670">
                  <c:v>14.13</c:v>
                </c:pt>
                <c:pt idx="2671">
                  <c:v>12.9</c:v>
                </c:pt>
                <c:pt idx="2672">
                  <c:v>12.42</c:v>
                </c:pt>
                <c:pt idx="2673">
                  <c:v>13.15</c:v>
                </c:pt>
                <c:pt idx="2674">
                  <c:v>12.32</c:v>
                </c:pt>
                <c:pt idx="2675">
                  <c:v>12.21</c:v>
                </c:pt>
                <c:pt idx="2676">
                  <c:v>11.78</c:v>
                </c:pt>
                <c:pt idx="2677">
                  <c:v>11.76</c:v>
                </c:pt>
                <c:pt idx="2678">
                  <c:v>11.47</c:v>
                </c:pt>
                <c:pt idx="2679">
                  <c:v>11.7</c:v>
                </c:pt>
                <c:pt idx="2680">
                  <c:v>11.63</c:v>
                </c:pt>
                <c:pt idx="2681">
                  <c:v>11.78</c:v>
                </c:pt>
                <c:pt idx="2682">
                  <c:v>12.05</c:v>
                </c:pt>
                <c:pt idx="2683">
                  <c:v>12.09</c:v>
                </c:pt>
                <c:pt idx="2684">
                  <c:v>12.25</c:v>
                </c:pt>
                <c:pt idx="2685">
                  <c:v>12.36</c:v>
                </c:pt>
                <c:pt idx="2686">
                  <c:v>12.64</c:v>
                </c:pt>
                <c:pt idx="2687">
                  <c:v>12.09</c:v>
                </c:pt>
                <c:pt idx="2688">
                  <c:v>12.66</c:v>
                </c:pt>
                <c:pt idx="2689">
                  <c:v>13.5</c:v>
                </c:pt>
                <c:pt idx="2690">
                  <c:v>12.88</c:v>
                </c:pt>
                <c:pt idx="2691">
                  <c:v>12.8</c:v>
                </c:pt>
                <c:pt idx="2692">
                  <c:v>13.31</c:v>
                </c:pt>
                <c:pt idx="2693">
                  <c:v>14.12</c:v>
                </c:pt>
                <c:pt idx="2694">
                  <c:v>12.73</c:v>
                </c:pt>
                <c:pt idx="2695">
                  <c:v>12.65</c:v>
                </c:pt>
                <c:pt idx="2696">
                  <c:v>12.03</c:v>
                </c:pt>
                <c:pt idx="2697">
                  <c:v>12.11</c:v>
                </c:pt>
                <c:pt idx="2698">
                  <c:v>13.69</c:v>
                </c:pt>
                <c:pt idx="2699">
                  <c:v>14.93</c:v>
                </c:pt>
                <c:pt idx="2700">
                  <c:v>13.27</c:v>
                </c:pt>
                <c:pt idx="2701">
                  <c:v>15.64</c:v>
                </c:pt>
                <c:pt idx="2702">
                  <c:v>14.85</c:v>
                </c:pt>
                <c:pt idx="2703">
                  <c:v>15.98</c:v>
                </c:pt>
                <c:pt idx="2704">
                  <c:v>16.309999000000001</c:v>
                </c:pt>
                <c:pt idx="2705">
                  <c:v>16.709999</c:v>
                </c:pt>
                <c:pt idx="2706">
                  <c:v>16.16</c:v>
                </c:pt>
                <c:pt idx="2707">
                  <c:v>14.55</c:v>
                </c:pt>
                <c:pt idx="2708">
                  <c:v>15.46</c:v>
                </c:pt>
                <c:pt idx="2709">
                  <c:v>17.200001</c:v>
                </c:pt>
                <c:pt idx="2710">
                  <c:v>15.11</c:v>
                </c:pt>
                <c:pt idx="2711">
                  <c:v>18.760000000000002</c:v>
                </c:pt>
                <c:pt idx="2712">
                  <c:v>21.24</c:v>
                </c:pt>
                <c:pt idx="2713">
                  <c:v>24.639999</c:v>
                </c:pt>
                <c:pt idx="2714">
                  <c:v>22.790001</c:v>
                </c:pt>
                <c:pt idx="2715">
                  <c:v>25.27</c:v>
                </c:pt>
                <c:pt idx="2716">
                  <c:v>25.200001</c:v>
                </c:pt>
                <c:pt idx="2717">
                  <c:v>21.99</c:v>
                </c:pt>
                <c:pt idx="2718">
                  <c:v>18.57</c:v>
                </c:pt>
                <c:pt idx="2719">
                  <c:v>16.079999999999998</c:v>
                </c:pt>
                <c:pt idx="2720">
                  <c:v>17.870000999999998</c:v>
                </c:pt>
                <c:pt idx="2721">
                  <c:v>16.530000999999999</c:v>
                </c:pt>
                <c:pt idx="2722">
                  <c:v>16.110001</c:v>
                </c:pt>
                <c:pt idx="2723">
                  <c:v>16.040001</c:v>
                </c:pt>
                <c:pt idx="2724">
                  <c:v>14.39</c:v>
                </c:pt>
                <c:pt idx="2725">
                  <c:v>15.15</c:v>
                </c:pt>
                <c:pt idx="2726">
                  <c:v>14.52</c:v>
                </c:pt>
                <c:pt idx="2727">
                  <c:v>14.03</c:v>
                </c:pt>
                <c:pt idx="2728">
                  <c:v>14.73</c:v>
                </c:pt>
                <c:pt idx="2729">
                  <c:v>14.89</c:v>
                </c:pt>
                <c:pt idx="2730">
                  <c:v>14.17</c:v>
                </c:pt>
                <c:pt idx="2731">
                  <c:v>13.67</c:v>
                </c:pt>
                <c:pt idx="2732">
                  <c:v>13.12</c:v>
                </c:pt>
                <c:pt idx="2733">
                  <c:v>12.67</c:v>
                </c:pt>
                <c:pt idx="2734">
                  <c:v>12.92</c:v>
                </c:pt>
                <c:pt idx="2735">
                  <c:v>13.02</c:v>
                </c:pt>
                <c:pt idx="2736">
                  <c:v>13.79</c:v>
                </c:pt>
                <c:pt idx="2737">
                  <c:v>13.31</c:v>
                </c:pt>
                <c:pt idx="2738">
                  <c:v>13.99</c:v>
                </c:pt>
                <c:pt idx="2739">
                  <c:v>13.86</c:v>
                </c:pt>
                <c:pt idx="2740">
                  <c:v>13.96</c:v>
                </c:pt>
                <c:pt idx="2741">
                  <c:v>13.58</c:v>
                </c:pt>
                <c:pt idx="2742">
                  <c:v>12.9</c:v>
                </c:pt>
                <c:pt idx="2743">
                  <c:v>12.62</c:v>
                </c:pt>
                <c:pt idx="2744">
                  <c:v>12.25</c:v>
                </c:pt>
                <c:pt idx="2745">
                  <c:v>12.07</c:v>
                </c:pt>
                <c:pt idx="2746">
                  <c:v>13.33</c:v>
                </c:pt>
                <c:pt idx="2747">
                  <c:v>14.16</c:v>
                </c:pt>
                <c:pt idx="2748">
                  <c:v>12.85</c:v>
                </c:pt>
                <c:pt idx="2749">
                  <c:v>12.5</c:v>
                </c:pt>
                <c:pt idx="2750">
                  <c:v>12.38</c:v>
                </c:pt>
                <c:pt idx="2751">
                  <c:v>11.89</c:v>
                </c:pt>
                <c:pt idx="2752">
                  <c:v>14.21</c:v>
                </c:pt>
                <c:pt idx="2753">
                  <c:v>15.35</c:v>
                </c:pt>
                <c:pt idx="2754">
                  <c:v>18.530000999999999</c:v>
                </c:pt>
                <c:pt idx="2755">
                  <c:v>20.079999999999998</c:v>
                </c:pt>
                <c:pt idx="2756">
                  <c:v>21.08</c:v>
                </c:pt>
                <c:pt idx="2757">
                  <c:v>20.420000000000002</c:v>
                </c:pt>
                <c:pt idx="2758">
                  <c:v>23.57</c:v>
                </c:pt>
                <c:pt idx="2759">
                  <c:v>19.440000999999999</c:v>
                </c:pt>
                <c:pt idx="2760">
                  <c:v>16.809999000000001</c:v>
                </c:pt>
                <c:pt idx="2761">
                  <c:v>16.489999999999998</c:v>
                </c:pt>
                <c:pt idx="2762">
                  <c:v>15.25</c:v>
                </c:pt>
                <c:pt idx="2763">
                  <c:v>14.8</c:v>
                </c:pt>
                <c:pt idx="2764">
                  <c:v>14.37</c:v>
                </c:pt>
                <c:pt idx="2765">
                  <c:v>14.5</c:v>
                </c:pt>
                <c:pt idx="2766">
                  <c:v>15.06</c:v>
                </c:pt>
                <c:pt idx="2767">
                  <c:v>15.92</c:v>
                </c:pt>
                <c:pt idx="2768">
                  <c:v>19.200001</c:v>
                </c:pt>
                <c:pt idx="2769">
                  <c:v>17.790001</c:v>
                </c:pt>
                <c:pt idx="2770">
                  <c:v>19.920000000000002</c:v>
                </c:pt>
                <c:pt idx="2771">
                  <c:v>21.120000999999998</c:v>
                </c:pt>
                <c:pt idx="2772">
                  <c:v>19.309999000000001</c:v>
                </c:pt>
                <c:pt idx="2773">
                  <c:v>17.010000000000002</c:v>
                </c:pt>
                <c:pt idx="2774">
                  <c:v>17.549999</c:v>
                </c:pt>
                <c:pt idx="2775">
                  <c:v>19.600000000000001</c:v>
                </c:pt>
                <c:pt idx="2776">
                  <c:v>20.559999000000001</c:v>
                </c:pt>
                <c:pt idx="2777">
                  <c:v>21.48</c:v>
                </c:pt>
                <c:pt idx="2778">
                  <c:v>22.389999</c:v>
                </c:pt>
                <c:pt idx="2779">
                  <c:v>20.950001</c:v>
                </c:pt>
                <c:pt idx="2780">
                  <c:v>19.889999</c:v>
                </c:pt>
                <c:pt idx="2781">
                  <c:v>18.850000000000001</c:v>
                </c:pt>
                <c:pt idx="2782">
                  <c:v>16.399999999999999</c:v>
                </c:pt>
                <c:pt idx="2783">
                  <c:v>16.66</c:v>
                </c:pt>
                <c:pt idx="2784">
                  <c:v>15.52</c:v>
                </c:pt>
                <c:pt idx="2785">
                  <c:v>17.219999000000001</c:v>
                </c:pt>
                <c:pt idx="2786">
                  <c:v>20.440000999999999</c:v>
                </c:pt>
                <c:pt idx="2787">
                  <c:v>18.760000000000002</c:v>
                </c:pt>
                <c:pt idx="2788">
                  <c:v>20.969999000000001</c:v>
                </c:pt>
                <c:pt idx="2789">
                  <c:v>19.43</c:v>
                </c:pt>
                <c:pt idx="2790">
                  <c:v>17.329999999999998</c:v>
                </c:pt>
                <c:pt idx="2791">
                  <c:v>18.329999999999998</c:v>
                </c:pt>
                <c:pt idx="2792">
                  <c:v>16.850000000000001</c:v>
                </c:pt>
                <c:pt idx="2793">
                  <c:v>17.290001</c:v>
                </c:pt>
                <c:pt idx="2794">
                  <c:v>18.549999</c:v>
                </c:pt>
                <c:pt idx="2795">
                  <c:v>17.23</c:v>
                </c:pt>
                <c:pt idx="2796">
                  <c:v>16.959999</c:v>
                </c:pt>
                <c:pt idx="2797">
                  <c:v>15.34</c:v>
                </c:pt>
                <c:pt idx="2798">
                  <c:v>14.69</c:v>
                </c:pt>
                <c:pt idx="2799">
                  <c:v>15.8</c:v>
                </c:pt>
                <c:pt idx="2800">
                  <c:v>15.45</c:v>
                </c:pt>
                <c:pt idx="2801">
                  <c:v>15.29</c:v>
                </c:pt>
                <c:pt idx="2802">
                  <c:v>14.3</c:v>
                </c:pt>
                <c:pt idx="2803">
                  <c:v>14.56</c:v>
                </c:pt>
                <c:pt idx="2804">
                  <c:v>13.69</c:v>
                </c:pt>
                <c:pt idx="2805">
                  <c:v>13.84</c:v>
                </c:pt>
                <c:pt idx="2806">
                  <c:v>13.91</c:v>
                </c:pt>
                <c:pt idx="2807">
                  <c:v>13.34</c:v>
                </c:pt>
                <c:pt idx="2808">
                  <c:v>13.04</c:v>
                </c:pt>
                <c:pt idx="2809">
                  <c:v>13.86</c:v>
                </c:pt>
                <c:pt idx="2810">
                  <c:v>14.23</c:v>
                </c:pt>
                <c:pt idx="2811">
                  <c:v>14.04</c:v>
                </c:pt>
                <c:pt idx="2812">
                  <c:v>15.2</c:v>
                </c:pt>
                <c:pt idx="2813">
                  <c:v>15.06</c:v>
                </c:pt>
                <c:pt idx="2814">
                  <c:v>16.690000999999999</c:v>
                </c:pt>
                <c:pt idx="2815">
                  <c:v>16.870000999999998</c:v>
                </c:pt>
                <c:pt idx="2816">
                  <c:v>15.42</c:v>
                </c:pt>
                <c:pt idx="2817">
                  <c:v>16</c:v>
                </c:pt>
                <c:pt idx="2818">
                  <c:v>15.61</c:v>
                </c:pt>
                <c:pt idx="2819">
                  <c:v>15.66</c:v>
                </c:pt>
                <c:pt idx="2820">
                  <c:v>13.97</c:v>
                </c:pt>
                <c:pt idx="2821">
                  <c:v>14.07</c:v>
                </c:pt>
                <c:pt idx="2822">
                  <c:v>13.02</c:v>
                </c:pt>
                <c:pt idx="2823">
                  <c:v>13.41</c:v>
                </c:pt>
                <c:pt idx="2824">
                  <c:v>13.62</c:v>
                </c:pt>
                <c:pt idx="2825">
                  <c:v>15.44</c:v>
                </c:pt>
                <c:pt idx="2826">
                  <c:v>15.8</c:v>
                </c:pt>
                <c:pt idx="2827">
                  <c:v>15.07</c:v>
                </c:pt>
                <c:pt idx="2828">
                  <c:v>14.51</c:v>
                </c:pt>
                <c:pt idx="2829">
                  <c:v>15.29</c:v>
                </c:pt>
                <c:pt idx="2830">
                  <c:v>15.11</c:v>
                </c:pt>
                <c:pt idx="2831">
                  <c:v>14.67</c:v>
                </c:pt>
                <c:pt idx="2832">
                  <c:v>14.74</c:v>
                </c:pt>
                <c:pt idx="2833">
                  <c:v>14.78</c:v>
                </c:pt>
                <c:pt idx="2834">
                  <c:v>13.98</c:v>
                </c:pt>
                <c:pt idx="2835">
                  <c:v>13.09</c:v>
                </c:pt>
                <c:pt idx="2836">
                  <c:v>12.58</c:v>
                </c:pt>
                <c:pt idx="2837">
                  <c:v>13.94</c:v>
                </c:pt>
                <c:pt idx="2838">
                  <c:v>13.67</c:v>
                </c:pt>
                <c:pt idx="2839">
                  <c:v>12.84</c:v>
                </c:pt>
                <c:pt idx="2840">
                  <c:v>12.6</c:v>
                </c:pt>
                <c:pt idx="2841">
                  <c:v>13.89</c:v>
                </c:pt>
                <c:pt idx="2842">
                  <c:v>13.3</c:v>
                </c:pt>
                <c:pt idx="2843">
                  <c:v>13.25</c:v>
                </c:pt>
                <c:pt idx="2844">
                  <c:v>12.71</c:v>
                </c:pt>
                <c:pt idx="2845">
                  <c:v>12.48</c:v>
                </c:pt>
                <c:pt idx="2846">
                  <c:v>12.29</c:v>
                </c:pt>
                <c:pt idx="2847">
                  <c:v>13.12</c:v>
                </c:pt>
                <c:pt idx="2848">
                  <c:v>12.41</c:v>
                </c:pt>
                <c:pt idx="2849">
                  <c:v>13.39</c:v>
                </c:pt>
                <c:pt idx="2850">
                  <c:v>14.55</c:v>
                </c:pt>
                <c:pt idx="2851">
                  <c:v>12.7</c:v>
                </c:pt>
                <c:pt idx="2852">
                  <c:v>12.85</c:v>
                </c:pt>
                <c:pt idx="2853">
                  <c:v>14.31</c:v>
                </c:pt>
                <c:pt idx="2854">
                  <c:v>15.15</c:v>
                </c:pt>
                <c:pt idx="2855">
                  <c:v>15.13</c:v>
                </c:pt>
                <c:pt idx="2856">
                  <c:v>12.86</c:v>
                </c:pt>
                <c:pt idx="2857">
                  <c:v>13.85</c:v>
                </c:pt>
                <c:pt idx="2858">
                  <c:v>13.86</c:v>
                </c:pt>
                <c:pt idx="2859">
                  <c:v>13.76</c:v>
                </c:pt>
                <c:pt idx="2860">
                  <c:v>12.74</c:v>
                </c:pt>
                <c:pt idx="2861">
                  <c:v>12.38</c:v>
                </c:pt>
                <c:pt idx="2862">
                  <c:v>12.73</c:v>
                </c:pt>
                <c:pt idx="2863">
                  <c:v>12.85</c:v>
                </c:pt>
                <c:pt idx="2864">
                  <c:v>12.88</c:v>
                </c:pt>
                <c:pt idx="2865">
                  <c:v>12.11</c:v>
                </c:pt>
                <c:pt idx="2866">
                  <c:v>12.13</c:v>
                </c:pt>
                <c:pt idx="2867">
                  <c:v>14.06</c:v>
                </c:pt>
                <c:pt idx="2868">
                  <c:v>13.27</c:v>
                </c:pt>
                <c:pt idx="2869">
                  <c:v>13.31</c:v>
                </c:pt>
                <c:pt idx="2870">
                  <c:v>13.84</c:v>
                </c:pt>
                <c:pt idx="2871">
                  <c:v>13.97</c:v>
                </c:pt>
                <c:pt idx="2872">
                  <c:v>14.24</c:v>
                </c:pt>
                <c:pt idx="2873">
                  <c:v>13.66</c:v>
                </c:pt>
                <c:pt idx="2874">
                  <c:v>14.71</c:v>
                </c:pt>
                <c:pt idx="2875">
                  <c:v>14.21</c:v>
                </c:pt>
                <c:pt idx="2876">
                  <c:v>15.29</c:v>
                </c:pt>
                <c:pt idx="2877">
                  <c:v>14.47</c:v>
                </c:pt>
                <c:pt idx="2878">
                  <c:v>13.22</c:v>
                </c:pt>
                <c:pt idx="2879">
                  <c:v>12.85</c:v>
                </c:pt>
                <c:pt idx="2880">
                  <c:v>13.78</c:v>
                </c:pt>
                <c:pt idx="2881">
                  <c:v>15.39</c:v>
                </c:pt>
                <c:pt idx="2882">
                  <c:v>14.81</c:v>
                </c:pt>
                <c:pt idx="2883">
                  <c:v>14.5</c:v>
                </c:pt>
                <c:pt idx="2884">
                  <c:v>13.19</c:v>
                </c:pt>
                <c:pt idx="2885">
                  <c:v>13.96</c:v>
                </c:pt>
                <c:pt idx="2886">
                  <c:v>12.74</c:v>
                </c:pt>
                <c:pt idx="2887">
                  <c:v>12.11</c:v>
                </c:pt>
                <c:pt idx="2888">
                  <c:v>13.26</c:v>
                </c:pt>
                <c:pt idx="2889">
                  <c:v>14.01</c:v>
                </c:pt>
                <c:pt idx="2890">
                  <c:v>14.02</c:v>
                </c:pt>
                <c:pt idx="2891">
                  <c:v>18.850000000000001</c:v>
                </c:pt>
                <c:pt idx="2892">
                  <c:v>18.23</c:v>
                </c:pt>
                <c:pt idx="2893">
                  <c:v>16.09</c:v>
                </c:pt>
                <c:pt idx="2894">
                  <c:v>16.790001</c:v>
                </c:pt>
                <c:pt idx="2895">
                  <c:v>17.010000000000002</c:v>
                </c:pt>
                <c:pt idx="2896">
                  <c:v>16.09</c:v>
                </c:pt>
                <c:pt idx="2897">
                  <c:v>19.66</c:v>
                </c:pt>
                <c:pt idx="2898">
                  <c:v>19.969999000000001</c:v>
                </c:pt>
                <c:pt idx="2899">
                  <c:v>16.829999999999998</c:v>
                </c:pt>
                <c:pt idx="2900">
                  <c:v>13.9</c:v>
                </c:pt>
                <c:pt idx="2901">
                  <c:v>13.37</c:v>
                </c:pt>
                <c:pt idx="2902">
                  <c:v>13.23</c:v>
                </c:pt>
                <c:pt idx="2903">
                  <c:v>12.11</c:v>
                </c:pt>
                <c:pt idx="2904">
                  <c:v>11.95</c:v>
                </c:pt>
                <c:pt idx="2905">
                  <c:v>12.25</c:v>
                </c:pt>
                <c:pt idx="2906">
                  <c:v>12.22</c:v>
                </c:pt>
                <c:pt idx="2907">
                  <c:v>12.12</c:v>
                </c:pt>
                <c:pt idx="2908">
                  <c:v>12.64</c:v>
                </c:pt>
                <c:pt idx="2909">
                  <c:v>13.74</c:v>
                </c:pt>
                <c:pt idx="2910">
                  <c:v>15.6</c:v>
                </c:pt>
                <c:pt idx="2911">
                  <c:v>13.44</c:v>
                </c:pt>
                <c:pt idx="2912">
                  <c:v>12.5</c:v>
                </c:pt>
                <c:pt idx="2913">
                  <c:v>12.13</c:v>
                </c:pt>
                <c:pt idx="2914">
                  <c:v>12.12</c:v>
                </c:pt>
                <c:pt idx="2915">
                  <c:v>12.56</c:v>
                </c:pt>
                <c:pt idx="2916">
                  <c:v>13</c:v>
                </c:pt>
                <c:pt idx="2917">
                  <c:v>12.51</c:v>
                </c:pt>
                <c:pt idx="2918">
                  <c:v>13.77</c:v>
                </c:pt>
                <c:pt idx="2919">
                  <c:v>13.39</c:v>
                </c:pt>
                <c:pt idx="2920">
                  <c:v>12.23</c:v>
                </c:pt>
                <c:pt idx="2921">
                  <c:v>13.71</c:v>
                </c:pt>
                <c:pt idx="2922">
                  <c:v>13.61</c:v>
                </c:pt>
                <c:pt idx="2923">
                  <c:v>13.49</c:v>
                </c:pt>
                <c:pt idx="2924">
                  <c:v>12.83</c:v>
                </c:pt>
                <c:pt idx="2925">
                  <c:v>13.02</c:v>
                </c:pt>
                <c:pt idx="2926">
                  <c:v>13.79</c:v>
                </c:pt>
                <c:pt idx="2927">
                  <c:v>15.25</c:v>
                </c:pt>
                <c:pt idx="2928">
                  <c:v>19.139999</c:v>
                </c:pt>
                <c:pt idx="2929">
                  <c:v>28.030000999999999</c:v>
                </c:pt>
                <c:pt idx="2930">
                  <c:v>40.740001999999997</c:v>
                </c:pt>
                <c:pt idx="2931">
                  <c:v>36.020000000000003</c:v>
                </c:pt>
                <c:pt idx="2932">
                  <c:v>30.32</c:v>
                </c:pt>
                <c:pt idx="2933">
                  <c:v>26.1</c:v>
                </c:pt>
                <c:pt idx="2934">
                  <c:v>26.049999</c:v>
                </c:pt>
                <c:pt idx="2935">
                  <c:v>28.43</c:v>
                </c:pt>
                <c:pt idx="2936">
                  <c:v>31.4</c:v>
                </c:pt>
                <c:pt idx="2937">
                  <c:v>26.09</c:v>
                </c:pt>
                <c:pt idx="2938">
                  <c:v>25.610001</c:v>
                </c:pt>
                <c:pt idx="2939">
                  <c:v>27.799999</c:v>
                </c:pt>
                <c:pt idx="2940">
                  <c:v>24.9</c:v>
                </c:pt>
                <c:pt idx="2941">
                  <c:v>26.23</c:v>
                </c:pt>
                <c:pt idx="2942">
                  <c:v>24.370000999999998</c:v>
                </c:pt>
                <c:pt idx="2943">
                  <c:v>23.200001</c:v>
                </c:pt>
                <c:pt idx="2944">
                  <c:v>24.25</c:v>
                </c:pt>
                <c:pt idx="2945">
                  <c:v>22.540001</c:v>
                </c:pt>
                <c:pt idx="2946">
                  <c:v>21.35</c:v>
                </c:pt>
                <c:pt idx="2947">
                  <c:v>21.139999</c:v>
                </c:pt>
                <c:pt idx="2948">
                  <c:v>22.280000999999999</c:v>
                </c:pt>
                <c:pt idx="2949">
                  <c:v>20.139999</c:v>
                </c:pt>
                <c:pt idx="2950">
                  <c:v>22.440000999999999</c:v>
                </c:pt>
                <c:pt idx="2951">
                  <c:v>22.129999000000002</c:v>
                </c:pt>
                <c:pt idx="2952">
                  <c:v>23.469999000000001</c:v>
                </c:pt>
                <c:pt idx="2953">
                  <c:v>23.620000999999998</c:v>
                </c:pt>
                <c:pt idx="2954">
                  <c:v>27.629999000000002</c:v>
                </c:pt>
                <c:pt idx="2955">
                  <c:v>26.83</c:v>
                </c:pt>
                <c:pt idx="2956">
                  <c:v>24.5</c:v>
                </c:pt>
                <c:pt idx="2957">
                  <c:v>22.549999</c:v>
                </c:pt>
                <c:pt idx="2958">
                  <c:v>20.940000999999999</c:v>
                </c:pt>
                <c:pt idx="2959">
                  <c:v>19.540001</c:v>
                </c:pt>
                <c:pt idx="2960">
                  <c:v>19.399999999999999</c:v>
                </c:pt>
                <c:pt idx="2961">
                  <c:v>18.399999999999999</c:v>
                </c:pt>
                <c:pt idx="2962">
                  <c:v>17.420000000000002</c:v>
                </c:pt>
                <c:pt idx="2963">
                  <c:v>17.079999999999998</c:v>
                </c:pt>
                <c:pt idx="2964">
                  <c:v>16.170000000000002</c:v>
                </c:pt>
                <c:pt idx="2965">
                  <c:v>17.670000000000002</c:v>
                </c:pt>
                <c:pt idx="2966">
                  <c:v>18.030000999999999</c:v>
                </c:pt>
                <c:pt idx="2967">
                  <c:v>16.049999</c:v>
                </c:pt>
                <c:pt idx="2968">
                  <c:v>15.05</c:v>
                </c:pt>
                <c:pt idx="2969">
                  <c:v>14.98</c:v>
                </c:pt>
                <c:pt idx="2970">
                  <c:v>15.75</c:v>
                </c:pt>
                <c:pt idx="2971">
                  <c:v>16.700001</c:v>
                </c:pt>
                <c:pt idx="2972">
                  <c:v>14.45</c:v>
                </c:pt>
                <c:pt idx="2973">
                  <c:v>14.46</c:v>
                </c:pt>
                <c:pt idx="2974">
                  <c:v>15.29</c:v>
                </c:pt>
                <c:pt idx="2975">
                  <c:v>15.43</c:v>
                </c:pt>
                <c:pt idx="2976">
                  <c:v>14.33</c:v>
                </c:pt>
                <c:pt idx="2977">
                  <c:v>14.61</c:v>
                </c:pt>
                <c:pt idx="2978">
                  <c:v>15.07</c:v>
                </c:pt>
                <c:pt idx="2979">
                  <c:v>14.15</c:v>
                </c:pt>
                <c:pt idx="2980">
                  <c:v>14.54</c:v>
                </c:pt>
                <c:pt idx="2981">
                  <c:v>15.51</c:v>
                </c:pt>
                <c:pt idx="2982">
                  <c:v>15.05</c:v>
                </c:pt>
                <c:pt idx="2983">
                  <c:v>14.33</c:v>
                </c:pt>
                <c:pt idx="2984">
                  <c:v>16.52</c:v>
                </c:pt>
                <c:pt idx="2985">
                  <c:v>15.29</c:v>
                </c:pt>
                <c:pt idx="2986">
                  <c:v>16.059999000000001</c:v>
                </c:pt>
                <c:pt idx="2987">
                  <c:v>18.370000999999998</c:v>
                </c:pt>
                <c:pt idx="2988">
                  <c:v>20.079999999999998</c:v>
                </c:pt>
                <c:pt idx="2989">
                  <c:v>18.16</c:v>
                </c:pt>
                <c:pt idx="2990">
                  <c:v>18.84</c:v>
                </c:pt>
                <c:pt idx="2991">
                  <c:v>16.850000000000001</c:v>
                </c:pt>
                <c:pt idx="2992">
                  <c:v>16.989999999999998</c:v>
                </c:pt>
                <c:pt idx="2993">
                  <c:v>15.47</c:v>
                </c:pt>
                <c:pt idx="2994">
                  <c:v>15.62</c:v>
                </c:pt>
                <c:pt idx="2995">
                  <c:v>15.93</c:v>
                </c:pt>
                <c:pt idx="2996">
                  <c:v>15.19</c:v>
                </c:pt>
                <c:pt idx="2997">
                  <c:v>15.12</c:v>
                </c:pt>
                <c:pt idx="2998">
                  <c:v>16.129999000000002</c:v>
                </c:pt>
                <c:pt idx="2999">
                  <c:v>14.67</c:v>
                </c:pt>
                <c:pt idx="3000">
                  <c:v>15.91</c:v>
                </c:pt>
                <c:pt idx="3001">
                  <c:v>18.110001</c:v>
                </c:pt>
                <c:pt idx="3002">
                  <c:v>14.81</c:v>
                </c:pt>
                <c:pt idx="3003">
                  <c:v>15.84</c:v>
                </c:pt>
                <c:pt idx="3004">
                  <c:v>17.600000000000001</c:v>
                </c:pt>
                <c:pt idx="3005">
                  <c:v>19.610001</c:v>
                </c:pt>
                <c:pt idx="3006">
                  <c:v>19.34</c:v>
                </c:pt>
                <c:pt idx="3007">
                  <c:v>24.389999</c:v>
                </c:pt>
                <c:pt idx="3008">
                  <c:v>22.73</c:v>
                </c:pt>
                <c:pt idx="3009">
                  <c:v>20.950001</c:v>
                </c:pt>
                <c:pt idx="3010">
                  <c:v>17.860001</c:v>
                </c:pt>
                <c:pt idx="3011">
                  <c:v>18.940000999999999</c:v>
                </c:pt>
                <c:pt idx="3012">
                  <c:v>20.700001</c:v>
                </c:pt>
                <c:pt idx="3013">
                  <c:v>18.700001</c:v>
                </c:pt>
                <c:pt idx="3014">
                  <c:v>16.600000000000001</c:v>
                </c:pt>
                <c:pt idx="3015">
                  <c:v>15.57</c:v>
                </c:pt>
                <c:pt idx="3016">
                  <c:v>15.74</c:v>
                </c:pt>
                <c:pt idx="3017">
                  <c:v>16.91</c:v>
                </c:pt>
                <c:pt idx="3018">
                  <c:v>16.079999999999998</c:v>
                </c:pt>
                <c:pt idx="3019">
                  <c:v>17.290001</c:v>
                </c:pt>
                <c:pt idx="3020">
                  <c:v>18.209999</c:v>
                </c:pt>
                <c:pt idx="3021">
                  <c:v>20.700001</c:v>
                </c:pt>
                <c:pt idx="3022">
                  <c:v>19.34</c:v>
                </c:pt>
                <c:pt idx="3023">
                  <c:v>20.59</c:v>
                </c:pt>
                <c:pt idx="3024">
                  <c:v>24.99</c:v>
                </c:pt>
                <c:pt idx="3025">
                  <c:v>27.01</c:v>
                </c:pt>
                <c:pt idx="3026">
                  <c:v>24.299999</c:v>
                </c:pt>
                <c:pt idx="3027">
                  <c:v>22.469999000000001</c:v>
                </c:pt>
                <c:pt idx="3028">
                  <c:v>25.219999000000001</c:v>
                </c:pt>
                <c:pt idx="3029">
                  <c:v>23.950001</c:v>
                </c:pt>
                <c:pt idx="3030">
                  <c:v>27.02</c:v>
                </c:pt>
                <c:pt idx="3031">
                  <c:v>26.049999</c:v>
                </c:pt>
                <c:pt idx="3032">
                  <c:v>27.59</c:v>
                </c:pt>
                <c:pt idx="3033">
                  <c:v>26.690000999999999</c:v>
                </c:pt>
                <c:pt idx="3034">
                  <c:v>22.34</c:v>
                </c:pt>
                <c:pt idx="3035">
                  <c:v>24.15</c:v>
                </c:pt>
                <c:pt idx="3036">
                  <c:v>22.5</c:v>
                </c:pt>
                <c:pt idx="3037">
                  <c:v>23.110001</c:v>
                </c:pt>
                <c:pt idx="3038">
                  <c:v>22.42</c:v>
                </c:pt>
                <c:pt idx="3039">
                  <c:v>20.200001</c:v>
                </c:pt>
                <c:pt idx="3040">
                  <c:v>19.98</c:v>
                </c:pt>
                <c:pt idx="3041">
                  <c:v>21.98</c:v>
                </c:pt>
                <c:pt idx="3042">
                  <c:v>21.65</c:v>
                </c:pt>
                <c:pt idx="3043">
                  <c:v>21.84</c:v>
                </c:pt>
                <c:pt idx="3044">
                  <c:v>23.379999000000002</c:v>
                </c:pt>
                <c:pt idx="3045">
                  <c:v>26</c:v>
                </c:pt>
                <c:pt idx="3046">
                  <c:v>26.540001</c:v>
                </c:pt>
                <c:pt idx="3047">
                  <c:v>26.290001</c:v>
                </c:pt>
                <c:pt idx="3048">
                  <c:v>28.139999</c:v>
                </c:pt>
                <c:pt idx="3049">
                  <c:v>25.4</c:v>
                </c:pt>
                <c:pt idx="3050">
                  <c:v>24.110001</c:v>
                </c:pt>
                <c:pt idx="3051">
                  <c:v>22.309999000000001</c:v>
                </c:pt>
                <c:pt idx="3052">
                  <c:v>21.639999</c:v>
                </c:pt>
                <c:pt idx="3053">
                  <c:v>20.530000999999999</c:v>
                </c:pt>
                <c:pt idx="3054">
                  <c:v>19.379999000000002</c:v>
                </c:pt>
                <c:pt idx="3055">
                  <c:v>20.98</c:v>
                </c:pt>
                <c:pt idx="3056">
                  <c:v>20.719999000000001</c:v>
                </c:pt>
                <c:pt idx="3057">
                  <c:v>19.110001</c:v>
                </c:pt>
                <c:pt idx="3058">
                  <c:v>19.809999000000001</c:v>
                </c:pt>
                <c:pt idx="3059">
                  <c:v>20.549999</c:v>
                </c:pt>
                <c:pt idx="3060">
                  <c:v>17.700001</c:v>
                </c:pt>
                <c:pt idx="3061">
                  <c:v>17.09</c:v>
                </c:pt>
                <c:pt idx="3062">
                  <c:v>16.700001</c:v>
                </c:pt>
                <c:pt idx="3063">
                  <c:v>16.860001</c:v>
                </c:pt>
                <c:pt idx="3064">
                  <c:v>17.350000000000001</c:v>
                </c:pt>
                <c:pt idx="3065">
                  <c:v>18.670000000000002</c:v>
                </c:pt>
                <c:pt idx="3066">
                  <c:v>18.34</c:v>
                </c:pt>
                <c:pt idx="3067">
                  <c:v>18.049999</c:v>
                </c:pt>
                <c:pt idx="3068">
                  <c:v>16.5</c:v>
                </c:pt>
                <c:pt idx="3069">
                  <c:v>16.920000000000002</c:v>
                </c:pt>
                <c:pt idx="3070">
                  <c:v>16.84</c:v>
                </c:pt>
                <c:pt idx="3071">
                  <c:v>14.99</c:v>
                </c:pt>
                <c:pt idx="3072">
                  <c:v>14.44</c:v>
                </c:pt>
                <c:pt idx="3073">
                  <c:v>14.02</c:v>
                </c:pt>
                <c:pt idx="3074">
                  <c:v>13.79</c:v>
                </c:pt>
                <c:pt idx="3075">
                  <c:v>14.17</c:v>
                </c:pt>
                <c:pt idx="3076">
                  <c:v>14.94</c:v>
                </c:pt>
                <c:pt idx="3077">
                  <c:v>14.74</c:v>
                </c:pt>
                <c:pt idx="3078">
                  <c:v>15.24</c:v>
                </c:pt>
                <c:pt idx="3079">
                  <c:v>13.82</c:v>
                </c:pt>
                <c:pt idx="3080">
                  <c:v>13.56</c:v>
                </c:pt>
                <c:pt idx="3081">
                  <c:v>13.95</c:v>
                </c:pt>
                <c:pt idx="3082">
                  <c:v>13.1</c:v>
                </c:pt>
                <c:pt idx="3083">
                  <c:v>14.12</c:v>
                </c:pt>
                <c:pt idx="3084">
                  <c:v>15.42</c:v>
                </c:pt>
                <c:pt idx="3085">
                  <c:v>14.09</c:v>
                </c:pt>
                <c:pt idx="3086">
                  <c:v>16.16</c:v>
                </c:pt>
                <c:pt idx="3087">
                  <c:v>15.36</c:v>
                </c:pt>
                <c:pt idx="3088">
                  <c:v>16.260000000000002</c:v>
                </c:pt>
                <c:pt idx="3089">
                  <c:v>14.85</c:v>
                </c:pt>
                <c:pt idx="3090">
                  <c:v>13.84</c:v>
                </c:pt>
                <c:pt idx="3091">
                  <c:v>13.72</c:v>
                </c:pt>
                <c:pt idx="3092">
                  <c:v>13.62</c:v>
                </c:pt>
                <c:pt idx="3093">
                  <c:v>13.35</c:v>
                </c:pt>
                <c:pt idx="3094">
                  <c:v>13.24</c:v>
                </c:pt>
                <c:pt idx="3095">
                  <c:v>13.28</c:v>
                </c:pt>
                <c:pt idx="3096">
                  <c:v>13.95</c:v>
                </c:pt>
                <c:pt idx="3097">
                  <c:v>13.22</c:v>
                </c:pt>
                <c:pt idx="3098">
                  <c:v>14.08</c:v>
                </c:pt>
                <c:pt idx="3099">
                  <c:v>13.96</c:v>
                </c:pt>
                <c:pt idx="3100">
                  <c:v>13.77</c:v>
                </c:pt>
                <c:pt idx="3101">
                  <c:v>15.22</c:v>
                </c:pt>
                <c:pt idx="3102">
                  <c:v>15.7</c:v>
                </c:pt>
                <c:pt idx="3103">
                  <c:v>14.68</c:v>
                </c:pt>
                <c:pt idx="3104">
                  <c:v>15.6</c:v>
                </c:pt>
                <c:pt idx="3105">
                  <c:v>16.049999</c:v>
                </c:pt>
                <c:pt idx="3106">
                  <c:v>15.91</c:v>
                </c:pt>
                <c:pt idx="3107">
                  <c:v>14.72</c:v>
                </c:pt>
                <c:pt idx="3108">
                  <c:v>14.57</c:v>
                </c:pt>
                <c:pt idx="3109">
                  <c:v>13.63</c:v>
                </c:pt>
                <c:pt idx="3110">
                  <c:v>14.69</c:v>
                </c:pt>
                <c:pt idx="3111">
                  <c:v>14.41</c:v>
                </c:pt>
                <c:pt idx="3112">
                  <c:v>15.04</c:v>
                </c:pt>
                <c:pt idx="3113">
                  <c:v>14.68</c:v>
                </c:pt>
                <c:pt idx="3114">
                  <c:v>15.57</c:v>
                </c:pt>
                <c:pt idx="3115">
                  <c:v>15.95</c:v>
                </c:pt>
                <c:pt idx="3116">
                  <c:v>16.329999999999998</c:v>
                </c:pt>
                <c:pt idx="3117">
                  <c:v>15.2</c:v>
                </c:pt>
                <c:pt idx="3118">
                  <c:v>15.82</c:v>
                </c:pt>
                <c:pt idx="3119">
                  <c:v>14.42</c:v>
                </c:pt>
                <c:pt idx="3120">
                  <c:v>13.9</c:v>
                </c:pt>
                <c:pt idx="3121">
                  <c:v>13.43</c:v>
                </c:pt>
                <c:pt idx="3122">
                  <c:v>13.12</c:v>
                </c:pt>
                <c:pt idx="3123">
                  <c:v>14.19</c:v>
                </c:pt>
                <c:pt idx="3124">
                  <c:v>14.2</c:v>
                </c:pt>
                <c:pt idx="3125">
                  <c:v>13.63</c:v>
                </c:pt>
                <c:pt idx="3126">
                  <c:v>13.47</c:v>
                </c:pt>
                <c:pt idx="3127">
                  <c:v>13.65</c:v>
                </c:pt>
                <c:pt idx="3128">
                  <c:v>14.05</c:v>
                </c:pt>
                <c:pt idx="3129">
                  <c:v>14.08</c:v>
                </c:pt>
                <c:pt idx="3130">
                  <c:v>14.64</c:v>
                </c:pt>
                <c:pt idx="3131">
                  <c:v>17.030000999999999</c:v>
                </c:pt>
                <c:pt idx="3132">
                  <c:v>20.969999000000001</c:v>
                </c:pt>
                <c:pt idx="3133">
                  <c:v>20.5</c:v>
                </c:pt>
                <c:pt idx="3134">
                  <c:v>20.139999</c:v>
                </c:pt>
                <c:pt idx="3135">
                  <c:v>19.370000999999998</c:v>
                </c:pt>
                <c:pt idx="3136">
                  <c:v>19.41</c:v>
                </c:pt>
                <c:pt idx="3137">
                  <c:v>18.370000999999998</c:v>
                </c:pt>
                <c:pt idx="3138">
                  <c:v>18.48</c:v>
                </c:pt>
                <c:pt idx="3139">
                  <c:v>21.17</c:v>
                </c:pt>
                <c:pt idx="3140">
                  <c:v>17.25</c:v>
                </c:pt>
                <c:pt idx="3141">
                  <c:v>25.76</c:v>
                </c:pt>
                <c:pt idx="3142">
                  <c:v>23.85</c:v>
                </c:pt>
                <c:pt idx="3143">
                  <c:v>18.75</c:v>
                </c:pt>
                <c:pt idx="3144">
                  <c:v>16.639999</c:v>
                </c:pt>
                <c:pt idx="3145">
                  <c:v>15.63</c:v>
                </c:pt>
                <c:pt idx="3146">
                  <c:v>14.77</c:v>
                </c:pt>
                <c:pt idx="3147">
                  <c:v>15.58</c:v>
                </c:pt>
                <c:pt idx="3148">
                  <c:v>14.96</c:v>
                </c:pt>
                <c:pt idx="3149">
                  <c:v>14.76</c:v>
                </c:pt>
                <c:pt idx="3150">
                  <c:v>13.2</c:v>
                </c:pt>
                <c:pt idx="3151">
                  <c:v>13.54</c:v>
                </c:pt>
                <c:pt idx="3152">
                  <c:v>13.55</c:v>
                </c:pt>
                <c:pt idx="3153">
                  <c:v>13.04</c:v>
                </c:pt>
                <c:pt idx="3154">
                  <c:v>12.82</c:v>
                </c:pt>
                <c:pt idx="3155">
                  <c:v>12.67</c:v>
                </c:pt>
                <c:pt idx="3156">
                  <c:v>12.44</c:v>
                </c:pt>
                <c:pt idx="3157">
                  <c:v>11.97</c:v>
                </c:pt>
                <c:pt idx="3158">
                  <c:v>11.77</c:v>
                </c:pt>
                <c:pt idx="3159">
                  <c:v>12.74</c:v>
                </c:pt>
                <c:pt idx="3160">
                  <c:v>12.02</c:v>
                </c:pt>
                <c:pt idx="3161">
                  <c:v>12.87</c:v>
                </c:pt>
                <c:pt idx="3162">
                  <c:v>13.05</c:v>
                </c:pt>
                <c:pt idx="3163">
                  <c:v>12.83</c:v>
                </c:pt>
                <c:pt idx="3164">
                  <c:v>12.72</c:v>
                </c:pt>
                <c:pt idx="3165">
                  <c:v>11.87</c:v>
                </c:pt>
                <c:pt idx="3166">
                  <c:v>12.44</c:v>
                </c:pt>
                <c:pt idx="3167">
                  <c:v>13.37</c:v>
                </c:pt>
                <c:pt idx="3168">
                  <c:v>12.86</c:v>
                </c:pt>
                <c:pt idx="3169">
                  <c:v>12.42</c:v>
                </c:pt>
                <c:pt idx="3170">
                  <c:v>11.39</c:v>
                </c:pt>
                <c:pt idx="3171">
                  <c:v>11.5</c:v>
                </c:pt>
                <c:pt idx="3172">
                  <c:v>11.66</c:v>
                </c:pt>
                <c:pt idx="3173">
                  <c:v>12.05</c:v>
                </c:pt>
                <c:pt idx="3174">
                  <c:v>11.68</c:v>
                </c:pt>
                <c:pt idx="3175">
                  <c:v>11.55</c:v>
                </c:pt>
                <c:pt idx="3176">
                  <c:v>11.81</c:v>
                </c:pt>
                <c:pt idx="3177">
                  <c:v>12.64</c:v>
                </c:pt>
                <c:pt idx="3178">
                  <c:v>12.19</c:v>
                </c:pt>
                <c:pt idx="3179">
                  <c:v>11.43</c:v>
                </c:pt>
                <c:pt idx="3180">
                  <c:v>11.34</c:v>
                </c:pt>
                <c:pt idx="3181">
                  <c:v>12.27</c:v>
                </c:pt>
                <c:pt idx="3182">
                  <c:v>12.38</c:v>
                </c:pt>
                <c:pt idx="3183">
                  <c:v>13.45</c:v>
                </c:pt>
                <c:pt idx="3184">
                  <c:v>13.63</c:v>
                </c:pt>
                <c:pt idx="3185">
                  <c:v>13.65</c:v>
                </c:pt>
                <c:pt idx="3186">
                  <c:v>12.94</c:v>
                </c:pt>
                <c:pt idx="3187">
                  <c:v>13.12</c:v>
                </c:pt>
                <c:pt idx="3188">
                  <c:v>13.42</c:v>
                </c:pt>
                <c:pt idx="3189">
                  <c:v>13.48</c:v>
                </c:pt>
                <c:pt idx="3190">
                  <c:v>11.98</c:v>
                </c:pt>
                <c:pt idx="3191">
                  <c:v>12.02</c:v>
                </c:pt>
                <c:pt idx="3192">
                  <c:v>11.94</c:v>
                </c:pt>
                <c:pt idx="3193">
                  <c:v>12.51</c:v>
                </c:pt>
                <c:pt idx="3194">
                  <c:v>17.5</c:v>
                </c:pt>
                <c:pt idx="3195">
                  <c:v>15.16</c:v>
                </c:pt>
                <c:pt idx="3196">
                  <c:v>17.850000000000001</c:v>
                </c:pt>
                <c:pt idx="3197">
                  <c:v>18.139999</c:v>
                </c:pt>
                <c:pt idx="3198">
                  <c:v>16.299999</c:v>
                </c:pt>
                <c:pt idx="3199">
                  <c:v>15.37</c:v>
                </c:pt>
                <c:pt idx="3200">
                  <c:v>15.53</c:v>
                </c:pt>
                <c:pt idx="3201">
                  <c:v>15.92</c:v>
                </c:pt>
                <c:pt idx="3202">
                  <c:v>13.3</c:v>
                </c:pt>
                <c:pt idx="3203">
                  <c:v>12.02</c:v>
                </c:pt>
                <c:pt idx="3204">
                  <c:v>12.29</c:v>
                </c:pt>
                <c:pt idx="3205">
                  <c:v>14.5</c:v>
                </c:pt>
                <c:pt idx="3206">
                  <c:v>13.1</c:v>
                </c:pt>
                <c:pt idx="3207">
                  <c:v>12.39</c:v>
                </c:pt>
                <c:pt idx="3208">
                  <c:v>14.02</c:v>
                </c:pt>
                <c:pt idx="3209">
                  <c:v>13.29</c:v>
                </c:pt>
                <c:pt idx="3210">
                  <c:v>13.57</c:v>
                </c:pt>
                <c:pt idx="3211">
                  <c:v>13.63</c:v>
                </c:pt>
                <c:pt idx="3212">
                  <c:v>12.99</c:v>
                </c:pt>
                <c:pt idx="3213">
                  <c:v>12.84</c:v>
                </c:pt>
                <c:pt idx="3214">
                  <c:v>13.48</c:v>
                </c:pt>
                <c:pt idx="3215">
                  <c:v>13.38</c:v>
                </c:pt>
                <c:pt idx="3216">
                  <c:v>15.36</c:v>
                </c:pt>
                <c:pt idx="3217">
                  <c:v>15.91</c:v>
                </c:pt>
                <c:pt idx="3218">
                  <c:v>16.690000999999999</c:v>
                </c:pt>
                <c:pt idx="3219">
                  <c:v>16.120000999999998</c:v>
                </c:pt>
                <c:pt idx="3220">
                  <c:v>16.209999</c:v>
                </c:pt>
                <c:pt idx="3221">
                  <c:v>15.28</c:v>
                </c:pt>
                <c:pt idx="3222">
                  <c:v>14.41</c:v>
                </c:pt>
                <c:pt idx="3223">
                  <c:v>13.75</c:v>
                </c:pt>
                <c:pt idx="3224">
                  <c:v>13.34</c:v>
                </c:pt>
                <c:pt idx="3225">
                  <c:v>13.02</c:v>
                </c:pt>
                <c:pt idx="3226">
                  <c:v>13.46</c:v>
                </c:pt>
                <c:pt idx="3227">
                  <c:v>14.24</c:v>
                </c:pt>
                <c:pt idx="3228">
                  <c:v>15.36</c:v>
                </c:pt>
                <c:pt idx="3229">
                  <c:v>16.190000999999999</c:v>
                </c:pt>
                <c:pt idx="3230">
                  <c:v>17.059999000000001</c:v>
                </c:pt>
                <c:pt idx="3231">
                  <c:v>18.559999000000001</c:v>
                </c:pt>
                <c:pt idx="3232">
                  <c:v>19.32</c:v>
                </c:pt>
                <c:pt idx="3233">
                  <c:v>22.08</c:v>
                </c:pt>
                <c:pt idx="3234">
                  <c:v>22.51</c:v>
                </c:pt>
                <c:pt idx="3235">
                  <c:v>18.709999</c:v>
                </c:pt>
                <c:pt idx="3236">
                  <c:v>18.739999999999998</c:v>
                </c:pt>
                <c:pt idx="3237">
                  <c:v>14.38</c:v>
                </c:pt>
                <c:pt idx="3238">
                  <c:v>14.74</c:v>
                </c:pt>
                <c:pt idx="3239">
                  <c:v>14.17</c:v>
                </c:pt>
                <c:pt idx="3240">
                  <c:v>14.48</c:v>
                </c:pt>
                <c:pt idx="3241">
                  <c:v>13.37</c:v>
                </c:pt>
                <c:pt idx="3242">
                  <c:v>13.72</c:v>
                </c:pt>
                <c:pt idx="3243">
                  <c:v>13.35</c:v>
                </c:pt>
                <c:pt idx="3244">
                  <c:v>12.85</c:v>
                </c:pt>
                <c:pt idx="3245">
                  <c:v>12.42</c:v>
                </c:pt>
                <c:pt idx="3246">
                  <c:v>12.41</c:v>
                </c:pt>
                <c:pt idx="3247">
                  <c:v>12.43</c:v>
                </c:pt>
                <c:pt idx="3248">
                  <c:v>12.34</c:v>
                </c:pt>
                <c:pt idx="3249">
                  <c:v>13.15</c:v>
                </c:pt>
                <c:pt idx="3250">
                  <c:v>12.9</c:v>
                </c:pt>
                <c:pt idx="3251">
                  <c:v>13.33</c:v>
                </c:pt>
                <c:pt idx="3252">
                  <c:v>14.07</c:v>
                </c:pt>
                <c:pt idx="3253">
                  <c:v>14.12</c:v>
                </c:pt>
                <c:pt idx="3254">
                  <c:v>12.14</c:v>
                </c:pt>
                <c:pt idx="3255">
                  <c:v>11.79</c:v>
                </c:pt>
                <c:pt idx="3256">
                  <c:v>12.22</c:v>
                </c:pt>
                <c:pt idx="3257">
                  <c:v>12.64</c:v>
                </c:pt>
                <c:pt idx="3258">
                  <c:v>11.75</c:v>
                </c:pt>
                <c:pt idx="3259">
                  <c:v>12.64</c:v>
                </c:pt>
                <c:pt idx="3260">
                  <c:v>12.72</c:v>
                </c:pt>
                <c:pt idx="3261">
                  <c:v>13.19</c:v>
                </c:pt>
                <c:pt idx="3262">
                  <c:v>12.79</c:v>
                </c:pt>
                <c:pt idx="3263">
                  <c:v>12.2</c:v>
                </c:pt>
                <c:pt idx="3264">
                  <c:v>11.71</c:v>
                </c:pt>
                <c:pt idx="3265">
                  <c:v>11.45</c:v>
                </c:pt>
                <c:pt idx="3266">
                  <c:v>11.27</c:v>
                </c:pt>
                <c:pt idx="3267">
                  <c:v>11.43</c:v>
                </c:pt>
                <c:pt idx="3268">
                  <c:v>11.44</c:v>
                </c:pt>
                <c:pt idx="3269">
                  <c:v>11.99</c:v>
                </c:pt>
                <c:pt idx="3270">
                  <c:v>12.95</c:v>
                </c:pt>
                <c:pt idx="3271">
                  <c:v>13.37</c:v>
                </c:pt>
                <c:pt idx="3272">
                  <c:v>14.04</c:v>
                </c:pt>
                <c:pt idx="3273">
                  <c:v>12.85</c:v>
                </c:pt>
                <c:pt idx="3274">
                  <c:v>11.85</c:v>
                </c:pt>
                <c:pt idx="3275">
                  <c:v>11.67</c:v>
                </c:pt>
                <c:pt idx="3276">
                  <c:v>11.32</c:v>
                </c:pt>
                <c:pt idx="3277">
                  <c:v>11.56</c:v>
                </c:pt>
                <c:pt idx="3278">
                  <c:v>11.49</c:v>
                </c:pt>
                <c:pt idx="3279">
                  <c:v>11.26</c:v>
                </c:pt>
                <c:pt idx="3280">
                  <c:v>11.54</c:v>
                </c:pt>
                <c:pt idx="3281">
                  <c:v>11.23</c:v>
                </c:pt>
                <c:pt idx="3282">
                  <c:v>11.87</c:v>
                </c:pt>
                <c:pt idx="3283">
                  <c:v>12.48</c:v>
                </c:pt>
                <c:pt idx="3284">
                  <c:v>12.78</c:v>
                </c:pt>
                <c:pt idx="3285">
                  <c:v>11.54</c:v>
                </c:pt>
                <c:pt idx="3286">
                  <c:v>11.77</c:v>
                </c:pt>
                <c:pt idx="3287">
                  <c:v>11.07</c:v>
                </c:pt>
                <c:pt idx="3288">
                  <c:v>10.81</c:v>
                </c:pt>
                <c:pt idx="3289">
                  <c:v>10.63</c:v>
                </c:pt>
                <c:pt idx="3290">
                  <c:v>10.58</c:v>
                </c:pt>
                <c:pt idx="3291">
                  <c:v>11.88</c:v>
                </c:pt>
                <c:pt idx="3292">
                  <c:v>11.99</c:v>
                </c:pt>
                <c:pt idx="3293">
                  <c:v>11.81</c:v>
                </c:pt>
                <c:pt idx="3294">
                  <c:v>11.93</c:v>
                </c:pt>
                <c:pt idx="3295">
                  <c:v>10.97</c:v>
                </c:pt>
                <c:pt idx="3296">
                  <c:v>11.37</c:v>
                </c:pt>
                <c:pt idx="3297">
                  <c:v>11.29</c:v>
                </c:pt>
                <c:pt idx="3298">
                  <c:v>11.45</c:v>
                </c:pt>
                <c:pt idx="3299">
                  <c:v>10.88</c:v>
                </c:pt>
                <c:pt idx="3300">
                  <c:v>10.85</c:v>
                </c:pt>
                <c:pt idx="3301">
                  <c:v>11.07</c:v>
                </c:pt>
                <c:pt idx="3302">
                  <c:v>10.74</c:v>
                </c:pt>
                <c:pt idx="3303">
                  <c:v>11.97</c:v>
                </c:pt>
                <c:pt idx="3304">
                  <c:v>11.76</c:v>
                </c:pt>
                <c:pt idx="3305">
                  <c:v>11.49</c:v>
                </c:pt>
                <c:pt idx="3306">
                  <c:v>11.57</c:v>
                </c:pt>
                <c:pt idx="3307">
                  <c:v>11.74</c:v>
                </c:pt>
                <c:pt idx="3308">
                  <c:v>11.71</c:v>
                </c:pt>
                <c:pt idx="3309">
                  <c:v>11.47</c:v>
                </c:pt>
                <c:pt idx="3310">
                  <c:v>12.09</c:v>
                </c:pt>
                <c:pt idx="3311">
                  <c:v>12.92</c:v>
                </c:pt>
                <c:pt idx="3312">
                  <c:v>12.54</c:v>
                </c:pt>
                <c:pt idx="3313">
                  <c:v>11.81</c:v>
                </c:pt>
                <c:pt idx="3314">
                  <c:v>10.96</c:v>
                </c:pt>
                <c:pt idx="3315">
                  <c:v>11.24</c:v>
                </c:pt>
                <c:pt idx="3316">
                  <c:v>11.45</c:v>
                </c:pt>
                <c:pt idx="3317">
                  <c:v>11.86</c:v>
                </c:pt>
                <c:pt idx="3318">
                  <c:v>12.3</c:v>
                </c:pt>
                <c:pt idx="3319">
                  <c:v>11.66</c:v>
                </c:pt>
                <c:pt idx="3320">
                  <c:v>11.35</c:v>
                </c:pt>
                <c:pt idx="3321">
                  <c:v>12.3</c:v>
                </c:pt>
                <c:pt idx="3322">
                  <c:v>11.63</c:v>
                </c:pt>
                <c:pt idx="3323">
                  <c:v>11.21</c:v>
                </c:pt>
                <c:pt idx="3324">
                  <c:v>11.28</c:v>
                </c:pt>
                <c:pt idx="3325">
                  <c:v>11.34</c:v>
                </c:pt>
                <c:pt idx="3326">
                  <c:v>12.47</c:v>
                </c:pt>
                <c:pt idx="3327">
                  <c:v>12.81</c:v>
                </c:pt>
                <c:pt idx="3328">
                  <c:v>13.12</c:v>
                </c:pt>
                <c:pt idx="3329">
                  <c:v>12.96</c:v>
                </c:pt>
                <c:pt idx="3330">
                  <c:v>12.5</c:v>
                </c:pt>
                <c:pt idx="3331">
                  <c:v>11.53</c:v>
                </c:pt>
                <c:pt idx="3332">
                  <c:v>11.42</c:v>
                </c:pt>
                <c:pt idx="3333">
                  <c:v>11.54</c:v>
                </c:pt>
                <c:pt idx="3334">
                  <c:v>12.37</c:v>
                </c:pt>
                <c:pt idx="3335">
                  <c:v>12.38</c:v>
                </c:pt>
                <c:pt idx="3336">
                  <c:v>11.79</c:v>
                </c:pt>
                <c:pt idx="3337">
                  <c:v>12.89</c:v>
                </c:pt>
                <c:pt idx="3338">
                  <c:v>12.39</c:v>
                </c:pt>
                <c:pt idx="3339">
                  <c:v>12.87</c:v>
                </c:pt>
                <c:pt idx="3340">
                  <c:v>14.05</c:v>
                </c:pt>
                <c:pt idx="3341">
                  <c:v>15.07</c:v>
                </c:pt>
                <c:pt idx="3342">
                  <c:v>15.77</c:v>
                </c:pt>
                <c:pt idx="3343">
                  <c:v>15.96</c:v>
                </c:pt>
                <c:pt idx="3344">
                  <c:v>14.66</c:v>
                </c:pt>
                <c:pt idx="3345">
                  <c:v>14.42</c:v>
                </c:pt>
                <c:pt idx="3346">
                  <c:v>14.93</c:v>
                </c:pt>
                <c:pt idx="3347">
                  <c:v>14.15</c:v>
                </c:pt>
                <c:pt idx="3348">
                  <c:v>14.63</c:v>
                </c:pt>
                <c:pt idx="3349">
                  <c:v>10.84</c:v>
                </c:pt>
                <c:pt idx="3350">
                  <c:v>10.76</c:v>
                </c:pt>
                <c:pt idx="3351">
                  <c:v>10.85</c:v>
                </c:pt>
                <c:pt idx="3352">
                  <c:v>10.36</c:v>
                </c:pt>
                <c:pt idx="3353">
                  <c:v>10.82</c:v>
                </c:pt>
                <c:pt idx="3354">
                  <c:v>10.11</c:v>
                </c:pt>
                <c:pt idx="3355">
                  <c:v>10.59</c:v>
                </c:pt>
                <c:pt idx="3356">
                  <c:v>10.68</c:v>
                </c:pt>
                <c:pt idx="3357">
                  <c:v>10.46</c:v>
                </c:pt>
                <c:pt idx="3358">
                  <c:v>10.57</c:v>
                </c:pt>
                <c:pt idx="3359">
                  <c:v>9.77</c:v>
                </c:pt>
                <c:pt idx="3360">
                  <c:v>9.9600000000000009</c:v>
                </c:pt>
                <c:pt idx="3361">
                  <c:v>10.210000000000001</c:v>
                </c:pt>
                <c:pt idx="3362">
                  <c:v>10.6</c:v>
                </c:pt>
                <c:pt idx="3363">
                  <c:v>10.4</c:v>
                </c:pt>
                <c:pt idx="3364">
                  <c:v>10.42</c:v>
                </c:pt>
                <c:pt idx="3365">
                  <c:v>10.65</c:v>
                </c:pt>
                <c:pt idx="3366">
                  <c:v>15.59</c:v>
                </c:pt>
                <c:pt idx="3367">
                  <c:v>14.66</c:v>
                </c:pt>
                <c:pt idx="3368">
                  <c:v>12.04</c:v>
                </c:pt>
                <c:pt idx="3369">
                  <c:v>10.93</c:v>
                </c:pt>
                <c:pt idx="3370">
                  <c:v>10.72</c:v>
                </c:pt>
                <c:pt idx="3371">
                  <c:v>10.02</c:v>
                </c:pt>
                <c:pt idx="3372">
                  <c:v>9.99</c:v>
                </c:pt>
                <c:pt idx="3373">
                  <c:v>9.81</c:v>
                </c:pt>
                <c:pt idx="3374">
                  <c:v>10.38</c:v>
                </c:pt>
                <c:pt idx="3375">
                  <c:v>10.41</c:v>
                </c:pt>
                <c:pt idx="3376">
                  <c:v>9.89</c:v>
                </c:pt>
                <c:pt idx="3377">
                  <c:v>9.75</c:v>
                </c:pt>
                <c:pt idx="3378">
                  <c:v>10.07</c:v>
                </c:pt>
                <c:pt idx="3379">
                  <c:v>10.45</c:v>
                </c:pt>
                <c:pt idx="3380">
                  <c:v>10.39</c:v>
                </c:pt>
                <c:pt idx="3381">
                  <c:v>10.16</c:v>
                </c:pt>
                <c:pt idx="3382">
                  <c:v>10.7</c:v>
                </c:pt>
                <c:pt idx="3383">
                  <c:v>11.46</c:v>
                </c:pt>
                <c:pt idx="3384">
                  <c:v>10.42</c:v>
                </c:pt>
                <c:pt idx="3385">
                  <c:v>10.64</c:v>
                </c:pt>
                <c:pt idx="3386">
                  <c:v>10.9</c:v>
                </c:pt>
                <c:pt idx="3387">
                  <c:v>10.38</c:v>
                </c:pt>
                <c:pt idx="3388">
                  <c:v>10.37</c:v>
                </c:pt>
                <c:pt idx="3389">
                  <c:v>10.86</c:v>
                </c:pt>
                <c:pt idx="3390">
                  <c:v>10.75</c:v>
                </c:pt>
                <c:pt idx="3391">
                  <c:v>10.48</c:v>
                </c:pt>
                <c:pt idx="3392">
                  <c:v>10.02</c:v>
                </c:pt>
                <c:pt idx="3393">
                  <c:v>9.9</c:v>
                </c:pt>
                <c:pt idx="3394">
                  <c:v>11.06</c:v>
                </c:pt>
                <c:pt idx="3395">
                  <c:v>10.029999999999999</c:v>
                </c:pt>
                <c:pt idx="3396">
                  <c:v>11.44</c:v>
                </c:pt>
                <c:pt idx="3397">
                  <c:v>11.18</c:v>
                </c:pt>
                <c:pt idx="3398">
                  <c:v>11.22</c:v>
                </c:pt>
                <c:pt idx="3399">
                  <c:v>11.07</c:v>
                </c:pt>
                <c:pt idx="3400">
                  <c:v>12.54</c:v>
                </c:pt>
                <c:pt idx="3401">
                  <c:v>11.19</c:v>
                </c:pt>
                <c:pt idx="3402">
                  <c:v>11.11</c:v>
                </c:pt>
                <c:pt idx="3403">
                  <c:v>10.89</c:v>
                </c:pt>
                <c:pt idx="3404">
                  <c:v>10.3</c:v>
                </c:pt>
                <c:pt idx="3405">
                  <c:v>9.9</c:v>
                </c:pt>
                <c:pt idx="3406">
                  <c:v>9.51</c:v>
                </c:pt>
                <c:pt idx="3407">
                  <c:v>9.82</c:v>
                </c:pt>
                <c:pt idx="3408">
                  <c:v>9.89</c:v>
                </c:pt>
                <c:pt idx="3409">
                  <c:v>9.7899999999999991</c:v>
                </c:pt>
                <c:pt idx="3410">
                  <c:v>9.58</c:v>
                </c:pt>
                <c:pt idx="3411">
                  <c:v>9.36</c:v>
                </c:pt>
                <c:pt idx="3412">
                  <c:v>9.43</c:v>
                </c:pt>
                <c:pt idx="3413">
                  <c:v>9.43</c:v>
                </c:pt>
                <c:pt idx="3414">
                  <c:v>9.6</c:v>
                </c:pt>
                <c:pt idx="3415">
                  <c:v>10.11</c:v>
                </c:pt>
                <c:pt idx="3416">
                  <c:v>10.29</c:v>
                </c:pt>
                <c:pt idx="3417">
                  <c:v>10.26</c:v>
                </c:pt>
                <c:pt idx="3418">
                  <c:v>10.09</c:v>
                </c:pt>
                <c:pt idx="3419">
                  <c:v>10.28</c:v>
                </c:pt>
                <c:pt idx="3420">
                  <c:v>10.44</c:v>
                </c:pt>
                <c:pt idx="3421">
                  <c:v>10.029999999999999</c:v>
                </c:pt>
                <c:pt idx="3422">
                  <c:v>9.93</c:v>
                </c:pt>
                <c:pt idx="3423">
                  <c:v>10.96</c:v>
                </c:pt>
                <c:pt idx="3424">
                  <c:v>11.11</c:v>
                </c:pt>
                <c:pt idx="3425">
                  <c:v>16.040001</c:v>
                </c:pt>
                <c:pt idx="3426">
                  <c:v>15.51</c:v>
                </c:pt>
                <c:pt idx="3427">
                  <c:v>12.33</c:v>
                </c:pt>
                <c:pt idx="3428">
                  <c:v>12.04</c:v>
                </c:pt>
                <c:pt idx="3429">
                  <c:v>11.74</c:v>
                </c:pt>
                <c:pt idx="3430">
                  <c:v>15.55</c:v>
                </c:pt>
                <c:pt idx="3431">
                  <c:v>14.26</c:v>
                </c:pt>
                <c:pt idx="3432">
                  <c:v>13.19</c:v>
                </c:pt>
                <c:pt idx="3433">
                  <c:v>11.35</c:v>
                </c:pt>
                <c:pt idx="3434">
                  <c:v>12.25</c:v>
                </c:pt>
                <c:pt idx="3435">
                  <c:v>12.23</c:v>
                </c:pt>
                <c:pt idx="3436">
                  <c:v>11.28</c:v>
                </c:pt>
                <c:pt idx="3437">
                  <c:v>11.32</c:v>
                </c:pt>
                <c:pt idx="3438">
                  <c:v>11.7</c:v>
                </c:pt>
                <c:pt idx="3439">
                  <c:v>11.22</c:v>
                </c:pt>
                <c:pt idx="3440">
                  <c:v>10.59</c:v>
                </c:pt>
                <c:pt idx="3441">
                  <c:v>10.130000000000001</c:v>
                </c:pt>
                <c:pt idx="3442">
                  <c:v>12.23</c:v>
                </c:pt>
                <c:pt idx="3443">
                  <c:v>11.63</c:v>
                </c:pt>
                <c:pt idx="3444">
                  <c:v>11.55</c:v>
                </c:pt>
                <c:pt idx="3445">
                  <c:v>12.12</c:v>
                </c:pt>
                <c:pt idx="3446">
                  <c:v>10.73</c:v>
                </c:pt>
                <c:pt idx="3447">
                  <c:v>10.58</c:v>
                </c:pt>
                <c:pt idx="3448">
                  <c:v>10.5</c:v>
                </c:pt>
                <c:pt idx="3449">
                  <c:v>10.44</c:v>
                </c:pt>
                <c:pt idx="3450">
                  <c:v>10.17</c:v>
                </c:pt>
                <c:pt idx="3451">
                  <c:v>10.15</c:v>
                </c:pt>
                <c:pt idx="3452">
                  <c:v>10.18</c:v>
                </c:pt>
                <c:pt idx="3453">
                  <c:v>9.7799999999999994</c:v>
                </c:pt>
                <c:pt idx="3454">
                  <c:v>9.67</c:v>
                </c:pt>
                <c:pt idx="3455">
                  <c:v>9.59</c:v>
                </c:pt>
                <c:pt idx="3456">
                  <c:v>10.210000000000001</c:v>
                </c:pt>
                <c:pt idx="3457">
                  <c:v>10.17</c:v>
                </c:pt>
                <c:pt idx="3458">
                  <c:v>9.8699999999999992</c:v>
                </c:pt>
                <c:pt idx="3459">
                  <c:v>9.5500000000000007</c:v>
                </c:pt>
                <c:pt idx="3460">
                  <c:v>9.51</c:v>
                </c:pt>
                <c:pt idx="3461">
                  <c:v>9.4499999999999993</c:v>
                </c:pt>
                <c:pt idx="3462">
                  <c:v>9.51</c:v>
                </c:pt>
                <c:pt idx="3463">
                  <c:v>9.6300000000000008</c:v>
                </c:pt>
                <c:pt idx="3464">
                  <c:v>9.19</c:v>
                </c:pt>
                <c:pt idx="3465">
                  <c:v>9.65</c:v>
                </c:pt>
                <c:pt idx="3466">
                  <c:v>10.33</c:v>
                </c:pt>
                <c:pt idx="3467">
                  <c:v>10.08</c:v>
                </c:pt>
                <c:pt idx="3468">
                  <c:v>9.85</c:v>
                </c:pt>
                <c:pt idx="3469">
                  <c:v>9.91</c:v>
                </c:pt>
                <c:pt idx="3470">
                  <c:v>9.61</c:v>
                </c:pt>
                <c:pt idx="3471">
                  <c:v>9.91</c:v>
                </c:pt>
                <c:pt idx="3472">
                  <c:v>10.31</c:v>
                </c:pt>
                <c:pt idx="3473">
                  <c:v>10.07</c:v>
                </c:pt>
                <c:pt idx="3474">
                  <c:v>10.050000000000001</c:v>
                </c:pt>
                <c:pt idx="3475">
                  <c:v>9.9700000000000006</c:v>
                </c:pt>
                <c:pt idx="3476">
                  <c:v>11.07</c:v>
                </c:pt>
                <c:pt idx="3477">
                  <c:v>11.16</c:v>
                </c:pt>
                <c:pt idx="3478">
                  <c:v>11.23</c:v>
                </c:pt>
                <c:pt idx="3479">
                  <c:v>11.3</c:v>
                </c:pt>
                <c:pt idx="3480">
                  <c:v>9.8000000000000007</c:v>
                </c:pt>
                <c:pt idx="3481">
                  <c:v>10.5</c:v>
                </c:pt>
                <c:pt idx="3482">
                  <c:v>10.18</c:v>
                </c:pt>
                <c:pt idx="3483">
                  <c:v>10.199999999999999</c:v>
                </c:pt>
                <c:pt idx="3484">
                  <c:v>9.93</c:v>
                </c:pt>
                <c:pt idx="3485">
                  <c:v>9.14</c:v>
                </c:pt>
                <c:pt idx="3486">
                  <c:v>9.4</c:v>
                </c:pt>
                <c:pt idx="3487">
                  <c:v>9.89</c:v>
                </c:pt>
                <c:pt idx="3488">
                  <c:v>9.7799999999999994</c:v>
                </c:pt>
                <c:pt idx="3489">
                  <c:v>10.5</c:v>
                </c:pt>
                <c:pt idx="3490">
                  <c:v>11.29</c:v>
                </c:pt>
                <c:pt idx="3491">
                  <c:v>11.5</c:v>
                </c:pt>
                <c:pt idx="3492">
                  <c:v>11.59</c:v>
                </c:pt>
                <c:pt idx="3493">
                  <c:v>13.13</c:v>
                </c:pt>
                <c:pt idx="3494">
                  <c:v>11.76</c:v>
                </c:pt>
                <c:pt idx="3495">
                  <c:v>11.43</c:v>
                </c:pt>
                <c:pt idx="3496">
                  <c:v>10.65</c:v>
                </c:pt>
                <c:pt idx="3497">
                  <c:v>9.73</c:v>
                </c:pt>
                <c:pt idx="3498">
                  <c:v>9.8800000000000008</c:v>
                </c:pt>
                <c:pt idx="3499">
                  <c:v>9.67</c:v>
                </c:pt>
                <c:pt idx="3500">
                  <c:v>9.8699999999999992</c:v>
                </c:pt>
                <c:pt idx="3501">
                  <c:v>10.029999999999999</c:v>
                </c:pt>
                <c:pt idx="3502">
                  <c:v>10.7</c:v>
                </c:pt>
                <c:pt idx="3503">
                  <c:v>11.28</c:v>
                </c:pt>
                <c:pt idx="3504">
                  <c:v>11.43</c:v>
                </c:pt>
                <c:pt idx="3505">
                  <c:v>11.68</c:v>
                </c:pt>
                <c:pt idx="3506">
                  <c:v>11.33</c:v>
                </c:pt>
                <c:pt idx="3507">
                  <c:v>11.02</c:v>
                </c:pt>
                <c:pt idx="3508">
                  <c:v>10.16</c:v>
                </c:pt>
                <c:pt idx="3509">
                  <c:v>9.58</c:v>
                </c:pt>
                <c:pt idx="3510">
                  <c:v>9.34</c:v>
                </c:pt>
                <c:pt idx="3511">
                  <c:v>9.92</c:v>
                </c:pt>
                <c:pt idx="3512">
                  <c:v>10.18</c:v>
                </c:pt>
                <c:pt idx="3513">
                  <c:v>10.49</c:v>
                </c:pt>
                <c:pt idx="3514">
                  <c:v>9.42</c:v>
                </c:pt>
                <c:pt idx="3515">
                  <c:v>9.5299999999999994</c:v>
                </c:pt>
                <c:pt idx="3516">
                  <c:v>10.029999999999999</c:v>
                </c:pt>
                <c:pt idx="3517">
                  <c:v>9.7200000000000006</c:v>
                </c:pt>
                <c:pt idx="3518">
                  <c:v>9.6199999999999992</c:v>
                </c:pt>
                <c:pt idx="3519">
                  <c:v>9.9</c:v>
                </c:pt>
                <c:pt idx="3520">
                  <c:v>10.25</c:v>
                </c:pt>
                <c:pt idx="3521">
                  <c:v>10.47</c:v>
                </c:pt>
                <c:pt idx="3522">
                  <c:v>10.18</c:v>
                </c:pt>
                <c:pt idx="3523">
                  <c:v>11.04</c:v>
                </c:pt>
                <c:pt idx="3524">
                  <c:v>9.77</c:v>
                </c:pt>
                <c:pt idx="3525">
                  <c:v>9.15</c:v>
                </c:pt>
                <c:pt idx="3526">
                  <c:v>9.2200000000000006</c:v>
                </c:pt>
                <c:pt idx="3527">
                  <c:v>9.2200000000000006</c:v>
                </c:pt>
                <c:pt idx="3528">
                  <c:v>9.52</c:v>
                </c:pt>
                <c:pt idx="3529">
                  <c:v>10.08</c:v>
                </c:pt>
                <c:pt idx="3530">
                  <c:v>9.82</c:v>
                </c:pt>
                <c:pt idx="3531">
                  <c:v>9.8800000000000008</c:v>
                </c:pt>
                <c:pt idx="3532">
                  <c:v>10.16</c:v>
                </c:pt>
                <c:pt idx="3533">
                  <c:v>11.66</c:v>
                </c:pt>
                <c:pt idx="3534">
                  <c:v>11.91</c:v>
                </c:pt>
                <c:pt idx="3535">
                  <c:v>12.22</c:v>
                </c:pt>
                <c:pt idx="3536">
                  <c:v>11.27</c:v>
                </c:pt>
                <c:pt idx="3537">
                  <c:v>11.03</c:v>
                </c:pt>
                <c:pt idx="3538">
                  <c:v>11.1</c:v>
                </c:pt>
                <c:pt idx="3539">
                  <c:v>11.47</c:v>
                </c:pt>
                <c:pt idx="3540">
                  <c:v>11.58</c:v>
                </c:pt>
                <c:pt idx="3541">
                  <c:v>11.08</c:v>
                </c:pt>
                <c:pt idx="3542">
                  <c:v>13.84</c:v>
                </c:pt>
                <c:pt idx="3543">
                  <c:v>14.79</c:v>
                </c:pt>
                <c:pt idx="3544">
                  <c:v>13.54</c:v>
                </c:pt>
                <c:pt idx="3545">
                  <c:v>13.47</c:v>
                </c:pt>
                <c:pt idx="3546">
                  <c:v>17.309999000000001</c:v>
                </c:pt>
                <c:pt idx="3547">
                  <c:v>37.32</c:v>
                </c:pt>
                <c:pt idx="3548">
                  <c:v>29.98</c:v>
                </c:pt>
                <c:pt idx="3549">
                  <c:v>27.73</c:v>
                </c:pt>
                <c:pt idx="3550">
                  <c:v>33.459999000000003</c:v>
                </c:pt>
                <c:pt idx="3551">
                  <c:v>29.059999000000001</c:v>
                </c:pt>
                <c:pt idx="3552">
                  <c:v>25.610001</c:v>
                </c:pt>
                <c:pt idx="3553">
                  <c:v>24.969999000000001</c:v>
                </c:pt>
                <c:pt idx="3554">
                  <c:v>19.260000000000002</c:v>
                </c:pt>
                <c:pt idx="3555">
                  <c:v>19.129999000000002</c:v>
                </c:pt>
                <c:pt idx="3556">
                  <c:v>19.459999</c:v>
                </c:pt>
                <c:pt idx="3557">
                  <c:v>20.6</c:v>
                </c:pt>
                <c:pt idx="3558">
                  <c:v>20.02</c:v>
                </c:pt>
                <c:pt idx="3559">
                  <c:v>18.719999000000001</c:v>
                </c:pt>
                <c:pt idx="3560">
                  <c:v>16.489999999999998</c:v>
                </c:pt>
                <c:pt idx="3561">
                  <c:v>15.8</c:v>
                </c:pt>
                <c:pt idx="3562">
                  <c:v>18.59</c:v>
                </c:pt>
                <c:pt idx="3563">
                  <c:v>19.850000000000001</c:v>
                </c:pt>
                <c:pt idx="3564">
                  <c:v>22.469999000000001</c:v>
                </c:pt>
                <c:pt idx="3565">
                  <c:v>19.59</c:v>
                </c:pt>
                <c:pt idx="3566">
                  <c:v>18.73</c:v>
                </c:pt>
                <c:pt idx="3567">
                  <c:v>18.360001</c:v>
                </c:pt>
                <c:pt idx="3568">
                  <c:v>17.760000000000002</c:v>
                </c:pt>
                <c:pt idx="3569">
                  <c:v>16.540001</c:v>
                </c:pt>
                <c:pt idx="3570">
                  <c:v>14.64</c:v>
                </c:pt>
                <c:pt idx="3571">
                  <c:v>15.78</c:v>
                </c:pt>
                <c:pt idx="3572">
                  <c:v>16.350000000000001</c:v>
                </c:pt>
                <c:pt idx="3573">
                  <c:v>17.23</c:v>
                </c:pt>
                <c:pt idx="3574">
                  <c:v>16.59</c:v>
                </c:pt>
                <c:pt idx="3575">
                  <c:v>15.8</c:v>
                </c:pt>
                <c:pt idx="3576">
                  <c:v>19.02</c:v>
                </c:pt>
                <c:pt idx="3577">
                  <c:v>18.200001</c:v>
                </c:pt>
                <c:pt idx="3578">
                  <c:v>17.860001</c:v>
                </c:pt>
                <c:pt idx="3579">
                  <c:v>23.34</c:v>
                </c:pt>
                <c:pt idx="3580">
                  <c:v>24.870000999999998</c:v>
                </c:pt>
                <c:pt idx="3581">
                  <c:v>21.030000999999999</c:v>
                </c:pt>
                <c:pt idx="3582">
                  <c:v>22.5</c:v>
                </c:pt>
                <c:pt idx="3583">
                  <c:v>22.870000999999998</c:v>
                </c:pt>
                <c:pt idx="3584">
                  <c:v>19.969999000000001</c:v>
                </c:pt>
                <c:pt idx="3585">
                  <c:v>23.620000999999998</c:v>
                </c:pt>
                <c:pt idx="3586">
                  <c:v>21.1</c:v>
                </c:pt>
                <c:pt idx="3587">
                  <c:v>20.059999000000001</c:v>
                </c:pt>
                <c:pt idx="3588">
                  <c:v>18.940000999999999</c:v>
                </c:pt>
                <c:pt idx="3589">
                  <c:v>21.49</c:v>
                </c:pt>
                <c:pt idx="3590">
                  <c:v>21.77</c:v>
                </c:pt>
                <c:pt idx="3591">
                  <c:v>20.469999000000001</c:v>
                </c:pt>
                <c:pt idx="3592">
                  <c:v>20.239999999999998</c:v>
                </c:pt>
                <c:pt idx="3593">
                  <c:v>18.489999999999998</c:v>
                </c:pt>
                <c:pt idx="3594">
                  <c:v>17.41</c:v>
                </c:pt>
                <c:pt idx="3595">
                  <c:v>16.559999000000001</c:v>
                </c:pt>
                <c:pt idx="3596">
                  <c:v>15.25</c:v>
                </c:pt>
                <c:pt idx="3597">
                  <c:v>15.6</c:v>
                </c:pt>
                <c:pt idx="3598">
                  <c:v>15.96</c:v>
                </c:pt>
                <c:pt idx="3599">
                  <c:v>16.879999000000002</c:v>
                </c:pt>
                <c:pt idx="3600">
                  <c:v>16.34</c:v>
                </c:pt>
                <c:pt idx="3601">
                  <c:v>18.02</c:v>
                </c:pt>
                <c:pt idx="3602">
                  <c:v>17.84</c:v>
                </c:pt>
                <c:pt idx="3603">
                  <c:v>16.239999999999998</c:v>
                </c:pt>
                <c:pt idx="3604">
                  <c:v>15.41</c:v>
                </c:pt>
                <c:pt idx="3605">
                  <c:v>15.93</c:v>
                </c:pt>
                <c:pt idx="3606">
                  <c:v>15.49</c:v>
                </c:pt>
                <c:pt idx="3607">
                  <c:v>15.97</c:v>
                </c:pt>
                <c:pt idx="3608">
                  <c:v>15.9</c:v>
                </c:pt>
                <c:pt idx="3609">
                  <c:v>14.77</c:v>
                </c:pt>
                <c:pt idx="3610">
                  <c:v>14.75</c:v>
                </c:pt>
                <c:pt idx="3611">
                  <c:v>14.71</c:v>
                </c:pt>
                <c:pt idx="3612">
                  <c:v>13.42</c:v>
                </c:pt>
                <c:pt idx="3613">
                  <c:v>13.23</c:v>
                </c:pt>
                <c:pt idx="3614">
                  <c:v>12.65</c:v>
                </c:pt>
                <c:pt idx="3615">
                  <c:v>12.93</c:v>
                </c:pt>
                <c:pt idx="3616">
                  <c:v>14.63</c:v>
                </c:pt>
                <c:pt idx="3617">
                  <c:v>13.42</c:v>
                </c:pt>
                <c:pt idx="3618">
                  <c:v>13.43</c:v>
                </c:pt>
                <c:pt idx="3619">
                  <c:v>13.42</c:v>
                </c:pt>
                <c:pt idx="3620">
                  <c:v>13.08</c:v>
                </c:pt>
                <c:pt idx="3621">
                  <c:v>13.22</c:v>
                </c:pt>
                <c:pt idx="3622">
                  <c:v>12.58</c:v>
                </c:pt>
                <c:pt idx="3623">
                  <c:v>12.53</c:v>
                </c:pt>
                <c:pt idx="3624">
                  <c:v>13.22</c:v>
                </c:pt>
                <c:pt idx="3625">
                  <c:v>17.02</c:v>
                </c:pt>
                <c:pt idx="3626">
                  <c:v>14.94</c:v>
                </c:pt>
                <c:pt idx="3627">
                  <c:v>15.43</c:v>
                </c:pt>
                <c:pt idx="3628">
                  <c:v>13.46</c:v>
                </c:pt>
                <c:pt idx="3629">
                  <c:v>12.74</c:v>
                </c:pt>
                <c:pt idx="3630">
                  <c:v>12.4</c:v>
                </c:pt>
                <c:pt idx="3631">
                  <c:v>11.64</c:v>
                </c:pt>
                <c:pt idx="3632">
                  <c:v>12.13</c:v>
                </c:pt>
                <c:pt idx="3633">
                  <c:v>12.18</c:v>
                </c:pt>
                <c:pt idx="3634">
                  <c:v>12.35</c:v>
                </c:pt>
                <c:pt idx="3635">
                  <c:v>12.34</c:v>
                </c:pt>
                <c:pt idx="3636">
                  <c:v>12.94</c:v>
                </c:pt>
                <c:pt idx="3637">
                  <c:v>12.12</c:v>
                </c:pt>
                <c:pt idx="3638">
                  <c:v>11.98</c:v>
                </c:pt>
                <c:pt idx="3639">
                  <c:v>12.31</c:v>
                </c:pt>
                <c:pt idx="3640">
                  <c:v>13.35</c:v>
                </c:pt>
                <c:pt idx="3641">
                  <c:v>12.79</c:v>
                </c:pt>
                <c:pt idx="3642">
                  <c:v>14.64</c:v>
                </c:pt>
                <c:pt idx="3643">
                  <c:v>13.77</c:v>
                </c:pt>
                <c:pt idx="3644">
                  <c:v>17.329999999999998</c:v>
                </c:pt>
                <c:pt idx="3645">
                  <c:v>15.92</c:v>
                </c:pt>
                <c:pt idx="3646">
                  <c:v>17.91</c:v>
                </c:pt>
                <c:pt idx="3647">
                  <c:v>16.850000000000001</c:v>
                </c:pt>
                <c:pt idx="3648">
                  <c:v>16.09</c:v>
                </c:pt>
                <c:pt idx="3649">
                  <c:v>15.6</c:v>
                </c:pt>
                <c:pt idx="3650">
                  <c:v>16.139999</c:v>
                </c:pt>
                <c:pt idx="3651">
                  <c:v>14.97</c:v>
                </c:pt>
                <c:pt idx="3652">
                  <c:v>13.37</c:v>
                </c:pt>
                <c:pt idx="3653">
                  <c:v>12.69</c:v>
                </c:pt>
                <c:pt idx="3654">
                  <c:v>12.64</c:v>
                </c:pt>
                <c:pt idx="3655">
                  <c:v>13.63</c:v>
                </c:pt>
                <c:pt idx="3656">
                  <c:v>12.58</c:v>
                </c:pt>
                <c:pt idx="3657">
                  <c:v>12.18</c:v>
                </c:pt>
                <c:pt idx="3658">
                  <c:v>12.83</c:v>
                </c:pt>
                <c:pt idx="3659">
                  <c:v>12.06</c:v>
                </c:pt>
                <c:pt idx="3660">
                  <c:v>12.1</c:v>
                </c:pt>
                <c:pt idx="3661">
                  <c:v>12.87</c:v>
                </c:pt>
                <c:pt idx="3662">
                  <c:v>12.86</c:v>
                </c:pt>
                <c:pt idx="3663">
                  <c:v>12.62</c:v>
                </c:pt>
                <c:pt idx="3664">
                  <c:v>12.41</c:v>
                </c:pt>
                <c:pt idx="3665">
                  <c:v>12.29</c:v>
                </c:pt>
                <c:pt idx="3666">
                  <c:v>12.14</c:v>
                </c:pt>
                <c:pt idx="3667">
                  <c:v>13.03</c:v>
                </c:pt>
                <c:pt idx="3668">
                  <c:v>14.26</c:v>
                </c:pt>
                <c:pt idx="3669">
                  <c:v>12.83</c:v>
                </c:pt>
                <c:pt idx="3670">
                  <c:v>13.15</c:v>
                </c:pt>
                <c:pt idx="3671">
                  <c:v>12.19</c:v>
                </c:pt>
                <c:pt idx="3672">
                  <c:v>11.64</c:v>
                </c:pt>
                <c:pt idx="3673">
                  <c:v>11.27</c:v>
                </c:pt>
                <c:pt idx="3674">
                  <c:v>10.93</c:v>
                </c:pt>
                <c:pt idx="3675">
                  <c:v>10.85</c:v>
                </c:pt>
                <c:pt idx="3676">
                  <c:v>11.27</c:v>
                </c:pt>
                <c:pt idx="3677">
                  <c:v>13.16</c:v>
                </c:pt>
                <c:pt idx="3678">
                  <c:v>14.78</c:v>
                </c:pt>
                <c:pt idx="3679">
                  <c:v>13.31</c:v>
                </c:pt>
                <c:pt idx="3680">
                  <c:v>14.64</c:v>
                </c:pt>
                <c:pt idx="3681">
                  <c:v>13.45</c:v>
                </c:pt>
                <c:pt idx="3682">
                  <c:v>12.64</c:v>
                </c:pt>
                <c:pt idx="3683">
                  <c:v>12.49</c:v>
                </c:pt>
                <c:pt idx="3684">
                  <c:v>12.86</c:v>
                </c:pt>
                <c:pt idx="3685">
                  <c:v>12.25</c:v>
                </c:pt>
                <c:pt idx="3686">
                  <c:v>12.41</c:v>
                </c:pt>
                <c:pt idx="3687">
                  <c:v>11.99</c:v>
                </c:pt>
                <c:pt idx="3688">
                  <c:v>12.16</c:v>
                </c:pt>
                <c:pt idx="3689">
                  <c:v>12.5</c:v>
                </c:pt>
                <c:pt idx="3690">
                  <c:v>12.25</c:v>
                </c:pt>
                <c:pt idx="3691">
                  <c:v>13.53</c:v>
                </c:pt>
                <c:pt idx="3692">
                  <c:v>12.86</c:v>
                </c:pt>
                <c:pt idx="3693">
                  <c:v>13.16</c:v>
                </c:pt>
                <c:pt idx="3694">
                  <c:v>13.91</c:v>
                </c:pt>
                <c:pt idx="3695">
                  <c:v>14.65</c:v>
                </c:pt>
                <c:pt idx="3696">
                  <c:v>14.88</c:v>
                </c:pt>
                <c:pt idx="3697">
                  <c:v>14.16</c:v>
                </c:pt>
                <c:pt idx="3698">
                  <c:v>13.22</c:v>
                </c:pt>
                <c:pt idx="3699">
                  <c:v>13.14</c:v>
                </c:pt>
                <c:pt idx="3700">
                  <c:v>12.37</c:v>
                </c:pt>
                <c:pt idx="3701">
                  <c:v>12.07</c:v>
                </c:pt>
                <c:pt idx="3702">
                  <c:v>13.68</c:v>
                </c:pt>
                <c:pt idx="3703">
                  <c:v>12.79</c:v>
                </c:pt>
                <c:pt idx="3704">
                  <c:v>11.75</c:v>
                </c:pt>
                <c:pt idx="3705">
                  <c:v>11.8</c:v>
                </c:pt>
                <c:pt idx="3706">
                  <c:v>11.68</c:v>
                </c:pt>
                <c:pt idx="3707">
                  <c:v>12.2</c:v>
                </c:pt>
                <c:pt idx="3708">
                  <c:v>12.42</c:v>
                </c:pt>
                <c:pt idx="3709">
                  <c:v>12.89</c:v>
                </c:pt>
                <c:pt idx="3710">
                  <c:v>12.41</c:v>
                </c:pt>
                <c:pt idx="3711">
                  <c:v>12.12</c:v>
                </c:pt>
                <c:pt idx="3712">
                  <c:v>12</c:v>
                </c:pt>
                <c:pt idx="3713">
                  <c:v>12.05</c:v>
                </c:pt>
                <c:pt idx="3714">
                  <c:v>11.61</c:v>
                </c:pt>
                <c:pt idx="3715">
                  <c:v>14.22</c:v>
                </c:pt>
                <c:pt idx="3716">
                  <c:v>14.82</c:v>
                </c:pt>
                <c:pt idx="3717">
                  <c:v>15.69</c:v>
                </c:pt>
                <c:pt idx="3718">
                  <c:v>15.95</c:v>
                </c:pt>
                <c:pt idx="3719">
                  <c:v>22.959999</c:v>
                </c:pt>
                <c:pt idx="3720">
                  <c:v>24.98</c:v>
                </c:pt>
                <c:pt idx="3721">
                  <c:v>21.309999000000001</c:v>
                </c:pt>
                <c:pt idx="3722">
                  <c:v>21.299999</c:v>
                </c:pt>
                <c:pt idx="3723">
                  <c:v>17.620000999999998</c:v>
                </c:pt>
                <c:pt idx="3724">
                  <c:v>17.399999999999999</c:v>
                </c:pt>
                <c:pt idx="3725">
                  <c:v>20.059999000000001</c:v>
                </c:pt>
                <c:pt idx="3726">
                  <c:v>19.889999</c:v>
                </c:pt>
                <c:pt idx="3727">
                  <c:v>19.639999</c:v>
                </c:pt>
                <c:pt idx="3728">
                  <c:v>20.709999</c:v>
                </c:pt>
                <c:pt idx="3729">
                  <c:v>25.23</c:v>
                </c:pt>
                <c:pt idx="3730">
                  <c:v>24.219999000000001</c:v>
                </c:pt>
                <c:pt idx="3731">
                  <c:v>24.16</c:v>
                </c:pt>
                <c:pt idx="3732">
                  <c:v>24.700001</c:v>
                </c:pt>
                <c:pt idx="3733">
                  <c:v>23.35</c:v>
                </c:pt>
                <c:pt idx="3734">
                  <c:v>21.23</c:v>
                </c:pt>
                <c:pt idx="3735">
                  <c:v>19.34</c:v>
                </c:pt>
                <c:pt idx="3736">
                  <c:v>19.510000000000002</c:v>
                </c:pt>
                <c:pt idx="3737">
                  <c:v>19.959999</c:v>
                </c:pt>
                <c:pt idx="3738">
                  <c:v>19.91</c:v>
                </c:pt>
                <c:pt idx="3739">
                  <c:v>16.360001</c:v>
                </c:pt>
                <c:pt idx="3740">
                  <c:v>16.719999000000001</c:v>
                </c:pt>
                <c:pt idx="3741">
                  <c:v>17.360001</c:v>
                </c:pt>
                <c:pt idx="3742">
                  <c:v>20.450001</c:v>
                </c:pt>
                <c:pt idx="3743">
                  <c:v>20.02</c:v>
                </c:pt>
                <c:pt idx="3744">
                  <c:v>21.25</c:v>
                </c:pt>
                <c:pt idx="3745">
                  <c:v>19.98</c:v>
                </c:pt>
                <c:pt idx="3746">
                  <c:v>18.139999</c:v>
                </c:pt>
                <c:pt idx="3747">
                  <c:v>20.100000000000001</c:v>
                </c:pt>
                <c:pt idx="3748">
                  <c:v>22.48</c:v>
                </c:pt>
                <c:pt idx="3749">
                  <c:v>20.799999</c:v>
                </c:pt>
                <c:pt idx="3750">
                  <c:v>21.52</c:v>
                </c:pt>
                <c:pt idx="3751">
                  <c:v>18.899999999999999</c:v>
                </c:pt>
                <c:pt idx="3752">
                  <c:v>19.02</c:v>
                </c:pt>
                <c:pt idx="3753">
                  <c:v>18.489999999999998</c:v>
                </c:pt>
                <c:pt idx="3754">
                  <c:v>18.790001</c:v>
                </c:pt>
                <c:pt idx="3755">
                  <c:v>18.07</c:v>
                </c:pt>
                <c:pt idx="3756">
                  <c:v>16.440000999999999</c:v>
                </c:pt>
                <c:pt idx="3757">
                  <c:v>20.74</c:v>
                </c:pt>
                <c:pt idx="3758">
                  <c:v>21.190000999999999</c:v>
                </c:pt>
                <c:pt idx="3759">
                  <c:v>23.23</c:v>
                </c:pt>
                <c:pt idx="3760">
                  <c:v>22.639999</c:v>
                </c:pt>
                <c:pt idx="3761">
                  <c:v>21.76</c:v>
                </c:pt>
                <c:pt idx="3762">
                  <c:v>21.459999</c:v>
                </c:pt>
                <c:pt idx="3763">
                  <c:v>20.65</c:v>
                </c:pt>
                <c:pt idx="3764">
                  <c:v>21.629999000000002</c:v>
                </c:pt>
                <c:pt idx="3765">
                  <c:v>24.52</c:v>
                </c:pt>
                <c:pt idx="3766">
                  <c:v>25.58</c:v>
                </c:pt>
                <c:pt idx="3767">
                  <c:v>25.58</c:v>
                </c:pt>
                <c:pt idx="3768">
                  <c:v>28.379999000000002</c:v>
                </c:pt>
                <c:pt idx="3769">
                  <c:v>30.110001</c:v>
                </c:pt>
                <c:pt idx="3770">
                  <c:v>36.07</c:v>
                </c:pt>
                <c:pt idx="3771">
                  <c:v>30.41</c:v>
                </c:pt>
                <c:pt idx="3772">
                  <c:v>29.959999</c:v>
                </c:pt>
                <c:pt idx="3773">
                  <c:v>28.34</c:v>
                </c:pt>
                <c:pt idx="3774">
                  <c:v>25.42</c:v>
                </c:pt>
                <c:pt idx="3775">
                  <c:v>23.219999000000001</c:v>
                </c:pt>
                <c:pt idx="3776">
                  <c:v>25.450001</c:v>
                </c:pt>
                <c:pt idx="3777">
                  <c:v>21.379999000000002</c:v>
                </c:pt>
                <c:pt idx="3778">
                  <c:v>21.4</c:v>
                </c:pt>
                <c:pt idx="3779">
                  <c:v>20.469999000000001</c:v>
                </c:pt>
                <c:pt idx="3780">
                  <c:v>19.98</c:v>
                </c:pt>
                <c:pt idx="3781">
                  <c:v>19.5</c:v>
                </c:pt>
                <c:pt idx="3782">
                  <c:v>18.190000999999999</c:v>
                </c:pt>
                <c:pt idx="3783">
                  <c:v>19.07</c:v>
                </c:pt>
                <c:pt idx="3784">
                  <c:v>18.600000000000001</c:v>
                </c:pt>
                <c:pt idx="3785">
                  <c:v>19.040001</c:v>
                </c:pt>
                <c:pt idx="3786">
                  <c:v>18.059999000000001</c:v>
                </c:pt>
                <c:pt idx="3787">
                  <c:v>17.799999</c:v>
                </c:pt>
                <c:pt idx="3788">
                  <c:v>20.799999</c:v>
                </c:pt>
                <c:pt idx="3789">
                  <c:v>19.52</c:v>
                </c:pt>
                <c:pt idx="3790">
                  <c:v>18.889999</c:v>
                </c:pt>
                <c:pt idx="3791">
                  <c:v>17.420000000000002</c:v>
                </c:pt>
                <c:pt idx="3792">
                  <c:v>18.870000999999998</c:v>
                </c:pt>
                <c:pt idx="3793">
                  <c:v>19.129999000000002</c:v>
                </c:pt>
                <c:pt idx="3794">
                  <c:v>17.66</c:v>
                </c:pt>
                <c:pt idx="3795">
                  <c:v>16.57</c:v>
                </c:pt>
                <c:pt idx="3796">
                  <c:v>16.139999</c:v>
                </c:pt>
                <c:pt idx="3797">
                  <c:v>15.73</c:v>
                </c:pt>
                <c:pt idx="3798">
                  <c:v>15.57</c:v>
                </c:pt>
                <c:pt idx="3799">
                  <c:v>15.38</c:v>
                </c:pt>
                <c:pt idx="3800">
                  <c:v>16.370000999999998</c:v>
                </c:pt>
                <c:pt idx="3801">
                  <c:v>15.72</c:v>
                </c:pt>
                <c:pt idx="3802">
                  <c:v>15.97</c:v>
                </c:pt>
                <c:pt idx="3803">
                  <c:v>15.43</c:v>
                </c:pt>
                <c:pt idx="3804">
                  <c:v>15.65</c:v>
                </c:pt>
                <c:pt idx="3805">
                  <c:v>16.219999000000001</c:v>
                </c:pt>
                <c:pt idx="3806">
                  <c:v>14.91</c:v>
                </c:pt>
                <c:pt idx="3807">
                  <c:v>14.88</c:v>
                </c:pt>
                <c:pt idx="3808">
                  <c:v>14.02</c:v>
                </c:pt>
                <c:pt idx="3809">
                  <c:v>14.46</c:v>
                </c:pt>
                <c:pt idx="3810">
                  <c:v>13.51</c:v>
                </c:pt>
                <c:pt idx="3811">
                  <c:v>14.85</c:v>
                </c:pt>
                <c:pt idx="3812">
                  <c:v>15.17</c:v>
                </c:pt>
                <c:pt idx="3813">
                  <c:v>14.7</c:v>
                </c:pt>
                <c:pt idx="3814">
                  <c:v>14.78</c:v>
                </c:pt>
                <c:pt idx="3815">
                  <c:v>13.57</c:v>
                </c:pt>
                <c:pt idx="3816">
                  <c:v>14.63</c:v>
                </c:pt>
                <c:pt idx="3817">
                  <c:v>14.74</c:v>
                </c:pt>
                <c:pt idx="3818">
                  <c:v>15.74</c:v>
                </c:pt>
                <c:pt idx="3819">
                  <c:v>16.59</c:v>
                </c:pt>
                <c:pt idx="3820">
                  <c:v>16.049999</c:v>
                </c:pt>
                <c:pt idx="3821">
                  <c:v>14.33</c:v>
                </c:pt>
                <c:pt idx="3822">
                  <c:v>13.77</c:v>
                </c:pt>
                <c:pt idx="3823">
                  <c:v>13.41</c:v>
                </c:pt>
                <c:pt idx="3824">
                  <c:v>13.5</c:v>
                </c:pt>
                <c:pt idx="3825">
                  <c:v>12.88</c:v>
                </c:pt>
                <c:pt idx="3826">
                  <c:v>13.1</c:v>
                </c:pt>
                <c:pt idx="3827">
                  <c:v>13.56</c:v>
                </c:pt>
                <c:pt idx="3828">
                  <c:v>13.91</c:v>
                </c:pt>
                <c:pt idx="3829">
                  <c:v>13.63</c:v>
                </c:pt>
                <c:pt idx="3830">
                  <c:v>16.48</c:v>
                </c:pt>
                <c:pt idx="3831">
                  <c:v>16.329999999999998</c:v>
                </c:pt>
                <c:pt idx="3832">
                  <c:v>14.68</c:v>
                </c:pt>
                <c:pt idx="3833">
                  <c:v>15.15</c:v>
                </c:pt>
                <c:pt idx="3834">
                  <c:v>14.43</c:v>
                </c:pt>
                <c:pt idx="3835">
                  <c:v>13.71</c:v>
                </c:pt>
                <c:pt idx="3836">
                  <c:v>13.4</c:v>
                </c:pt>
                <c:pt idx="3837">
                  <c:v>13.36</c:v>
                </c:pt>
                <c:pt idx="3838">
                  <c:v>13.74</c:v>
                </c:pt>
                <c:pt idx="3839">
                  <c:v>13.58</c:v>
                </c:pt>
                <c:pt idx="3840">
                  <c:v>12.82</c:v>
                </c:pt>
                <c:pt idx="3841">
                  <c:v>13.18</c:v>
                </c:pt>
                <c:pt idx="3842">
                  <c:v>14.28</c:v>
                </c:pt>
                <c:pt idx="3843">
                  <c:v>13.3</c:v>
                </c:pt>
                <c:pt idx="3844">
                  <c:v>13.02</c:v>
                </c:pt>
                <c:pt idx="3845">
                  <c:v>12.01</c:v>
                </c:pt>
                <c:pt idx="3846">
                  <c:v>12.32</c:v>
                </c:pt>
                <c:pt idx="3847">
                  <c:v>12.18</c:v>
                </c:pt>
                <c:pt idx="3848">
                  <c:v>12.6</c:v>
                </c:pt>
                <c:pt idx="3849">
                  <c:v>12.09</c:v>
                </c:pt>
                <c:pt idx="3850">
                  <c:v>12.42</c:v>
                </c:pt>
                <c:pt idx="3851">
                  <c:v>12.28</c:v>
                </c:pt>
                <c:pt idx="3852">
                  <c:v>13.14</c:v>
                </c:pt>
                <c:pt idx="3853">
                  <c:v>13.25</c:v>
                </c:pt>
                <c:pt idx="3854">
                  <c:v>12.73</c:v>
                </c:pt>
                <c:pt idx="3855">
                  <c:v>13.11</c:v>
                </c:pt>
                <c:pt idx="3856">
                  <c:v>13.12</c:v>
                </c:pt>
                <c:pt idx="3857">
                  <c:v>14.8</c:v>
                </c:pt>
                <c:pt idx="3858">
                  <c:v>14.42</c:v>
                </c:pt>
                <c:pt idx="3859">
                  <c:v>12.87</c:v>
                </c:pt>
                <c:pt idx="3860">
                  <c:v>15.44</c:v>
                </c:pt>
                <c:pt idx="3861">
                  <c:v>19.32</c:v>
                </c:pt>
                <c:pt idx="3862">
                  <c:v>19.399999999999999</c:v>
                </c:pt>
                <c:pt idx="3863">
                  <c:v>19.100000000000001</c:v>
                </c:pt>
                <c:pt idx="3864">
                  <c:v>16.040001</c:v>
                </c:pt>
                <c:pt idx="3865">
                  <c:v>20.549999</c:v>
                </c:pt>
                <c:pt idx="3866">
                  <c:v>18.059999000000001</c:v>
                </c:pt>
                <c:pt idx="3867">
                  <c:v>16.440000999999999</c:v>
                </c:pt>
                <c:pt idx="3868">
                  <c:v>15.29</c:v>
                </c:pt>
                <c:pt idx="3869">
                  <c:v>15.96</c:v>
                </c:pt>
                <c:pt idx="3870">
                  <c:v>16.309999000000001</c:v>
                </c:pt>
                <c:pt idx="3871">
                  <c:v>14.95</c:v>
                </c:pt>
                <c:pt idx="3872">
                  <c:v>14.75</c:v>
                </c:pt>
                <c:pt idx="3873">
                  <c:v>16.920000000000002</c:v>
                </c:pt>
                <c:pt idx="3874">
                  <c:v>15.85</c:v>
                </c:pt>
                <c:pt idx="3875">
                  <c:v>17.5</c:v>
                </c:pt>
                <c:pt idx="3876">
                  <c:v>17.899999999999999</c:v>
                </c:pt>
                <c:pt idx="3877">
                  <c:v>17.299999</c:v>
                </c:pt>
                <c:pt idx="3878">
                  <c:v>18.709999</c:v>
                </c:pt>
                <c:pt idx="3879">
                  <c:v>18.860001</c:v>
                </c:pt>
                <c:pt idx="3880">
                  <c:v>16.969999000000001</c:v>
                </c:pt>
                <c:pt idx="3881">
                  <c:v>16.09</c:v>
                </c:pt>
                <c:pt idx="3882">
                  <c:v>15.93</c:v>
                </c:pt>
                <c:pt idx="3883">
                  <c:v>16.299999</c:v>
                </c:pt>
                <c:pt idx="3884">
                  <c:v>15.94</c:v>
                </c:pt>
                <c:pt idx="3885">
                  <c:v>15.99</c:v>
                </c:pt>
                <c:pt idx="3886">
                  <c:v>15.91</c:v>
                </c:pt>
                <c:pt idx="3887">
                  <c:v>15.82</c:v>
                </c:pt>
                <c:pt idx="3888">
                  <c:v>15.28</c:v>
                </c:pt>
                <c:pt idx="3889">
                  <c:v>15.35</c:v>
                </c:pt>
                <c:pt idx="3890">
                  <c:v>15.15</c:v>
                </c:pt>
                <c:pt idx="3891">
                  <c:v>14.33</c:v>
                </c:pt>
                <c:pt idx="3892">
                  <c:v>14.75</c:v>
                </c:pt>
                <c:pt idx="3893">
                  <c:v>15.4</c:v>
                </c:pt>
                <c:pt idx="3894">
                  <c:v>15.26</c:v>
                </c:pt>
                <c:pt idx="3895">
                  <c:v>16.280000999999999</c:v>
                </c:pt>
                <c:pt idx="3896">
                  <c:v>16.209999</c:v>
                </c:pt>
                <c:pt idx="3897">
                  <c:v>15.82</c:v>
                </c:pt>
                <c:pt idx="3898">
                  <c:v>15.08</c:v>
                </c:pt>
                <c:pt idx="3899">
                  <c:v>14.06</c:v>
                </c:pt>
                <c:pt idx="3900">
                  <c:v>12.93</c:v>
                </c:pt>
                <c:pt idx="3901">
                  <c:v>12.57</c:v>
                </c:pt>
                <c:pt idx="3902">
                  <c:v>13.28</c:v>
                </c:pt>
                <c:pt idx="3903">
                  <c:v>13.96</c:v>
                </c:pt>
                <c:pt idx="3904">
                  <c:v>14.09</c:v>
                </c:pt>
                <c:pt idx="3905">
                  <c:v>13.03</c:v>
                </c:pt>
                <c:pt idx="3906">
                  <c:v>12.93</c:v>
                </c:pt>
                <c:pt idx="3907">
                  <c:v>12.39</c:v>
                </c:pt>
                <c:pt idx="3908">
                  <c:v>12.68</c:v>
                </c:pt>
                <c:pt idx="3909">
                  <c:v>12.86</c:v>
                </c:pt>
                <c:pt idx="3910">
                  <c:v>13.97</c:v>
                </c:pt>
                <c:pt idx="3911">
                  <c:v>13.53</c:v>
                </c:pt>
                <c:pt idx="3912">
                  <c:v>14.45</c:v>
                </c:pt>
                <c:pt idx="3913">
                  <c:v>13.53</c:v>
                </c:pt>
                <c:pt idx="3914">
                  <c:v>12.61</c:v>
                </c:pt>
                <c:pt idx="3915">
                  <c:v>12.07</c:v>
                </c:pt>
                <c:pt idx="3916">
                  <c:v>12.74</c:v>
                </c:pt>
                <c:pt idx="3917">
                  <c:v>12.16</c:v>
                </c:pt>
                <c:pt idx="3918">
                  <c:v>12.83</c:v>
                </c:pt>
                <c:pt idx="3919">
                  <c:v>13.94</c:v>
                </c:pt>
                <c:pt idx="3920">
                  <c:v>16.120000999999998</c:v>
                </c:pt>
                <c:pt idx="3921">
                  <c:v>17.870000999999998</c:v>
                </c:pt>
                <c:pt idx="3922">
                  <c:v>17.610001</c:v>
                </c:pt>
                <c:pt idx="3923">
                  <c:v>24.59</c:v>
                </c:pt>
                <c:pt idx="3924">
                  <c:v>20.170000000000002</c:v>
                </c:pt>
                <c:pt idx="3925">
                  <c:v>19.489999999999998</c:v>
                </c:pt>
                <c:pt idx="3926">
                  <c:v>16.91</c:v>
                </c:pt>
                <c:pt idx="3927">
                  <c:v>17.969999000000001</c:v>
                </c:pt>
                <c:pt idx="3928">
                  <c:v>21.09</c:v>
                </c:pt>
                <c:pt idx="3929">
                  <c:v>17.52</c:v>
                </c:pt>
                <c:pt idx="3930">
                  <c:v>22.1</c:v>
                </c:pt>
                <c:pt idx="3931">
                  <c:v>21.18</c:v>
                </c:pt>
                <c:pt idx="3932">
                  <c:v>18.469999000000001</c:v>
                </c:pt>
                <c:pt idx="3933">
                  <c:v>16.879999000000002</c:v>
                </c:pt>
                <c:pt idx="3934">
                  <c:v>17.5</c:v>
                </c:pt>
                <c:pt idx="3935">
                  <c:v>15.8</c:v>
                </c:pt>
                <c:pt idx="3936">
                  <c:v>16.68</c:v>
                </c:pt>
                <c:pt idx="3937">
                  <c:v>19.870000999999998</c:v>
                </c:pt>
                <c:pt idx="3938">
                  <c:v>19.32</c:v>
                </c:pt>
                <c:pt idx="3939">
                  <c:v>20.309999000000001</c:v>
                </c:pt>
                <c:pt idx="3940">
                  <c:v>19.350000000000001</c:v>
                </c:pt>
                <c:pt idx="3941">
                  <c:v>17.879999000000002</c:v>
                </c:pt>
                <c:pt idx="3942">
                  <c:v>18.98</c:v>
                </c:pt>
                <c:pt idx="3943">
                  <c:v>19.66</c:v>
                </c:pt>
                <c:pt idx="3944">
                  <c:v>17.329999999999998</c:v>
                </c:pt>
                <c:pt idx="3945">
                  <c:v>16.27</c:v>
                </c:pt>
                <c:pt idx="3946">
                  <c:v>15</c:v>
                </c:pt>
                <c:pt idx="3947">
                  <c:v>15.27</c:v>
                </c:pt>
                <c:pt idx="3948">
                  <c:v>15.2</c:v>
                </c:pt>
                <c:pt idx="3949">
                  <c:v>14.61</c:v>
                </c:pt>
                <c:pt idx="3950">
                  <c:v>14.22</c:v>
                </c:pt>
                <c:pt idx="3951">
                  <c:v>13.74</c:v>
                </c:pt>
                <c:pt idx="3952">
                  <c:v>14.67</c:v>
                </c:pt>
                <c:pt idx="3953">
                  <c:v>14.44</c:v>
                </c:pt>
                <c:pt idx="3954">
                  <c:v>13.95</c:v>
                </c:pt>
                <c:pt idx="3955">
                  <c:v>14.05</c:v>
                </c:pt>
                <c:pt idx="3956">
                  <c:v>15.32</c:v>
                </c:pt>
                <c:pt idx="3957">
                  <c:v>14.91</c:v>
                </c:pt>
                <c:pt idx="3958">
                  <c:v>17.049999</c:v>
                </c:pt>
                <c:pt idx="3959">
                  <c:v>15.96</c:v>
                </c:pt>
                <c:pt idx="3960">
                  <c:v>16.07</c:v>
                </c:pt>
                <c:pt idx="3961">
                  <c:v>17.219999000000001</c:v>
                </c:pt>
                <c:pt idx="3962">
                  <c:v>16.239999999999998</c:v>
                </c:pt>
                <c:pt idx="3963">
                  <c:v>18.559999000000001</c:v>
                </c:pt>
                <c:pt idx="3964">
                  <c:v>20.559999000000001</c:v>
                </c:pt>
                <c:pt idx="3965">
                  <c:v>19.120000999999998</c:v>
                </c:pt>
                <c:pt idx="3966">
                  <c:v>17.040001</c:v>
                </c:pt>
                <c:pt idx="3967">
                  <c:v>17.860001</c:v>
                </c:pt>
                <c:pt idx="3968">
                  <c:v>20.280000999999999</c:v>
                </c:pt>
                <c:pt idx="3969">
                  <c:v>18.639999</c:v>
                </c:pt>
                <c:pt idx="3970">
                  <c:v>17.57</c:v>
                </c:pt>
                <c:pt idx="3971">
                  <c:v>15.58</c:v>
                </c:pt>
                <c:pt idx="3972">
                  <c:v>14.57</c:v>
                </c:pt>
                <c:pt idx="3973">
                  <c:v>13.54</c:v>
                </c:pt>
                <c:pt idx="3974">
                  <c:v>13.68</c:v>
                </c:pt>
                <c:pt idx="3975">
                  <c:v>13.79</c:v>
                </c:pt>
                <c:pt idx="3976">
                  <c:v>14.25</c:v>
                </c:pt>
                <c:pt idx="3977">
                  <c:v>14</c:v>
                </c:pt>
                <c:pt idx="3978">
                  <c:v>14.46</c:v>
                </c:pt>
                <c:pt idx="3979">
                  <c:v>14.01</c:v>
                </c:pt>
                <c:pt idx="3980">
                  <c:v>13.71</c:v>
                </c:pt>
                <c:pt idx="3981">
                  <c:v>12.65</c:v>
                </c:pt>
                <c:pt idx="3982">
                  <c:v>13.11</c:v>
                </c:pt>
                <c:pt idx="3983">
                  <c:v>13.2</c:v>
                </c:pt>
                <c:pt idx="3984">
                  <c:v>12.33</c:v>
                </c:pt>
                <c:pt idx="3985">
                  <c:v>13.22</c:v>
                </c:pt>
                <c:pt idx="3986">
                  <c:v>12.3</c:v>
                </c:pt>
                <c:pt idx="3987">
                  <c:v>12.83</c:v>
                </c:pt>
                <c:pt idx="3988">
                  <c:v>13.1</c:v>
                </c:pt>
                <c:pt idx="3989">
                  <c:v>12.62</c:v>
                </c:pt>
                <c:pt idx="3990">
                  <c:v>12.73</c:v>
                </c:pt>
                <c:pt idx="3991">
                  <c:v>12.07</c:v>
                </c:pt>
                <c:pt idx="3992">
                  <c:v>12.69</c:v>
                </c:pt>
                <c:pt idx="3993">
                  <c:v>12.68</c:v>
                </c:pt>
                <c:pt idx="3994">
                  <c:v>13</c:v>
                </c:pt>
                <c:pt idx="3995">
                  <c:v>13.05</c:v>
                </c:pt>
                <c:pt idx="3996">
                  <c:v>12.05</c:v>
                </c:pt>
                <c:pt idx="3997">
                  <c:v>12.46</c:v>
                </c:pt>
                <c:pt idx="3998">
                  <c:v>12.86</c:v>
                </c:pt>
                <c:pt idx="3999">
                  <c:v>12.78</c:v>
                </c:pt>
                <c:pt idx="4000">
                  <c:v>13.13</c:v>
                </c:pt>
                <c:pt idx="4001">
                  <c:v>12.34</c:v>
                </c:pt>
                <c:pt idx="4002">
                  <c:v>11.87</c:v>
                </c:pt>
                <c:pt idx="4003">
                  <c:v>11.54</c:v>
                </c:pt>
                <c:pt idx="4004">
                  <c:v>11.75</c:v>
                </c:pt>
                <c:pt idx="4005">
                  <c:v>12.62</c:v>
                </c:pt>
                <c:pt idx="4006">
                  <c:v>14.91</c:v>
                </c:pt>
                <c:pt idx="4007">
                  <c:v>15.96</c:v>
                </c:pt>
                <c:pt idx="4008">
                  <c:v>14.8</c:v>
                </c:pt>
                <c:pt idx="4009">
                  <c:v>14.52</c:v>
                </c:pt>
                <c:pt idx="4010">
                  <c:v>13.62</c:v>
                </c:pt>
                <c:pt idx="4011">
                  <c:v>15.86</c:v>
                </c:pt>
                <c:pt idx="4012">
                  <c:v>15.68</c:v>
                </c:pt>
                <c:pt idx="4013">
                  <c:v>14.99</c:v>
                </c:pt>
                <c:pt idx="4014">
                  <c:v>13.94</c:v>
                </c:pt>
                <c:pt idx="4015">
                  <c:v>12.63</c:v>
                </c:pt>
                <c:pt idx="4016">
                  <c:v>12.14</c:v>
                </c:pt>
                <c:pt idx="4017">
                  <c:v>12.29</c:v>
                </c:pt>
                <c:pt idx="4018">
                  <c:v>12.58</c:v>
                </c:pt>
                <c:pt idx="4019">
                  <c:v>12.5</c:v>
                </c:pt>
                <c:pt idx="4020">
                  <c:v>12.51</c:v>
                </c:pt>
                <c:pt idx="4021">
                  <c:v>12.61</c:v>
                </c:pt>
                <c:pt idx="4022">
                  <c:v>12.67</c:v>
                </c:pt>
                <c:pt idx="4023">
                  <c:v>12.65</c:v>
                </c:pt>
                <c:pt idx="4024">
                  <c:v>13.43</c:v>
                </c:pt>
                <c:pt idx="4025">
                  <c:v>14.82</c:v>
                </c:pt>
                <c:pt idx="4026">
                  <c:v>13.78</c:v>
                </c:pt>
                <c:pt idx="4027">
                  <c:v>12.47</c:v>
                </c:pt>
                <c:pt idx="4028">
                  <c:v>14.02</c:v>
                </c:pt>
                <c:pt idx="4029">
                  <c:v>13.85</c:v>
                </c:pt>
                <c:pt idx="4030">
                  <c:v>13.79</c:v>
                </c:pt>
                <c:pt idx="4031">
                  <c:v>13.45</c:v>
                </c:pt>
                <c:pt idx="4032">
                  <c:v>12.54</c:v>
                </c:pt>
                <c:pt idx="4033">
                  <c:v>12.56</c:v>
                </c:pt>
                <c:pt idx="4034">
                  <c:v>12.32</c:v>
                </c:pt>
                <c:pt idx="4035">
                  <c:v>12.39</c:v>
                </c:pt>
                <c:pt idx="4036">
                  <c:v>12.42</c:v>
                </c:pt>
                <c:pt idx="4037">
                  <c:v>12.32</c:v>
                </c:pt>
                <c:pt idx="4038">
                  <c:v>12.1</c:v>
                </c:pt>
                <c:pt idx="4039">
                  <c:v>12.85</c:v>
                </c:pt>
                <c:pt idx="4040">
                  <c:v>12.91</c:v>
                </c:pt>
                <c:pt idx="4041">
                  <c:v>12.98</c:v>
                </c:pt>
                <c:pt idx="4042">
                  <c:v>14.56</c:v>
                </c:pt>
                <c:pt idx="4043">
                  <c:v>18.23</c:v>
                </c:pt>
                <c:pt idx="4044">
                  <c:v>16.280000999999999</c:v>
                </c:pt>
                <c:pt idx="4045">
                  <c:v>16.389999</c:v>
                </c:pt>
                <c:pt idx="4046">
                  <c:v>15.49</c:v>
                </c:pt>
                <c:pt idx="4047">
                  <c:v>18.84</c:v>
                </c:pt>
                <c:pt idx="4048">
                  <c:v>17.969999000000001</c:v>
                </c:pt>
                <c:pt idx="4049">
                  <c:v>16.049999</c:v>
                </c:pt>
                <c:pt idx="4050">
                  <c:v>15.15</c:v>
                </c:pt>
                <c:pt idx="4051">
                  <c:v>14.96</c:v>
                </c:pt>
                <c:pt idx="4052">
                  <c:v>15.47</c:v>
                </c:pt>
                <c:pt idx="4053">
                  <c:v>15.04</c:v>
                </c:pt>
                <c:pt idx="4054">
                  <c:v>15.18</c:v>
                </c:pt>
                <c:pt idx="4055">
                  <c:v>13.74</c:v>
                </c:pt>
                <c:pt idx="4056">
                  <c:v>14.15</c:v>
                </c:pt>
                <c:pt idx="4057">
                  <c:v>13.68</c:v>
                </c:pt>
                <c:pt idx="4058">
                  <c:v>14.83</c:v>
                </c:pt>
                <c:pt idx="4059">
                  <c:v>14.38</c:v>
                </c:pt>
                <c:pt idx="4060">
                  <c:v>15.56</c:v>
                </c:pt>
                <c:pt idx="4061">
                  <c:v>17.079999999999998</c:v>
                </c:pt>
                <c:pt idx="4062">
                  <c:v>25.030000999999999</c:v>
                </c:pt>
                <c:pt idx="4063">
                  <c:v>27.85</c:v>
                </c:pt>
                <c:pt idx="4064">
                  <c:v>27.559999000000001</c:v>
                </c:pt>
                <c:pt idx="4065">
                  <c:v>39.159999999999997</c:v>
                </c:pt>
                <c:pt idx="4066">
                  <c:v>40.110000999999997</c:v>
                </c:pt>
                <c:pt idx="4067">
                  <c:v>33.419998</c:v>
                </c:pt>
                <c:pt idx="4068">
                  <c:v>36.82</c:v>
                </c:pt>
                <c:pt idx="4069">
                  <c:v>31.99</c:v>
                </c:pt>
                <c:pt idx="4070">
                  <c:v>39.619999</c:v>
                </c:pt>
                <c:pt idx="4071">
                  <c:v>41.939999</c:v>
                </c:pt>
                <c:pt idx="4072">
                  <c:v>54.459999000000003</c:v>
                </c:pt>
                <c:pt idx="4073">
                  <c:v>47.299999</c:v>
                </c:pt>
                <c:pt idx="4074">
                  <c:v>53.900002000000001</c:v>
                </c:pt>
                <c:pt idx="4075">
                  <c:v>75.470000999999996</c:v>
                </c:pt>
                <c:pt idx="4076">
                  <c:v>57.830002</c:v>
                </c:pt>
                <c:pt idx="4077">
                  <c:v>82.690002000000007</c:v>
                </c:pt>
                <c:pt idx="4078">
                  <c:v>75.910004000000001</c:v>
                </c:pt>
                <c:pt idx="4079">
                  <c:v>76.449996999999996</c:v>
                </c:pt>
                <c:pt idx="4080">
                  <c:v>72</c:v>
                </c:pt>
                <c:pt idx="4081">
                  <c:v>66.040001000000004</c:v>
                </c:pt>
                <c:pt idx="4082">
                  <c:v>61.59</c:v>
                </c:pt>
                <c:pt idx="4083">
                  <c:v>61.669998</c:v>
                </c:pt>
                <c:pt idx="4084">
                  <c:v>63.950001</c:v>
                </c:pt>
                <c:pt idx="4085">
                  <c:v>61</c:v>
                </c:pt>
                <c:pt idx="4086">
                  <c:v>65.540001000000004</c:v>
                </c:pt>
                <c:pt idx="4087">
                  <c:v>57.080002</c:v>
                </c:pt>
                <c:pt idx="4088">
                  <c:v>53.540000999999997</c:v>
                </c:pt>
                <c:pt idx="4089">
                  <c:v>57.060001</c:v>
                </c:pt>
                <c:pt idx="4090">
                  <c:v>50.91</c:v>
                </c:pt>
                <c:pt idx="4091">
                  <c:v>46.799999</c:v>
                </c:pt>
                <c:pt idx="4092">
                  <c:v>45.240001999999997</c:v>
                </c:pt>
                <c:pt idx="4093">
                  <c:v>46.700001</c:v>
                </c:pt>
                <c:pt idx="4094">
                  <c:v>43.349997999999999</c:v>
                </c:pt>
                <c:pt idx="4095">
                  <c:v>41.669998</c:v>
                </c:pt>
                <c:pt idx="4096">
                  <c:v>41.169998</c:v>
                </c:pt>
                <c:pt idx="4097">
                  <c:v>37.759998000000003</c:v>
                </c:pt>
                <c:pt idx="4098">
                  <c:v>40.840000000000003</c:v>
                </c:pt>
                <c:pt idx="4099">
                  <c:v>40.110000999999997</c:v>
                </c:pt>
                <c:pt idx="4100">
                  <c:v>38.150002000000001</c:v>
                </c:pt>
                <c:pt idx="4101">
                  <c:v>43.830002</c:v>
                </c:pt>
                <c:pt idx="4102">
                  <c:v>45.41</c:v>
                </c:pt>
                <c:pt idx="4103">
                  <c:v>41.98</c:v>
                </c:pt>
                <c:pt idx="4104">
                  <c:v>41.380001</c:v>
                </c:pt>
                <c:pt idx="4105">
                  <c:v>35.93</c:v>
                </c:pt>
                <c:pt idx="4106">
                  <c:v>33.290000999999997</c:v>
                </c:pt>
                <c:pt idx="4107">
                  <c:v>33.57</c:v>
                </c:pt>
                <c:pt idx="4108">
                  <c:v>31.23</c:v>
                </c:pt>
                <c:pt idx="4109">
                  <c:v>34.150002000000001</c:v>
                </c:pt>
                <c:pt idx="4110">
                  <c:v>37.189999</c:v>
                </c:pt>
                <c:pt idx="4111">
                  <c:v>35.970001000000003</c:v>
                </c:pt>
                <c:pt idx="4112">
                  <c:v>33.610000999999997</c:v>
                </c:pt>
                <c:pt idx="4113">
                  <c:v>34.119999</c:v>
                </c:pt>
                <c:pt idx="4114">
                  <c:v>31.440000999999999</c:v>
                </c:pt>
                <c:pt idx="4115">
                  <c:v>27.98</c:v>
                </c:pt>
                <c:pt idx="4116">
                  <c:v>27.57</c:v>
                </c:pt>
                <c:pt idx="4117">
                  <c:v>33.040000999999997</c:v>
                </c:pt>
                <c:pt idx="4118">
                  <c:v>35.279998999999997</c:v>
                </c:pt>
                <c:pt idx="4119">
                  <c:v>32.610000999999997</c:v>
                </c:pt>
                <c:pt idx="4120">
                  <c:v>31.889999</c:v>
                </c:pt>
                <c:pt idx="4121">
                  <c:v>29.299999</c:v>
                </c:pt>
                <c:pt idx="4122">
                  <c:v>30.530000999999999</c:v>
                </c:pt>
                <c:pt idx="4123">
                  <c:v>27.99</c:v>
                </c:pt>
                <c:pt idx="4124">
                  <c:v>29.530000999999999</c:v>
                </c:pt>
                <c:pt idx="4125">
                  <c:v>28.16</c:v>
                </c:pt>
                <c:pt idx="4126">
                  <c:v>28.01</c:v>
                </c:pt>
                <c:pt idx="4127">
                  <c:v>27.620000999999998</c:v>
                </c:pt>
                <c:pt idx="4128">
                  <c:v>28.59</c:v>
                </c:pt>
                <c:pt idx="4129">
                  <c:v>27.51</c:v>
                </c:pt>
                <c:pt idx="4130">
                  <c:v>28.23</c:v>
                </c:pt>
                <c:pt idx="4131">
                  <c:v>26.84</c:v>
                </c:pt>
                <c:pt idx="4132">
                  <c:v>25.66</c:v>
                </c:pt>
                <c:pt idx="4133">
                  <c:v>25.809999000000001</c:v>
                </c:pt>
                <c:pt idx="4134">
                  <c:v>24.52</c:v>
                </c:pt>
                <c:pt idx="4135">
                  <c:v>25.809999000000001</c:v>
                </c:pt>
                <c:pt idx="4136">
                  <c:v>27.57</c:v>
                </c:pt>
                <c:pt idx="4137">
                  <c:v>27.57</c:v>
                </c:pt>
                <c:pt idx="4138">
                  <c:v>40.790000999999997</c:v>
                </c:pt>
                <c:pt idx="4139">
                  <c:v>36.090000000000003</c:v>
                </c:pt>
                <c:pt idx="4140">
                  <c:v>34.400002000000001</c:v>
                </c:pt>
                <c:pt idx="4141">
                  <c:v>33.669998</c:v>
                </c:pt>
                <c:pt idx="4142">
                  <c:v>33.470001000000003</c:v>
                </c:pt>
                <c:pt idx="4143">
                  <c:v>32.939999</c:v>
                </c:pt>
                <c:pt idx="4144">
                  <c:v>35.119999</c:v>
                </c:pt>
                <c:pt idx="4145">
                  <c:v>31.77</c:v>
                </c:pt>
                <c:pt idx="4146">
                  <c:v>31.370000999999998</c:v>
                </c:pt>
                <c:pt idx="4147">
                  <c:v>33.840000000000003</c:v>
                </c:pt>
                <c:pt idx="4148">
                  <c:v>32.220001000000003</c:v>
                </c:pt>
                <c:pt idx="4149">
                  <c:v>34.729999999999997</c:v>
                </c:pt>
                <c:pt idx="4150">
                  <c:v>31.780000999999999</c:v>
                </c:pt>
                <c:pt idx="4151">
                  <c:v>30.43</c:v>
                </c:pt>
                <c:pt idx="4152">
                  <c:v>28.620000999999998</c:v>
                </c:pt>
                <c:pt idx="4153">
                  <c:v>27.68</c:v>
                </c:pt>
                <c:pt idx="4154">
                  <c:v>27.940000999999999</c:v>
                </c:pt>
                <c:pt idx="4155">
                  <c:v>29.43</c:v>
                </c:pt>
                <c:pt idx="4156">
                  <c:v>28.08</c:v>
                </c:pt>
                <c:pt idx="4157">
                  <c:v>29.26</c:v>
                </c:pt>
                <c:pt idx="4158">
                  <c:v>27.290001</c:v>
                </c:pt>
                <c:pt idx="4159">
                  <c:v>32.189999</c:v>
                </c:pt>
                <c:pt idx="4160">
                  <c:v>29.52</c:v>
                </c:pt>
                <c:pt idx="4161">
                  <c:v>27.76</c:v>
                </c:pt>
                <c:pt idx="4162">
                  <c:v>28</c:v>
                </c:pt>
                <c:pt idx="4163">
                  <c:v>25.68</c:v>
                </c:pt>
                <c:pt idx="4164">
                  <c:v>24.459999</c:v>
                </c:pt>
                <c:pt idx="4165">
                  <c:v>24.84</c:v>
                </c:pt>
                <c:pt idx="4166">
                  <c:v>24.32</c:v>
                </c:pt>
                <c:pt idx="4167">
                  <c:v>26.08</c:v>
                </c:pt>
                <c:pt idx="4168">
                  <c:v>25.84</c:v>
                </c:pt>
                <c:pt idx="4169">
                  <c:v>24.74</c:v>
                </c:pt>
                <c:pt idx="4170">
                  <c:v>25.440000999999999</c:v>
                </c:pt>
                <c:pt idx="4171">
                  <c:v>24.1</c:v>
                </c:pt>
                <c:pt idx="4172">
                  <c:v>24.76</c:v>
                </c:pt>
                <c:pt idx="4173">
                  <c:v>24.459999</c:v>
                </c:pt>
                <c:pt idx="4174">
                  <c:v>24.280000999999999</c:v>
                </c:pt>
                <c:pt idx="4175">
                  <c:v>23.76</c:v>
                </c:pt>
                <c:pt idx="4176">
                  <c:v>22.99</c:v>
                </c:pt>
                <c:pt idx="4177">
                  <c:v>22.65</c:v>
                </c:pt>
                <c:pt idx="4178">
                  <c:v>22.209999</c:v>
                </c:pt>
                <c:pt idx="4179">
                  <c:v>22.129999000000002</c:v>
                </c:pt>
                <c:pt idx="4180">
                  <c:v>24.030000999999999</c:v>
                </c:pt>
                <c:pt idx="4181">
                  <c:v>22.280000999999999</c:v>
                </c:pt>
                <c:pt idx="4182">
                  <c:v>22.129999000000002</c:v>
                </c:pt>
                <c:pt idx="4183">
                  <c:v>22.049999</c:v>
                </c:pt>
                <c:pt idx="4184">
                  <c:v>21.35</c:v>
                </c:pt>
                <c:pt idx="4185">
                  <c:v>21.51</c:v>
                </c:pt>
                <c:pt idx="4186">
                  <c:v>22.540001</c:v>
                </c:pt>
                <c:pt idx="4187">
                  <c:v>22.719999000000001</c:v>
                </c:pt>
                <c:pt idx="4188">
                  <c:v>22.540001</c:v>
                </c:pt>
                <c:pt idx="4189">
                  <c:v>22.370000999999998</c:v>
                </c:pt>
                <c:pt idx="4190">
                  <c:v>22.030000999999999</c:v>
                </c:pt>
                <c:pt idx="4191">
                  <c:v>23.27</c:v>
                </c:pt>
                <c:pt idx="4192">
                  <c:v>24.469999000000001</c:v>
                </c:pt>
                <c:pt idx="4193">
                  <c:v>22.959999</c:v>
                </c:pt>
                <c:pt idx="4194">
                  <c:v>26.41</c:v>
                </c:pt>
                <c:pt idx="4195">
                  <c:v>26.120000999999998</c:v>
                </c:pt>
                <c:pt idx="4196">
                  <c:v>26.57</c:v>
                </c:pt>
                <c:pt idx="4197">
                  <c:v>33.599997999999999</c:v>
                </c:pt>
                <c:pt idx="4198">
                  <c:v>30.75</c:v>
                </c:pt>
                <c:pt idx="4199">
                  <c:v>31.459999</c:v>
                </c:pt>
                <c:pt idx="4200">
                  <c:v>28.809999000000001</c:v>
                </c:pt>
                <c:pt idx="4201">
                  <c:v>29.709999</c:v>
                </c:pt>
                <c:pt idx="4202">
                  <c:v>26.870000999999998</c:v>
                </c:pt>
                <c:pt idx="4203">
                  <c:v>25.85</c:v>
                </c:pt>
                <c:pt idx="4204">
                  <c:v>25.59</c:v>
                </c:pt>
                <c:pt idx="4205">
                  <c:v>26.040001</c:v>
                </c:pt>
                <c:pt idx="4206">
                  <c:v>26.459999</c:v>
                </c:pt>
                <c:pt idx="4207">
                  <c:v>25.83</c:v>
                </c:pt>
                <c:pt idx="4208">
                  <c:v>27.780000999999999</c:v>
                </c:pt>
                <c:pt idx="4209">
                  <c:v>26.860001</c:v>
                </c:pt>
                <c:pt idx="4210">
                  <c:v>28.58</c:v>
                </c:pt>
                <c:pt idx="4211">
                  <c:v>28.51</c:v>
                </c:pt>
                <c:pt idx="4212">
                  <c:v>26.379999000000002</c:v>
                </c:pt>
                <c:pt idx="4213">
                  <c:v>26.190000999999999</c:v>
                </c:pt>
                <c:pt idx="4214">
                  <c:v>26.27</c:v>
                </c:pt>
                <c:pt idx="4215">
                  <c:v>26.370000999999998</c:v>
                </c:pt>
                <c:pt idx="4216">
                  <c:v>26.700001</c:v>
                </c:pt>
                <c:pt idx="4217">
                  <c:v>27.629999000000002</c:v>
                </c:pt>
                <c:pt idx="4218">
                  <c:v>27.959999</c:v>
                </c:pt>
                <c:pt idx="4219">
                  <c:v>29.48</c:v>
                </c:pt>
                <c:pt idx="4220">
                  <c:v>28.059999000000001</c:v>
                </c:pt>
                <c:pt idx="4221">
                  <c:v>26.360001</c:v>
                </c:pt>
                <c:pt idx="4222">
                  <c:v>25</c:v>
                </c:pt>
                <c:pt idx="4223">
                  <c:v>25.07</c:v>
                </c:pt>
                <c:pt idx="4224">
                  <c:v>26.07</c:v>
                </c:pt>
                <c:pt idx="4225">
                  <c:v>26.4</c:v>
                </c:pt>
                <c:pt idx="4226">
                  <c:v>26.969999000000001</c:v>
                </c:pt>
                <c:pt idx="4227">
                  <c:v>27.41</c:v>
                </c:pt>
                <c:pt idx="4228">
                  <c:v>29.18</c:v>
                </c:pt>
                <c:pt idx="4229">
                  <c:v>29.35</c:v>
                </c:pt>
                <c:pt idx="4230">
                  <c:v>28.65</c:v>
                </c:pt>
                <c:pt idx="4231">
                  <c:v>28.110001</c:v>
                </c:pt>
                <c:pt idx="4232">
                  <c:v>27.549999</c:v>
                </c:pt>
                <c:pt idx="4233">
                  <c:v>32.459999000000003</c:v>
                </c:pt>
                <c:pt idx="4234">
                  <c:v>33.349997999999999</c:v>
                </c:pt>
                <c:pt idx="4235">
                  <c:v>40.279998999999997</c:v>
                </c:pt>
                <c:pt idx="4236">
                  <c:v>37.590000000000003</c:v>
                </c:pt>
                <c:pt idx="4237">
                  <c:v>38.020000000000003</c:v>
                </c:pt>
                <c:pt idx="4238">
                  <c:v>37.130001</c:v>
                </c:pt>
                <c:pt idx="4239">
                  <c:v>35.549999</c:v>
                </c:pt>
                <c:pt idx="4240">
                  <c:v>29.57</c:v>
                </c:pt>
                <c:pt idx="4241">
                  <c:v>27.58</c:v>
                </c:pt>
                <c:pt idx="4242">
                  <c:v>24.860001</c:v>
                </c:pt>
                <c:pt idx="4243">
                  <c:v>25.75</c:v>
                </c:pt>
                <c:pt idx="4244">
                  <c:v>24.799999</c:v>
                </c:pt>
                <c:pt idx="4245">
                  <c:v>23.450001</c:v>
                </c:pt>
                <c:pt idx="4246">
                  <c:v>25.35</c:v>
                </c:pt>
                <c:pt idx="4247">
                  <c:v>23.1</c:v>
                </c:pt>
                <c:pt idx="4248">
                  <c:v>22.450001</c:v>
                </c:pt>
                <c:pt idx="4249">
                  <c:v>22.709999</c:v>
                </c:pt>
                <c:pt idx="4250">
                  <c:v>23.84</c:v>
                </c:pt>
                <c:pt idx="4251">
                  <c:v>23.110001</c:v>
                </c:pt>
                <c:pt idx="4252">
                  <c:v>23.700001</c:v>
                </c:pt>
                <c:pt idx="4253">
                  <c:v>22.66</c:v>
                </c:pt>
                <c:pt idx="4254">
                  <c:v>21.639999</c:v>
                </c:pt>
                <c:pt idx="4255">
                  <c:v>21.25</c:v>
                </c:pt>
                <c:pt idx="4256">
                  <c:v>20.84</c:v>
                </c:pt>
                <c:pt idx="4257">
                  <c:v>20.57</c:v>
                </c:pt>
                <c:pt idx="4258">
                  <c:v>20.77</c:v>
                </c:pt>
                <c:pt idx="4259">
                  <c:v>21.17</c:v>
                </c:pt>
                <c:pt idx="4260">
                  <c:v>21.280000999999999</c:v>
                </c:pt>
                <c:pt idx="4261">
                  <c:v>20.790001</c:v>
                </c:pt>
                <c:pt idx="4262">
                  <c:v>21.299999</c:v>
                </c:pt>
                <c:pt idx="4263">
                  <c:v>20.68</c:v>
                </c:pt>
                <c:pt idx="4264">
                  <c:v>22.27</c:v>
                </c:pt>
                <c:pt idx="4265">
                  <c:v>22.52</c:v>
                </c:pt>
                <c:pt idx="4266">
                  <c:v>23.309999000000001</c:v>
                </c:pt>
                <c:pt idx="4267">
                  <c:v>24.719999000000001</c:v>
                </c:pt>
                <c:pt idx="4268">
                  <c:v>22.889999</c:v>
                </c:pt>
                <c:pt idx="4269">
                  <c:v>22.5</c:v>
                </c:pt>
                <c:pt idx="4270">
                  <c:v>21.93</c:v>
                </c:pt>
                <c:pt idx="4271">
                  <c:v>21.57</c:v>
                </c:pt>
                <c:pt idx="4272">
                  <c:v>25.16</c:v>
                </c:pt>
                <c:pt idx="4273">
                  <c:v>24.23</c:v>
                </c:pt>
                <c:pt idx="4274">
                  <c:v>23.309999000000001</c:v>
                </c:pt>
                <c:pt idx="4275">
                  <c:v>21.530000999999999</c:v>
                </c:pt>
                <c:pt idx="4276">
                  <c:v>21.700001</c:v>
                </c:pt>
                <c:pt idx="4277">
                  <c:v>23.08</c:v>
                </c:pt>
                <c:pt idx="4278">
                  <c:v>22.77</c:v>
                </c:pt>
                <c:pt idx="4279">
                  <c:v>22.75</c:v>
                </c:pt>
                <c:pt idx="4280">
                  <c:v>26.969999000000001</c:v>
                </c:pt>
                <c:pt idx="4281">
                  <c:v>25.34</c:v>
                </c:pt>
                <c:pt idx="4282">
                  <c:v>25.07</c:v>
                </c:pt>
                <c:pt idx="4283">
                  <c:v>22.370000999999998</c:v>
                </c:pt>
                <c:pt idx="4284">
                  <c:v>21.559999000000001</c:v>
                </c:pt>
                <c:pt idx="4285">
                  <c:v>24.08</c:v>
                </c:pt>
                <c:pt idx="4286">
                  <c:v>23.33</c:v>
                </c:pt>
                <c:pt idx="4287">
                  <c:v>22.209999</c:v>
                </c:pt>
                <c:pt idx="4288">
                  <c:v>23.25</c:v>
                </c:pt>
                <c:pt idx="4289">
                  <c:v>24.34</c:v>
                </c:pt>
                <c:pt idx="4290">
                  <c:v>23.24</c:v>
                </c:pt>
                <c:pt idx="4291">
                  <c:v>21.58</c:v>
                </c:pt>
                <c:pt idx="4292">
                  <c:v>21.32</c:v>
                </c:pt>
                <c:pt idx="4293">
                  <c:v>21.91</c:v>
                </c:pt>
                <c:pt idx="4294">
                  <c:v>23.190000999999999</c:v>
                </c:pt>
                <c:pt idx="4295">
                  <c:v>23.02</c:v>
                </c:pt>
                <c:pt idx="4296">
                  <c:v>37.209999000000003</c:v>
                </c:pt>
                <c:pt idx="4297">
                  <c:v>30.209999</c:v>
                </c:pt>
                <c:pt idx="4298">
                  <c:v>33.090000000000003</c:v>
                </c:pt>
                <c:pt idx="4299">
                  <c:v>30.24</c:v>
                </c:pt>
                <c:pt idx="4300">
                  <c:v>25.559999000000001</c:v>
                </c:pt>
                <c:pt idx="4301">
                  <c:v>22.91</c:v>
                </c:pt>
                <c:pt idx="4302">
                  <c:v>21.77</c:v>
                </c:pt>
                <c:pt idx="4303">
                  <c:v>20.870000999999998</c:v>
                </c:pt>
                <c:pt idx="4304">
                  <c:v>21.24</c:v>
                </c:pt>
                <c:pt idx="4305">
                  <c:v>21.629999000000002</c:v>
                </c:pt>
                <c:pt idx="4306">
                  <c:v>21.99</c:v>
                </c:pt>
                <c:pt idx="4307">
                  <c:v>21.25</c:v>
                </c:pt>
                <c:pt idx="4308">
                  <c:v>19.969999000000001</c:v>
                </c:pt>
                <c:pt idx="4309">
                  <c:v>21.459999</c:v>
                </c:pt>
                <c:pt idx="4310">
                  <c:v>21.5</c:v>
                </c:pt>
                <c:pt idx="4311">
                  <c:v>22.49</c:v>
                </c:pt>
                <c:pt idx="4312">
                  <c:v>22.049999</c:v>
                </c:pt>
                <c:pt idx="4313">
                  <c:v>23.450001</c:v>
                </c:pt>
                <c:pt idx="4314">
                  <c:v>23.110001</c:v>
                </c:pt>
                <c:pt idx="4315">
                  <c:v>21.34</c:v>
                </c:pt>
                <c:pt idx="4316">
                  <c:v>28.889999</c:v>
                </c:pt>
                <c:pt idx="4317">
                  <c:v>27.950001</c:v>
                </c:pt>
                <c:pt idx="4318">
                  <c:v>23.35</c:v>
                </c:pt>
                <c:pt idx="4319">
                  <c:v>24.1</c:v>
                </c:pt>
                <c:pt idx="4320">
                  <c:v>26.67</c:v>
                </c:pt>
                <c:pt idx="4321">
                  <c:v>28.57</c:v>
                </c:pt>
                <c:pt idx="4322">
                  <c:v>24.66</c:v>
                </c:pt>
                <c:pt idx="4323">
                  <c:v>25.469999000000001</c:v>
                </c:pt>
                <c:pt idx="4324">
                  <c:v>24.030000999999999</c:v>
                </c:pt>
                <c:pt idx="4325">
                  <c:v>22.559999000000001</c:v>
                </c:pt>
                <c:pt idx="4326">
                  <c:v>21.91</c:v>
                </c:pt>
                <c:pt idx="4327">
                  <c:v>20.690000999999999</c:v>
                </c:pt>
                <c:pt idx="4328">
                  <c:v>20.030000999999999</c:v>
                </c:pt>
                <c:pt idx="4329">
                  <c:v>19.790001</c:v>
                </c:pt>
                <c:pt idx="4330">
                  <c:v>19.23</c:v>
                </c:pt>
                <c:pt idx="4331">
                  <c:v>21.58</c:v>
                </c:pt>
                <c:pt idx="4332">
                  <c:v>20.950001</c:v>
                </c:pt>
                <c:pt idx="4333">
                  <c:v>18.879999000000002</c:v>
                </c:pt>
                <c:pt idx="4334">
                  <c:v>20.299999</c:v>
                </c:pt>
                <c:pt idx="4335">
                  <c:v>21.200001</c:v>
                </c:pt>
                <c:pt idx="4336">
                  <c:v>19.809999000000001</c:v>
                </c:pt>
                <c:pt idx="4337">
                  <c:v>18.860001</c:v>
                </c:pt>
                <c:pt idx="4338">
                  <c:v>20.74</c:v>
                </c:pt>
                <c:pt idx="4339">
                  <c:v>19.610001</c:v>
                </c:pt>
                <c:pt idx="4340">
                  <c:v>19.399999999999999</c:v>
                </c:pt>
                <c:pt idx="4341">
                  <c:v>17.329999999999998</c:v>
                </c:pt>
                <c:pt idx="4342">
                  <c:v>17.91</c:v>
                </c:pt>
                <c:pt idx="4343">
                  <c:v>18.120000999999998</c:v>
                </c:pt>
                <c:pt idx="4344">
                  <c:v>17.16</c:v>
                </c:pt>
                <c:pt idx="4345">
                  <c:v>16.950001</c:v>
                </c:pt>
                <c:pt idx="4346">
                  <c:v>16.690000999999999</c:v>
                </c:pt>
                <c:pt idx="4347">
                  <c:v>16.91</c:v>
                </c:pt>
                <c:pt idx="4348">
                  <c:v>16.649999999999999</c:v>
                </c:pt>
                <c:pt idx="4349">
                  <c:v>16.989999999999998</c:v>
                </c:pt>
                <c:pt idx="4350">
                  <c:v>16.57</c:v>
                </c:pt>
                <c:pt idx="4351">
                  <c:v>16.25</c:v>
                </c:pt>
                <c:pt idx="4352">
                  <c:v>17.290001</c:v>
                </c:pt>
                <c:pt idx="4353">
                  <c:v>18.68</c:v>
                </c:pt>
                <c:pt idx="4354">
                  <c:v>17.5</c:v>
                </c:pt>
                <c:pt idx="4355">
                  <c:v>18.709999</c:v>
                </c:pt>
                <c:pt idx="4356">
                  <c:v>17.329999999999998</c:v>
                </c:pt>
                <c:pt idx="4357">
                  <c:v>17.639999</c:v>
                </c:pt>
                <c:pt idx="4358">
                  <c:v>17.559999000000001</c:v>
                </c:pt>
                <c:pt idx="4359">
                  <c:v>17.280000999999999</c:v>
                </c:pt>
                <c:pt idx="4360">
                  <c:v>17.610001</c:v>
                </c:pt>
                <c:pt idx="4361">
                  <c:v>18.610001</c:v>
                </c:pt>
                <c:pt idx="4362">
                  <c:v>18.309999000000001</c:v>
                </c:pt>
                <c:pt idx="4363">
                  <c:v>19.48</c:v>
                </c:pt>
                <c:pt idx="4364">
                  <c:v>19.149999999999999</c:v>
                </c:pt>
                <c:pt idx="4365">
                  <c:v>18.389999</c:v>
                </c:pt>
                <c:pt idx="4366">
                  <c:v>16.690000999999999</c:v>
                </c:pt>
                <c:pt idx="4367">
                  <c:v>19.66</c:v>
                </c:pt>
                <c:pt idx="4368">
                  <c:v>21.84</c:v>
                </c:pt>
                <c:pt idx="4369">
                  <c:v>27.59</c:v>
                </c:pt>
                <c:pt idx="4370">
                  <c:v>23.129999000000002</c:v>
                </c:pt>
                <c:pt idx="4371">
                  <c:v>18.809999000000001</c:v>
                </c:pt>
                <c:pt idx="4372">
                  <c:v>19.719999000000001</c:v>
                </c:pt>
                <c:pt idx="4373">
                  <c:v>21.34</c:v>
                </c:pt>
                <c:pt idx="4374">
                  <c:v>22.18</c:v>
                </c:pt>
                <c:pt idx="4375">
                  <c:v>20.67</c:v>
                </c:pt>
                <c:pt idx="4376">
                  <c:v>20.149999999999999</c:v>
                </c:pt>
                <c:pt idx="4377">
                  <c:v>18.399999999999999</c:v>
                </c:pt>
                <c:pt idx="4378">
                  <c:v>18.84</c:v>
                </c:pt>
                <c:pt idx="4379">
                  <c:v>17.360001</c:v>
                </c:pt>
                <c:pt idx="4380">
                  <c:v>16.739999999999998</c:v>
                </c:pt>
                <c:pt idx="4381">
                  <c:v>16.760000000000002</c:v>
                </c:pt>
                <c:pt idx="4382">
                  <c:v>17.899999999999999</c:v>
                </c:pt>
                <c:pt idx="4383">
                  <c:v>17.48</c:v>
                </c:pt>
                <c:pt idx="4384">
                  <c:v>18.040001</c:v>
                </c:pt>
                <c:pt idx="4385">
                  <c:v>16.420000000000002</c:v>
                </c:pt>
                <c:pt idx="4386">
                  <c:v>16.420000000000002</c:v>
                </c:pt>
                <c:pt idx="4387">
                  <c:v>17.07</c:v>
                </c:pt>
                <c:pt idx="4388">
                  <c:v>17.889999</c:v>
                </c:pt>
                <c:pt idx="4389">
                  <c:v>16.100000000000001</c:v>
                </c:pt>
                <c:pt idx="4390">
                  <c:v>15.65</c:v>
                </c:pt>
                <c:pt idx="4391">
                  <c:v>16.389999</c:v>
                </c:pt>
                <c:pt idx="4392">
                  <c:v>17.02</c:v>
                </c:pt>
                <c:pt idx="4393">
                  <c:v>18.149999999999999</c:v>
                </c:pt>
                <c:pt idx="4394">
                  <c:v>17.75</c:v>
                </c:pt>
                <c:pt idx="4395">
                  <c:v>20.700001</c:v>
                </c:pt>
                <c:pt idx="4396">
                  <c:v>17.889999</c:v>
                </c:pt>
                <c:pt idx="4397">
                  <c:v>16.66</c:v>
                </c:pt>
                <c:pt idx="4398">
                  <c:v>16.32</c:v>
                </c:pt>
                <c:pt idx="4399">
                  <c:v>15.97</c:v>
                </c:pt>
                <c:pt idx="4400">
                  <c:v>15.62</c:v>
                </c:pt>
                <c:pt idx="4401">
                  <c:v>15.76</c:v>
                </c:pt>
                <c:pt idx="4402">
                  <c:v>16.02</c:v>
                </c:pt>
                <c:pt idx="4403">
                  <c:v>15.83</c:v>
                </c:pt>
                <c:pt idx="4404">
                  <c:v>15.48</c:v>
                </c:pt>
                <c:pt idx="4405">
                  <c:v>15.07</c:v>
                </c:pt>
                <c:pt idx="4406">
                  <c:v>16.440000999999999</c:v>
                </c:pt>
                <c:pt idx="4407">
                  <c:v>16.200001</c:v>
                </c:pt>
                <c:pt idx="4408">
                  <c:v>19</c:v>
                </c:pt>
                <c:pt idx="4409">
                  <c:v>16.18</c:v>
                </c:pt>
                <c:pt idx="4410">
                  <c:v>16.170000000000002</c:v>
                </c:pt>
                <c:pt idx="4411">
                  <c:v>17.120000999999998</c:v>
                </c:pt>
                <c:pt idx="4412">
                  <c:v>16.329999999999998</c:v>
                </c:pt>
                <c:pt idx="4413">
                  <c:v>17.010000000000002</c:v>
                </c:pt>
                <c:pt idx="4414">
                  <c:v>18.450001</c:v>
                </c:pt>
                <c:pt idx="4415">
                  <c:v>22.5</c:v>
                </c:pt>
                <c:pt idx="4416">
                  <c:v>19.73</c:v>
                </c:pt>
                <c:pt idx="4417">
                  <c:v>17.91</c:v>
                </c:pt>
                <c:pt idx="4418">
                  <c:v>17.690000999999999</c:v>
                </c:pt>
                <c:pt idx="4419">
                  <c:v>17.200001</c:v>
                </c:pt>
                <c:pt idx="4420">
                  <c:v>17.579999999999998</c:v>
                </c:pt>
                <c:pt idx="4421">
                  <c:v>19.360001</c:v>
                </c:pt>
                <c:pt idx="4422">
                  <c:v>18.309999000000001</c:v>
                </c:pt>
                <c:pt idx="4423">
                  <c:v>17.700001</c:v>
                </c:pt>
                <c:pt idx="4424">
                  <c:v>18.239999999999998</c:v>
                </c:pt>
                <c:pt idx="4425">
                  <c:v>19.459999</c:v>
                </c:pt>
                <c:pt idx="4426">
                  <c:v>18.040001</c:v>
                </c:pt>
                <c:pt idx="4427">
                  <c:v>17.969999000000001</c:v>
                </c:pt>
                <c:pt idx="4428">
                  <c:v>17.280000999999999</c:v>
                </c:pt>
                <c:pt idx="4429">
                  <c:v>16.149999999999999</c:v>
                </c:pt>
                <c:pt idx="4430">
                  <c:v>16.719999000000001</c:v>
                </c:pt>
                <c:pt idx="4431">
                  <c:v>16.790001</c:v>
                </c:pt>
                <c:pt idx="4432">
                  <c:v>16.170000000000002</c:v>
                </c:pt>
                <c:pt idx="4433">
                  <c:v>15.59</c:v>
                </c:pt>
                <c:pt idx="4434">
                  <c:v>15.45</c:v>
                </c:pt>
                <c:pt idx="4435">
                  <c:v>16.120000999999998</c:v>
                </c:pt>
                <c:pt idx="4436">
                  <c:v>17.91</c:v>
                </c:pt>
                <c:pt idx="4437">
                  <c:v>21.57</c:v>
                </c:pt>
                <c:pt idx="4438">
                  <c:v>21.67</c:v>
                </c:pt>
                <c:pt idx="4439">
                  <c:v>18.559999000000001</c:v>
                </c:pt>
                <c:pt idx="4440">
                  <c:v>17.149999999999999</c:v>
                </c:pt>
                <c:pt idx="4441">
                  <c:v>17.219999000000001</c:v>
                </c:pt>
                <c:pt idx="4442">
                  <c:v>16.790001</c:v>
                </c:pt>
                <c:pt idx="4443">
                  <c:v>18.84</c:v>
                </c:pt>
                <c:pt idx="4444">
                  <c:v>16.389999</c:v>
                </c:pt>
                <c:pt idx="4445">
                  <c:v>16.190000999999999</c:v>
                </c:pt>
                <c:pt idx="4446">
                  <c:v>16.48</c:v>
                </c:pt>
                <c:pt idx="4447">
                  <c:v>16.110001</c:v>
                </c:pt>
                <c:pt idx="4448">
                  <c:v>16.41</c:v>
                </c:pt>
                <c:pt idx="4449">
                  <c:v>16.41</c:v>
                </c:pt>
                <c:pt idx="4450">
                  <c:v>18.139999</c:v>
                </c:pt>
                <c:pt idx="4451">
                  <c:v>17.959999</c:v>
                </c:pt>
                <c:pt idx="4452">
                  <c:v>18.799999</c:v>
                </c:pt>
                <c:pt idx="4453">
                  <c:v>20.950001</c:v>
                </c:pt>
                <c:pt idx="4454">
                  <c:v>19.370000999999998</c:v>
                </c:pt>
                <c:pt idx="4455">
                  <c:v>19.459999</c:v>
                </c:pt>
                <c:pt idx="4456">
                  <c:v>18.18</c:v>
                </c:pt>
                <c:pt idx="4457">
                  <c:v>18.690000999999999</c:v>
                </c:pt>
                <c:pt idx="4458">
                  <c:v>20.809999000000001</c:v>
                </c:pt>
                <c:pt idx="4459">
                  <c:v>25.709999</c:v>
                </c:pt>
                <c:pt idx="4460">
                  <c:v>24.360001</c:v>
                </c:pt>
                <c:pt idx="4461">
                  <c:v>20.870000999999998</c:v>
                </c:pt>
                <c:pt idx="4462">
                  <c:v>18.629999000000002</c:v>
                </c:pt>
                <c:pt idx="4463">
                  <c:v>17.75</c:v>
                </c:pt>
                <c:pt idx="4464">
                  <c:v>18.760000000000002</c:v>
                </c:pt>
                <c:pt idx="4465">
                  <c:v>23.25</c:v>
                </c:pt>
                <c:pt idx="4466">
                  <c:v>22.559999000000001</c:v>
                </c:pt>
                <c:pt idx="4467">
                  <c:v>23.139999</c:v>
                </c:pt>
                <c:pt idx="4468">
                  <c:v>21.1</c:v>
                </c:pt>
                <c:pt idx="4469">
                  <c:v>22.959999</c:v>
                </c:pt>
                <c:pt idx="4470">
                  <c:v>21.299999</c:v>
                </c:pt>
                <c:pt idx="4471">
                  <c:v>21</c:v>
                </c:pt>
                <c:pt idx="4472">
                  <c:v>19.540001</c:v>
                </c:pt>
                <c:pt idx="4473">
                  <c:v>18.77</c:v>
                </c:pt>
                <c:pt idx="4474">
                  <c:v>20</c:v>
                </c:pt>
                <c:pt idx="4475">
                  <c:v>19.850000000000001</c:v>
                </c:pt>
                <c:pt idx="4476">
                  <c:v>18.639999</c:v>
                </c:pt>
                <c:pt idx="4477">
                  <c:v>16.860001</c:v>
                </c:pt>
                <c:pt idx="4478">
                  <c:v>16.299999</c:v>
                </c:pt>
                <c:pt idx="4479">
                  <c:v>16.309999000000001</c:v>
                </c:pt>
                <c:pt idx="4480">
                  <c:v>15.7</c:v>
                </c:pt>
                <c:pt idx="4481">
                  <c:v>15.49</c:v>
                </c:pt>
                <c:pt idx="4482">
                  <c:v>15.01</c:v>
                </c:pt>
                <c:pt idx="4483">
                  <c:v>15.43</c:v>
                </c:pt>
                <c:pt idx="4484">
                  <c:v>15.24</c:v>
                </c:pt>
                <c:pt idx="4485">
                  <c:v>15.98</c:v>
                </c:pt>
                <c:pt idx="4486">
                  <c:v>16.98</c:v>
                </c:pt>
                <c:pt idx="4487">
                  <c:v>16.530000999999999</c:v>
                </c:pt>
                <c:pt idx="4488">
                  <c:v>16.260000000000002</c:v>
                </c:pt>
                <c:pt idx="4489">
                  <c:v>16.41</c:v>
                </c:pt>
                <c:pt idx="4490">
                  <c:v>16.030000999999999</c:v>
                </c:pt>
                <c:pt idx="4491">
                  <c:v>15.1</c:v>
                </c:pt>
                <c:pt idx="4492">
                  <c:v>15.44</c:v>
                </c:pt>
                <c:pt idx="4493">
                  <c:v>16.48</c:v>
                </c:pt>
                <c:pt idx="4494">
                  <c:v>17.219999000000001</c:v>
                </c:pt>
                <c:pt idx="4495">
                  <c:v>17.780000999999999</c:v>
                </c:pt>
                <c:pt idx="4496">
                  <c:v>18.73</c:v>
                </c:pt>
                <c:pt idx="4497">
                  <c:v>17.66</c:v>
                </c:pt>
                <c:pt idx="4498">
                  <c:v>16.290001</c:v>
                </c:pt>
                <c:pt idx="4499">
                  <c:v>16.489999999999998</c:v>
                </c:pt>
                <c:pt idx="4500">
                  <c:v>16.370000999999998</c:v>
                </c:pt>
                <c:pt idx="4501">
                  <c:v>17.110001</c:v>
                </c:pt>
                <c:pt idx="4502">
                  <c:v>17.59</c:v>
                </c:pt>
                <c:pt idx="4503">
                  <c:v>17.91</c:v>
                </c:pt>
                <c:pt idx="4504">
                  <c:v>19.170000000000002</c:v>
                </c:pt>
                <c:pt idx="4505">
                  <c:v>19.379999000000002</c:v>
                </c:pt>
                <c:pt idx="4506">
                  <c:v>18.579999999999998</c:v>
                </c:pt>
                <c:pt idx="4507">
                  <c:v>28.620000999999998</c:v>
                </c:pt>
                <c:pt idx="4508">
                  <c:v>22.959999</c:v>
                </c:pt>
                <c:pt idx="4509">
                  <c:v>27.190000999999999</c:v>
                </c:pt>
                <c:pt idx="4510">
                  <c:v>31.120000999999998</c:v>
                </c:pt>
                <c:pt idx="4511">
                  <c:v>27.950001</c:v>
                </c:pt>
                <c:pt idx="4512">
                  <c:v>30.67</c:v>
                </c:pt>
                <c:pt idx="4513">
                  <c:v>27.18</c:v>
                </c:pt>
                <c:pt idx="4514">
                  <c:v>21.889999</c:v>
                </c:pt>
                <c:pt idx="4515">
                  <c:v>19.899999999999999</c:v>
                </c:pt>
                <c:pt idx="4516">
                  <c:v>21.58</c:v>
                </c:pt>
                <c:pt idx="4517">
                  <c:v>18.690000999999999</c:v>
                </c:pt>
                <c:pt idx="4518">
                  <c:v>20.309999000000001</c:v>
                </c:pt>
                <c:pt idx="4519">
                  <c:v>21.889999</c:v>
                </c:pt>
                <c:pt idx="4520">
                  <c:v>19.290001</c:v>
                </c:pt>
                <c:pt idx="4521">
                  <c:v>20.57</c:v>
                </c:pt>
                <c:pt idx="4522">
                  <c:v>21.57</c:v>
                </c:pt>
                <c:pt idx="4523">
                  <c:v>22.870000999999998</c:v>
                </c:pt>
                <c:pt idx="4524">
                  <c:v>21.01</c:v>
                </c:pt>
                <c:pt idx="4525">
                  <c:v>18.629999000000002</c:v>
                </c:pt>
                <c:pt idx="4526">
                  <c:v>17.959999</c:v>
                </c:pt>
                <c:pt idx="4527">
                  <c:v>17.68</c:v>
                </c:pt>
                <c:pt idx="4528">
                  <c:v>17.540001</c:v>
                </c:pt>
                <c:pt idx="4529">
                  <c:v>16.950001</c:v>
                </c:pt>
                <c:pt idx="4530">
                  <c:v>17.329999999999998</c:v>
                </c:pt>
                <c:pt idx="4531">
                  <c:v>17.219999000000001</c:v>
                </c:pt>
                <c:pt idx="4532">
                  <c:v>16.600000000000001</c:v>
                </c:pt>
                <c:pt idx="4533">
                  <c:v>16.91</c:v>
                </c:pt>
                <c:pt idx="4534">
                  <c:v>19.73</c:v>
                </c:pt>
                <c:pt idx="4535">
                  <c:v>19.610001</c:v>
                </c:pt>
                <c:pt idx="4536">
                  <c:v>18.760000000000002</c:v>
                </c:pt>
                <c:pt idx="4537">
                  <c:v>19.399999999999999</c:v>
                </c:pt>
                <c:pt idx="4538">
                  <c:v>18.41</c:v>
                </c:pt>
                <c:pt idx="4539">
                  <c:v>17.620000999999998</c:v>
                </c:pt>
                <c:pt idx="4540">
                  <c:v>20.309999000000001</c:v>
                </c:pt>
                <c:pt idx="4541">
                  <c:v>19.190000999999999</c:v>
                </c:pt>
                <c:pt idx="4542">
                  <c:v>22.790001</c:v>
                </c:pt>
                <c:pt idx="4543">
                  <c:v>23.85</c:v>
                </c:pt>
                <c:pt idx="4544">
                  <c:v>25.59</c:v>
                </c:pt>
                <c:pt idx="4545">
                  <c:v>28.85</c:v>
                </c:pt>
                <c:pt idx="4546">
                  <c:v>29.9</c:v>
                </c:pt>
                <c:pt idx="4547">
                  <c:v>31.16</c:v>
                </c:pt>
                <c:pt idx="4548">
                  <c:v>31.959999</c:v>
                </c:pt>
                <c:pt idx="4549">
                  <c:v>30.49</c:v>
                </c:pt>
                <c:pt idx="4550">
                  <c:v>27.66</c:v>
                </c:pt>
                <c:pt idx="4551">
                  <c:v>24.83</c:v>
                </c:pt>
                <c:pt idx="4552">
                  <c:v>21.96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B1-48E5-A023-296F94D3AC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4182536"/>
        <c:axId val="424182928"/>
      </c:lineChart>
      <c:dateAx>
        <c:axId val="424182536"/>
        <c:scaling>
          <c:orientation val="minMax"/>
        </c:scaling>
        <c:delete val="0"/>
        <c:axPos val="b"/>
        <c:numFmt formatCode="mmm\ yy" sourceLinked="0"/>
        <c:majorTickMark val="out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264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4182928"/>
        <c:crosses val="autoZero"/>
        <c:auto val="1"/>
        <c:lblOffset val="100"/>
        <c:baseTimeUnit val="days"/>
      </c:dateAx>
      <c:valAx>
        <c:axId val="424182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4182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Sheet1!$A$1:$A$1259</c:f>
              <c:numCache>
                <c:formatCode>[$-409]mmm\-yy;@</c:formatCode>
                <c:ptCount val="1259"/>
                <c:pt idx="0">
                  <c:v>42768</c:v>
                </c:pt>
                <c:pt idx="1">
                  <c:v>42769</c:v>
                </c:pt>
                <c:pt idx="2">
                  <c:v>42772</c:v>
                </c:pt>
                <c:pt idx="3">
                  <c:v>42773</c:v>
                </c:pt>
                <c:pt idx="4">
                  <c:v>42774</c:v>
                </c:pt>
                <c:pt idx="5">
                  <c:v>42775</c:v>
                </c:pt>
                <c:pt idx="6">
                  <c:v>42776</c:v>
                </c:pt>
                <c:pt idx="7">
                  <c:v>42779</c:v>
                </c:pt>
                <c:pt idx="8">
                  <c:v>42780</c:v>
                </c:pt>
                <c:pt idx="9">
                  <c:v>42781</c:v>
                </c:pt>
                <c:pt idx="10">
                  <c:v>42782</c:v>
                </c:pt>
                <c:pt idx="11">
                  <c:v>42783</c:v>
                </c:pt>
                <c:pt idx="12">
                  <c:v>42787</c:v>
                </c:pt>
                <c:pt idx="13">
                  <c:v>42788</c:v>
                </c:pt>
                <c:pt idx="14">
                  <c:v>42789</c:v>
                </c:pt>
                <c:pt idx="15">
                  <c:v>42790</c:v>
                </c:pt>
                <c:pt idx="16">
                  <c:v>42793</c:v>
                </c:pt>
                <c:pt idx="17">
                  <c:v>42794</c:v>
                </c:pt>
                <c:pt idx="18">
                  <c:v>42795</c:v>
                </c:pt>
                <c:pt idx="19">
                  <c:v>42796</c:v>
                </c:pt>
                <c:pt idx="20">
                  <c:v>42797</c:v>
                </c:pt>
                <c:pt idx="21">
                  <c:v>42800</c:v>
                </c:pt>
                <c:pt idx="22">
                  <c:v>42801</c:v>
                </c:pt>
                <c:pt idx="23">
                  <c:v>42802</c:v>
                </c:pt>
                <c:pt idx="24">
                  <c:v>42803</c:v>
                </c:pt>
                <c:pt idx="25">
                  <c:v>42804</c:v>
                </c:pt>
                <c:pt idx="26">
                  <c:v>42807</c:v>
                </c:pt>
                <c:pt idx="27">
                  <c:v>42808</c:v>
                </c:pt>
                <c:pt idx="28">
                  <c:v>42809</c:v>
                </c:pt>
                <c:pt idx="29">
                  <c:v>42810</c:v>
                </c:pt>
                <c:pt idx="30">
                  <c:v>42811</c:v>
                </c:pt>
                <c:pt idx="31">
                  <c:v>42814</c:v>
                </c:pt>
                <c:pt idx="32">
                  <c:v>42815</c:v>
                </c:pt>
                <c:pt idx="33">
                  <c:v>42816</c:v>
                </c:pt>
                <c:pt idx="34">
                  <c:v>42817</c:v>
                </c:pt>
                <c:pt idx="35">
                  <c:v>42818</c:v>
                </c:pt>
                <c:pt idx="36">
                  <c:v>42821</c:v>
                </c:pt>
                <c:pt idx="37">
                  <c:v>42822</c:v>
                </c:pt>
                <c:pt idx="38">
                  <c:v>42823</c:v>
                </c:pt>
                <c:pt idx="39">
                  <c:v>42824</c:v>
                </c:pt>
                <c:pt idx="40">
                  <c:v>42825</c:v>
                </c:pt>
                <c:pt idx="41">
                  <c:v>42828</c:v>
                </c:pt>
                <c:pt idx="42">
                  <c:v>42829</c:v>
                </c:pt>
                <c:pt idx="43">
                  <c:v>42830</c:v>
                </c:pt>
                <c:pt idx="44">
                  <c:v>42831</c:v>
                </c:pt>
                <c:pt idx="45">
                  <c:v>42832</c:v>
                </c:pt>
                <c:pt idx="46">
                  <c:v>42835</c:v>
                </c:pt>
                <c:pt idx="47">
                  <c:v>42836</c:v>
                </c:pt>
                <c:pt idx="48">
                  <c:v>42837</c:v>
                </c:pt>
                <c:pt idx="49">
                  <c:v>42838</c:v>
                </c:pt>
                <c:pt idx="50">
                  <c:v>42842</c:v>
                </c:pt>
                <c:pt idx="51">
                  <c:v>42843</c:v>
                </c:pt>
                <c:pt idx="52">
                  <c:v>42844</c:v>
                </c:pt>
                <c:pt idx="53">
                  <c:v>42845</c:v>
                </c:pt>
                <c:pt idx="54">
                  <c:v>42846</c:v>
                </c:pt>
                <c:pt idx="55">
                  <c:v>42849</c:v>
                </c:pt>
                <c:pt idx="56">
                  <c:v>42850</c:v>
                </c:pt>
                <c:pt idx="57">
                  <c:v>42851</c:v>
                </c:pt>
                <c:pt idx="58">
                  <c:v>42852</c:v>
                </c:pt>
                <c:pt idx="59">
                  <c:v>42853</c:v>
                </c:pt>
                <c:pt idx="60">
                  <c:v>42856</c:v>
                </c:pt>
                <c:pt idx="61">
                  <c:v>42857</c:v>
                </c:pt>
                <c:pt idx="62">
                  <c:v>42858</c:v>
                </c:pt>
                <c:pt idx="63">
                  <c:v>42859</c:v>
                </c:pt>
                <c:pt idx="64">
                  <c:v>42860</c:v>
                </c:pt>
                <c:pt idx="65">
                  <c:v>42863</c:v>
                </c:pt>
                <c:pt idx="66">
                  <c:v>42864</c:v>
                </c:pt>
                <c:pt idx="67">
                  <c:v>42865</c:v>
                </c:pt>
                <c:pt idx="68">
                  <c:v>42866</c:v>
                </c:pt>
                <c:pt idx="69">
                  <c:v>42867</c:v>
                </c:pt>
                <c:pt idx="70">
                  <c:v>42870</c:v>
                </c:pt>
                <c:pt idx="71">
                  <c:v>42871</c:v>
                </c:pt>
                <c:pt idx="72">
                  <c:v>42872</c:v>
                </c:pt>
                <c:pt idx="73">
                  <c:v>42873</c:v>
                </c:pt>
                <c:pt idx="74">
                  <c:v>42874</c:v>
                </c:pt>
                <c:pt idx="75">
                  <c:v>42877</c:v>
                </c:pt>
                <c:pt idx="76">
                  <c:v>42878</c:v>
                </c:pt>
                <c:pt idx="77">
                  <c:v>42879</c:v>
                </c:pt>
                <c:pt idx="78">
                  <c:v>42880</c:v>
                </c:pt>
                <c:pt idx="79">
                  <c:v>42881</c:v>
                </c:pt>
                <c:pt idx="80">
                  <c:v>42885</c:v>
                </c:pt>
                <c:pt idx="81">
                  <c:v>42886</c:v>
                </c:pt>
                <c:pt idx="82">
                  <c:v>42887</c:v>
                </c:pt>
                <c:pt idx="83">
                  <c:v>42888</c:v>
                </c:pt>
                <c:pt idx="84">
                  <c:v>42891</c:v>
                </c:pt>
                <c:pt idx="85">
                  <c:v>42892</c:v>
                </c:pt>
                <c:pt idx="86">
                  <c:v>42893</c:v>
                </c:pt>
                <c:pt idx="87">
                  <c:v>42894</c:v>
                </c:pt>
                <c:pt idx="88">
                  <c:v>42895</c:v>
                </c:pt>
                <c:pt idx="89">
                  <c:v>42898</c:v>
                </c:pt>
                <c:pt idx="90">
                  <c:v>42899</c:v>
                </c:pt>
                <c:pt idx="91">
                  <c:v>42900</c:v>
                </c:pt>
                <c:pt idx="92">
                  <c:v>42901</c:v>
                </c:pt>
                <c:pt idx="93">
                  <c:v>42902</c:v>
                </c:pt>
                <c:pt idx="94">
                  <c:v>42905</c:v>
                </c:pt>
                <c:pt idx="95">
                  <c:v>42906</c:v>
                </c:pt>
                <c:pt idx="96">
                  <c:v>42907</c:v>
                </c:pt>
                <c:pt idx="97">
                  <c:v>42908</c:v>
                </c:pt>
                <c:pt idx="98">
                  <c:v>42909</c:v>
                </c:pt>
                <c:pt idx="99">
                  <c:v>42912</c:v>
                </c:pt>
                <c:pt idx="100">
                  <c:v>42913</c:v>
                </c:pt>
                <c:pt idx="101">
                  <c:v>42914</c:v>
                </c:pt>
                <c:pt idx="102">
                  <c:v>42915</c:v>
                </c:pt>
                <c:pt idx="103">
                  <c:v>42916</c:v>
                </c:pt>
                <c:pt idx="104">
                  <c:v>42919</c:v>
                </c:pt>
                <c:pt idx="105">
                  <c:v>42921</c:v>
                </c:pt>
                <c:pt idx="106">
                  <c:v>42922</c:v>
                </c:pt>
                <c:pt idx="107">
                  <c:v>42923</c:v>
                </c:pt>
                <c:pt idx="108">
                  <c:v>42926</c:v>
                </c:pt>
                <c:pt idx="109">
                  <c:v>42927</c:v>
                </c:pt>
                <c:pt idx="110">
                  <c:v>42928</c:v>
                </c:pt>
                <c:pt idx="111">
                  <c:v>42929</c:v>
                </c:pt>
                <c:pt idx="112">
                  <c:v>42930</c:v>
                </c:pt>
                <c:pt idx="113">
                  <c:v>42933</c:v>
                </c:pt>
                <c:pt idx="114">
                  <c:v>42934</c:v>
                </c:pt>
                <c:pt idx="115">
                  <c:v>42935</c:v>
                </c:pt>
                <c:pt idx="116">
                  <c:v>42936</c:v>
                </c:pt>
                <c:pt idx="117">
                  <c:v>42937</c:v>
                </c:pt>
                <c:pt idx="118">
                  <c:v>42940</c:v>
                </c:pt>
                <c:pt idx="119">
                  <c:v>42941</c:v>
                </c:pt>
                <c:pt idx="120">
                  <c:v>42942</c:v>
                </c:pt>
                <c:pt idx="121">
                  <c:v>42943</c:v>
                </c:pt>
                <c:pt idx="122">
                  <c:v>42944</c:v>
                </c:pt>
                <c:pt idx="123">
                  <c:v>42947</c:v>
                </c:pt>
                <c:pt idx="124">
                  <c:v>42948</c:v>
                </c:pt>
                <c:pt idx="125">
                  <c:v>42949</c:v>
                </c:pt>
                <c:pt idx="126">
                  <c:v>42950</c:v>
                </c:pt>
                <c:pt idx="127">
                  <c:v>42951</c:v>
                </c:pt>
                <c:pt idx="128">
                  <c:v>42954</c:v>
                </c:pt>
                <c:pt idx="129">
                  <c:v>42955</c:v>
                </c:pt>
                <c:pt idx="130">
                  <c:v>42956</c:v>
                </c:pt>
                <c:pt idx="131">
                  <c:v>42957</c:v>
                </c:pt>
                <c:pt idx="132">
                  <c:v>42958</c:v>
                </c:pt>
                <c:pt idx="133">
                  <c:v>42961</c:v>
                </c:pt>
                <c:pt idx="134">
                  <c:v>42962</c:v>
                </c:pt>
                <c:pt idx="135">
                  <c:v>42963</c:v>
                </c:pt>
                <c:pt idx="136">
                  <c:v>42964</c:v>
                </c:pt>
                <c:pt idx="137">
                  <c:v>42965</c:v>
                </c:pt>
                <c:pt idx="138">
                  <c:v>42968</c:v>
                </c:pt>
                <c:pt idx="139">
                  <c:v>42969</c:v>
                </c:pt>
                <c:pt idx="140">
                  <c:v>42970</c:v>
                </c:pt>
                <c:pt idx="141">
                  <c:v>42971</c:v>
                </c:pt>
                <c:pt idx="142">
                  <c:v>42972</c:v>
                </c:pt>
                <c:pt idx="143">
                  <c:v>42975</c:v>
                </c:pt>
                <c:pt idx="144">
                  <c:v>42976</c:v>
                </c:pt>
                <c:pt idx="145">
                  <c:v>42977</c:v>
                </c:pt>
                <c:pt idx="146">
                  <c:v>42978</c:v>
                </c:pt>
                <c:pt idx="147">
                  <c:v>42979</c:v>
                </c:pt>
                <c:pt idx="148">
                  <c:v>42983</c:v>
                </c:pt>
                <c:pt idx="149">
                  <c:v>42984</c:v>
                </c:pt>
                <c:pt idx="150">
                  <c:v>42985</c:v>
                </c:pt>
                <c:pt idx="151">
                  <c:v>42986</c:v>
                </c:pt>
                <c:pt idx="152">
                  <c:v>42989</c:v>
                </c:pt>
                <c:pt idx="153">
                  <c:v>42990</c:v>
                </c:pt>
                <c:pt idx="154">
                  <c:v>42991</c:v>
                </c:pt>
                <c:pt idx="155">
                  <c:v>42992</c:v>
                </c:pt>
                <c:pt idx="156">
                  <c:v>42993</c:v>
                </c:pt>
                <c:pt idx="157">
                  <c:v>42996</c:v>
                </c:pt>
                <c:pt idx="158">
                  <c:v>42997</c:v>
                </c:pt>
                <c:pt idx="159">
                  <c:v>42998</c:v>
                </c:pt>
                <c:pt idx="160">
                  <c:v>42999</c:v>
                </c:pt>
                <c:pt idx="161">
                  <c:v>43000</c:v>
                </c:pt>
                <c:pt idx="162">
                  <c:v>43003</c:v>
                </c:pt>
                <c:pt idx="163">
                  <c:v>43004</c:v>
                </c:pt>
                <c:pt idx="164">
                  <c:v>43005</c:v>
                </c:pt>
                <c:pt idx="165">
                  <c:v>43006</c:v>
                </c:pt>
                <c:pt idx="166">
                  <c:v>43007</c:v>
                </c:pt>
                <c:pt idx="167">
                  <c:v>43010</c:v>
                </c:pt>
                <c:pt idx="168">
                  <c:v>43011</c:v>
                </c:pt>
                <c:pt idx="169">
                  <c:v>43012</c:v>
                </c:pt>
                <c:pt idx="170">
                  <c:v>43013</c:v>
                </c:pt>
                <c:pt idx="171">
                  <c:v>43014</c:v>
                </c:pt>
                <c:pt idx="172">
                  <c:v>43017</c:v>
                </c:pt>
                <c:pt idx="173">
                  <c:v>43018</c:v>
                </c:pt>
                <c:pt idx="174">
                  <c:v>43019</c:v>
                </c:pt>
                <c:pt idx="175">
                  <c:v>43020</c:v>
                </c:pt>
                <c:pt idx="176">
                  <c:v>43021</c:v>
                </c:pt>
                <c:pt idx="177">
                  <c:v>43024</c:v>
                </c:pt>
                <c:pt idx="178">
                  <c:v>43025</c:v>
                </c:pt>
                <c:pt idx="179">
                  <c:v>43026</c:v>
                </c:pt>
                <c:pt idx="180">
                  <c:v>43027</c:v>
                </c:pt>
                <c:pt idx="181">
                  <c:v>43028</c:v>
                </c:pt>
                <c:pt idx="182">
                  <c:v>43031</c:v>
                </c:pt>
                <c:pt idx="183">
                  <c:v>43032</c:v>
                </c:pt>
                <c:pt idx="184">
                  <c:v>43033</c:v>
                </c:pt>
                <c:pt idx="185">
                  <c:v>43034</c:v>
                </c:pt>
                <c:pt idx="186">
                  <c:v>43035</c:v>
                </c:pt>
                <c:pt idx="187">
                  <c:v>43038</c:v>
                </c:pt>
                <c:pt idx="188">
                  <c:v>43039</c:v>
                </c:pt>
                <c:pt idx="189">
                  <c:v>43040</c:v>
                </c:pt>
                <c:pt idx="190">
                  <c:v>43041</c:v>
                </c:pt>
                <c:pt idx="191">
                  <c:v>43042</c:v>
                </c:pt>
                <c:pt idx="192">
                  <c:v>43045</c:v>
                </c:pt>
                <c:pt idx="193">
                  <c:v>43046</c:v>
                </c:pt>
                <c:pt idx="194">
                  <c:v>43047</c:v>
                </c:pt>
                <c:pt idx="195">
                  <c:v>43048</c:v>
                </c:pt>
                <c:pt idx="196">
                  <c:v>43049</c:v>
                </c:pt>
                <c:pt idx="197">
                  <c:v>43052</c:v>
                </c:pt>
                <c:pt idx="198">
                  <c:v>43053</c:v>
                </c:pt>
                <c:pt idx="199">
                  <c:v>43054</c:v>
                </c:pt>
                <c:pt idx="200">
                  <c:v>43055</c:v>
                </c:pt>
                <c:pt idx="201">
                  <c:v>43056</c:v>
                </c:pt>
                <c:pt idx="202">
                  <c:v>43059</c:v>
                </c:pt>
                <c:pt idx="203">
                  <c:v>43060</c:v>
                </c:pt>
                <c:pt idx="204">
                  <c:v>43061</c:v>
                </c:pt>
                <c:pt idx="205">
                  <c:v>43063</c:v>
                </c:pt>
                <c:pt idx="206">
                  <c:v>43066</c:v>
                </c:pt>
                <c:pt idx="207">
                  <c:v>43067</c:v>
                </c:pt>
                <c:pt idx="208">
                  <c:v>43068</c:v>
                </c:pt>
                <c:pt idx="209">
                  <c:v>43069</c:v>
                </c:pt>
                <c:pt idx="210">
                  <c:v>43070</c:v>
                </c:pt>
                <c:pt idx="211">
                  <c:v>43073</c:v>
                </c:pt>
                <c:pt idx="212">
                  <c:v>43074</c:v>
                </c:pt>
                <c:pt idx="213">
                  <c:v>43075</c:v>
                </c:pt>
                <c:pt idx="214">
                  <c:v>43076</c:v>
                </c:pt>
                <c:pt idx="215">
                  <c:v>43077</c:v>
                </c:pt>
                <c:pt idx="216">
                  <c:v>43080</c:v>
                </c:pt>
                <c:pt idx="217">
                  <c:v>43081</c:v>
                </c:pt>
                <c:pt idx="218">
                  <c:v>43082</c:v>
                </c:pt>
                <c:pt idx="219">
                  <c:v>43083</c:v>
                </c:pt>
                <c:pt idx="220">
                  <c:v>43084</c:v>
                </c:pt>
                <c:pt idx="221">
                  <c:v>43087</c:v>
                </c:pt>
                <c:pt idx="222">
                  <c:v>43088</c:v>
                </c:pt>
                <c:pt idx="223">
                  <c:v>43089</c:v>
                </c:pt>
                <c:pt idx="224">
                  <c:v>43090</c:v>
                </c:pt>
                <c:pt idx="225">
                  <c:v>43091</c:v>
                </c:pt>
                <c:pt idx="226">
                  <c:v>43095</c:v>
                </c:pt>
                <c:pt idx="227">
                  <c:v>43096</c:v>
                </c:pt>
                <c:pt idx="228">
                  <c:v>43097</c:v>
                </c:pt>
                <c:pt idx="229">
                  <c:v>43098</c:v>
                </c:pt>
                <c:pt idx="230">
                  <c:v>43102</c:v>
                </c:pt>
                <c:pt idx="231">
                  <c:v>43103</c:v>
                </c:pt>
                <c:pt idx="232">
                  <c:v>43104</c:v>
                </c:pt>
                <c:pt idx="233">
                  <c:v>43105</c:v>
                </c:pt>
                <c:pt idx="234">
                  <c:v>43108</c:v>
                </c:pt>
                <c:pt idx="235">
                  <c:v>43109</c:v>
                </c:pt>
                <c:pt idx="236">
                  <c:v>43110</c:v>
                </c:pt>
                <c:pt idx="237">
                  <c:v>43111</c:v>
                </c:pt>
                <c:pt idx="238">
                  <c:v>43112</c:v>
                </c:pt>
                <c:pt idx="239">
                  <c:v>43116</c:v>
                </c:pt>
                <c:pt idx="240">
                  <c:v>43117</c:v>
                </c:pt>
                <c:pt idx="241">
                  <c:v>43118</c:v>
                </c:pt>
                <c:pt idx="242">
                  <c:v>43119</c:v>
                </c:pt>
                <c:pt idx="243">
                  <c:v>43122</c:v>
                </c:pt>
                <c:pt idx="244">
                  <c:v>43123</c:v>
                </c:pt>
                <c:pt idx="245">
                  <c:v>43124</c:v>
                </c:pt>
                <c:pt idx="246">
                  <c:v>43125</c:v>
                </c:pt>
                <c:pt idx="247">
                  <c:v>43126</c:v>
                </c:pt>
                <c:pt idx="248">
                  <c:v>43129</c:v>
                </c:pt>
                <c:pt idx="249">
                  <c:v>43130</c:v>
                </c:pt>
                <c:pt idx="250">
                  <c:v>43131</c:v>
                </c:pt>
                <c:pt idx="251">
                  <c:v>43132</c:v>
                </c:pt>
                <c:pt idx="252">
                  <c:v>43133</c:v>
                </c:pt>
                <c:pt idx="253">
                  <c:v>43136</c:v>
                </c:pt>
                <c:pt idx="254">
                  <c:v>43137</c:v>
                </c:pt>
                <c:pt idx="255">
                  <c:v>43138</c:v>
                </c:pt>
                <c:pt idx="256">
                  <c:v>43139</c:v>
                </c:pt>
                <c:pt idx="257">
                  <c:v>43140</c:v>
                </c:pt>
                <c:pt idx="258">
                  <c:v>43143</c:v>
                </c:pt>
                <c:pt idx="259">
                  <c:v>43144</c:v>
                </c:pt>
                <c:pt idx="260">
                  <c:v>43145</c:v>
                </c:pt>
                <c:pt idx="261">
                  <c:v>43146</c:v>
                </c:pt>
                <c:pt idx="262">
                  <c:v>43147</c:v>
                </c:pt>
                <c:pt idx="263">
                  <c:v>43151</c:v>
                </c:pt>
                <c:pt idx="264">
                  <c:v>43152</c:v>
                </c:pt>
                <c:pt idx="265">
                  <c:v>43153</c:v>
                </c:pt>
                <c:pt idx="266">
                  <c:v>43154</c:v>
                </c:pt>
                <c:pt idx="267">
                  <c:v>43157</c:v>
                </c:pt>
                <c:pt idx="268">
                  <c:v>43158</c:v>
                </c:pt>
                <c:pt idx="269">
                  <c:v>43159</c:v>
                </c:pt>
                <c:pt idx="270">
                  <c:v>43160</c:v>
                </c:pt>
                <c:pt idx="271">
                  <c:v>43161</c:v>
                </c:pt>
                <c:pt idx="272">
                  <c:v>43164</c:v>
                </c:pt>
                <c:pt idx="273">
                  <c:v>43165</c:v>
                </c:pt>
                <c:pt idx="274">
                  <c:v>43166</c:v>
                </c:pt>
                <c:pt idx="275">
                  <c:v>43167</c:v>
                </c:pt>
                <c:pt idx="276">
                  <c:v>43168</c:v>
                </c:pt>
                <c:pt idx="277">
                  <c:v>43171</c:v>
                </c:pt>
                <c:pt idx="278">
                  <c:v>43172</c:v>
                </c:pt>
                <c:pt idx="279">
                  <c:v>43173</c:v>
                </c:pt>
                <c:pt idx="280">
                  <c:v>43174</c:v>
                </c:pt>
                <c:pt idx="281">
                  <c:v>43175</c:v>
                </c:pt>
                <c:pt idx="282">
                  <c:v>43178</c:v>
                </c:pt>
                <c:pt idx="283">
                  <c:v>43179</c:v>
                </c:pt>
                <c:pt idx="284">
                  <c:v>43180</c:v>
                </c:pt>
                <c:pt idx="285">
                  <c:v>43181</c:v>
                </c:pt>
                <c:pt idx="286">
                  <c:v>43182</c:v>
                </c:pt>
                <c:pt idx="287">
                  <c:v>43185</c:v>
                </c:pt>
                <c:pt idx="288">
                  <c:v>43186</c:v>
                </c:pt>
                <c:pt idx="289">
                  <c:v>43187</c:v>
                </c:pt>
                <c:pt idx="290">
                  <c:v>43188</c:v>
                </c:pt>
                <c:pt idx="291">
                  <c:v>43192</c:v>
                </c:pt>
                <c:pt idx="292">
                  <c:v>43193</c:v>
                </c:pt>
                <c:pt idx="293">
                  <c:v>43194</c:v>
                </c:pt>
                <c:pt idx="294">
                  <c:v>43195</c:v>
                </c:pt>
                <c:pt idx="295">
                  <c:v>43196</c:v>
                </c:pt>
                <c:pt idx="296">
                  <c:v>43199</c:v>
                </c:pt>
                <c:pt idx="297">
                  <c:v>43200</c:v>
                </c:pt>
                <c:pt idx="298">
                  <c:v>43201</c:v>
                </c:pt>
                <c:pt idx="299">
                  <c:v>43202</c:v>
                </c:pt>
                <c:pt idx="300">
                  <c:v>43203</c:v>
                </c:pt>
                <c:pt idx="301">
                  <c:v>43206</c:v>
                </c:pt>
                <c:pt idx="302">
                  <c:v>43207</c:v>
                </c:pt>
                <c:pt idx="303">
                  <c:v>43208</c:v>
                </c:pt>
                <c:pt idx="304">
                  <c:v>43209</c:v>
                </c:pt>
                <c:pt idx="305">
                  <c:v>43210</c:v>
                </c:pt>
                <c:pt idx="306">
                  <c:v>43213</c:v>
                </c:pt>
                <c:pt idx="307">
                  <c:v>43214</c:v>
                </c:pt>
                <c:pt idx="308">
                  <c:v>43215</c:v>
                </c:pt>
                <c:pt idx="309">
                  <c:v>43216</c:v>
                </c:pt>
                <c:pt idx="310">
                  <c:v>43217</c:v>
                </c:pt>
                <c:pt idx="311">
                  <c:v>43220</c:v>
                </c:pt>
                <c:pt idx="312">
                  <c:v>43221</c:v>
                </c:pt>
                <c:pt idx="313">
                  <c:v>43222</c:v>
                </c:pt>
                <c:pt idx="314">
                  <c:v>43223</c:v>
                </c:pt>
                <c:pt idx="315">
                  <c:v>43224</c:v>
                </c:pt>
                <c:pt idx="316">
                  <c:v>43227</c:v>
                </c:pt>
                <c:pt idx="317">
                  <c:v>43228</c:v>
                </c:pt>
                <c:pt idx="318">
                  <c:v>43229</c:v>
                </c:pt>
                <c:pt idx="319">
                  <c:v>43230</c:v>
                </c:pt>
                <c:pt idx="320">
                  <c:v>43231</c:v>
                </c:pt>
                <c:pt idx="321">
                  <c:v>43234</c:v>
                </c:pt>
                <c:pt idx="322">
                  <c:v>43235</c:v>
                </c:pt>
                <c:pt idx="323">
                  <c:v>43236</c:v>
                </c:pt>
                <c:pt idx="324">
                  <c:v>43237</c:v>
                </c:pt>
                <c:pt idx="325">
                  <c:v>43238</c:v>
                </c:pt>
                <c:pt idx="326">
                  <c:v>43241</c:v>
                </c:pt>
                <c:pt idx="327">
                  <c:v>43242</c:v>
                </c:pt>
                <c:pt idx="328">
                  <c:v>43243</c:v>
                </c:pt>
                <c:pt idx="329">
                  <c:v>43244</c:v>
                </c:pt>
                <c:pt idx="330">
                  <c:v>43245</c:v>
                </c:pt>
                <c:pt idx="331">
                  <c:v>43249</c:v>
                </c:pt>
                <c:pt idx="332">
                  <c:v>43250</c:v>
                </c:pt>
                <c:pt idx="333">
                  <c:v>43251</c:v>
                </c:pt>
                <c:pt idx="334">
                  <c:v>43252</c:v>
                </c:pt>
                <c:pt idx="335">
                  <c:v>43255</c:v>
                </c:pt>
                <c:pt idx="336">
                  <c:v>43256</c:v>
                </c:pt>
                <c:pt idx="337">
                  <c:v>43257</c:v>
                </c:pt>
                <c:pt idx="338">
                  <c:v>43258</c:v>
                </c:pt>
                <c:pt idx="339">
                  <c:v>43259</c:v>
                </c:pt>
                <c:pt idx="340">
                  <c:v>43262</c:v>
                </c:pt>
                <c:pt idx="341">
                  <c:v>43263</c:v>
                </c:pt>
                <c:pt idx="342">
                  <c:v>43264</c:v>
                </c:pt>
                <c:pt idx="343">
                  <c:v>43265</c:v>
                </c:pt>
                <c:pt idx="344">
                  <c:v>43266</c:v>
                </c:pt>
                <c:pt idx="345">
                  <c:v>43269</c:v>
                </c:pt>
                <c:pt idx="346">
                  <c:v>43270</c:v>
                </c:pt>
                <c:pt idx="347">
                  <c:v>43271</c:v>
                </c:pt>
                <c:pt idx="348">
                  <c:v>43272</c:v>
                </c:pt>
                <c:pt idx="349">
                  <c:v>43273</c:v>
                </c:pt>
                <c:pt idx="350">
                  <c:v>43276</c:v>
                </c:pt>
                <c:pt idx="351">
                  <c:v>43277</c:v>
                </c:pt>
                <c:pt idx="352">
                  <c:v>43278</c:v>
                </c:pt>
                <c:pt idx="353">
                  <c:v>43279</c:v>
                </c:pt>
                <c:pt idx="354">
                  <c:v>43280</c:v>
                </c:pt>
                <c:pt idx="355">
                  <c:v>43283</c:v>
                </c:pt>
                <c:pt idx="356">
                  <c:v>43284</c:v>
                </c:pt>
                <c:pt idx="357">
                  <c:v>43286</c:v>
                </c:pt>
                <c:pt idx="358">
                  <c:v>43287</c:v>
                </c:pt>
                <c:pt idx="359">
                  <c:v>43290</c:v>
                </c:pt>
                <c:pt idx="360">
                  <c:v>43291</c:v>
                </c:pt>
                <c:pt idx="361">
                  <c:v>43292</c:v>
                </c:pt>
                <c:pt idx="362">
                  <c:v>43293</c:v>
                </c:pt>
                <c:pt idx="363">
                  <c:v>43294</c:v>
                </c:pt>
                <c:pt idx="364">
                  <c:v>43297</c:v>
                </c:pt>
                <c:pt idx="365">
                  <c:v>43298</c:v>
                </c:pt>
                <c:pt idx="366">
                  <c:v>43299</c:v>
                </c:pt>
                <c:pt idx="367">
                  <c:v>43300</c:v>
                </c:pt>
                <c:pt idx="368">
                  <c:v>43301</c:v>
                </c:pt>
                <c:pt idx="369">
                  <c:v>43304</c:v>
                </c:pt>
                <c:pt idx="370">
                  <c:v>43305</c:v>
                </c:pt>
                <c:pt idx="371">
                  <c:v>43306</c:v>
                </c:pt>
                <c:pt idx="372">
                  <c:v>43307</c:v>
                </c:pt>
                <c:pt idx="373">
                  <c:v>43308</c:v>
                </c:pt>
                <c:pt idx="374">
                  <c:v>43311</c:v>
                </c:pt>
                <c:pt idx="375">
                  <c:v>43312</c:v>
                </c:pt>
                <c:pt idx="376">
                  <c:v>43313</c:v>
                </c:pt>
                <c:pt idx="377">
                  <c:v>43314</c:v>
                </c:pt>
                <c:pt idx="378">
                  <c:v>43315</c:v>
                </c:pt>
                <c:pt idx="379">
                  <c:v>43318</c:v>
                </c:pt>
                <c:pt idx="380">
                  <c:v>43319</c:v>
                </c:pt>
                <c:pt idx="381">
                  <c:v>43320</c:v>
                </c:pt>
                <c:pt idx="382">
                  <c:v>43321</c:v>
                </c:pt>
                <c:pt idx="383">
                  <c:v>43322</c:v>
                </c:pt>
                <c:pt idx="384">
                  <c:v>43325</c:v>
                </c:pt>
                <c:pt idx="385">
                  <c:v>43326</c:v>
                </c:pt>
                <c:pt idx="386">
                  <c:v>43327</c:v>
                </c:pt>
                <c:pt idx="387">
                  <c:v>43328</c:v>
                </c:pt>
                <c:pt idx="388">
                  <c:v>43329</c:v>
                </c:pt>
                <c:pt idx="389">
                  <c:v>43332</c:v>
                </c:pt>
                <c:pt idx="390">
                  <c:v>43333</c:v>
                </c:pt>
                <c:pt idx="391">
                  <c:v>43334</c:v>
                </c:pt>
                <c:pt idx="392">
                  <c:v>43335</c:v>
                </c:pt>
                <c:pt idx="393">
                  <c:v>43336</c:v>
                </c:pt>
                <c:pt idx="394">
                  <c:v>43339</c:v>
                </c:pt>
                <c:pt idx="395">
                  <c:v>43340</c:v>
                </c:pt>
                <c:pt idx="396">
                  <c:v>43341</c:v>
                </c:pt>
                <c:pt idx="397">
                  <c:v>43342</c:v>
                </c:pt>
                <c:pt idx="398">
                  <c:v>43343</c:v>
                </c:pt>
                <c:pt idx="399">
                  <c:v>43347</c:v>
                </c:pt>
                <c:pt idx="400">
                  <c:v>43348</c:v>
                </c:pt>
                <c:pt idx="401">
                  <c:v>43349</c:v>
                </c:pt>
                <c:pt idx="402">
                  <c:v>43350</c:v>
                </c:pt>
                <c:pt idx="403">
                  <c:v>43353</c:v>
                </c:pt>
                <c:pt idx="404">
                  <c:v>43354</c:v>
                </c:pt>
                <c:pt idx="405">
                  <c:v>43355</c:v>
                </c:pt>
                <c:pt idx="406">
                  <c:v>43356</c:v>
                </c:pt>
                <c:pt idx="407">
                  <c:v>43357</c:v>
                </c:pt>
                <c:pt idx="408">
                  <c:v>43360</c:v>
                </c:pt>
                <c:pt idx="409">
                  <c:v>43361</c:v>
                </c:pt>
                <c:pt idx="410">
                  <c:v>43362</c:v>
                </c:pt>
                <c:pt idx="411">
                  <c:v>43363</c:v>
                </c:pt>
                <c:pt idx="412">
                  <c:v>43364</c:v>
                </c:pt>
                <c:pt idx="413">
                  <c:v>43367</c:v>
                </c:pt>
                <c:pt idx="414">
                  <c:v>43368</c:v>
                </c:pt>
                <c:pt idx="415">
                  <c:v>43369</c:v>
                </c:pt>
                <c:pt idx="416">
                  <c:v>43370</c:v>
                </c:pt>
                <c:pt idx="417">
                  <c:v>43371</c:v>
                </c:pt>
                <c:pt idx="418">
                  <c:v>43374</c:v>
                </c:pt>
                <c:pt idx="419">
                  <c:v>43375</c:v>
                </c:pt>
                <c:pt idx="420">
                  <c:v>43376</c:v>
                </c:pt>
                <c:pt idx="421">
                  <c:v>43377</c:v>
                </c:pt>
                <c:pt idx="422">
                  <c:v>43378</c:v>
                </c:pt>
                <c:pt idx="423">
                  <c:v>43381</c:v>
                </c:pt>
                <c:pt idx="424">
                  <c:v>43382</c:v>
                </c:pt>
                <c:pt idx="425">
                  <c:v>43383</c:v>
                </c:pt>
                <c:pt idx="426">
                  <c:v>43384</c:v>
                </c:pt>
                <c:pt idx="427">
                  <c:v>43385</c:v>
                </c:pt>
                <c:pt idx="428">
                  <c:v>43388</c:v>
                </c:pt>
                <c:pt idx="429">
                  <c:v>43389</c:v>
                </c:pt>
                <c:pt idx="430">
                  <c:v>43390</c:v>
                </c:pt>
                <c:pt idx="431">
                  <c:v>43391</c:v>
                </c:pt>
                <c:pt idx="432">
                  <c:v>43392</c:v>
                </c:pt>
                <c:pt idx="433">
                  <c:v>43395</c:v>
                </c:pt>
                <c:pt idx="434">
                  <c:v>43396</c:v>
                </c:pt>
                <c:pt idx="435">
                  <c:v>43397</c:v>
                </c:pt>
                <c:pt idx="436">
                  <c:v>43398</c:v>
                </c:pt>
                <c:pt idx="437">
                  <c:v>43399</c:v>
                </c:pt>
                <c:pt idx="438">
                  <c:v>43402</c:v>
                </c:pt>
                <c:pt idx="439">
                  <c:v>43403</c:v>
                </c:pt>
                <c:pt idx="440">
                  <c:v>43404</c:v>
                </c:pt>
                <c:pt idx="441">
                  <c:v>43405</c:v>
                </c:pt>
                <c:pt idx="442">
                  <c:v>43406</c:v>
                </c:pt>
                <c:pt idx="443">
                  <c:v>43409</c:v>
                </c:pt>
                <c:pt idx="444">
                  <c:v>43410</c:v>
                </c:pt>
                <c:pt idx="445">
                  <c:v>43411</c:v>
                </c:pt>
                <c:pt idx="446">
                  <c:v>43412</c:v>
                </c:pt>
                <c:pt idx="447">
                  <c:v>43413</c:v>
                </c:pt>
                <c:pt idx="448">
                  <c:v>43416</c:v>
                </c:pt>
                <c:pt idx="449">
                  <c:v>43417</c:v>
                </c:pt>
                <c:pt idx="450">
                  <c:v>43418</c:v>
                </c:pt>
                <c:pt idx="451">
                  <c:v>43419</c:v>
                </c:pt>
                <c:pt idx="452">
                  <c:v>43420</c:v>
                </c:pt>
                <c:pt idx="453">
                  <c:v>43423</c:v>
                </c:pt>
                <c:pt idx="454">
                  <c:v>43424</c:v>
                </c:pt>
                <c:pt idx="455">
                  <c:v>43425</c:v>
                </c:pt>
                <c:pt idx="456">
                  <c:v>43427</c:v>
                </c:pt>
                <c:pt idx="457">
                  <c:v>43430</c:v>
                </c:pt>
                <c:pt idx="458">
                  <c:v>43431</c:v>
                </c:pt>
                <c:pt idx="459">
                  <c:v>43432</c:v>
                </c:pt>
                <c:pt idx="460">
                  <c:v>43433</c:v>
                </c:pt>
                <c:pt idx="461">
                  <c:v>43434</c:v>
                </c:pt>
                <c:pt idx="462">
                  <c:v>43437</c:v>
                </c:pt>
                <c:pt idx="463">
                  <c:v>43438</c:v>
                </c:pt>
                <c:pt idx="464">
                  <c:v>43440</c:v>
                </c:pt>
                <c:pt idx="465">
                  <c:v>43441</c:v>
                </c:pt>
                <c:pt idx="466">
                  <c:v>43444</c:v>
                </c:pt>
                <c:pt idx="467">
                  <c:v>43445</c:v>
                </c:pt>
                <c:pt idx="468">
                  <c:v>43446</c:v>
                </c:pt>
                <c:pt idx="469">
                  <c:v>43447</c:v>
                </c:pt>
                <c:pt idx="470">
                  <c:v>43448</c:v>
                </c:pt>
                <c:pt idx="471">
                  <c:v>43451</c:v>
                </c:pt>
                <c:pt idx="472">
                  <c:v>43452</c:v>
                </c:pt>
                <c:pt idx="473">
                  <c:v>43453</c:v>
                </c:pt>
                <c:pt idx="474">
                  <c:v>43454</c:v>
                </c:pt>
                <c:pt idx="475">
                  <c:v>43455</c:v>
                </c:pt>
                <c:pt idx="476">
                  <c:v>43458</c:v>
                </c:pt>
                <c:pt idx="477">
                  <c:v>43460</c:v>
                </c:pt>
                <c:pt idx="478">
                  <c:v>43461</c:v>
                </c:pt>
                <c:pt idx="479">
                  <c:v>43462</c:v>
                </c:pt>
                <c:pt idx="480">
                  <c:v>43465</c:v>
                </c:pt>
                <c:pt idx="481">
                  <c:v>43467</c:v>
                </c:pt>
                <c:pt idx="482">
                  <c:v>43468</c:v>
                </c:pt>
                <c:pt idx="483">
                  <c:v>43469</c:v>
                </c:pt>
                <c:pt idx="484">
                  <c:v>43472</c:v>
                </c:pt>
                <c:pt idx="485">
                  <c:v>43473</c:v>
                </c:pt>
                <c:pt idx="486">
                  <c:v>43474</c:v>
                </c:pt>
                <c:pt idx="487">
                  <c:v>43475</c:v>
                </c:pt>
                <c:pt idx="488">
                  <c:v>43476</c:v>
                </c:pt>
                <c:pt idx="489">
                  <c:v>43479</c:v>
                </c:pt>
                <c:pt idx="490">
                  <c:v>43480</c:v>
                </c:pt>
                <c:pt idx="491">
                  <c:v>43481</c:v>
                </c:pt>
                <c:pt idx="492">
                  <c:v>43482</c:v>
                </c:pt>
                <c:pt idx="493">
                  <c:v>43483</c:v>
                </c:pt>
                <c:pt idx="494">
                  <c:v>43487</c:v>
                </c:pt>
                <c:pt idx="495">
                  <c:v>43488</c:v>
                </c:pt>
                <c:pt idx="496">
                  <c:v>43489</c:v>
                </c:pt>
                <c:pt idx="497">
                  <c:v>43490</c:v>
                </c:pt>
                <c:pt idx="498">
                  <c:v>43493</c:v>
                </c:pt>
                <c:pt idx="499">
                  <c:v>43494</c:v>
                </c:pt>
                <c:pt idx="500">
                  <c:v>43495</c:v>
                </c:pt>
                <c:pt idx="501">
                  <c:v>43496</c:v>
                </c:pt>
                <c:pt idx="502">
                  <c:v>43497</c:v>
                </c:pt>
                <c:pt idx="503">
                  <c:v>43500</c:v>
                </c:pt>
                <c:pt idx="504">
                  <c:v>43501</c:v>
                </c:pt>
                <c:pt idx="505">
                  <c:v>43502</c:v>
                </c:pt>
                <c:pt idx="506">
                  <c:v>43503</c:v>
                </c:pt>
                <c:pt idx="507">
                  <c:v>43504</c:v>
                </c:pt>
                <c:pt idx="508">
                  <c:v>43507</c:v>
                </c:pt>
                <c:pt idx="509">
                  <c:v>43508</c:v>
                </c:pt>
                <c:pt idx="510">
                  <c:v>43509</c:v>
                </c:pt>
                <c:pt idx="511">
                  <c:v>43510</c:v>
                </c:pt>
                <c:pt idx="512">
                  <c:v>43511</c:v>
                </c:pt>
                <c:pt idx="513">
                  <c:v>43515</c:v>
                </c:pt>
                <c:pt idx="514">
                  <c:v>43516</c:v>
                </c:pt>
                <c:pt idx="515">
                  <c:v>43517</c:v>
                </c:pt>
                <c:pt idx="516">
                  <c:v>43518</c:v>
                </c:pt>
                <c:pt idx="517">
                  <c:v>43521</c:v>
                </c:pt>
                <c:pt idx="518">
                  <c:v>43522</c:v>
                </c:pt>
                <c:pt idx="519">
                  <c:v>43523</c:v>
                </c:pt>
                <c:pt idx="520">
                  <c:v>43524</c:v>
                </c:pt>
                <c:pt idx="521">
                  <c:v>43525</c:v>
                </c:pt>
                <c:pt idx="522">
                  <c:v>43528</c:v>
                </c:pt>
                <c:pt idx="523">
                  <c:v>43529</c:v>
                </c:pt>
                <c:pt idx="524">
                  <c:v>43530</c:v>
                </c:pt>
                <c:pt idx="525">
                  <c:v>43531</c:v>
                </c:pt>
                <c:pt idx="526">
                  <c:v>43532</c:v>
                </c:pt>
                <c:pt idx="527">
                  <c:v>43535</c:v>
                </c:pt>
                <c:pt idx="528">
                  <c:v>43536</c:v>
                </c:pt>
                <c:pt idx="529">
                  <c:v>43537</c:v>
                </c:pt>
                <c:pt idx="530">
                  <c:v>43538</c:v>
                </c:pt>
                <c:pt idx="531">
                  <c:v>43539</c:v>
                </c:pt>
                <c:pt idx="532">
                  <c:v>43542</c:v>
                </c:pt>
                <c:pt idx="533">
                  <c:v>43543</c:v>
                </c:pt>
                <c:pt idx="534">
                  <c:v>43544</c:v>
                </c:pt>
                <c:pt idx="535">
                  <c:v>43545</c:v>
                </c:pt>
                <c:pt idx="536">
                  <c:v>43546</c:v>
                </c:pt>
                <c:pt idx="537">
                  <c:v>43549</c:v>
                </c:pt>
                <c:pt idx="538">
                  <c:v>43550</c:v>
                </c:pt>
                <c:pt idx="539">
                  <c:v>43551</c:v>
                </c:pt>
                <c:pt idx="540">
                  <c:v>43552</c:v>
                </c:pt>
                <c:pt idx="541">
                  <c:v>43553</c:v>
                </c:pt>
                <c:pt idx="542">
                  <c:v>43556</c:v>
                </c:pt>
                <c:pt idx="543">
                  <c:v>43557</c:v>
                </c:pt>
                <c:pt idx="544">
                  <c:v>43558</c:v>
                </c:pt>
                <c:pt idx="545">
                  <c:v>43559</c:v>
                </c:pt>
                <c:pt idx="546">
                  <c:v>43560</c:v>
                </c:pt>
                <c:pt idx="547">
                  <c:v>43563</c:v>
                </c:pt>
                <c:pt idx="548">
                  <c:v>43564</c:v>
                </c:pt>
                <c:pt idx="549">
                  <c:v>43565</c:v>
                </c:pt>
                <c:pt idx="550">
                  <c:v>43566</c:v>
                </c:pt>
                <c:pt idx="551">
                  <c:v>43567</c:v>
                </c:pt>
                <c:pt idx="552">
                  <c:v>43570</c:v>
                </c:pt>
                <c:pt idx="553">
                  <c:v>43571</c:v>
                </c:pt>
                <c:pt idx="554">
                  <c:v>43572</c:v>
                </c:pt>
                <c:pt idx="555">
                  <c:v>43573</c:v>
                </c:pt>
                <c:pt idx="556">
                  <c:v>43577</c:v>
                </c:pt>
                <c:pt idx="557">
                  <c:v>43578</c:v>
                </c:pt>
                <c:pt idx="558">
                  <c:v>43579</c:v>
                </c:pt>
                <c:pt idx="559">
                  <c:v>43580</c:v>
                </c:pt>
                <c:pt idx="560">
                  <c:v>43581</c:v>
                </c:pt>
                <c:pt idx="561">
                  <c:v>43584</c:v>
                </c:pt>
                <c:pt idx="562">
                  <c:v>43585</c:v>
                </c:pt>
                <c:pt idx="563">
                  <c:v>43586</c:v>
                </c:pt>
                <c:pt idx="564">
                  <c:v>43587</c:v>
                </c:pt>
                <c:pt idx="565">
                  <c:v>43588</c:v>
                </c:pt>
                <c:pt idx="566">
                  <c:v>43591</c:v>
                </c:pt>
                <c:pt idx="567">
                  <c:v>43592</c:v>
                </c:pt>
                <c:pt idx="568">
                  <c:v>43593</c:v>
                </c:pt>
                <c:pt idx="569">
                  <c:v>43594</c:v>
                </c:pt>
                <c:pt idx="570">
                  <c:v>43595</c:v>
                </c:pt>
                <c:pt idx="571">
                  <c:v>43598</c:v>
                </c:pt>
                <c:pt idx="572">
                  <c:v>43599</c:v>
                </c:pt>
                <c:pt idx="573">
                  <c:v>43600</c:v>
                </c:pt>
                <c:pt idx="574">
                  <c:v>43601</c:v>
                </c:pt>
                <c:pt idx="575">
                  <c:v>43602</c:v>
                </c:pt>
                <c:pt idx="576">
                  <c:v>43605</c:v>
                </c:pt>
                <c:pt idx="577">
                  <c:v>43606</c:v>
                </c:pt>
                <c:pt idx="578">
                  <c:v>43607</c:v>
                </c:pt>
                <c:pt idx="579">
                  <c:v>43608</c:v>
                </c:pt>
                <c:pt idx="580">
                  <c:v>43609</c:v>
                </c:pt>
                <c:pt idx="581">
                  <c:v>43613</c:v>
                </c:pt>
                <c:pt idx="582">
                  <c:v>43614</c:v>
                </c:pt>
                <c:pt idx="583">
                  <c:v>43615</c:v>
                </c:pt>
                <c:pt idx="584">
                  <c:v>43616</c:v>
                </c:pt>
                <c:pt idx="585">
                  <c:v>43619</c:v>
                </c:pt>
                <c:pt idx="586">
                  <c:v>43620</c:v>
                </c:pt>
                <c:pt idx="587">
                  <c:v>43621</c:v>
                </c:pt>
                <c:pt idx="588">
                  <c:v>43622</c:v>
                </c:pt>
                <c:pt idx="589">
                  <c:v>43623</c:v>
                </c:pt>
                <c:pt idx="590">
                  <c:v>43626</c:v>
                </c:pt>
                <c:pt idx="591">
                  <c:v>43627</c:v>
                </c:pt>
                <c:pt idx="592">
                  <c:v>43628</c:v>
                </c:pt>
                <c:pt idx="593">
                  <c:v>43629</c:v>
                </c:pt>
                <c:pt idx="594">
                  <c:v>43630</c:v>
                </c:pt>
                <c:pt idx="595">
                  <c:v>43633</c:v>
                </c:pt>
                <c:pt idx="596">
                  <c:v>43634</c:v>
                </c:pt>
                <c:pt idx="597">
                  <c:v>43635</c:v>
                </c:pt>
                <c:pt idx="598">
                  <c:v>43636</c:v>
                </c:pt>
                <c:pt idx="599">
                  <c:v>43637</c:v>
                </c:pt>
                <c:pt idx="600">
                  <c:v>43640</c:v>
                </c:pt>
                <c:pt idx="601">
                  <c:v>43641</c:v>
                </c:pt>
                <c:pt idx="602">
                  <c:v>43642</c:v>
                </c:pt>
                <c:pt idx="603">
                  <c:v>43643</c:v>
                </c:pt>
                <c:pt idx="604">
                  <c:v>43644</c:v>
                </c:pt>
                <c:pt idx="605">
                  <c:v>43647</c:v>
                </c:pt>
                <c:pt idx="606">
                  <c:v>43648</c:v>
                </c:pt>
                <c:pt idx="607">
                  <c:v>43649</c:v>
                </c:pt>
                <c:pt idx="608">
                  <c:v>43651</c:v>
                </c:pt>
                <c:pt idx="609">
                  <c:v>43654</c:v>
                </c:pt>
                <c:pt idx="610">
                  <c:v>43655</c:v>
                </c:pt>
                <c:pt idx="611">
                  <c:v>43656</c:v>
                </c:pt>
                <c:pt idx="612">
                  <c:v>43657</c:v>
                </c:pt>
                <c:pt idx="613">
                  <c:v>43658</c:v>
                </c:pt>
                <c:pt idx="614">
                  <c:v>43661</c:v>
                </c:pt>
                <c:pt idx="615">
                  <c:v>43662</c:v>
                </c:pt>
                <c:pt idx="616">
                  <c:v>43663</c:v>
                </c:pt>
                <c:pt idx="617">
                  <c:v>43664</c:v>
                </c:pt>
                <c:pt idx="618">
                  <c:v>43665</c:v>
                </c:pt>
                <c:pt idx="619">
                  <c:v>43668</c:v>
                </c:pt>
                <c:pt idx="620">
                  <c:v>43669</c:v>
                </c:pt>
                <c:pt idx="621">
                  <c:v>43670</c:v>
                </c:pt>
                <c:pt idx="622">
                  <c:v>43671</c:v>
                </c:pt>
                <c:pt idx="623">
                  <c:v>43672</c:v>
                </c:pt>
                <c:pt idx="624">
                  <c:v>43675</c:v>
                </c:pt>
                <c:pt idx="625">
                  <c:v>43676</c:v>
                </c:pt>
                <c:pt idx="626">
                  <c:v>43677</c:v>
                </c:pt>
                <c:pt idx="627">
                  <c:v>43678</c:v>
                </c:pt>
                <c:pt idx="628">
                  <c:v>43679</c:v>
                </c:pt>
                <c:pt idx="629">
                  <c:v>43682</c:v>
                </c:pt>
                <c:pt idx="630">
                  <c:v>43683</c:v>
                </c:pt>
                <c:pt idx="631">
                  <c:v>43684</c:v>
                </c:pt>
                <c:pt idx="632">
                  <c:v>43685</c:v>
                </c:pt>
                <c:pt idx="633">
                  <c:v>43686</c:v>
                </c:pt>
                <c:pt idx="634">
                  <c:v>43689</c:v>
                </c:pt>
                <c:pt idx="635">
                  <c:v>43690</c:v>
                </c:pt>
                <c:pt idx="636">
                  <c:v>43691</c:v>
                </c:pt>
                <c:pt idx="637">
                  <c:v>43692</c:v>
                </c:pt>
                <c:pt idx="638">
                  <c:v>43693</c:v>
                </c:pt>
                <c:pt idx="639">
                  <c:v>43696</c:v>
                </c:pt>
                <c:pt idx="640">
                  <c:v>43697</c:v>
                </c:pt>
                <c:pt idx="641">
                  <c:v>43698</c:v>
                </c:pt>
                <c:pt idx="642">
                  <c:v>43699</c:v>
                </c:pt>
                <c:pt idx="643">
                  <c:v>43700</c:v>
                </c:pt>
                <c:pt idx="644">
                  <c:v>43703</c:v>
                </c:pt>
                <c:pt idx="645">
                  <c:v>43704</c:v>
                </c:pt>
                <c:pt idx="646">
                  <c:v>43705</c:v>
                </c:pt>
                <c:pt idx="647">
                  <c:v>43706</c:v>
                </c:pt>
                <c:pt idx="648">
                  <c:v>43707</c:v>
                </c:pt>
                <c:pt idx="649">
                  <c:v>43711</c:v>
                </c:pt>
                <c:pt idx="650">
                  <c:v>43712</c:v>
                </c:pt>
                <c:pt idx="651">
                  <c:v>43713</c:v>
                </c:pt>
                <c:pt idx="652">
                  <c:v>43714</c:v>
                </c:pt>
                <c:pt idx="653">
                  <c:v>43717</c:v>
                </c:pt>
                <c:pt idx="654">
                  <c:v>43718</c:v>
                </c:pt>
                <c:pt idx="655">
                  <c:v>43719</c:v>
                </c:pt>
                <c:pt idx="656">
                  <c:v>43720</c:v>
                </c:pt>
                <c:pt idx="657">
                  <c:v>43721</c:v>
                </c:pt>
                <c:pt idx="658">
                  <c:v>43724</c:v>
                </c:pt>
                <c:pt idx="659">
                  <c:v>43725</c:v>
                </c:pt>
                <c:pt idx="660">
                  <c:v>43726</c:v>
                </c:pt>
                <c:pt idx="661">
                  <c:v>43727</c:v>
                </c:pt>
                <c:pt idx="662">
                  <c:v>43728</c:v>
                </c:pt>
                <c:pt idx="663">
                  <c:v>43731</c:v>
                </c:pt>
                <c:pt idx="664">
                  <c:v>43732</c:v>
                </c:pt>
                <c:pt idx="665">
                  <c:v>43733</c:v>
                </c:pt>
                <c:pt idx="666">
                  <c:v>43734</c:v>
                </c:pt>
                <c:pt idx="667">
                  <c:v>43735</c:v>
                </c:pt>
                <c:pt idx="668">
                  <c:v>43738</c:v>
                </c:pt>
                <c:pt idx="669">
                  <c:v>43739</c:v>
                </c:pt>
                <c:pt idx="670">
                  <c:v>43740</c:v>
                </c:pt>
                <c:pt idx="671">
                  <c:v>43741</c:v>
                </c:pt>
                <c:pt idx="672">
                  <c:v>43742</c:v>
                </c:pt>
                <c:pt idx="673">
                  <c:v>43745</c:v>
                </c:pt>
                <c:pt idx="674">
                  <c:v>43746</c:v>
                </c:pt>
                <c:pt idx="675">
                  <c:v>43747</c:v>
                </c:pt>
                <c:pt idx="676">
                  <c:v>43748</c:v>
                </c:pt>
                <c:pt idx="677">
                  <c:v>43749</c:v>
                </c:pt>
                <c:pt idx="678">
                  <c:v>43752</c:v>
                </c:pt>
                <c:pt idx="679">
                  <c:v>43753</c:v>
                </c:pt>
                <c:pt idx="680">
                  <c:v>43754</c:v>
                </c:pt>
                <c:pt idx="681">
                  <c:v>43755</c:v>
                </c:pt>
                <c:pt idx="682">
                  <c:v>43756</c:v>
                </c:pt>
                <c:pt idx="683">
                  <c:v>43759</c:v>
                </c:pt>
                <c:pt idx="684">
                  <c:v>43760</c:v>
                </c:pt>
                <c:pt idx="685">
                  <c:v>43761</c:v>
                </c:pt>
                <c:pt idx="686">
                  <c:v>43762</c:v>
                </c:pt>
                <c:pt idx="687">
                  <c:v>43763</c:v>
                </c:pt>
                <c:pt idx="688">
                  <c:v>43766</c:v>
                </c:pt>
                <c:pt idx="689">
                  <c:v>43767</c:v>
                </c:pt>
                <c:pt idx="690">
                  <c:v>43768</c:v>
                </c:pt>
                <c:pt idx="691">
                  <c:v>43769</c:v>
                </c:pt>
                <c:pt idx="692">
                  <c:v>43770</c:v>
                </c:pt>
                <c:pt idx="693">
                  <c:v>43773</c:v>
                </c:pt>
                <c:pt idx="694">
                  <c:v>43774</c:v>
                </c:pt>
                <c:pt idx="695">
                  <c:v>43775</c:v>
                </c:pt>
                <c:pt idx="696">
                  <c:v>43776</c:v>
                </c:pt>
                <c:pt idx="697">
                  <c:v>43777</c:v>
                </c:pt>
                <c:pt idx="698">
                  <c:v>43780</c:v>
                </c:pt>
                <c:pt idx="699">
                  <c:v>43781</c:v>
                </c:pt>
                <c:pt idx="700">
                  <c:v>43782</c:v>
                </c:pt>
                <c:pt idx="701">
                  <c:v>43783</c:v>
                </c:pt>
                <c:pt idx="702">
                  <c:v>43784</c:v>
                </c:pt>
                <c:pt idx="703">
                  <c:v>43787</c:v>
                </c:pt>
                <c:pt idx="704">
                  <c:v>43788</c:v>
                </c:pt>
                <c:pt idx="705">
                  <c:v>43789</c:v>
                </c:pt>
                <c:pt idx="706">
                  <c:v>43790</c:v>
                </c:pt>
                <c:pt idx="707">
                  <c:v>43791</c:v>
                </c:pt>
                <c:pt idx="708">
                  <c:v>43794</c:v>
                </c:pt>
                <c:pt idx="709">
                  <c:v>43795</c:v>
                </c:pt>
                <c:pt idx="710">
                  <c:v>43796</c:v>
                </c:pt>
                <c:pt idx="711">
                  <c:v>43798</c:v>
                </c:pt>
                <c:pt idx="712">
                  <c:v>43801</c:v>
                </c:pt>
                <c:pt idx="713">
                  <c:v>43802</c:v>
                </c:pt>
                <c:pt idx="714">
                  <c:v>43803</c:v>
                </c:pt>
                <c:pt idx="715">
                  <c:v>43804</c:v>
                </c:pt>
                <c:pt idx="716">
                  <c:v>43805</c:v>
                </c:pt>
                <c:pt idx="717">
                  <c:v>43808</c:v>
                </c:pt>
                <c:pt idx="718">
                  <c:v>43809</c:v>
                </c:pt>
                <c:pt idx="719">
                  <c:v>43810</c:v>
                </c:pt>
                <c:pt idx="720">
                  <c:v>43811</c:v>
                </c:pt>
                <c:pt idx="721">
                  <c:v>43812</c:v>
                </c:pt>
                <c:pt idx="722">
                  <c:v>43815</c:v>
                </c:pt>
                <c:pt idx="723">
                  <c:v>43816</c:v>
                </c:pt>
                <c:pt idx="724">
                  <c:v>43817</c:v>
                </c:pt>
                <c:pt idx="725">
                  <c:v>43818</c:v>
                </c:pt>
                <c:pt idx="726">
                  <c:v>43819</c:v>
                </c:pt>
                <c:pt idx="727">
                  <c:v>43822</c:v>
                </c:pt>
                <c:pt idx="728">
                  <c:v>43823</c:v>
                </c:pt>
                <c:pt idx="729">
                  <c:v>43825</c:v>
                </c:pt>
                <c:pt idx="730">
                  <c:v>43826</c:v>
                </c:pt>
                <c:pt idx="731">
                  <c:v>43829</c:v>
                </c:pt>
                <c:pt idx="732">
                  <c:v>43830</c:v>
                </c:pt>
                <c:pt idx="733">
                  <c:v>43832</c:v>
                </c:pt>
                <c:pt idx="734">
                  <c:v>43833</c:v>
                </c:pt>
                <c:pt idx="735">
                  <c:v>43836</c:v>
                </c:pt>
                <c:pt idx="736">
                  <c:v>43837</c:v>
                </c:pt>
                <c:pt idx="737">
                  <c:v>43838</c:v>
                </c:pt>
                <c:pt idx="738">
                  <c:v>43839</c:v>
                </c:pt>
                <c:pt idx="739">
                  <c:v>43840</c:v>
                </c:pt>
                <c:pt idx="740">
                  <c:v>43843</c:v>
                </c:pt>
                <c:pt idx="741">
                  <c:v>43844</c:v>
                </c:pt>
                <c:pt idx="742">
                  <c:v>43845</c:v>
                </c:pt>
                <c:pt idx="743">
                  <c:v>43846</c:v>
                </c:pt>
                <c:pt idx="744">
                  <c:v>43847</c:v>
                </c:pt>
                <c:pt idx="745">
                  <c:v>43851</c:v>
                </c:pt>
                <c:pt idx="746">
                  <c:v>43852</c:v>
                </c:pt>
                <c:pt idx="747">
                  <c:v>43853</c:v>
                </c:pt>
                <c:pt idx="748">
                  <c:v>43854</c:v>
                </c:pt>
                <c:pt idx="749">
                  <c:v>43857</c:v>
                </c:pt>
                <c:pt idx="750">
                  <c:v>43858</c:v>
                </c:pt>
                <c:pt idx="751">
                  <c:v>43859</c:v>
                </c:pt>
                <c:pt idx="752">
                  <c:v>43860</c:v>
                </c:pt>
                <c:pt idx="753">
                  <c:v>43861</c:v>
                </c:pt>
                <c:pt idx="754">
                  <c:v>43864</c:v>
                </c:pt>
                <c:pt idx="755">
                  <c:v>43865</c:v>
                </c:pt>
                <c:pt idx="756">
                  <c:v>43866</c:v>
                </c:pt>
                <c:pt idx="757">
                  <c:v>43867</c:v>
                </c:pt>
                <c:pt idx="758">
                  <c:v>43868</c:v>
                </c:pt>
                <c:pt idx="759">
                  <c:v>43871</c:v>
                </c:pt>
                <c:pt idx="760">
                  <c:v>43872</c:v>
                </c:pt>
                <c:pt idx="761">
                  <c:v>43873</c:v>
                </c:pt>
                <c:pt idx="762">
                  <c:v>43874</c:v>
                </c:pt>
                <c:pt idx="763">
                  <c:v>43875</c:v>
                </c:pt>
                <c:pt idx="764">
                  <c:v>43879</c:v>
                </c:pt>
                <c:pt idx="765">
                  <c:v>43880</c:v>
                </c:pt>
                <c:pt idx="766">
                  <c:v>43881</c:v>
                </c:pt>
                <c:pt idx="767">
                  <c:v>43882</c:v>
                </c:pt>
                <c:pt idx="768">
                  <c:v>43885</c:v>
                </c:pt>
                <c:pt idx="769">
                  <c:v>43886</c:v>
                </c:pt>
                <c:pt idx="770">
                  <c:v>43887</c:v>
                </c:pt>
                <c:pt idx="771">
                  <c:v>43888</c:v>
                </c:pt>
                <c:pt idx="772">
                  <c:v>43889</c:v>
                </c:pt>
                <c:pt idx="773">
                  <c:v>43892</c:v>
                </c:pt>
                <c:pt idx="774">
                  <c:v>43893</c:v>
                </c:pt>
                <c:pt idx="775">
                  <c:v>43894</c:v>
                </c:pt>
                <c:pt idx="776">
                  <c:v>43895</c:v>
                </c:pt>
                <c:pt idx="777">
                  <c:v>43896</c:v>
                </c:pt>
                <c:pt idx="778">
                  <c:v>43899</c:v>
                </c:pt>
                <c:pt idx="779">
                  <c:v>43900</c:v>
                </c:pt>
                <c:pt idx="780">
                  <c:v>43901</c:v>
                </c:pt>
                <c:pt idx="781">
                  <c:v>43902</c:v>
                </c:pt>
                <c:pt idx="782">
                  <c:v>43903</c:v>
                </c:pt>
                <c:pt idx="783">
                  <c:v>43906</c:v>
                </c:pt>
                <c:pt idx="784">
                  <c:v>43907</c:v>
                </c:pt>
                <c:pt idx="785">
                  <c:v>43908</c:v>
                </c:pt>
                <c:pt idx="786">
                  <c:v>43909</c:v>
                </c:pt>
                <c:pt idx="787">
                  <c:v>43910</c:v>
                </c:pt>
                <c:pt idx="788">
                  <c:v>43913</c:v>
                </c:pt>
                <c:pt idx="789">
                  <c:v>43914</c:v>
                </c:pt>
                <c:pt idx="790">
                  <c:v>43915</c:v>
                </c:pt>
                <c:pt idx="791">
                  <c:v>43916</c:v>
                </c:pt>
                <c:pt idx="792">
                  <c:v>43917</c:v>
                </c:pt>
                <c:pt idx="793">
                  <c:v>43920</c:v>
                </c:pt>
                <c:pt idx="794">
                  <c:v>43921</c:v>
                </c:pt>
                <c:pt idx="795">
                  <c:v>43922</c:v>
                </c:pt>
                <c:pt idx="796">
                  <c:v>43923</c:v>
                </c:pt>
                <c:pt idx="797">
                  <c:v>43924</c:v>
                </c:pt>
                <c:pt idx="798">
                  <c:v>43927</c:v>
                </c:pt>
                <c:pt idx="799">
                  <c:v>43928</c:v>
                </c:pt>
                <c:pt idx="800">
                  <c:v>43929</c:v>
                </c:pt>
                <c:pt idx="801">
                  <c:v>43930</c:v>
                </c:pt>
                <c:pt idx="802">
                  <c:v>43934</c:v>
                </c:pt>
                <c:pt idx="803">
                  <c:v>43935</c:v>
                </c:pt>
                <c:pt idx="804">
                  <c:v>43936</c:v>
                </c:pt>
                <c:pt idx="805">
                  <c:v>43937</c:v>
                </c:pt>
                <c:pt idx="806">
                  <c:v>43938</c:v>
                </c:pt>
                <c:pt idx="807">
                  <c:v>43941</c:v>
                </c:pt>
                <c:pt idx="808">
                  <c:v>43942</c:v>
                </c:pt>
                <c:pt idx="809">
                  <c:v>43943</c:v>
                </c:pt>
                <c:pt idx="810">
                  <c:v>43944</c:v>
                </c:pt>
                <c:pt idx="811">
                  <c:v>43945</c:v>
                </c:pt>
                <c:pt idx="812">
                  <c:v>43948</c:v>
                </c:pt>
                <c:pt idx="813">
                  <c:v>43949</c:v>
                </c:pt>
                <c:pt idx="814">
                  <c:v>43950</c:v>
                </c:pt>
                <c:pt idx="815">
                  <c:v>43951</c:v>
                </c:pt>
                <c:pt idx="816">
                  <c:v>43952</c:v>
                </c:pt>
                <c:pt idx="817">
                  <c:v>43955</c:v>
                </c:pt>
                <c:pt idx="818">
                  <c:v>43956</c:v>
                </c:pt>
                <c:pt idx="819">
                  <c:v>43957</c:v>
                </c:pt>
                <c:pt idx="820">
                  <c:v>43958</c:v>
                </c:pt>
                <c:pt idx="821">
                  <c:v>43959</c:v>
                </c:pt>
                <c:pt idx="822">
                  <c:v>43962</c:v>
                </c:pt>
                <c:pt idx="823">
                  <c:v>43963</c:v>
                </c:pt>
                <c:pt idx="824">
                  <c:v>43964</c:v>
                </c:pt>
                <c:pt idx="825">
                  <c:v>43965</c:v>
                </c:pt>
                <c:pt idx="826">
                  <c:v>43966</c:v>
                </c:pt>
                <c:pt idx="827">
                  <c:v>43969</c:v>
                </c:pt>
                <c:pt idx="828">
                  <c:v>43970</c:v>
                </c:pt>
                <c:pt idx="829">
                  <c:v>43971</c:v>
                </c:pt>
                <c:pt idx="830">
                  <c:v>43972</c:v>
                </c:pt>
                <c:pt idx="831">
                  <c:v>43973</c:v>
                </c:pt>
                <c:pt idx="832">
                  <c:v>43977</c:v>
                </c:pt>
                <c:pt idx="833">
                  <c:v>43978</c:v>
                </c:pt>
                <c:pt idx="834">
                  <c:v>43979</c:v>
                </c:pt>
                <c:pt idx="835">
                  <c:v>43980</c:v>
                </c:pt>
                <c:pt idx="836">
                  <c:v>43983</c:v>
                </c:pt>
                <c:pt idx="837">
                  <c:v>43984</c:v>
                </c:pt>
                <c:pt idx="838">
                  <c:v>43985</c:v>
                </c:pt>
                <c:pt idx="839">
                  <c:v>43986</c:v>
                </c:pt>
                <c:pt idx="840">
                  <c:v>43987</c:v>
                </c:pt>
                <c:pt idx="841">
                  <c:v>43990</c:v>
                </c:pt>
                <c:pt idx="842">
                  <c:v>43991</c:v>
                </c:pt>
                <c:pt idx="843">
                  <c:v>43992</c:v>
                </c:pt>
                <c:pt idx="844">
                  <c:v>43993</c:v>
                </c:pt>
                <c:pt idx="845">
                  <c:v>43994</c:v>
                </c:pt>
                <c:pt idx="846">
                  <c:v>43997</c:v>
                </c:pt>
                <c:pt idx="847">
                  <c:v>43998</c:v>
                </c:pt>
                <c:pt idx="848">
                  <c:v>43999</c:v>
                </c:pt>
                <c:pt idx="849">
                  <c:v>44000</c:v>
                </c:pt>
                <c:pt idx="850">
                  <c:v>44001</c:v>
                </c:pt>
                <c:pt idx="851">
                  <c:v>44004</c:v>
                </c:pt>
                <c:pt idx="852">
                  <c:v>44005</c:v>
                </c:pt>
                <c:pt idx="853">
                  <c:v>44006</c:v>
                </c:pt>
                <c:pt idx="854">
                  <c:v>44007</c:v>
                </c:pt>
                <c:pt idx="855">
                  <c:v>44008</c:v>
                </c:pt>
                <c:pt idx="856">
                  <c:v>44011</c:v>
                </c:pt>
                <c:pt idx="857">
                  <c:v>44012</c:v>
                </c:pt>
                <c:pt idx="858">
                  <c:v>44013</c:v>
                </c:pt>
                <c:pt idx="859">
                  <c:v>44014</c:v>
                </c:pt>
                <c:pt idx="860">
                  <c:v>44018</c:v>
                </c:pt>
                <c:pt idx="861">
                  <c:v>44019</c:v>
                </c:pt>
                <c:pt idx="862">
                  <c:v>44020</c:v>
                </c:pt>
                <c:pt idx="863">
                  <c:v>44021</c:v>
                </c:pt>
                <c:pt idx="864">
                  <c:v>44022</c:v>
                </c:pt>
                <c:pt idx="865">
                  <c:v>44025</c:v>
                </c:pt>
                <c:pt idx="866">
                  <c:v>44026</c:v>
                </c:pt>
                <c:pt idx="867">
                  <c:v>44027</c:v>
                </c:pt>
                <c:pt idx="868">
                  <c:v>44028</c:v>
                </c:pt>
                <c:pt idx="869">
                  <c:v>44029</c:v>
                </c:pt>
                <c:pt idx="870">
                  <c:v>44032</c:v>
                </c:pt>
                <c:pt idx="871">
                  <c:v>44033</c:v>
                </c:pt>
                <c:pt idx="872">
                  <c:v>44034</c:v>
                </c:pt>
                <c:pt idx="873">
                  <c:v>44035</c:v>
                </c:pt>
                <c:pt idx="874">
                  <c:v>44036</c:v>
                </c:pt>
                <c:pt idx="875">
                  <c:v>44039</c:v>
                </c:pt>
                <c:pt idx="876">
                  <c:v>44040</c:v>
                </c:pt>
                <c:pt idx="877">
                  <c:v>44041</c:v>
                </c:pt>
                <c:pt idx="878">
                  <c:v>44042</c:v>
                </c:pt>
                <c:pt idx="879">
                  <c:v>44043</c:v>
                </c:pt>
                <c:pt idx="880">
                  <c:v>44046</c:v>
                </c:pt>
                <c:pt idx="881">
                  <c:v>44047</c:v>
                </c:pt>
                <c:pt idx="882">
                  <c:v>44048</c:v>
                </c:pt>
                <c:pt idx="883">
                  <c:v>44049</c:v>
                </c:pt>
                <c:pt idx="884">
                  <c:v>44050</c:v>
                </c:pt>
                <c:pt idx="885">
                  <c:v>44053</c:v>
                </c:pt>
                <c:pt idx="886">
                  <c:v>44054</c:v>
                </c:pt>
                <c:pt idx="887">
                  <c:v>44055</c:v>
                </c:pt>
                <c:pt idx="888">
                  <c:v>44056</c:v>
                </c:pt>
                <c:pt idx="889">
                  <c:v>44057</c:v>
                </c:pt>
                <c:pt idx="890">
                  <c:v>44060</c:v>
                </c:pt>
                <c:pt idx="891">
                  <c:v>44061</c:v>
                </c:pt>
                <c:pt idx="892">
                  <c:v>44062</c:v>
                </c:pt>
                <c:pt idx="893">
                  <c:v>44063</c:v>
                </c:pt>
                <c:pt idx="894">
                  <c:v>44064</c:v>
                </c:pt>
                <c:pt idx="895">
                  <c:v>44067</c:v>
                </c:pt>
                <c:pt idx="896">
                  <c:v>44068</c:v>
                </c:pt>
                <c:pt idx="897">
                  <c:v>44069</c:v>
                </c:pt>
                <c:pt idx="898">
                  <c:v>44070</c:v>
                </c:pt>
                <c:pt idx="899">
                  <c:v>44071</c:v>
                </c:pt>
                <c:pt idx="900">
                  <c:v>44074</c:v>
                </c:pt>
                <c:pt idx="901">
                  <c:v>44075</c:v>
                </c:pt>
                <c:pt idx="902">
                  <c:v>44076</c:v>
                </c:pt>
                <c:pt idx="903">
                  <c:v>44077</c:v>
                </c:pt>
                <c:pt idx="904">
                  <c:v>44078</c:v>
                </c:pt>
                <c:pt idx="905">
                  <c:v>44082</c:v>
                </c:pt>
                <c:pt idx="906">
                  <c:v>44083</c:v>
                </c:pt>
                <c:pt idx="907">
                  <c:v>44084</c:v>
                </c:pt>
                <c:pt idx="908">
                  <c:v>44085</c:v>
                </c:pt>
                <c:pt idx="909">
                  <c:v>44088</c:v>
                </c:pt>
                <c:pt idx="910">
                  <c:v>44089</c:v>
                </c:pt>
                <c:pt idx="911">
                  <c:v>44090</c:v>
                </c:pt>
                <c:pt idx="912">
                  <c:v>44091</c:v>
                </c:pt>
                <c:pt idx="913">
                  <c:v>44092</c:v>
                </c:pt>
                <c:pt idx="914">
                  <c:v>44095</c:v>
                </c:pt>
                <c:pt idx="915">
                  <c:v>44096</c:v>
                </c:pt>
                <c:pt idx="916">
                  <c:v>44097</c:v>
                </c:pt>
                <c:pt idx="917">
                  <c:v>44098</c:v>
                </c:pt>
                <c:pt idx="918">
                  <c:v>44099</c:v>
                </c:pt>
                <c:pt idx="919">
                  <c:v>44102</c:v>
                </c:pt>
                <c:pt idx="920">
                  <c:v>44103</c:v>
                </c:pt>
                <c:pt idx="921">
                  <c:v>44104</c:v>
                </c:pt>
                <c:pt idx="922">
                  <c:v>44105</c:v>
                </c:pt>
                <c:pt idx="923">
                  <c:v>44106</c:v>
                </c:pt>
                <c:pt idx="924">
                  <c:v>44109</c:v>
                </c:pt>
                <c:pt idx="925">
                  <c:v>44110</c:v>
                </c:pt>
                <c:pt idx="926">
                  <c:v>44111</c:v>
                </c:pt>
                <c:pt idx="927">
                  <c:v>44112</c:v>
                </c:pt>
                <c:pt idx="928">
                  <c:v>44113</c:v>
                </c:pt>
                <c:pt idx="929">
                  <c:v>44116</c:v>
                </c:pt>
                <c:pt idx="930">
                  <c:v>44117</c:v>
                </c:pt>
                <c:pt idx="931">
                  <c:v>44118</c:v>
                </c:pt>
                <c:pt idx="932">
                  <c:v>44119</c:v>
                </c:pt>
                <c:pt idx="933">
                  <c:v>44120</c:v>
                </c:pt>
                <c:pt idx="934">
                  <c:v>44123</c:v>
                </c:pt>
                <c:pt idx="935">
                  <c:v>44124</c:v>
                </c:pt>
                <c:pt idx="936">
                  <c:v>44125</c:v>
                </c:pt>
                <c:pt idx="937">
                  <c:v>44126</c:v>
                </c:pt>
                <c:pt idx="938">
                  <c:v>44127</c:v>
                </c:pt>
                <c:pt idx="939">
                  <c:v>44130</c:v>
                </c:pt>
                <c:pt idx="940">
                  <c:v>44131</c:v>
                </c:pt>
                <c:pt idx="941">
                  <c:v>44132</c:v>
                </c:pt>
                <c:pt idx="942">
                  <c:v>44133</c:v>
                </c:pt>
                <c:pt idx="943">
                  <c:v>44134</c:v>
                </c:pt>
                <c:pt idx="944">
                  <c:v>44137</c:v>
                </c:pt>
                <c:pt idx="945">
                  <c:v>44138</c:v>
                </c:pt>
                <c:pt idx="946">
                  <c:v>44139</c:v>
                </c:pt>
                <c:pt idx="947">
                  <c:v>44140</c:v>
                </c:pt>
                <c:pt idx="948">
                  <c:v>44141</c:v>
                </c:pt>
                <c:pt idx="949">
                  <c:v>44144</c:v>
                </c:pt>
                <c:pt idx="950">
                  <c:v>44145</c:v>
                </c:pt>
                <c:pt idx="951">
                  <c:v>44146</c:v>
                </c:pt>
                <c:pt idx="952">
                  <c:v>44147</c:v>
                </c:pt>
                <c:pt idx="953">
                  <c:v>44148</c:v>
                </c:pt>
                <c:pt idx="954">
                  <c:v>44151</c:v>
                </c:pt>
                <c:pt idx="955">
                  <c:v>44152</c:v>
                </c:pt>
                <c:pt idx="956">
                  <c:v>44153</c:v>
                </c:pt>
                <c:pt idx="957">
                  <c:v>44154</c:v>
                </c:pt>
                <c:pt idx="958">
                  <c:v>44155</c:v>
                </c:pt>
                <c:pt idx="959">
                  <c:v>44158</c:v>
                </c:pt>
                <c:pt idx="960">
                  <c:v>44159</c:v>
                </c:pt>
                <c:pt idx="961">
                  <c:v>44160</c:v>
                </c:pt>
                <c:pt idx="962">
                  <c:v>44162</c:v>
                </c:pt>
                <c:pt idx="963">
                  <c:v>44165</c:v>
                </c:pt>
                <c:pt idx="964">
                  <c:v>44166</c:v>
                </c:pt>
                <c:pt idx="965">
                  <c:v>44167</c:v>
                </c:pt>
                <c:pt idx="966">
                  <c:v>44168</c:v>
                </c:pt>
                <c:pt idx="967">
                  <c:v>44169</c:v>
                </c:pt>
                <c:pt idx="968">
                  <c:v>44172</c:v>
                </c:pt>
                <c:pt idx="969">
                  <c:v>44173</c:v>
                </c:pt>
                <c:pt idx="970">
                  <c:v>44174</c:v>
                </c:pt>
                <c:pt idx="971">
                  <c:v>44175</c:v>
                </c:pt>
                <c:pt idx="972">
                  <c:v>44176</c:v>
                </c:pt>
                <c:pt idx="973">
                  <c:v>44179</c:v>
                </c:pt>
                <c:pt idx="974">
                  <c:v>44180</c:v>
                </c:pt>
                <c:pt idx="975">
                  <c:v>44181</c:v>
                </c:pt>
                <c:pt idx="976">
                  <c:v>44182</c:v>
                </c:pt>
                <c:pt idx="977">
                  <c:v>44183</c:v>
                </c:pt>
                <c:pt idx="978">
                  <c:v>44186</c:v>
                </c:pt>
                <c:pt idx="979">
                  <c:v>44187</c:v>
                </c:pt>
                <c:pt idx="980">
                  <c:v>44188</c:v>
                </c:pt>
                <c:pt idx="981">
                  <c:v>44189</c:v>
                </c:pt>
                <c:pt idx="982">
                  <c:v>44193</c:v>
                </c:pt>
                <c:pt idx="983">
                  <c:v>44194</c:v>
                </c:pt>
                <c:pt idx="984">
                  <c:v>44195</c:v>
                </c:pt>
                <c:pt idx="985">
                  <c:v>44196</c:v>
                </c:pt>
                <c:pt idx="986">
                  <c:v>44200</c:v>
                </c:pt>
                <c:pt idx="987">
                  <c:v>44201</c:v>
                </c:pt>
                <c:pt idx="988">
                  <c:v>44202</c:v>
                </c:pt>
                <c:pt idx="989">
                  <c:v>44203</c:v>
                </c:pt>
                <c:pt idx="990">
                  <c:v>44204</c:v>
                </c:pt>
                <c:pt idx="991">
                  <c:v>44207</c:v>
                </c:pt>
                <c:pt idx="992">
                  <c:v>44208</c:v>
                </c:pt>
                <c:pt idx="993">
                  <c:v>44209</c:v>
                </c:pt>
                <c:pt idx="994">
                  <c:v>44210</c:v>
                </c:pt>
                <c:pt idx="995">
                  <c:v>44211</c:v>
                </c:pt>
                <c:pt idx="996">
                  <c:v>44215</c:v>
                </c:pt>
                <c:pt idx="997">
                  <c:v>44216</c:v>
                </c:pt>
                <c:pt idx="998">
                  <c:v>44217</c:v>
                </c:pt>
                <c:pt idx="999">
                  <c:v>44218</c:v>
                </c:pt>
                <c:pt idx="1000">
                  <c:v>44221</c:v>
                </c:pt>
                <c:pt idx="1001">
                  <c:v>44222</c:v>
                </c:pt>
                <c:pt idx="1002">
                  <c:v>44223</c:v>
                </c:pt>
                <c:pt idx="1003">
                  <c:v>44224</c:v>
                </c:pt>
                <c:pt idx="1004">
                  <c:v>44225</c:v>
                </c:pt>
                <c:pt idx="1005">
                  <c:v>44228</c:v>
                </c:pt>
                <c:pt idx="1006">
                  <c:v>44229</c:v>
                </c:pt>
                <c:pt idx="1007">
                  <c:v>44230</c:v>
                </c:pt>
                <c:pt idx="1008">
                  <c:v>44231</c:v>
                </c:pt>
                <c:pt idx="1009">
                  <c:v>44232</c:v>
                </c:pt>
                <c:pt idx="1010">
                  <c:v>44235</c:v>
                </c:pt>
                <c:pt idx="1011">
                  <c:v>44236</c:v>
                </c:pt>
                <c:pt idx="1012">
                  <c:v>44237</c:v>
                </c:pt>
                <c:pt idx="1013">
                  <c:v>44238</c:v>
                </c:pt>
                <c:pt idx="1014">
                  <c:v>44239</c:v>
                </c:pt>
                <c:pt idx="1015">
                  <c:v>44243</c:v>
                </c:pt>
                <c:pt idx="1016">
                  <c:v>44244</c:v>
                </c:pt>
                <c:pt idx="1017">
                  <c:v>44245</c:v>
                </c:pt>
                <c:pt idx="1018">
                  <c:v>44246</c:v>
                </c:pt>
                <c:pt idx="1019">
                  <c:v>44249</c:v>
                </c:pt>
                <c:pt idx="1020">
                  <c:v>44250</c:v>
                </c:pt>
                <c:pt idx="1021">
                  <c:v>44251</c:v>
                </c:pt>
                <c:pt idx="1022">
                  <c:v>44252</c:v>
                </c:pt>
                <c:pt idx="1023">
                  <c:v>44253</c:v>
                </c:pt>
                <c:pt idx="1024">
                  <c:v>44256</c:v>
                </c:pt>
                <c:pt idx="1025">
                  <c:v>44257</c:v>
                </c:pt>
                <c:pt idx="1026">
                  <c:v>44258</c:v>
                </c:pt>
                <c:pt idx="1027">
                  <c:v>44259</c:v>
                </c:pt>
                <c:pt idx="1028">
                  <c:v>44260</c:v>
                </c:pt>
                <c:pt idx="1029">
                  <c:v>44263</c:v>
                </c:pt>
                <c:pt idx="1030">
                  <c:v>44264</c:v>
                </c:pt>
                <c:pt idx="1031">
                  <c:v>44265</c:v>
                </c:pt>
                <c:pt idx="1032">
                  <c:v>44266</c:v>
                </c:pt>
                <c:pt idx="1033">
                  <c:v>44267</c:v>
                </c:pt>
                <c:pt idx="1034">
                  <c:v>44270</c:v>
                </c:pt>
                <c:pt idx="1035">
                  <c:v>44271</c:v>
                </c:pt>
                <c:pt idx="1036">
                  <c:v>44272</c:v>
                </c:pt>
                <c:pt idx="1037">
                  <c:v>44273</c:v>
                </c:pt>
                <c:pt idx="1038">
                  <c:v>44274</c:v>
                </c:pt>
                <c:pt idx="1039">
                  <c:v>44277</c:v>
                </c:pt>
                <c:pt idx="1040">
                  <c:v>44278</c:v>
                </c:pt>
                <c:pt idx="1041">
                  <c:v>44279</c:v>
                </c:pt>
                <c:pt idx="1042">
                  <c:v>44280</c:v>
                </c:pt>
                <c:pt idx="1043">
                  <c:v>44281</c:v>
                </c:pt>
                <c:pt idx="1044">
                  <c:v>44284</c:v>
                </c:pt>
                <c:pt idx="1045">
                  <c:v>44285</c:v>
                </c:pt>
                <c:pt idx="1046">
                  <c:v>44286</c:v>
                </c:pt>
                <c:pt idx="1047">
                  <c:v>44287</c:v>
                </c:pt>
                <c:pt idx="1048">
                  <c:v>44291</c:v>
                </c:pt>
                <c:pt idx="1049">
                  <c:v>44292</c:v>
                </c:pt>
                <c:pt idx="1050">
                  <c:v>44293</c:v>
                </c:pt>
                <c:pt idx="1051">
                  <c:v>44294</c:v>
                </c:pt>
                <c:pt idx="1052">
                  <c:v>44295</c:v>
                </c:pt>
                <c:pt idx="1053">
                  <c:v>44298</c:v>
                </c:pt>
                <c:pt idx="1054">
                  <c:v>44299</c:v>
                </c:pt>
                <c:pt idx="1055">
                  <c:v>44300</c:v>
                </c:pt>
                <c:pt idx="1056">
                  <c:v>44301</c:v>
                </c:pt>
                <c:pt idx="1057">
                  <c:v>44302</c:v>
                </c:pt>
                <c:pt idx="1058">
                  <c:v>44305</c:v>
                </c:pt>
                <c:pt idx="1059">
                  <c:v>44306</c:v>
                </c:pt>
                <c:pt idx="1060">
                  <c:v>44307</c:v>
                </c:pt>
                <c:pt idx="1061">
                  <c:v>44308</c:v>
                </c:pt>
                <c:pt idx="1062">
                  <c:v>44309</c:v>
                </c:pt>
                <c:pt idx="1063">
                  <c:v>44312</c:v>
                </c:pt>
                <c:pt idx="1064">
                  <c:v>44313</c:v>
                </c:pt>
                <c:pt idx="1065">
                  <c:v>44314</c:v>
                </c:pt>
                <c:pt idx="1066">
                  <c:v>44315</c:v>
                </c:pt>
                <c:pt idx="1067">
                  <c:v>44316</c:v>
                </c:pt>
                <c:pt idx="1068">
                  <c:v>44319</c:v>
                </c:pt>
                <c:pt idx="1069">
                  <c:v>44320</c:v>
                </c:pt>
                <c:pt idx="1070">
                  <c:v>44321</c:v>
                </c:pt>
                <c:pt idx="1071">
                  <c:v>44322</c:v>
                </c:pt>
                <c:pt idx="1072">
                  <c:v>44323</c:v>
                </c:pt>
                <c:pt idx="1073">
                  <c:v>44326</c:v>
                </c:pt>
                <c:pt idx="1074">
                  <c:v>44327</c:v>
                </c:pt>
                <c:pt idx="1075">
                  <c:v>44328</c:v>
                </c:pt>
                <c:pt idx="1076">
                  <c:v>44329</c:v>
                </c:pt>
                <c:pt idx="1077">
                  <c:v>44330</c:v>
                </c:pt>
                <c:pt idx="1078">
                  <c:v>44333</c:v>
                </c:pt>
                <c:pt idx="1079">
                  <c:v>44334</c:v>
                </c:pt>
                <c:pt idx="1080">
                  <c:v>44335</c:v>
                </c:pt>
                <c:pt idx="1081">
                  <c:v>44336</c:v>
                </c:pt>
                <c:pt idx="1082">
                  <c:v>44337</c:v>
                </c:pt>
                <c:pt idx="1083">
                  <c:v>44340</c:v>
                </c:pt>
                <c:pt idx="1084">
                  <c:v>44341</c:v>
                </c:pt>
                <c:pt idx="1085">
                  <c:v>44342</c:v>
                </c:pt>
                <c:pt idx="1086">
                  <c:v>44343</c:v>
                </c:pt>
                <c:pt idx="1087">
                  <c:v>44344</c:v>
                </c:pt>
                <c:pt idx="1088">
                  <c:v>44348</c:v>
                </c:pt>
                <c:pt idx="1089">
                  <c:v>44349</c:v>
                </c:pt>
                <c:pt idx="1090">
                  <c:v>44350</c:v>
                </c:pt>
                <c:pt idx="1091">
                  <c:v>44351</c:v>
                </c:pt>
                <c:pt idx="1092">
                  <c:v>44354</c:v>
                </c:pt>
                <c:pt idx="1093">
                  <c:v>44355</c:v>
                </c:pt>
                <c:pt idx="1094">
                  <c:v>44356</c:v>
                </c:pt>
                <c:pt idx="1095">
                  <c:v>44357</c:v>
                </c:pt>
                <c:pt idx="1096">
                  <c:v>44358</c:v>
                </c:pt>
                <c:pt idx="1097">
                  <c:v>44361</c:v>
                </c:pt>
                <c:pt idx="1098">
                  <c:v>44362</c:v>
                </c:pt>
                <c:pt idx="1099">
                  <c:v>44363</c:v>
                </c:pt>
                <c:pt idx="1100">
                  <c:v>44364</c:v>
                </c:pt>
                <c:pt idx="1101">
                  <c:v>44365</c:v>
                </c:pt>
                <c:pt idx="1102">
                  <c:v>44368</c:v>
                </c:pt>
                <c:pt idx="1103">
                  <c:v>44369</c:v>
                </c:pt>
                <c:pt idx="1104">
                  <c:v>44370</c:v>
                </c:pt>
                <c:pt idx="1105">
                  <c:v>44371</c:v>
                </c:pt>
                <c:pt idx="1106">
                  <c:v>44372</c:v>
                </c:pt>
                <c:pt idx="1107">
                  <c:v>44375</c:v>
                </c:pt>
                <c:pt idx="1108">
                  <c:v>44376</c:v>
                </c:pt>
                <c:pt idx="1109">
                  <c:v>44377</c:v>
                </c:pt>
                <c:pt idx="1110">
                  <c:v>44378</c:v>
                </c:pt>
                <c:pt idx="1111">
                  <c:v>44379</c:v>
                </c:pt>
                <c:pt idx="1112">
                  <c:v>44383</c:v>
                </c:pt>
                <c:pt idx="1113">
                  <c:v>44384</c:v>
                </c:pt>
                <c:pt idx="1114">
                  <c:v>44385</c:v>
                </c:pt>
                <c:pt idx="1115">
                  <c:v>44386</c:v>
                </c:pt>
                <c:pt idx="1116">
                  <c:v>44389</c:v>
                </c:pt>
                <c:pt idx="1117">
                  <c:v>44390</c:v>
                </c:pt>
                <c:pt idx="1118">
                  <c:v>44391</c:v>
                </c:pt>
                <c:pt idx="1119">
                  <c:v>44392</c:v>
                </c:pt>
                <c:pt idx="1120">
                  <c:v>44393</c:v>
                </c:pt>
                <c:pt idx="1121">
                  <c:v>44396</c:v>
                </c:pt>
                <c:pt idx="1122">
                  <c:v>44397</c:v>
                </c:pt>
                <c:pt idx="1123">
                  <c:v>44398</c:v>
                </c:pt>
                <c:pt idx="1124">
                  <c:v>44399</c:v>
                </c:pt>
                <c:pt idx="1125">
                  <c:v>44400</c:v>
                </c:pt>
                <c:pt idx="1126">
                  <c:v>44403</c:v>
                </c:pt>
                <c:pt idx="1127">
                  <c:v>44404</c:v>
                </c:pt>
                <c:pt idx="1128">
                  <c:v>44405</c:v>
                </c:pt>
                <c:pt idx="1129">
                  <c:v>44406</c:v>
                </c:pt>
                <c:pt idx="1130">
                  <c:v>44407</c:v>
                </c:pt>
                <c:pt idx="1131">
                  <c:v>44410</c:v>
                </c:pt>
                <c:pt idx="1132">
                  <c:v>44411</c:v>
                </c:pt>
                <c:pt idx="1133">
                  <c:v>44412</c:v>
                </c:pt>
                <c:pt idx="1134">
                  <c:v>44413</c:v>
                </c:pt>
                <c:pt idx="1135">
                  <c:v>44414</c:v>
                </c:pt>
                <c:pt idx="1136">
                  <c:v>44417</c:v>
                </c:pt>
                <c:pt idx="1137">
                  <c:v>44418</c:v>
                </c:pt>
                <c:pt idx="1138">
                  <c:v>44419</c:v>
                </c:pt>
                <c:pt idx="1139">
                  <c:v>44420</c:v>
                </c:pt>
                <c:pt idx="1140">
                  <c:v>44421</c:v>
                </c:pt>
                <c:pt idx="1141">
                  <c:v>44424</c:v>
                </c:pt>
                <c:pt idx="1142">
                  <c:v>44425</c:v>
                </c:pt>
                <c:pt idx="1143">
                  <c:v>44426</c:v>
                </c:pt>
                <c:pt idx="1144">
                  <c:v>44427</c:v>
                </c:pt>
                <c:pt idx="1145">
                  <c:v>44428</c:v>
                </c:pt>
                <c:pt idx="1146">
                  <c:v>44431</c:v>
                </c:pt>
                <c:pt idx="1147">
                  <c:v>44432</c:v>
                </c:pt>
                <c:pt idx="1148">
                  <c:v>44433</c:v>
                </c:pt>
                <c:pt idx="1149">
                  <c:v>44434</c:v>
                </c:pt>
                <c:pt idx="1150">
                  <c:v>44435</c:v>
                </c:pt>
                <c:pt idx="1151">
                  <c:v>44438</c:v>
                </c:pt>
                <c:pt idx="1152">
                  <c:v>44439</c:v>
                </c:pt>
                <c:pt idx="1153">
                  <c:v>44440</c:v>
                </c:pt>
                <c:pt idx="1154">
                  <c:v>44441</c:v>
                </c:pt>
                <c:pt idx="1155">
                  <c:v>44442</c:v>
                </c:pt>
                <c:pt idx="1156">
                  <c:v>44446</c:v>
                </c:pt>
                <c:pt idx="1157">
                  <c:v>44447</c:v>
                </c:pt>
                <c:pt idx="1158">
                  <c:v>44448</c:v>
                </c:pt>
                <c:pt idx="1159">
                  <c:v>44449</c:v>
                </c:pt>
                <c:pt idx="1160">
                  <c:v>44452</c:v>
                </c:pt>
                <c:pt idx="1161">
                  <c:v>44453</c:v>
                </c:pt>
                <c:pt idx="1162">
                  <c:v>44454</c:v>
                </c:pt>
                <c:pt idx="1163">
                  <c:v>44455</c:v>
                </c:pt>
                <c:pt idx="1164">
                  <c:v>44456</c:v>
                </c:pt>
                <c:pt idx="1165">
                  <c:v>44459</c:v>
                </c:pt>
                <c:pt idx="1166">
                  <c:v>44460</c:v>
                </c:pt>
                <c:pt idx="1167">
                  <c:v>44461</c:v>
                </c:pt>
                <c:pt idx="1168">
                  <c:v>44462</c:v>
                </c:pt>
                <c:pt idx="1169">
                  <c:v>44463</c:v>
                </c:pt>
                <c:pt idx="1170">
                  <c:v>44466</c:v>
                </c:pt>
                <c:pt idx="1171">
                  <c:v>44467</c:v>
                </c:pt>
                <c:pt idx="1172">
                  <c:v>44468</c:v>
                </c:pt>
                <c:pt idx="1173">
                  <c:v>44469</c:v>
                </c:pt>
                <c:pt idx="1174">
                  <c:v>44470</c:v>
                </c:pt>
                <c:pt idx="1175">
                  <c:v>44473</c:v>
                </c:pt>
                <c:pt idx="1176">
                  <c:v>44474</c:v>
                </c:pt>
                <c:pt idx="1177">
                  <c:v>44475</c:v>
                </c:pt>
                <c:pt idx="1178">
                  <c:v>44476</c:v>
                </c:pt>
                <c:pt idx="1179">
                  <c:v>44477</c:v>
                </c:pt>
                <c:pt idx="1180">
                  <c:v>44480</c:v>
                </c:pt>
                <c:pt idx="1181">
                  <c:v>44481</c:v>
                </c:pt>
                <c:pt idx="1182">
                  <c:v>44482</c:v>
                </c:pt>
                <c:pt idx="1183">
                  <c:v>44483</c:v>
                </c:pt>
                <c:pt idx="1184">
                  <c:v>44484</c:v>
                </c:pt>
                <c:pt idx="1185">
                  <c:v>44487</c:v>
                </c:pt>
                <c:pt idx="1186">
                  <c:v>44488</c:v>
                </c:pt>
                <c:pt idx="1187">
                  <c:v>44489</c:v>
                </c:pt>
                <c:pt idx="1188">
                  <c:v>44490</c:v>
                </c:pt>
                <c:pt idx="1189">
                  <c:v>44491</c:v>
                </c:pt>
                <c:pt idx="1190">
                  <c:v>44494</c:v>
                </c:pt>
                <c:pt idx="1191">
                  <c:v>44495</c:v>
                </c:pt>
                <c:pt idx="1192">
                  <c:v>44496</c:v>
                </c:pt>
                <c:pt idx="1193">
                  <c:v>44497</c:v>
                </c:pt>
                <c:pt idx="1194">
                  <c:v>44498</c:v>
                </c:pt>
                <c:pt idx="1195">
                  <c:v>44501</c:v>
                </c:pt>
                <c:pt idx="1196">
                  <c:v>44502</c:v>
                </c:pt>
                <c:pt idx="1197">
                  <c:v>44503</c:v>
                </c:pt>
                <c:pt idx="1198">
                  <c:v>44504</c:v>
                </c:pt>
                <c:pt idx="1199">
                  <c:v>44505</c:v>
                </c:pt>
                <c:pt idx="1200">
                  <c:v>44508</c:v>
                </c:pt>
                <c:pt idx="1201">
                  <c:v>44509</c:v>
                </c:pt>
                <c:pt idx="1202">
                  <c:v>44510</c:v>
                </c:pt>
                <c:pt idx="1203">
                  <c:v>44511</c:v>
                </c:pt>
                <c:pt idx="1204">
                  <c:v>44512</c:v>
                </c:pt>
                <c:pt idx="1205">
                  <c:v>44515</c:v>
                </c:pt>
                <c:pt idx="1206">
                  <c:v>44516</c:v>
                </c:pt>
                <c:pt idx="1207">
                  <c:v>44517</c:v>
                </c:pt>
                <c:pt idx="1208">
                  <c:v>44518</c:v>
                </c:pt>
                <c:pt idx="1209">
                  <c:v>44519</c:v>
                </c:pt>
                <c:pt idx="1210">
                  <c:v>44522</c:v>
                </c:pt>
                <c:pt idx="1211">
                  <c:v>44523</c:v>
                </c:pt>
                <c:pt idx="1212">
                  <c:v>44524</c:v>
                </c:pt>
                <c:pt idx="1213">
                  <c:v>44526</c:v>
                </c:pt>
                <c:pt idx="1214">
                  <c:v>44529</c:v>
                </c:pt>
                <c:pt idx="1215">
                  <c:v>44530</c:v>
                </c:pt>
                <c:pt idx="1216">
                  <c:v>44531</c:v>
                </c:pt>
                <c:pt idx="1217">
                  <c:v>44532</c:v>
                </c:pt>
                <c:pt idx="1218">
                  <c:v>44533</c:v>
                </c:pt>
                <c:pt idx="1219">
                  <c:v>44536</c:v>
                </c:pt>
                <c:pt idx="1220">
                  <c:v>44537</c:v>
                </c:pt>
                <c:pt idx="1221">
                  <c:v>44538</c:v>
                </c:pt>
                <c:pt idx="1222">
                  <c:v>44539</c:v>
                </c:pt>
                <c:pt idx="1223">
                  <c:v>44540</c:v>
                </c:pt>
                <c:pt idx="1224">
                  <c:v>44543</c:v>
                </c:pt>
                <c:pt idx="1225">
                  <c:v>44544</c:v>
                </c:pt>
                <c:pt idx="1226">
                  <c:v>44545</c:v>
                </c:pt>
                <c:pt idx="1227">
                  <c:v>44546</c:v>
                </c:pt>
                <c:pt idx="1228">
                  <c:v>44547</c:v>
                </c:pt>
                <c:pt idx="1229">
                  <c:v>44550</c:v>
                </c:pt>
                <c:pt idx="1230">
                  <c:v>44551</c:v>
                </c:pt>
                <c:pt idx="1231">
                  <c:v>44552</c:v>
                </c:pt>
                <c:pt idx="1232">
                  <c:v>44553</c:v>
                </c:pt>
                <c:pt idx="1233">
                  <c:v>44557</c:v>
                </c:pt>
                <c:pt idx="1234">
                  <c:v>44558</c:v>
                </c:pt>
                <c:pt idx="1235">
                  <c:v>44559</c:v>
                </c:pt>
                <c:pt idx="1236">
                  <c:v>44560</c:v>
                </c:pt>
                <c:pt idx="1237">
                  <c:v>44561</c:v>
                </c:pt>
                <c:pt idx="1238">
                  <c:v>44564</c:v>
                </c:pt>
                <c:pt idx="1239">
                  <c:v>44565</c:v>
                </c:pt>
                <c:pt idx="1240">
                  <c:v>44566</c:v>
                </c:pt>
                <c:pt idx="1241">
                  <c:v>44567</c:v>
                </c:pt>
                <c:pt idx="1242">
                  <c:v>44568</c:v>
                </c:pt>
                <c:pt idx="1243">
                  <c:v>44571</c:v>
                </c:pt>
                <c:pt idx="1244">
                  <c:v>44572</c:v>
                </c:pt>
                <c:pt idx="1245">
                  <c:v>44573</c:v>
                </c:pt>
                <c:pt idx="1246">
                  <c:v>44574</c:v>
                </c:pt>
                <c:pt idx="1247">
                  <c:v>44575</c:v>
                </c:pt>
                <c:pt idx="1248">
                  <c:v>44579</c:v>
                </c:pt>
                <c:pt idx="1249">
                  <c:v>44580</c:v>
                </c:pt>
                <c:pt idx="1250">
                  <c:v>44581</c:v>
                </c:pt>
                <c:pt idx="1251">
                  <c:v>44582</c:v>
                </c:pt>
                <c:pt idx="1252">
                  <c:v>44585</c:v>
                </c:pt>
                <c:pt idx="1253">
                  <c:v>44586</c:v>
                </c:pt>
                <c:pt idx="1254">
                  <c:v>44587</c:v>
                </c:pt>
                <c:pt idx="1255">
                  <c:v>44588</c:v>
                </c:pt>
                <c:pt idx="1256">
                  <c:v>44589</c:v>
                </c:pt>
                <c:pt idx="1257">
                  <c:v>44592</c:v>
                </c:pt>
                <c:pt idx="1258">
                  <c:v>44593</c:v>
                </c:pt>
              </c:numCache>
            </c:numRef>
          </c:cat>
          <c:val>
            <c:numRef>
              <c:f>Sheet1!$B$1:$B$1259</c:f>
              <c:numCache>
                <c:formatCode>#,##0.00</c:formatCode>
                <c:ptCount val="1259"/>
                <c:pt idx="0">
                  <c:v>2280.85</c:v>
                </c:pt>
                <c:pt idx="1">
                  <c:v>2297.42</c:v>
                </c:pt>
                <c:pt idx="2">
                  <c:v>2292.56</c:v>
                </c:pt>
                <c:pt idx="3">
                  <c:v>2293.08</c:v>
                </c:pt>
                <c:pt idx="4">
                  <c:v>2294.67</c:v>
                </c:pt>
                <c:pt idx="5">
                  <c:v>2307.87</c:v>
                </c:pt>
                <c:pt idx="6">
                  <c:v>2316.1</c:v>
                </c:pt>
                <c:pt idx="7">
                  <c:v>2328.25</c:v>
                </c:pt>
                <c:pt idx="8">
                  <c:v>2337.58</c:v>
                </c:pt>
                <c:pt idx="9">
                  <c:v>2349.25</c:v>
                </c:pt>
                <c:pt idx="10">
                  <c:v>2347.2199999999998</c:v>
                </c:pt>
                <c:pt idx="11">
                  <c:v>2351.16</c:v>
                </c:pt>
                <c:pt idx="12">
                  <c:v>2365.38</c:v>
                </c:pt>
                <c:pt idx="13">
                  <c:v>2362.8200000000002</c:v>
                </c:pt>
                <c:pt idx="14">
                  <c:v>2363.81</c:v>
                </c:pt>
                <c:pt idx="15">
                  <c:v>2367.34</c:v>
                </c:pt>
                <c:pt idx="16">
                  <c:v>2369.75</c:v>
                </c:pt>
                <c:pt idx="17">
                  <c:v>2363.64</c:v>
                </c:pt>
                <c:pt idx="18">
                  <c:v>2395.96</c:v>
                </c:pt>
                <c:pt idx="19">
                  <c:v>2381.92</c:v>
                </c:pt>
                <c:pt idx="20">
                  <c:v>2383.12</c:v>
                </c:pt>
                <c:pt idx="21">
                  <c:v>2375.31</c:v>
                </c:pt>
                <c:pt idx="22">
                  <c:v>2368.39</c:v>
                </c:pt>
                <c:pt idx="23">
                  <c:v>2362.98</c:v>
                </c:pt>
                <c:pt idx="24">
                  <c:v>2364.87</c:v>
                </c:pt>
                <c:pt idx="25">
                  <c:v>2372.6</c:v>
                </c:pt>
                <c:pt idx="26">
                  <c:v>2373.4699999999998</c:v>
                </c:pt>
                <c:pt idx="27">
                  <c:v>2365.4499999999998</c:v>
                </c:pt>
                <c:pt idx="28">
                  <c:v>2385.2600000000002</c:v>
                </c:pt>
                <c:pt idx="29">
                  <c:v>2381.38</c:v>
                </c:pt>
                <c:pt idx="30">
                  <c:v>2378.25</c:v>
                </c:pt>
                <c:pt idx="31">
                  <c:v>2373.4699999999998</c:v>
                </c:pt>
                <c:pt idx="32">
                  <c:v>2344.02</c:v>
                </c:pt>
                <c:pt idx="33">
                  <c:v>2348.4499999999998</c:v>
                </c:pt>
                <c:pt idx="34">
                  <c:v>2345.96</c:v>
                </c:pt>
                <c:pt idx="35">
                  <c:v>2343.98</c:v>
                </c:pt>
                <c:pt idx="36">
                  <c:v>2341.59</c:v>
                </c:pt>
                <c:pt idx="37">
                  <c:v>2358.5700000000002</c:v>
                </c:pt>
                <c:pt idx="38">
                  <c:v>2361.13</c:v>
                </c:pt>
                <c:pt idx="39">
                  <c:v>2368.06</c:v>
                </c:pt>
                <c:pt idx="40">
                  <c:v>2362.7199999999998</c:v>
                </c:pt>
                <c:pt idx="41">
                  <c:v>2358.84</c:v>
                </c:pt>
                <c:pt idx="42">
                  <c:v>2360.16</c:v>
                </c:pt>
                <c:pt idx="43">
                  <c:v>2352.9499999999998</c:v>
                </c:pt>
                <c:pt idx="44">
                  <c:v>2357.4899999999998</c:v>
                </c:pt>
                <c:pt idx="45">
                  <c:v>2355.54</c:v>
                </c:pt>
                <c:pt idx="46">
                  <c:v>2357.16</c:v>
                </c:pt>
                <c:pt idx="47">
                  <c:v>2353.7800000000002</c:v>
                </c:pt>
                <c:pt idx="48">
                  <c:v>2344.9299999999998</c:v>
                </c:pt>
                <c:pt idx="49">
                  <c:v>2328.9499999999998</c:v>
                </c:pt>
                <c:pt idx="50">
                  <c:v>2349.0100000000002</c:v>
                </c:pt>
                <c:pt idx="51">
                  <c:v>2342.19</c:v>
                </c:pt>
                <c:pt idx="52">
                  <c:v>2338.17</c:v>
                </c:pt>
                <c:pt idx="53">
                  <c:v>2355.84</c:v>
                </c:pt>
                <c:pt idx="54">
                  <c:v>2348.69</c:v>
                </c:pt>
                <c:pt idx="55">
                  <c:v>2374.15</c:v>
                </c:pt>
                <c:pt idx="56">
                  <c:v>2388.61</c:v>
                </c:pt>
                <c:pt idx="57">
                  <c:v>2387.4499999999998</c:v>
                </c:pt>
                <c:pt idx="58">
                  <c:v>2388.77</c:v>
                </c:pt>
                <c:pt idx="59">
                  <c:v>2384.1999999999998</c:v>
                </c:pt>
                <c:pt idx="60">
                  <c:v>2388.33</c:v>
                </c:pt>
                <c:pt idx="61">
                  <c:v>2391.17</c:v>
                </c:pt>
                <c:pt idx="62">
                  <c:v>2388.13</c:v>
                </c:pt>
                <c:pt idx="63">
                  <c:v>2389.52</c:v>
                </c:pt>
                <c:pt idx="64">
                  <c:v>2399.29</c:v>
                </c:pt>
                <c:pt idx="65">
                  <c:v>2399.38</c:v>
                </c:pt>
                <c:pt idx="66">
                  <c:v>2396.92</c:v>
                </c:pt>
                <c:pt idx="67">
                  <c:v>2399.63</c:v>
                </c:pt>
                <c:pt idx="68">
                  <c:v>2394.44</c:v>
                </c:pt>
                <c:pt idx="69">
                  <c:v>2390.9</c:v>
                </c:pt>
                <c:pt idx="70">
                  <c:v>2402.3200000000002</c:v>
                </c:pt>
                <c:pt idx="71">
                  <c:v>2400.67</c:v>
                </c:pt>
                <c:pt idx="72">
                  <c:v>2357.0300000000002</c:v>
                </c:pt>
                <c:pt idx="73">
                  <c:v>2365.7199999999998</c:v>
                </c:pt>
                <c:pt idx="74">
                  <c:v>2381.73</c:v>
                </c:pt>
                <c:pt idx="75">
                  <c:v>2394.02</c:v>
                </c:pt>
                <c:pt idx="76">
                  <c:v>2398.42</c:v>
                </c:pt>
                <c:pt idx="77">
                  <c:v>2404.39</c:v>
                </c:pt>
                <c:pt idx="78">
                  <c:v>2415.0700000000002</c:v>
                </c:pt>
                <c:pt idx="79">
                  <c:v>2415.8200000000002</c:v>
                </c:pt>
                <c:pt idx="80">
                  <c:v>2412.91</c:v>
                </c:pt>
                <c:pt idx="81">
                  <c:v>2411.8000000000002</c:v>
                </c:pt>
                <c:pt idx="82">
                  <c:v>2430.06</c:v>
                </c:pt>
                <c:pt idx="83">
                  <c:v>2439.0700000000002</c:v>
                </c:pt>
                <c:pt idx="84">
                  <c:v>2436.1</c:v>
                </c:pt>
                <c:pt idx="85">
                  <c:v>2429.33</c:v>
                </c:pt>
                <c:pt idx="86">
                  <c:v>2433.14</c:v>
                </c:pt>
                <c:pt idx="87">
                  <c:v>2433.79</c:v>
                </c:pt>
                <c:pt idx="88">
                  <c:v>2431.77</c:v>
                </c:pt>
                <c:pt idx="89">
                  <c:v>2429.39</c:v>
                </c:pt>
                <c:pt idx="90">
                  <c:v>2440.35</c:v>
                </c:pt>
                <c:pt idx="91">
                  <c:v>2437.92</c:v>
                </c:pt>
                <c:pt idx="92">
                  <c:v>2432.46</c:v>
                </c:pt>
                <c:pt idx="93">
                  <c:v>2433.15</c:v>
                </c:pt>
                <c:pt idx="94">
                  <c:v>2453.46</c:v>
                </c:pt>
                <c:pt idx="95">
                  <c:v>2437.0300000000002</c:v>
                </c:pt>
                <c:pt idx="96">
                  <c:v>2435.61</c:v>
                </c:pt>
                <c:pt idx="97">
                  <c:v>2434.5</c:v>
                </c:pt>
                <c:pt idx="98">
                  <c:v>2438.3000000000002</c:v>
                </c:pt>
                <c:pt idx="99">
                  <c:v>2439.0700000000002</c:v>
                </c:pt>
                <c:pt idx="100">
                  <c:v>2419.38</c:v>
                </c:pt>
                <c:pt idx="101">
                  <c:v>2440.69</c:v>
                </c:pt>
                <c:pt idx="102">
                  <c:v>2419.6999999999998</c:v>
                </c:pt>
                <c:pt idx="103">
                  <c:v>2423.41</c:v>
                </c:pt>
                <c:pt idx="104">
                  <c:v>2429.0100000000002</c:v>
                </c:pt>
                <c:pt idx="105">
                  <c:v>2432.54</c:v>
                </c:pt>
                <c:pt idx="106">
                  <c:v>2409.75</c:v>
                </c:pt>
                <c:pt idx="107">
                  <c:v>2425.1799999999998</c:v>
                </c:pt>
                <c:pt idx="108">
                  <c:v>2427.4299999999998</c:v>
                </c:pt>
                <c:pt idx="109">
                  <c:v>2425.5300000000002</c:v>
                </c:pt>
                <c:pt idx="110">
                  <c:v>2443.25</c:v>
                </c:pt>
                <c:pt idx="111">
                  <c:v>2447.83</c:v>
                </c:pt>
                <c:pt idx="112">
                  <c:v>2459.27</c:v>
                </c:pt>
                <c:pt idx="113">
                  <c:v>2459.14</c:v>
                </c:pt>
                <c:pt idx="114">
                  <c:v>2460.61</c:v>
                </c:pt>
                <c:pt idx="115">
                  <c:v>2473.83</c:v>
                </c:pt>
                <c:pt idx="116">
                  <c:v>2473.4499999999998</c:v>
                </c:pt>
                <c:pt idx="117">
                  <c:v>2472.54</c:v>
                </c:pt>
                <c:pt idx="118">
                  <c:v>2469.91</c:v>
                </c:pt>
                <c:pt idx="119">
                  <c:v>2477.13</c:v>
                </c:pt>
                <c:pt idx="120">
                  <c:v>2477.83</c:v>
                </c:pt>
                <c:pt idx="121">
                  <c:v>2475.42</c:v>
                </c:pt>
                <c:pt idx="122">
                  <c:v>2472.1</c:v>
                </c:pt>
                <c:pt idx="123">
                  <c:v>2470.3000000000002</c:v>
                </c:pt>
                <c:pt idx="124">
                  <c:v>2476.35</c:v>
                </c:pt>
                <c:pt idx="125">
                  <c:v>2477.5700000000002</c:v>
                </c:pt>
                <c:pt idx="126">
                  <c:v>2472.16</c:v>
                </c:pt>
                <c:pt idx="127">
                  <c:v>2476.83</c:v>
                </c:pt>
                <c:pt idx="128">
                  <c:v>2480.91</c:v>
                </c:pt>
                <c:pt idx="129">
                  <c:v>2474.92</c:v>
                </c:pt>
                <c:pt idx="130">
                  <c:v>2474.02</c:v>
                </c:pt>
                <c:pt idx="131">
                  <c:v>2438.21</c:v>
                </c:pt>
                <c:pt idx="132">
                  <c:v>2441.3200000000002</c:v>
                </c:pt>
                <c:pt idx="133">
                  <c:v>2465.84</c:v>
                </c:pt>
                <c:pt idx="134">
                  <c:v>2464.61</c:v>
                </c:pt>
                <c:pt idx="135">
                  <c:v>2468.11</c:v>
                </c:pt>
                <c:pt idx="136">
                  <c:v>2430.0100000000002</c:v>
                </c:pt>
                <c:pt idx="137">
                  <c:v>2425.5500000000002</c:v>
                </c:pt>
                <c:pt idx="138">
                  <c:v>2428.37</c:v>
                </c:pt>
                <c:pt idx="139">
                  <c:v>2452.5100000000002</c:v>
                </c:pt>
                <c:pt idx="140">
                  <c:v>2444.04</c:v>
                </c:pt>
                <c:pt idx="141">
                  <c:v>2438.9699999999998</c:v>
                </c:pt>
                <c:pt idx="142">
                  <c:v>2443.0500000000002</c:v>
                </c:pt>
                <c:pt idx="143">
                  <c:v>2444.2399999999998</c:v>
                </c:pt>
                <c:pt idx="144">
                  <c:v>2446.3000000000002</c:v>
                </c:pt>
                <c:pt idx="145">
                  <c:v>2457.59</c:v>
                </c:pt>
                <c:pt idx="146">
                  <c:v>2471.65</c:v>
                </c:pt>
                <c:pt idx="147">
                  <c:v>2476.5500000000002</c:v>
                </c:pt>
                <c:pt idx="148">
                  <c:v>2457.85</c:v>
                </c:pt>
                <c:pt idx="149">
                  <c:v>2465.54</c:v>
                </c:pt>
                <c:pt idx="150">
                  <c:v>2465.1</c:v>
                </c:pt>
                <c:pt idx="151">
                  <c:v>2461.4299999999998</c:v>
                </c:pt>
                <c:pt idx="152">
                  <c:v>2488.11</c:v>
                </c:pt>
                <c:pt idx="153">
                  <c:v>2496.48</c:v>
                </c:pt>
                <c:pt idx="154">
                  <c:v>2498.37</c:v>
                </c:pt>
                <c:pt idx="155">
                  <c:v>2495.62</c:v>
                </c:pt>
                <c:pt idx="156">
                  <c:v>2500.23</c:v>
                </c:pt>
                <c:pt idx="157">
                  <c:v>2503.87</c:v>
                </c:pt>
                <c:pt idx="158">
                  <c:v>2506.65</c:v>
                </c:pt>
                <c:pt idx="159">
                  <c:v>2508.2399999999998</c:v>
                </c:pt>
                <c:pt idx="160">
                  <c:v>2500.6</c:v>
                </c:pt>
                <c:pt idx="161">
                  <c:v>2502.2199999999998</c:v>
                </c:pt>
                <c:pt idx="162">
                  <c:v>2496.66</c:v>
                </c:pt>
                <c:pt idx="163">
                  <c:v>2496.84</c:v>
                </c:pt>
                <c:pt idx="164">
                  <c:v>2507.04</c:v>
                </c:pt>
                <c:pt idx="165">
                  <c:v>2510.06</c:v>
                </c:pt>
                <c:pt idx="166">
                  <c:v>2519.36</c:v>
                </c:pt>
                <c:pt idx="167">
                  <c:v>2529.12</c:v>
                </c:pt>
                <c:pt idx="168">
                  <c:v>2534.58</c:v>
                </c:pt>
                <c:pt idx="169">
                  <c:v>2537.7399999999998</c:v>
                </c:pt>
                <c:pt idx="170">
                  <c:v>2552.0700000000002</c:v>
                </c:pt>
                <c:pt idx="171">
                  <c:v>2549.33</c:v>
                </c:pt>
                <c:pt idx="172">
                  <c:v>2544.73</c:v>
                </c:pt>
                <c:pt idx="173">
                  <c:v>2550.64</c:v>
                </c:pt>
                <c:pt idx="174">
                  <c:v>2555.2399999999998</c:v>
                </c:pt>
                <c:pt idx="175">
                  <c:v>2550.9299999999998</c:v>
                </c:pt>
                <c:pt idx="176">
                  <c:v>2553.17</c:v>
                </c:pt>
                <c:pt idx="177">
                  <c:v>2557.64</c:v>
                </c:pt>
                <c:pt idx="178">
                  <c:v>2559.36</c:v>
                </c:pt>
                <c:pt idx="179">
                  <c:v>2561.2600000000002</c:v>
                </c:pt>
                <c:pt idx="180">
                  <c:v>2562.1</c:v>
                </c:pt>
                <c:pt idx="181">
                  <c:v>2575.21</c:v>
                </c:pt>
                <c:pt idx="182">
                  <c:v>2564.98</c:v>
                </c:pt>
                <c:pt idx="183">
                  <c:v>2569.13</c:v>
                </c:pt>
                <c:pt idx="184">
                  <c:v>2557.15</c:v>
                </c:pt>
                <c:pt idx="185">
                  <c:v>2560.4</c:v>
                </c:pt>
                <c:pt idx="186">
                  <c:v>2581.0700000000002</c:v>
                </c:pt>
                <c:pt idx="187">
                  <c:v>2572.83</c:v>
                </c:pt>
                <c:pt idx="188">
                  <c:v>2575.2600000000002</c:v>
                </c:pt>
                <c:pt idx="189">
                  <c:v>2579.36</c:v>
                </c:pt>
                <c:pt idx="190">
                  <c:v>2579.85</c:v>
                </c:pt>
                <c:pt idx="191">
                  <c:v>2587.84</c:v>
                </c:pt>
                <c:pt idx="192">
                  <c:v>2591.13</c:v>
                </c:pt>
                <c:pt idx="193">
                  <c:v>2590.64</c:v>
                </c:pt>
                <c:pt idx="194">
                  <c:v>2594.38</c:v>
                </c:pt>
                <c:pt idx="195">
                  <c:v>2584.62</c:v>
                </c:pt>
                <c:pt idx="196">
                  <c:v>2582.3000000000002</c:v>
                </c:pt>
                <c:pt idx="197">
                  <c:v>2584.84</c:v>
                </c:pt>
                <c:pt idx="198">
                  <c:v>2578.87</c:v>
                </c:pt>
                <c:pt idx="199">
                  <c:v>2564.62</c:v>
                </c:pt>
                <c:pt idx="200">
                  <c:v>2585.64</c:v>
                </c:pt>
                <c:pt idx="201">
                  <c:v>2578.85</c:v>
                </c:pt>
                <c:pt idx="202">
                  <c:v>2582.14</c:v>
                </c:pt>
                <c:pt idx="203">
                  <c:v>2599.0300000000002</c:v>
                </c:pt>
                <c:pt idx="204">
                  <c:v>2597.08</c:v>
                </c:pt>
                <c:pt idx="205">
                  <c:v>2602.42</c:v>
                </c:pt>
                <c:pt idx="206">
                  <c:v>2601.42</c:v>
                </c:pt>
                <c:pt idx="207">
                  <c:v>2627.04</c:v>
                </c:pt>
                <c:pt idx="208">
                  <c:v>2626.07</c:v>
                </c:pt>
                <c:pt idx="209">
                  <c:v>2647.58</c:v>
                </c:pt>
                <c:pt idx="210">
                  <c:v>2642.22</c:v>
                </c:pt>
                <c:pt idx="211">
                  <c:v>2639.44</c:v>
                </c:pt>
                <c:pt idx="212">
                  <c:v>2629.57</c:v>
                </c:pt>
                <c:pt idx="213">
                  <c:v>2629.27</c:v>
                </c:pt>
                <c:pt idx="214">
                  <c:v>2636.98</c:v>
                </c:pt>
                <c:pt idx="215">
                  <c:v>2651.5</c:v>
                </c:pt>
                <c:pt idx="216">
                  <c:v>2659.99</c:v>
                </c:pt>
                <c:pt idx="217">
                  <c:v>2664.11</c:v>
                </c:pt>
                <c:pt idx="218">
                  <c:v>2662.85</c:v>
                </c:pt>
                <c:pt idx="219">
                  <c:v>2652.01</c:v>
                </c:pt>
                <c:pt idx="220">
                  <c:v>2675.81</c:v>
                </c:pt>
                <c:pt idx="221">
                  <c:v>2690.16</c:v>
                </c:pt>
                <c:pt idx="222">
                  <c:v>2681.47</c:v>
                </c:pt>
                <c:pt idx="223">
                  <c:v>2679.25</c:v>
                </c:pt>
                <c:pt idx="224">
                  <c:v>2684.57</c:v>
                </c:pt>
                <c:pt idx="225">
                  <c:v>2683.34</c:v>
                </c:pt>
                <c:pt idx="226">
                  <c:v>2680.5</c:v>
                </c:pt>
                <c:pt idx="227">
                  <c:v>2682.62</c:v>
                </c:pt>
                <c:pt idx="228">
                  <c:v>2687.54</c:v>
                </c:pt>
                <c:pt idx="229">
                  <c:v>2673.61</c:v>
                </c:pt>
                <c:pt idx="230">
                  <c:v>2695.81</c:v>
                </c:pt>
                <c:pt idx="231">
                  <c:v>2713.06</c:v>
                </c:pt>
                <c:pt idx="232">
                  <c:v>2723.99</c:v>
                </c:pt>
                <c:pt idx="233">
                  <c:v>2743.15</c:v>
                </c:pt>
                <c:pt idx="234">
                  <c:v>2747.71</c:v>
                </c:pt>
                <c:pt idx="235">
                  <c:v>2751.29</c:v>
                </c:pt>
                <c:pt idx="236">
                  <c:v>2748.23</c:v>
                </c:pt>
                <c:pt idx="237">
                  <c:v>2767.56</c:v>
                </c:pt>
                <c:pt idx="238">
                  <c:v>2786.24</c:v>
                </c:pt>
                <c:pt idx="239">
                  <c:v>2776.42</c:v>
                </c:pt>
                <c:pt idx="240">
                  <c:v>2802.56</c:v>
                </c:pt>
                <c:pt idx="241">
                  <c:v>2798.03</c:v>
                </c:pt>
                <c:pt idx="242">
                  <c:v>2810.3</c:v>
                </c:pt>
                <c:pt idx="243">
                  <c:v>2832.97</c:v>
                </c:pt>
                <c:pt idx="244">
                  <c:v>2839.13</c:v>
                </c:pt>
                <c:pt idx="245">
                  <c:v>2837.54</c:v>
                </c:pt>
                <c:pt idx="246">
                  <c:v>2839.25</c:v>
                </c:pt>
                <c:pt idx="247">
                  <c:v>2872.87</c:v>
                </c:pt>
                <c:pt idx="248">
                  <c:v>2853.53</c:v>
                </c:pt>
                <c:pt idx="249">
                  <c:v>2822.43</c:v>
                </c:pt>
                <c:pt idx="250">
                  <c:v>2823.81</c:v>
                </c:pt>
                <c:pt idx="251">
                  <c:v>2821.98</c:v>
                </c:pt>
                <c:pt idx="252">
                  <c:v>2762.13</c:v>
                </c:pt>
                <c:pt idx="253">
                  <c:v>2648.94</c:v>
                </c:pt>
                <c:pt idx="254">
                  <c:v>2695.14</c:v>
                </c:pt>
                <c:pt idx="255">
                  <c:v>2681.66</c:v>
                </c:pt>
                <c:pt idx="256">
                  <c:v>2581</c:v>
                </c:pt>
                <c:pt idx="257">
                  <c:v>2619.5500000000002</c:v>
                </c:pt>
                <c:pt idx="258">
                  <c:v>2656</c:v>
                </c:pt>
                <c:pt idx="259">
                  <c:v>2662.94</c:v>
                </c:pt>
                <c:pt idx="260">
                  <c:v>2698.63</c:v>
                </c:pt>
                <c:pt idx="261">
                  <c:v>2731.2</c:v>
                </c:pt>
                <c:pt idx="262">
                  <c:v>2732.22</c:v>
                </c:pt>
                <c:pt idx="263">
                  <c:v>2716.26</c:v>
                </c:pt>
                <c:pt idx="264">
                  <c:v>2701.33</c:v>
                </c:pt>
                <c:pt idx="265">
                  <c:v>2703.96</c:v>
                </c:pt>
                <c:pt idx="266">
                  <c:v>2747.3</c:v>
                </c:pt>
                <c:pt idx="267">
                  <c:v>2779.6</c:v>
                </c:pt>
                <c:pt idx="268">
                  <c:v>2744.28</c:v>
                </c:pt>
                <c:pt idx="269">
                  <c:v>2713.83</c:v>
                </c:pt>
                <c:pt idx="270">
                  <c:v>2677.67</c:v>
                </c:pt>
                <c:pt idx="271">
                  <c:v>2691.25</c:v>
                </c:pt>
                <c:pt idx="272">
                  <c:v>2720.94</c:v>
                </c:pt>
                <c:pt idx="273">
                  <c:v>2728.12</c:v>
                </c:pt>
                <c:pt idx="274">
                  <c:v>2726.8</c:v>
                </c:pt>
                <c:pt idx="275">
                  <c:v>2738.97</c:v>
                </c:pt>
                <c:pt idx="276">
                  <c:v>2786.57</c:v>
                </c:pt>
                <c:pt idx="277">
                  <c:v>2783.02</c:v>
                </c:pt>
                <c:pt idx="278">
                  <c:v>2765.31</c:v>
                </c:pt>
                <c:pt idx="279">
                  <c:v>2749.48</c:v>
                </c:pt>
                <c:pt idx="280">
                  <c:v>2747.33</c:v>
                </c:pt>
                <c:pt idx="281">
                  <c:v>2752.01</c:v>
                </c:pt>
                <c:pt idx="282">
                  <c:v>2712.92</c:v>
                </c:pt>
                <c:pt idx="283">
                  <c:v>2716.94</c:v>
                </c:pt>
                <c:pt idx="284">
                  <c:v>2711.93</c:v>
                </c:pt>
                <c:pt idx="285">
                  <c:v>2643.69</c:v>
                </c:pt>
                <c:pt idx="286">
                  <c:v>2588.2600000000002</c:v>
                </c:pt>
                <c:pt idx="287">
                  <c:v>2658.55</c:v>
                </c:pt>
                <c:pt idx="288">
                  <c:v>2612.62</c:v>
                </c:pt>
                <c:pt idx="289">
                  <c:v>2605</c:v>
                </c:pt>
                <c:pt idx="290">
                  <c:v>2640.87</c:v>
                </c:pt>
                <c:pt idx="291">
                  <c:v>2581.88</c:v>
                </c:pt>
                <c:pt idx="292">
                  <c:v>2614.4499999999998</c:v>
                </c:pt>
                <c:pt idx="293">
                  <c:v>2644.69</c:v>
                </c:pt>
                <c:pt idx="294">
                  <c:v>2662.84</c:v>
                </c:pt>
                <c:pt idx="295">
                  <c:v>2604.4699999999998</c:v>
                </c:pt>
                <c:pt idx="296">
                  <c:v>2613.16</c:v>
                </c:pt>
                <c:pt idx="297">
                  <c:v>2656.87</c:v>
                </c:pt>
                <c:pt idx="298">
                  <c:v>2642.19</c:v>
                </c:pt>
                <c:pt idx="299">
                  <c:v>2663.99</c:v>
                </c:pt>
                <c:pt idx="300">
                  <c:v>2656.3</c:v>
                </c:pt>
                <c:pt idx="301">
                  <c:v>2677.84</c:v>
                </c:pt>
                <c:pt idx="302">
                  <c:v>2706.39</c:v>
                </c:pt>
                <c:pt idx="303">
                  <c:v>2708.64</c:v>
                </c:pt>
                <c:pt idx="304">
                  <c:v>2693.13</c:v>
                </c:pt>
                <c:pt idx="305">
                  <c:v>2670.14</c:v>
                </c:pt>
                <c:pt idx="306">
                  <c:v>2670.29</c:v>
                </c:pt>
                <c:pt idx="307">
                  <c:v>2634.56</c:v>
                </c:pt>
                <c:pt idx="308">
                  <c:v>2639.4</c:v>
                </c:pt>
                <c:pt idx="309">
                  <c:v>2666.94</c:v>
                </c:pt>
                <c:pt idx="310">
                  <c:v>2669.91</c:v>
                </c:pt>
                <c:pt idx="311">
                  <c:v>2648.05</c:v>
                </c:pt>
                <c:pt idx="312">
                  <c:v>2654.8</c:v>
                </c:pt>
                <c:pt idx="313">
                  <c:v>2635.67</c:v>
                </c:pt>
                <c:pt idx="314">
                  <c:v>2629.73</c:v>
                </c:pt>
                <c:pt idx="315">
                  <c:v>2663.42</c:v>
                </c:pt>
                <c:pt idx="316">
                  <c:v>2672.63</c:v>
                </c:pt>
                <c:pt idx="317">
                  <c:v>2671.92</c:v>
                </c:pt>
                <c:pt idx="318">
                  <c:v>2697.79</c:v>
                </c:pt>
                <c:pt idx="319">
                  <c:v>2723.07</c:v>
                </c:pt>
                <c:pt idx="320">
                  <c:v>2727.72</c:v>
                </c:pt>
                <c:pt idx="321">
                  <c:v>2730.13</c:v>
                </c:pt>
                <c:pt idx="322">
                  <c:v>2711.45</c:v>
                </c:pt>
                <c:pt idx="323">
                  <c:v>2722.46</c:v>
                </c:pt>
                <c:pt idx="324">
                  <c:v>2720.13</c:v>
                </c:pt>
                <c:pt idx="325">
                  <c:v>2712.97</c:v>
                </c:pt>
                <c:pt idx="326">
                  <c:v>2733.01</c:v>
                </c:pt>
                <c:pt idx="327">
                  <c:v>2724.44</c:v>
                </c:pt>
                <c:pt idx="328">
                  <c:v>2733.29</c:v>
                </c:pt>
                <c:pt idx="329">
                  <c:v>2727.76</c:v>
                </c:pt>
                <c:pt idx="330">
                  <c:v>2721.33</c:v>
                </c:pt>
                <c:pt idx="331">
                  <c:v>2689.86</c:v>
                </c:pt>
                <c:pt idx="332">
                  <c:v>2724.01</c:v>
                </c:pt>
                <c:pt idx="333">
                  <c:v>2705.27</c:v>
                </c:pt>
                <c:pt idx="334">
                  <c:v>2734.62</c:v>
                </c:pt>
                <c:pt idx="335">
                  <c:v>2746.87</c:v>
                </c:pt>
                <c:pt idx="336">
                  <c:v>2748.8</c:v>
                </c:pt>
                <c:pt idx="337">
                  <c:v>2772.35</c:v>
                </c:pt>
                <c:pt idx="338">
                  <c:v>2770.37</c:v>
                </c:pt>
                <c:pt idx="339">
                  <c:v>2779.03</c:v>
                </c:pt>
                <c:pt idx="340">
                  <c:v>2782</c:v>
                </c:pt>
                <c:pt idx="341">
                  <c:v>2786.85</c:v>
                </c:pt>
                <c:pt idx="342">
                  <c:v>2775.63</c:v>
                </c:pt>
                <c:pt idx="343">
                  <c:v>2782.49</c:v>
                </c:pt>
                <c:pt idx="344">
                  <c:v>2779.66</c:v>
                </c:pt>
                <c:pt idx="345">
                  <c:v>2773.75</c:v>
                </c:pt>
                <c:pt idx="346">
                  <c:v>2762.59</c:v>
                </c:pt>
                <c:pt idx="347">
                  <c:v>2767.32</c:v>
                </c:pt>
                <c:pt idx="348">
                  <c:v>2749.76</c:v>
                </c:pt>
                <c:pt idx="349">
                  <c:v>2754.88</c:v>
                </c:pt>
                <c:pt idx="350">
                  <c:v>2717.07</c:v>
                </c:pt>
                <c:pt idx="351">
                  <c:v>2723.06</c:v>
                </c:pt>
                <c:pt idx="352">
                  <c:v>2699.63</c:v>
                </c:pt>
                <c:pt idx="353">
                  <c:v>2716.31</c:v>
                </c:pt>
                <c:pt idx="354">
                  <c:v>2718.37</c:v>
                </c:pt>
                <c:pt idx="355">
                  <c:v>2726.71</c:v>
                </c:pt>
                <c:pt idx="356">
                  <c:v>2713.22</c:v>
                </c:pt>
                <c:pt idx="357">
                  <c:v>2736.61</c:v>
                </c:pt>
                <c:pt idx="358">
                  <c:v>2759.82</c:v>
                </c:pt>
                <c:pt idx="359">
                  <c:v>2784.17</c:v>
                </c:pt>
                <c:pt idx="360">
                  <c:v>2793.84</c:v>
                </c:pt>
                <c:pt idx="361">
                  <c:v>2774.02</c:v>
                </c:pt>
                <c:pt idx="362">
                  <c:v>2798.29</c:v>
                </c:pt>
                <c:pt idx="363">
                  <c:v>2801.31</c:v>
                </c:pt>
                <c:pt idx="364">
                  <c:v>2798.43</c:v>
                </c:pt>
                <c:pt idx="365">
                  <c:v>2809.55</c:v>
                </c:pt>
                <c:pt idx="366">
                  <c:v>2815.62</c:v>
                </c:pt>
                <c:pt idx="367">
                  <c:v>2804.49</c:v>
                </c:pt>
                <c:pt idx="368">
                  <c:v>2801.83</c:v>
                </c:pt>
                <c:pt idx="369">
                  <c:v>2806.98</c:v>
                </c:pt>
                <c:pt idx="370">
                  <c:v>2820.4</c:v>
                </c:pt>
                <c:pt idx="371">
                  <c:v>2846.07</c:v>
                </c:pt>
                <c:pt idx="372">
                  <c:v>2837.44</c:v>
                </c:pt>
                <c:pt idx="373">
                  <c:v>2818.82</c:v>
                </c:pt>
                <c:pt idx="374">
                  <c:v>2802.6</c:v>
                </c:pt>
                <c:pt idx="375">
                  <c:v>2816.29</c:v>
                </c:pt>
                <c:pt idx="376">
                  <c:v>2813.36</c:v>
                </c:pt>
                <c:pt idx="377">
                  <c:v>2827.22</c:v>
                </c:pt>
                <c:pt idx="378">
                  <c:v>2840.35</c:v>
                </c:pt>
                <c:pt idx="379">
                  <c:v>2850.4</c:v>
                </c:pt>
                <c:pt idx="380">
                  <c:v>2858.45</c:v>
                </c:pt>
                <c:pt idx="381">
                  <c:v>2857.7</c:v>
                </c:pt>
                <c:pt idx="382">
                  <c:v>2853.58</c:v>
                </c:pt>
                <c:pt idx="383">
                  <c:v>2833.28</c:v>
                </c:pt>
                <c:pt idx="384">
                  <c:v>2821.93</c:v>
                </c:pt>
                <c:pt idx="385">
                  <c:v>2839.96</c:v>
                </c:pt>
                <c:pt idx="386">
                  <c:v>2818.37</c:v>
                </c:pt>
                <c:pt idx="387">
                  <c:v>2840.69</c:v>
                </c:pt>
                <c:pt idx="388">
                  <c:v>2850.13</c:v>
                </c:pt>
                <c:pt idx="389">
                  <c:v>2857.05</c:v>
                </c:pt>
                <c:pt idx="390">
                  <c:v>2862.96</c:v>
                </c:pt>
                <c:pt idx="391">
                  <c:v>2861.82</c:v>
                </c:pt>
                <c:pt idx="392">
                  <c:v>2856.98</c:v>
                </c:pt>
                <c:pt idx="393">
                  <c:v>2874.69</c:v>
                </c:pt>
                <c:pt idx="394">
                  <c:v>2896.74</c:v>
                </c:pt>
                <c:pt idx="395">
                  <c:v>2897.52</c:v>
                </c:pt>
                <c:pt idx="396">
                  <c:v>2914.04</c:v>
                </c:pt>
                <c:pt idx="397">
                  <c:v>2901.13</c:v>
                </c:pt>
                <c:pt idx="398">
                  <c:v>2901.52</c:v>
                </c:pt>
                <c:pt idx="399">
                  <c:v>2896.72</c:v>
                </c:pt>
                <c:pt idx="400">
                  <c:v>2888.6</c:v>
                </c:pt>
                <c:pt idx="401">
                  <c:v>2878.05</c:v>
                </c:pt>
                <c:pt idx="402">
                  <c:v>2871.68</c:v>
                </c:pt>
                <c:pt idx="403">
                  <c:v>2877.13</c:v>
                </c:pt>
                <c:pt idx="404">
                  <c:v>2887.89</c:v>
                </c:pt>
                <c:pt idx="405">
                  <c:v>2888.92</c:v>
                </c:pt>
                <c:pt idx="406">
                  <c:v>2904.18</c:v>
                </c:pt>
                <c:pt idx="407">
                  <c:v>2904.98</c:v>
                </c:pt>
                <c:pt idx="408">
                  <c:v>2888.8</c:v>
                </c:pt>
                <c:pt idx="409">
                  <c:v>2904.31</c:v>
                </c:pt>
                <c:pt idx="410">
                  <c:v>2907.95</c:v>
                </c:pt>
                <c:pt idx="411">
                  <c:v>2930.75</c:v>
                </c:pt>
                <c:pt idx="412">
                  <c:v>2929.67</c:v>
                </c:pt>
                <c:pt idx="413">
                  <c:v>2919.37</c:v>
                </c:pt>
                <c:pt idx="414">
                  <c:v>2915.56</c:v>
                </c:pt>
                <c:pt idx="415">
                  <c:v>2905.97</c:v>
                </c:pt>
                <c:pt idx="416">
                  <c:v>2914</c:v>
                </c:pt>
                <c:pt idx="417">
                  <c:v>2913.98</c:v>
                </c:pt>
                <c:pt idx="418">
                  <c:v>2924.59</c:v>
                </c:pt>
                <c:pt idx="419">
                  <c:v>2923.43</c:v>
                </c:pt>
                <c:pt idx="420">
                  <c:v>2925.51</c:v>
                </c:pt>
                <c:pt idx="421">
                  <c:v>2901.61</c:v>
                </c:pt>
                <c:pt idx="422">
                  <c:v>2885.57</c:v>
                </c:pt>
                <c:pt idx="423">
                  <c:v>2884.43</c:v>
                </c:pt>
                <c:pt idx="424">
                  <c:v>2880.34</c:v>
                </c:pt>
                <c:pt idx="425">
                  <c:v>2785.68</c:v>
                </c:pt>
                <c:pt idx="426">
                  <c:v>2728.37</c:v>
                </c:pt>
                <c:pt idx="427">
                  <c:v>2767.13</c:v>
                </c:pt>
                <c:pt idx="428">
                  <c:v>2750.79</c:v>
                </c:pt>
                <c:pt idx="429">
                  <c:v>2809.92</c:v>
                </c:pt>
                <c:pt idx="430">
                  <c:v>2809.21</c:v>
                </c:pt>
                <c:pt idx="431">
                  <c:v>2768.78</c:v>
                </c:pt>
                <c:pt idx="432">
                  <c:v>2767.78</c:v>
                </c:pt>
                <c:pt idx="433">
                  <c:v>2755.88</c:v>
                </c:pt>
                <c:pt idx="434">
                  <c:v>2740.69</c:v>
                </c:pt>
                <c:pt idx="435">
                  <c:v>2656.1</c:v>
                </c:pt>
                <c:pt idx="436">
                  <c:v>2705.57</c:v>
                </c:pt>
                <c:pt idx="437">
                  <c:v>2658.69</c:v>
                </c:pt>
                <c:pt idx="438">
                  <c:v>2641.25</c:v>
                </c:pt>
                <c:pt idx="439">
                  <c:v>2682.63</c:v>
                </c:pt>
                <c:pt idx="440">
                  <c:v>2711.74</c:v>
                </c:pt>
                <c:pt idx="441">
                  <c:v>2740.37</c:v>
                </c:pt>
                <c:pt idx="442">
                  <c:v>2723.06</c:v>
                </c:pt>
                <c:pt idx="443">
                  <c:v>2738.31</c:v>
                </c:pt>
                <c:pt idx="444">
                  <c:v>2755.45</c:v>
                </c:pt>
                <c:pt idx="445">
                  <c:v>2813.89</c:v>
                </c:pt>
                <c:pt idx="446">
                  <c:v>2806.83</c:v>
                </c:pt>
                <c:pt idx="447">
                  <c:v>2781.01</c:v>
                </c:pt>
                <c:pt idx="448">
                  <c:v>2726.22</c:v>
                </c:pt>
                <c:pt idx="449">
                  <c:v>2722.18</c:v>
                </c:pt>
                <c:pt idx="450">
                  <c:v>2701.58</c:v>
                </c:pt>
                <c:pt idx="451">
                  <c:v>2730.2</c:v>
                </c:pt>
                <c:pt idx="452">
                  <c:v>2736.27</c:v>
                </c:pt>
                <c:pt idx="453">
                  <c:v>2690.73</c:v>
                </c:pt>
                <c:pt idx="454">
                  <c:v>2641.89</c:v>
                </c:pt>
                <c:pt idx="455">
                  <c:v>2649.93</c:v>
                </c:pt>
                <c:pt idx="456">
                  <c:v>2632.56</c:v>
                </c:pt>
                <c:pt idx="457">
                  <c:v>2673.45</c:v>
                </c:pt>
                <c:pt idx="458">
                  <c:v>2682.17</c:v>
                </c:pt>
                <c:pt idx="459">
                  <c:v>2743.79</c:v>
                </c:pt>
                <c:pt idx="460">
                  <c:v>2737.8</c:v>
                </c:pt>
                <c:pt idx="461">
                  <c:v>2760.17</c:v>
                </c:pt>
                <c:pt idx="462">
                  <c:v>2790.37</c:v>
                </c:pt>
                <c:pt idx="463">
                  <c:v>2700.06</c:v>
                </c:pt>
                <c:pt idx="464">
                  <c:v>2695.95</c:v>
                </c:pt>
                <c:pt idx="465">
                  <c:v>2633.08</c:v>
                </c:pt>
                <c:pt idx="466">
                  <c:v>2637.72</c:v>
                </c:pt>
                <c:pt idx="467">
                  <c:v>2636.78</c:v>
                </c:pt>
                <c:pt idx="468">
                  <c:v>2651.07</c:v>
                </c:pt>
                <c:pt idx="469">
                  <c:v>2650.54</c:v>
                </c:pt>
                <c:pt idx="470">
                  <c:v>2599.9499999999998</c:v>
                </c:pt>
                <c:pt idx="471">
                  <c:v>2545.94</c:v>
                </c:pt>
                <c:pt idx="472">
                  <c:v>2546.16</c:v>
                </c:pt>
                <c:pt idx="473">
                  <c:v>2506.96</c:v>
                </c:pt>
                <c:pt idx="474">
                  <c:v>2467.42</c:v>
                </c:pt>
                <c:pt idx="475">
                  <c:v>2416.62</c:v>
                </c:pt>
                <c:pt idx="476">
                  <c:v>2351.1</c:v>
                </c:pt>
                <c:pt idx="477">
                  <c:v>2467.6999999999998</c:v>
                </c:pt>
                <c:pt idx="478">
                  <c:v>2488.83</c:v>
                </c:pt>
                <c:pt idx="479">
                  <c:v>2485.7399999999998</c:v>
                </c:pt>
                <c:pt idx="480">
                  <c:v>2506.85</c:v>
                </c:pt>
                <c:pt idx="481">
                  <c:v>2510.0300000000002</c:v>
                </c:pt>
                <c:pt idx="482">
                  <c:v>2447.89</c:v>
                </c:pt>
                <c:pt idx="483">
                  <c:v>2531.94</c:v>
                </c:pt>
                <c:pt idx="484">
                  <c:v>2549.69</c:v>
                </c:pt>
                <c:pt idx="485">
                  <c:v>2574.41</c:v>
                </c:pt>
                <c:pt idx="486">
                  <c:v>2584.96</c:v>
                </c:pt>
                <c:pt idx="487">
                  <c:v>2596.64</c:v>
                </c:pt>
                <c:pt idx="488">
                  <c:v>2596.2600000000002</c:v>
                </c:pt>
                <c:pt idx="489">
                  <c:v>2582.61</c:v>
                </c:pt>
                <c:pt idx="490">
                  <c:v>2610.3000000000002</c:v>
                </c:pt>
                <c:pt idx="491">
                  <c:v>2616.1</c:v>
                </c:pt>
                <c:pt idx="492">
                  <c:v>2635.96</c:v>
                </c:pt>
                <c:pt idx="493">
                  <c:v>2670.71</c:v>
                </c:pt>
                <c:pt idx="494">
                  <c:v>2632.9</c:v>
                </c:pt>
                <c:pt idx="495">
                  <c:v>2638.7</c:v>
                </c:pt>
                <c:pt idx="496">
                  <c:v>2642.33</c:v>
                </c:pt>
                <c:pt idx="497">
                  <c:v>2664.76</c:v>
                </c:pt>
                <c:pt idx="498">
                  <c:v>2643.85</c:v>
                </c:pt>
                <c:pt idx="499">
                  <c:v>2640</c:v>
                </c:pt>
                <c:pt idx="500">
                  <c:v>2681.05</c:v>
                </c:pt>
                <c:pt idx="501">
                  <c:v>2704.1</c:v>
                </c:pt>
                <c:pt idx="502">
                  <c:v>2706.53</c:v>
                </c:pt>
                <c:pt idx="503">
                  <c:v>2724.87</c:v>
                </c:pt>
                <c:pt idx="504">
                  <c:v>2737.7</c:v>
                </c:pt>
                <c:pt idx="505">
                  <c:v>2731.61</c:v>
                </c:pt>
                <c:pt idx="506">
                  <c:v>2706.05</c:v>
                </c:pt>
                <c:pt idx="507">
                  <c:v>2707.88</c:v>
                </c:pt>
                <c:pt idx="508">
                  <c:v>2709.8</c:v>
                </c:pt>
                <c:pt idx="509">
                  <c:v>2744.73</c:v>
                </c:pt>
                <c:pt idx="510">
                  <c:v>2753.03</c:v>
                </c:pt>
                <c:pt idx="511">
                  <c:v>2745.73</c:v>
                </c:pt>
                <c:pt idx="512">
                  <c:v>2775.6</c:v>
                </c:pt>
                <c:pt idx="513">
                  <c:v>2779.76</c:v>
                </c:pt>
                <c:pt idx="514">
                  <c:v>2784.7</c:v>
                </c:pt>
                <c:pt idx="515">
                  <c:v>2774.88</c:v>
                </c:pt>
                <c:pt idx="516">
                  <c:v>2792.67</c:v>
                </c:pt>
                <c:pt idx="517">
                  <c:v>2796.11</c:v>
                </c:pt>
                <c:pt idx="518">
                  <c:v>2793.9</c:v>
                </c:pt>
                <c:pt idx="519">
                  <c:v>2792.38</c:v>
                </c:pt>
                <c:pt idx="520">
                  <c:v>2784.49</c:v>
                </c:pt>
                <c:pt idx="521">
                  <c:v>2803.69</c:v>
                </c:pt>
                <c:pt idx="522">
                  <c:v>2792.81</c:v>
                </c:pt>
                <c:pt idx="523">
                  <c:v>2789.65</c:v>
                </c:pt>
                <c:pt idx="524">
                  <c:v>2771.45</c:v>
                </c:pt>
                <c:pt idx="525">
                  <c:v>2748.93</c:v>
                </c:pt>
                <c:pt idx="526">
                  <c:v>2743.07</c:v>
                </c:pt>
                <c:pt idx="527">
                  <c:v>2783.3</c:v>
                </c:pt>
                <c:pt idx="528">
                  <c:v>2791.52</c:v>
                </c:pt>
                <c:pt idx="529">
                  <c:v>2810.92</c:v>
                </c:pt>
                <c:pt idx="530">
                  <c:v>2808.48</c:v>
                </c:pt>
                <c:pt idx="531">
                  <c:v>2822.48</c:v>
                </c:pt>
                <c:pt idx="532">
                  <c:v>2832.94</c:v>
                </c:pt>
                <c:pt idx="533">
                  <c:v>2832.57</c:v>
                </c:pt>
                <c:pt idx="534">
                  <c:v>2824.23</c:v>
                </c:pt>
                <c:pt idx="535">
                  <c:v>2854.88</c:v>
                </c:pt>
                <c:pt idx="536">
                  <c:v>2800.71</c:v>
                </c:pt>
                <c:pt idx="537">
                  <c:v>2798.36</c:v>
                </c:pt>
                <c:pt idx="538">
                  <c:v>2818.46</c:v>
                </c:pt>
                <c:pt idx="539">
                  <c:v>2805.37</c:v>
                </c:pt>
                <c:pt idx="540">
                  <c:v>2815.44</c:v>
                </c:pt>
                <c:pt idx="541">
                  <c:v>2834.4</c:v>
                </c:pt>
                <c:pt idx="542">
                  <c:v>2867.19</c:v>
                </c:pt>
                <c:pt idx="543">
                  <c:v>2867.24</c:v>
                </c:pt>
                <c:pt idx="544">
                  <c:v>2873.4</c:v>
                </c:pt>
                <c:pt idx="545">
                  <c:v>2879.39</c:v>
                </c:pt>
                <c:pt idx="546">
                  <c:v>2892.74</c:v>
                </c:pt>
                <c:pt idx="547">
                  <c:v>2895.77</c:v>
                </c:pt>
                <c:pt idx="548">
                  <c:v>2878.2</c:v>
                </c:pt>
                <c:pt idx="549">
                  <c:v>2888.21</c:v>
                </c:pt>
                <c:pt idx="550">
                  <c:v>2888.32</c:v>
                </c:pt>
                <c:pt idx="551">
                  <c:v>2907.41</c:v>
                </c:pt>
                <c:pt idx="552">
                  <c:v>2905.58</c:v>
                </c:pt>
                <c:pt idx="553">
                  <c:v>2907.06</c:v>
                </c:pt>
                <c:pt idx="554">
                  <c:v>2900.45</c:v>
                </c:pt>
                <c:pt idx="555">
                  <c:v>2905.03</c:v>
                </c:pt>
                <c:pt idx="556">
                  <c:v>2907.97</c:v>
                </c:pt>
                <c:pt idx="557">
                  <c:v>2933.68</c:v>
                </c:pt>
                <c:pt idx="558">
                  <c:v>2927.25</c:v>
                </c:pt>
                <c:pt idx="559">
                  <c:v>2926.17</c:v>
                </c:pt>
                <c:pt idx="560">
                  <c:v>2939.88</c:v>
                </c:pt>
                <c:pt idx="561">
                  <c:v>2943.03</c:v>
                </c:pt>
                <c:pt idx="562">
                  <c:v>2945.83</c:v>
                </c:pt>
                <c:pt idx="563">
                  <c:v>2923.73</c:v>
                </c:pt>
                <c:pt idx="564">
                  <c:v>2917.52</c:v>
                </c:pt>
                <c:pt idx="565">
                  <c:v>2945.64</c:v>
                </c:pt>
                <c:pt idx="566">
                  <c:v>2932.47</c:v>
                </c:pt>
                <c:pt idx="567">
                  <c:v>2884.05</c:v>
                </c:pt>
                <c:pt idx="568">
                  <c:v>2879.42</c:v>
                </c:pt>
                <c:pt idx="569">
                  <c:v>2870.72</c:v>
                </c:pt>
                <c:pt idx="570">
                  <c:v>2881.4</c:v>
                </c:pt>
                <c:pt idx="571">
                  <c:v>2811.87</c:v>
                </c:pt>
                <c:pt idx="572">
                  <c:v>2834.41</c:v>
                </c:pt>
                <c:pt idx="573">
                  <c:v>2850.96</c:v>
                </c:pt>
                <c:pt idx="574">
                  <c:v>2876.32</c:v>
                </c:pt>
                <c:pt idx="575">
                  <c:v>2859.53</c:v>
                </c:pt>
                <c:pt idx="576">
                  <c:v>2840.23</c:v>
                </c:pt>
                <c:pt idx="577">
                  <c:v>2864.36</c:v>
                </c:pt>
                <c:pt idx="578">
                  <c:v>2856.27</c:v>
                </c:pt>
                <c:pt idx="579">
                  <c:v>2822.24</c:v>
                </c:pt>
                <c:pt idx="580">
                  <c:v>2826.06</c:v>
                </c:pt>
                <c:pt idx="581">
                  <c:v>2802.39</c:v>
                </c:pt>
                <c:pt idx="582">
                  <c:v>2783.02</c:v>
                </c:pt>
                <c:pt idx="583">
                  <c:v>2788.86</c:v>
                </c:pt>
                <c:pt idx="584">
                  <c:v>2752.06</c:v>
                </c:pt>
                <c:pt idx="585">
                  <c:v>2744.45</c:v>
                </c:pt>
                <c:pt idx="586">
                  <c:v>2803.27</c:v>
                </c:pt>
                <c:pt idx="587">
                  <c:v>2826.15</c:v>
                </c:pt>
                <c:pt idx="588">
                  <c:v>2843.49</c:v>
                </c:pt>
                <c:pt idx="589">
                  <c:v>2873.34</c:v>
                </c:pt>
                <c:pt idx="590">
                  <c:v>2886.73</c:v>
                </c:pt>
                <c:pt idx="591">
                  <c:v>2885.72</c:v>
                </c:pt>
                <c:pt idx="592">
                  <c:v>2879.84</c:v>
                </c:pt>
                <c:pt idx="593">
                  <c:v>2891.64</c:v>
                </c:pt>
                <c:pt idx="594">
                  <c:v>2886.98</c:v>
                </c:pt>
                <c:pt idx="595">
                  <c:v>2889.67</c:v>
                </c:pt>
                <c:pt idx="596">
                  <c:v>2917.75</c:v>
                </c:pt>
                <c:pt idx="597">
                  <c:v>2926.46</c:v>
                </c:pt>
                <c:pt idx="598">
                  <c:v>2954.18</c:v>
                </c:pt>
                <c:pt idx="599">
                  <c:v>2950.46</c:v>
                </c:pt>
                <c:pt idx="600">
                  <c:v>2945.35</c:v>
                </c:pt>
                <c:pt idx="601">
                  <c:v>2917.38</c:v>
                </c:pt>
                <c:pt idx="602">
                  <c:v>2913.78</c:v>
                </c:pt>
                <c:pt idx="603">
                  <c:v>2924.92</c:v>
                </c:pt>
                <c:pt idx="604">
                  <c:v>2941.76</c:v>
                </c:pt>
                <c:pt idx="605">
                  <c:v>2964.33</c:v>
                </c:pt>
                <c:pt idx="606">
                  <c:v>2973.01</c:v>
                </c:pt>
                <c:pt idx="607">
                  <c:v>2995.82</c:v>
                </c:pt>
                <c:pt idx="608">
                  <c:v>2990.41</c:v>
                </c:pt>
                <c:pt idx="609">
                  <c:v>2975.95</c:v>
                </c:pt>
                <c:pt idx="610">
                  <c:v>2979.63</c:v>
                </c:pt>
                <c:pt idx="611">
                  <c:v>2993.07</c:v>
                </c:pt>
                <c:pt idx="612">
                  <c:v>2999.91</c:v>
                </c:pt>
                <c:pt idx="613">
                  <c:v>3013.77</c:v>
                </c:pt>
                <c:pt idx="614">
                  <c:v>3014.3</c:v>
                </c:pt>
                <c:pt idx="615">
                  <c:v>3004.04</c:v>
                </c:pt>
                <c:pt idx="616">
                  <c:v>2984.42</c:v>
                </c:pt>
                <c:pt idx="617">
                  <c:v>2995.11</c:v>
                </c:pt>
                <c:pt idx="618">
                  <c:v>2976.61</c:v>
                </c:pt>
                <c:pt idx="619">
                  <c:v>2985.03</c:v>
                </c:pt>
                <c:pt idx="620">
                  <c:v>3005.47</c:v>
                </c:pt>
                <c:pt idx="621">
                  <c:v>3019.56</c:v>
                </c:pt>
                <c:pt idx="622">
                  <c:v>3003.67</c:v>
                </c:pt>
                <c:pt idx="623">
                  <c:v>3025.86</c:v>
                </c:pt>
                <c:pt idx="624">
                  <c:v>3020.97</c:v>
                </c:pt>
                <c:pt idx="625">
                  <c:v>3013.18</c:v>
                </c:pt>
                <c:pt idx="626">
                  <c:v>2980.38</c:v>
                </c:pt>
                <c:pt idx="627">
                  <c:v>2953.56</c:v>
                </c:pt>
                <c:pt idx="628">
                  <c:v>2932.05</c:v>
                </c:pt>
                <c:pt idx="629">
                  <c:v>2844.74</c:v>
                </c:pt>
                <c:pt idx="630">
                  <c:v>2881.77</c:v>
                </c:pt>
                <c:pt idx="631">
                  <c:v>2883.98</c:v>
                </c:pt>
                <c:pt idx="632">
                  <c:v>2938.09</c:v>
                </c:pt>
                <c:pt idx="633">
                  <c:v>2918.65</c:v>
                </c:pt>
                <c:pt idx="634">
                  <c:v>2882.7</c:v>
                </c:pt>
                <c:pt idx="635">
                  <c:v>2926.32</c:v>
                </c:pt>
                <c:pt idx="636">
                  <c:v>2840.6</c:v>
                </c:pt>
                <c:pt idx="637">
                  <c:v>2847.6</c:v>
                </c:pt>
                <c:pt idx="638">
                  <c:v>2888.68</c:v>
                </c:pt>
                <c:pt idx="639">
                  <c:v>2923.65</c:v>
                </c:pt>
                <c:pt idx="640">
                  <c:v>2900.51</c:v>
                </c:pt>
                <c:pt idx="641">
                  <c:v>2924.43</c:v>
                </c:pt>
                <c:pt idx="642">
                  <c:v>2922.95</c:v>
                </c:pt>
                <c:pt idx="643">
                  <c:v>2847.11</c:v>
                </c:pt>
                <c:pt idx="644">
                  <c:v>2878.38</c:v>
                </c:pt>
                <c:pt idx="645">
                  <c:v>2869.16</c:v>
                </c:pt>
                <c:pt idx="646">
                  <c:v>2887.94</c:v>
                </c:pt>
                <c:pt idx="647">
                  <c:v>2924.58</c:v>
                </c:pt>
                <c:pt idx="648">
                  <c:v>2926.46</c:v>
                </c:pt>
                <c:pt idx="649">
                  <c:v>2906.27</c:v>
                </c:pt>
                <c:pt idx="650">
                  <c:v>2937.78</c:v>
                </c:pt>
                <c:pt idx="651">
                  <c:v>2976</c:v>
                </c:pt>
                <c:pt idx="652">
                  <c:v>2978.71</c:v>
                </c:pt>
                <c:pt idx="653">
                  <c:v>2978.43</c:v>
                </c:pt>
                <c:pt idx="654">
                  <c:v>2979.39</c:v>
                </c:pt>
                <c:pt idx="655">
                  <c:v>3000.93</c:v>
                </c:pt>
                <c:pt idx="656">
                  <c:v>3009.57</c:v>
                </c:pt>
                <c:pt idx="657">
                  <c:v>3007.39</c:v>
                </c:pt>
                <c:pt idx="658">
                  <c:v>2997.96</c:v>
                </c:pt>
                <c:pt idx="659">
                  <c:v>3005.7</c:v>
                </c:pt>
                <c:pt idx="660">
                  <c:v>3006.73</c:v>
                </c:pt>
                <c:pt idx="661">
                  <c:v>3006.79</c:v>
                </c:pt>
                <c:pt idx="662">
                  <c:v>2992.07</c:v>
                </c:pt>
                <c:pt idx="663">
                  <c:v>2991.78</c:v>
                </c:pt>
                <c:pt idx="664">
                  <c:v>2966.6</c:v>
                </c:pt>
                <c:pt idx="665">
                  <c:v>2984.87</c:v>
                </c:pt>
                <c:pt idx="666">
                  <c:v>2977.62</c:v>
                </c:pt>
                <c:pt idx="667">
                  <c:v>2961.79</c:v>
                </c:pt>
                <c:pt idx="668">
                  <c:v>2976.74</c:v>
                </c:pt>
                <c:pt idx="669">
                  <c:v>2940.25</c:v>
                </c:pt>
                <c:pt idx="670">
                  <c:v>2887.61</c:v>
                </c:pt>
                <c:pt idx="671">
                  <c:v>2910.63</c:v>
                </c:pt>
                <c:pt idx="672">
                  <c:v>2952.01</c:v>
                </c:pt>
                <c:pt idx="673">
                  <c:v>2938.79</c:v>
                </c:pt>
                <c:pt idx="674">
                  <c:v>2893.06</c:v>
                </c:pt>
                <c:pt idx="675">
                  <c:v>2919.4</c:v>
                </c:pt>
                <c:pt idx="676">
                  <c:v>2938.13</c:v>
                </c:pt>
                <c:pt idx="677">
                  <c:v>2970.27</c:v>
                </c:pt>
                <c:pt idx="678">
                  <c:v>2966.15</c:v>
                </c:pt>
                <c:pt idx="679">
                  <c:v>2995.68</c:v>
                </c:pt>
                <c:pt idx="680">
                  <c:v>2989.69</c:v>
                </c:pt>
                <c:pt idx="681">
                  <c:v>2997.95</c:v>
                </c:pt>
                <c:pt idx="682">
                  <c:v>2986.2</c:v>
                </c:pt>
                <c:pt idx="683">
                  <c:v>3006.72</c:v>
                </c:pt>
                <c:pt idx="684">
                  <c:v>2995.99</c:v>
                </c:pt>
                <c:pt idx="685">
                  <c:v>3004.52</c:v>
                </c:pt>
                <c:pt idx="686">
                  <c:v>3010.29</c:v>
                </c:pt>
                <c:pt idx="687">
                  <c:v>3022.55</c:v>
                </c:pt>
                <c:pt idx="688">
                  <c:v>3039.42</c:v>
                </c:pt>
                <c:pt idx="689">
                  <c:v>3036.89</c:v>
                </c:pt>
                <c:pt idx="690">
                  <c:v>3046.77</c:v>
                </c:pt>
                <c:pt idx="691">
                  <c:v>3037.56</c:v>
                </c:pt>
                <c:pt idx="692">
                  <c:v>3066.91</c:v>
                </c:pt>
                <c:pt idx="693">
                  <c:v>3078.27</c:v>
                </c:pt>
                <c:pt idx="694">
                  <c:v>3074.62</c:v>
                </c:pt>
                <c:pt idx="695">
                  <c:v>3076.78</c:v>
                </c:pt>
                <c:pt idx="696">
                  <c:v>3085.18</c:v>
                </c:pt>
                <c:pt idx="697">
                  <c:v>3093.08</c:v>
                </c:pt>
                <c:pt idx="698">
                  <c:v>3087.01</c:v>
                </c:pt>
                <c:pt idx="699">
                  <c:v>3091.84</c:v>
                </c:pt>
                <c:pt idx="700">
                  <c:v>3094.04</c:v>
                </c:pt>
                <c:pt idx="701">
                  <c:v>3096.63</c:v>
                </c:pt>
                <c:pt idx="702">
                  <c:v>3120.46</c:v>
                </c:pt>
                <c:pt idx="703">
                  <c:v>3122.03</c:v>
                </c:pt>
                <c:pt idx="704">
                  <c:v>3120.18</c:v>
                </c:pt>
                <c:pt idx="705">
                  <c:v>3108.46</c:v>
                </c:pt>
                <c:pt idx="706">
                  <c:v>3103.54</c:v>
                </c:pt>
                <c:pt idx="707">
                  <c:v>3110.29</c:v>
                </c:pt>
                <c:pt idx="708">
                  <c:v>3133.64</c:v>
                </c:pt>
                <c:pt idx="709">
                  <c:v>3140.52</c:v>
                </c:pt>
                <c:pt idx="710">
                  <c:v>3153.63</c:v>
                </c:pt>
                <c:pt idx="711">
                  <c:v>3140.98</c:v>
                </c:pt>
                <c:pt idx="712">
                  <c:v>3113.87</c:v>
                </c:pt>
                <c:pt idx="713">
                  <c:v>3093.2</c:v>
                </c:pt>
                <c:pt idx="714">
                  <c:v>3112.76</c:v>
                </c:pt>
                <c:pt idx="715">
                  <c:v>3117.43</c:v>
                </c:pt>
                <c:pt idx="716">
                  <c:v>3145.91</c:v>
                </c:pt>
                <c:pt idx="717">
                  <c:v>3135.96</c:v>
                </c:pt>
                <c:pt idx="718">
                  <c:v>3132.52</c:v>
                </c:pt>
                <c:pt idx="719">
                  <c:v>3141.63</c:v>
                </c:pt>
                <c:pt idx="720">
                  <c:v>3168.57</c:v>
                </c:pt>
                <c:pt idx="721">
                  <c:v>3168.8</c:v>
                </c:pt>
                <c:pt idx="722">
                  <c:v>3191.45</c:v>
                </c:pt>
                <c:pt idx="723">
                  <c:v>3192.52</c:v>
                </c:pt>
                <c:pt idx="724">
                  <c:v>3191.14</c:v>
                </c:pt>
                <c:pt idx="725">
                  <c:v>3205.37</c:v>
                </c:pt>
                <c:pt idx="726">
                  <c:v>3221.22</c:v>
                </c:pt>
                <c:pt idx="727">
                  <c:v>3224.01</c:v>
                </c:pt>
                <c:pt idx="728">
                  <c:v>3223.38</c:v>
                </c:pt>
                <c:pt idx="729">
                  <c:v>3239.91</c:v>
                </c:pt>
                <c:pt idx="730">
                  <c:v>3240.02</c:v>
                </c:pt>
                <c:pt idx="731">
                  <c:v>3221.29</c:v>
                </c:pt>
                <c:pt idx="732">
                  <c:v>3230.78</c:v>
                </c:pt>
                <c:pt idx="733">
                  <c:v>3257.85</c:v>
                </c:pt>
                <c:pt idx="734">
                  <c:v>3234.85</c:v>
                </c:pt>
                <c:pt idx="735">
                  <c:v>3246.28</c:v>
                </c:pt>
                <c:pt idx="736">
                  <c:v>3237.18</c:v>
                </c:pt>
                <c:pt idx="737">
                  <c:v>3253.05</c:v>
                </c:pt>
                <c:pt idx="738">
                  <c:v>3274.7</c:v>
                </c:pt>
                <c:pt idx="739">
                  <c:v>3265.35</c:v>
                </c:pt>
                <c:pt idx="740">
                  <c:v>3288.13</c:v>
                </c:pt>
                <c:pt idx="741">
                  <c:v>3283.15</c:v>
                </c:pt>
                <c:pt idx="742">
                  <c:v>3289.29</c:v>
                </c:pt>
                <c:pt idx="743">
                  <c:v>3316.81</c:v>
                </c:pt>
                <c:pt idx="744">
                  <c:v>3329.62</c:v>
                </c:pt>
                <c:pt idx="745">
                  <c:v>3320.79</c:v>
                </c:pt>
                <c:pt idx="746">
                  <c:v>3321.75</c:v>
                </c:pt>
                <c:pt idx="747">
                  <c:v>3325.54</c:v>
                </c:pt>
                <c:pt idx="748">
                  <c:v>3295.47</c:v>
                </c:pt>
                <c:pt idx="749">
                  <c:v>3243.63</c:v>
                </c:pt>
                <c:pt idx="750">
                  <c:v>3276.24</c:v>
                </c:pt>
                <c:pt idx="751">
                  <c:v>3273.4</c:v>
                </c:pt>
                <c:pt idx="752">
                  <c:v>3283.66</c:v>
                </c:pt>
                <c:pt idx="753">
                  <c:v>3225.52</c:v>
                </c:pt>
                <c:pt idx="754">
                  <c:v>3248.92</c:v>
                </c:pt>
                <c:pt idx="755">
                  <c:v>3297.59</c:v>
                </c:pt>
                <c:pt idx="756">
                  <c:v>3334.69</c:v>
                </c:pt>
                <c:pt idx="757">
                  <c:v>3345.78</c:v>
                </c:pt>
                <c:pt idx="758">
                  <c:v>3327.71</c:v>
                </c:pt>
                <c:pt idx="759">
                  <c:v>3352.09</c:v>
                </c:pt>
                <c:pt idx="760">
                  <c:v>3357.75</c:v>
                </c:pt>
                <c:pt idx="761">
                  <c:v>3379.45</c:v>
                </c:pt>
                <c:pt idx="762">
                  <c:v>3373.94</c:v>
                </c:pt>
                <c:pt idx="763">
                  <c:v>3380.16</c:v>
                </c:pt>
                <c:pt idx="764">
                  <c:v>3370.29</c:v>
                </c:pt>
                <c:pt idx="765">
                  <c:v>3386.15</c:v>
                </c:pt>
                <c:pt idx="766">
                  <c:v>3373.23</c:v>
                </c:pt>
                <c:pt idx="767">
                  <c:v>3337.75</c:v>
                </c:pt>
                <c:pt idx="768">
                  <c:v>3225.89</c:v>
                </c:pt>
                <c:pt idx="769">
                  <c:v>3128.21</c:v>
                </c:pt>
                <c:pt idx="770">
                  <c:v>3116.39</c:v>
                </c:pt>
                <c:pt idx="771">
                  <c:v>2978.76</c:v>
                </c:pt>
                <c:pt idx="772">
                  <c:v>2954.22</c:v>
                </c:pt>
                <c:pt idx="773">
                  <c:v>3090.23</c:v>
                </c:pt>
                <c:pt idx="774">
                  <c:v>3003.37</c:v>
                </c:pt>
                <c:pt idx="775">
                  <c:v>3130.12</c:v>
                </c:pt>
                <c:pt idx="776">
                  <c:v>3023.94</c:v>
                </c:pt>
                <c:pt idx="777">
                  <c:v>2972.37</c:v>
                </c:pt>
                <c:pt idx="778">
                  <c:v>2746.56</c:v>
                </c:pt>
                <c:pt idx="779">
                  <c:v>2882.23</c:v>
                </c:pt>
                <c:pt idx="780">
                  <c:v>2741.38</c:v>
                </c:pt>
                <c:pt idx="781">
                  <c:v>2480.64</c:v>
                </c:pt>
                <c:pt idx="782">
                  <c:v>2711.02</c:v>
                </c:pt>
                <c:pt idx="783">
                  <c:v>2386.13</c:v>
                </c:pt>
                <c:pt idx="784">
                  <c:v>2529.19</c:v>
                </c:pt>
                <c:pt idx="785">
                  <c:v>2398.1</c:v>
                </c:pt>
                <c:pt idx="786">
                  <c:v>2409.39</c:v>
                </c:pt>
                <c:pt idx="787">
                  <c:v>2304.92</c:v>
                </c:pt>
                <c:pt idx="788">
                  <c:v>2237.4</c:v>
                </c:pt>
                <c:pt idx="789">
                  <c:v>2447.33</c:v>
                </c:pt>
                <c:pt idx="790">
                  <c:v>2475.56</c:v>
                </c:pt>
                <c:pt idx="791">
                  <c:v>2630.07</c:v>
                </c:pt>
                <c:pt idx="792">
                  <c:v>2541.4699999999998</c:v>
                </c:pt>
                <c:pt idx="793">
                  <c:v>2626.65</c:v>
                </c:pt>
                <c:pt idx="794">
                  <c:v>2584.59</c:v>
                </c:pt>
                <c:pt idx="795">
                  <c:v>2470.5</c:v>
                </c:pt>
                <c:pt idx="796">
                  <c:v>2526.9</c:v>
                </c:pt>
                <c:pt idx="797">
                  <c:v>2488.65</c:v>
                </c:pt>
                <c:pt idx="798">
                  <c:v>2663.68</c:v>
                </c:pt>
                <c:pt idx="799">
                  <c:v>2659.41</c:v>
                </c:pt>
                <c:pt idx="800">
                  <c:v>2749.98</c:v>
                </c:pt>
                <c:pt idx="801">
                  <c:v>2789.82</c:v>
                </c:pt>
                <c:pt idx="802">
                  <c:v>2761.63</c:v>
                </c:pt>
                <c:pt idx="803">
                  <c:v>2846.06</c:v>
                </c:pt>
                <c:pt idx="804">
                  <c:v>2783.36</c:v>
                </c:pt>
                <c:pt idx="805">
                  <c:v>2799.55</c:v>
                </c:pt>
                <c:pt idx="806">
                  <c:v>2874.56</c:v>
                </c:pt>
                <c:pt idx="807">
                  <c:v>2823.16</c:v>
                </c:pt>
                <c:pt idx="808">
                  <c:v>2736.56</c:v>
                </c:pt>
                <c:pt idx="809">
                  <c:v>2799.31</c:v>
                </c:pt>
                <c:pt idx="810">
                  <c:v>2797.8</c:v>
                </c:pt>
                <c:pt idx="811">
                  <c:v>2836.74</c:v>
                </c:pt>
                <c:pt idx="812">
                  <c:v>2878.48</c:v>
                </c:pt>
                <c:pt idx="813">
                  <c:v>2863.39</c:v>
                </c:pt>
                <c:pt idx="814">
                  <c:v>2939.51</c:v>
                </c:pt>
                <c:pt idx="815">
                  <c:v>2912.43</c:v>
                </c:pt>
                <c:pt idx="816">
                  <c:v>2830.71</c:v>
                </c:pt>
                <c:pt idx="817">
                  <c:v>2842.74</c:v>
                </c:pt>
                <c:pt idx="818">
                  <c:v>2868.44</c:v>
                </c:pt>
                <c:pt idx="819">
                  <c:v>2848.42</c:v>
                </c:pt>
                <c:pt idx="820">
                  <c:v>2881.19</c:v>
                </c:pt>
                <c:pt idx="821">
                  <c:v>2929.8</c:v>
                </c:pt>
                <c:pt idx="822">
                  <c:v>2930.19</c:v>
                </c:pt>
                <c:pt idx="823">
                  <c:v>2870.12</c:v>
                </c:pt>
                <c:pt idx="824">
                  <c:v>2820</c:v>
                </c:pt>
                <c:pt idx="825">
                  <c:v>2852.5</c:v>
                </c:pt>
                <c:pt idx="826">
                  <c:v>2863.7</c:v>
                </c:pt>
                <c:pt idx="827">
                  <c:v>2953.91</c:v>
                </c:pt>
                <c:pt idx="828">
                  <c:v>2922.94</c:v>
                </c:pt>
                <c:pt idx="829">
                  <c:v>2971.61</c:v>
                </c:pt>
                <c:pt idx="830">
                  <c:v>2948.51</c:v>
                </c:pt>
                <c:pt idx="831">
                  <c:v>2955.45</c:v>
                </c:pt>
                <c:pt idx="832">
                  <c:v>2991.77</c:v>
                </c:pt>
                <c:pt idx="833">
                  <c:v>3036.13</c:v>
                </c:pt>
                <c:pt idx="834">
                  <c:v>3029.73</c:v>
                </c:pt>
                <c:pt idx="835">
                  <c:v>3044.31</c:v>
                </c:pt>
                <c:pt idx="836">
                  <c:v>3055.73</c:v>
                </c:pt>
                <c:pt idx="837">
                  <c:v>3080.82</c:v>
                </c:pt>
                <c:pt idx="838">
                  <c:v>3122.87</c:v>
                </c:pt>
                <c:pt idx="839">
                  <c:v>3112.35</c:v>
                </c:pt>
                <c:pt idx="840">
                  <c:v>3193.93</c:v>
                </c:pt>
                <c:pt idx="841">
                  <c:v>3232.39</c:v>
                </c:pt>
                <c:pt idx="842">
                  <c:v>3207.18</c:v>
                </c:pt>
                <c:pt idx="843">
                  <c:v>3190.14</c:v>
                </c:pt>
                <c:pt idx="844">
                  <c:v>3002.1</c:v>
                </c:pt>
                <c:pt idx="845">
                  <c:v>3041.31</c:v>
                </c:pt>
                <c:pt idx="846">
                  <c:v>3066.59</c:v>
                </c:pt>
                <c:pt idx="847">
                  <c:v>3124.74</c:v>
                </c:pt>
                <c:pt idx="848">
                  <c:v>3113.49</c:v>
                </c:pt>
                <c:pt idx="849">
                  <c:v>3115.34</c:v>
                </c:pt>
                <c:pt idx="850">
                  <c:v>3097.74</c:v>
                </c:pt>
                <c:pt idx="851">
                  <c:v>3117.86</c:v>
                </c:pt>
                <c:pt idx="852">
                  <c:v>3131.29</c:v>
                </c:pt>
                <c:pt idx="853">
                  <c:v>3050.33</c:v>
                </c:pt>
                <c:pt idx="854">
                  <c:v>3083.76</c:v>
                </c:pt>
                <c:pt idx="855">
                  <c:v>3009.05</c:v>
                </c:pt>
                <c:pt idx="856">
                  <c:v>3053.24</c:v>
                </c:pt>
                <c:pt idx="857">
                  <c:v>3100.29</c:v>
                </c:pt>
                <c:pt idx="858">
                  <c:v>3115.86</c:v>
                </c:pt>
                <c:pt idx="859">
                  <c:v>3130.01</c:v>
                </c:pt>
                <c:pt idx="860">
                  <c:v>3179.72</c:v>
                </c:pt>
                <c:pt idx="861">
                  <c:v>3145.32</c:v>
                </c:pt>
                <c:pt idx="862">
                  <c:v>3169.94</c:v>
                </c:pt>
                <c:pt idx="863">
                  <c:v>3152.05</c:v>
                </c:pt>
                <c:pt idx="864">
                  <c:v>3185.04</c:v>
                </c:pt>
                <c:pt idx="865">
                  <c:v>3155.22</c:v>
                </c:pt>
                <c:pt idx="866">
                  <c:v>3197.52</c:v>
                </c:pt>
                <c:pt idx="867">
                  <c:v>3226.56</c:v>
                </c:pt>
                <c:pt idx="868">
                  <c:v>3215.57</c:v>
                </c:pt>
                <c:pt idx="869">
                  <c:v>3224.73</c:v>
                </c:pt>
                <c:pt idx="870">
                  <c:v>3251.84</c:v>
                </c:pt>
                <c:pt idx="871">
                  <c:v>3257.3</c:v>
                </c:pt>
                <c:pt idx="872">
                  <c:v>3276.02</c:v>
                </c:pt>
                <c:pt idx="873">
                  <c:v>3235.66</c:v>
                </c:pt>
                <c:pt idx="874">
                  <c:v>3215.63</c:v>
                </c:pt>
                <c:pt idx="875">
                  <c:v>3239.41</c:v>
                </c:pt>
                <c:pt idx="876">
                  <c:v>3218.44</c:v>
                </c:pt>
                <c:pt idx="877">
                  <c:v>3258.44</c:v>
                </c:pt>
                <c:pt idx="878">
                  <c:v>3246.22</c:v>
                </c:pt>
                <c:pt idx="879">
                  <c:v>3271.12</c:v>
                </c:pt>
                <c:pt idx="880">
                  <c:v>3294.61</c:v>
                </c:pt>
                <c:pt idx="881">
                  <c:v>3306.51</c:v>
                </c:pt>
                <c:pt idx="882">
                  <c:v>3327.77</c:v>
                </c:pt>
                <c:pt idx="883">
                  <c:v>3349.16</c:v>
                </c:pt>
                <c:pt idx="884">
                  <c:v>3351.28</c:v>
                </c:pt>
                <c:pt idx="885">
                  <c:v>3360.47</c:v>
                </c:pt>
                <c:pt idx="886">
                  <c:v>3333.69</c:v>
                </c:pt>
                <c:pt idx="887">
                  <c:v>3380.35</c:v>
                </c:pt>
                <c:pt idx="888">
                  <c:v>3373.43</c:v>
                </c:pt>
                <c:pt idx="889">
                  <c:v>3372.85</c:v>
                </c:pt>
                <c:pt idx="890">
                  <c:v>3381.99</c:v>
                </c:pt>
                <c:pt idx="891">
                  <c:v>3389.78</c:v>
                </c:pt>
                <c:pt idx="892">
                  <c:v>3374.85</c:v>
                </c:pt>
                <c:pt idx="893">
                  <c:v>3385.51</c:v>
                </c:pt>
                <c:pt idx="894">
                  <c:v>3397.16</c:v>
                </c:pt>
                <c:pt idx="895">
                  <c:v>3431.28</c:v>
                </c:pt>
                <c:pt idx="896">
                  <c:v>3443.62</c:v>
                </c:pt>
                <c:pt idx="897">
                  <c:v>3478.73</c:v>
                </c:pt>
                <c:pt idx="898">
                  <c:v>3484.55</c:v>
                </c:pt>
                <c:pt idx="899">
                  <c:v>3508.01</c:v>
                </c:pt>
                <c:pt idx="900">
                  <c:v>3500.31</c:v>
                </c:pt>
                <c:pt idx="901">
                  <c:v>3526.65</c:v>
                </c:pt>
                <c:pt idx="902">
                  <c:v>3580.84</c:v>
                </c:pt>
                <c:pt idx="903">
                  <c:v>3455.06</c:v>
                </c:pt>
                <c:pt idx="904">
                  <c:v>3426.96</c:v>
                </c:pt>
                <c:pt idx="905">
                  <c:v>3331.84</c:v>
                </c:pt>
                <c:pt idx="906">
                  <c:v>3398.96</c:v>
                </c:pt>
                <c:pt idx="907">
                  <c:v>3339.19</c:v>
                </c:pt>
                <c:pt idx="908">
                  <c:v>3340.97</c:v>
                </c:pt>
                <c:pt idx="909">
                  <c:v>3383.54</c:v>
                </c:pt>
                <c:pt idx="910">
                  <c:v>3401.2</c:v>
                </c:pt>
                <c:pt idx="911">
                  <c:v>3385.49</c:v>
                </c:pt>
                <c:pt idx="912">
                  <c:v>3357.01</c:v>
                </c:pt>
                <c:pt idx="913">
                  <c:v>3319.47</c:v>
                </c:pt>
                <c:pt idx="914">
                  <c:v>3281.06</c:v>
                </c:pt>
                <c:pt idx="915">
                  <c:v>3315.57</c:v>
                </c:pt>
                <c:pt idx="916">
                  <c:v>3236.92</c:v>
                </c:pt>
                <c:pt idx="917">
                  <c:v>3246.59</c:v>
                </c:pt>
                <c:pt idx="918">
                  <c:v>3298.46</c:v>
                </c:pt>
                <c:pt idx="919">
                  <c:v>3351.6</c:v>
                </c:pt>
                <c:pt idx="920">
                  <c:v>3335.47</c:v>
                </c:pt>
                <c:pt idx="921">
                  <c:v>3363</c:v>
                </c:pt>
                <c:pt idx="922">
                  <c:v>3380.8</c:v>
                </c:pt>
                <c:pt idx="923">
                  <c:v>3348.42</c:v>
                </c:pt>
                <c:pt idx="924">
                  <c:v>3408.6</c:v>
                </c:pt>
                <c:pt idx="925">
                  <c:v>3360.97</c:v>
                </c:pt>
                <c:pt idx="926">
                  <c:v>3419.44</c:v>
                </c:pt>
                <c:pt idx="927">
                  <c:v>3446.83</c:v>
                </c:pt>
                <c:pt idx="928">
                  <c:v>3477.14</c:v>
                </c:pt>
                <c:pt idx="929">
                  <c:v>3534.22</c:v>
                </c:pt>
                <c:pt idx="930">
                  <c:v>3511.93</c:v>
                </c:pt>
                <c:pt idx="931">
                  <c:v>3488.67</c:v>
                </c:pt>
                <c:pt idx="932">
                  <c:v>3483.34</c:v>
                </c:pt>
                <c:pt idx="933">
                  <c:v>3483.81</c:v>
                </c:pt>
                <c:pt idx="934">
                  <c:v>3426.92</c:v>
                </c:pt>
                <c:pt idx="935">
                  <c:v>3443.12</c:v>
                </c:pt>
                <c:pt idx="936">
                  <c:v>3435.56</c:v>
                </c:pt>
                <c:pt idx="937">
                  <c:v>3453.49</c:v>
                </c:pt>
                <c:pt idx="938">
                  <c:v>3465.39</c:v>
                </c:pt>
                <c:pt idx="939">
                  <c:v>3400.97</c:v>
                </c:pt>
                <c:pt idx="940">
                  <c:v>3390.68</c:v>
                </c:pt>
                <c:pt idx="941">
                  <c:v>3271.03</c:v>
                </c:pt>
                <c:pt idx="942">
                  <c:v>3310.11</c:v>
                </c:pt>
                <c:pt idx="943">
                  <c:v>3269.96</c:v>
                </c:pt>
                <c:pt idx="944">
                  <c:v>3310.24</c:v>
                </c:pt>
                <c:pt idx="945">
                  <c:v>3369.16</c:v>
                </c:pt>
                <c:pt idx="946">
                  <c:v>3443.44</c:v>
                </c:pt>
                <c:pt idx="947">
                  <c:v>3510.45</c:v>
                </c:pt>
                <c:pt idx="948">
                  <c:v>3509.44</c:v>
                </c:pt>
                <c:pt idx="949">
                  <c:v>3550.5</c:v>
                </c:pt>
                <c:pt idx="950">
                  <c:v>3545.53</c:v>
                </c:pt>
                <c:pt idx="951">
                  <c:v>3572.66</c:v>
                </c:pt>
                <c:pt idx="952">
                  <c:v>3537.01</c:v>
                </c:pt>
                <c:pt idx="953">
                  <c:v>3585.15</c:v>
                </c:pt>
                <c:pt idx="954">
                  <c:v>3626.91</c:v>
                </c:pt>
                <c:pt idx="955">
                  <c:v>3609.53</c:v>
                </c:pt>
                <c:pt idx="956">
                  <c:v>3567.79</c:v>
                </c:pt>
                <c:pt idx="957">
                  <c:v>3581.87</c:v>
                </c:pt>
                <c:pt idx="958">
                  <c:v>3557.54</c:v>
                </c:pt>
                <c:pt idx="959">
                  <c:v>3577.59</c:v>
                </c:pt>
                <c:pt idx="960">
                  <c:v>3635.41</c:v>
                </c:pt>
                <c:pt idx="961">
                  <c:v>3629.65</c:v>
                </c:pt>
                <c:pt idx="962">
                  <c:v>3638.35</c:v>
                </c:pt>
                <c:pt idx="963">
                  <c:v>3621.63</c:v>
                </c:pt>
                <c:pt idx="964">
                  <c:v>3662.45</c:v>
                </c:pt>
                <c:pt idx="965">
                  <c:v>3669.01</c:v>
                </c:pt>
                <c:pt idx="966">
                  <c:v>3666.72</c:v>
                </c:pt>
                <c:pt idx="967">
                  <c:v>3699.12</c:v>
                </c:pt>
                <c:pt idx="968">
                  <c:v>3691.96</c:v>
                </c:pt>
                <c:pt idx="969">
                  <c:v>3702.25</c:v>
                </c:pt>
                <c:pt idx="970">
                  <c:v>3672.82</c:v>
                </c:pt>
                <c:pt idx="971">
                  <c:v>3668.1</c:v>
                </c:pt>
                <c:pt idx="972">
                  <c:v>3663.46</c:v>
                </c:pt>
                <c:pt idx="973">
                  <c:v>3647.49</c:v>
                </c:pt>
                <c:pt idx="974">
                  <c:v>3694.62</c:v>
                </c:pt>
                <c:pt idx="975">
                  <c:v>3701.17</c:v>
                </c:pt>
                <c:pt idx="976">
                  <c:v>3722.48</c:v>
                </c:pt>
                <c:pt idx="977">
                  <c:v>3709.41</c:v>
                </c:pt>
                <c:pt idx="978">
                  <c:v>3694.92</c:v>
                </c:pt>
                <c:pt idx="979">
                  <c:v>3687.26</c:v>
                </c:pt>
                <c:pt idx="980">
                  <c:v>3690.01</c:v>
                </c:pt>
                <c:pt idx="981">
                  <c:v>3703.06</c:v>
                </c:pt>
                <c:pt idx="982">
                  <c:v>3735.36</c:v>
                </c:pt>
                <c:pt idx="983">
                  <c:v>3727.04</c:v>
                </c:pt>
                <c:pt idx="984">
                  <c:v>3732.04</c:v>
                </c:pt>
                <c:pt idx="985">
                  <c:v>3756.07</c:v>
                </c:pt>
                <c:pt idx="986">
                  <c:v>3700.65</c:v>
                </c:pt>
                <c:pt idx="987">
                  <c:v>3726.86</c:v>
                </c:pt>
                <c:pt idx="988">
                  <c:v>3748.14</c:v>
                </c:pt>
                <c:pt idx="989">
                  <c:v>3803.79</c:v>
                </c:pt>
                <c:pt idx="990">
                  <c:v>3824.68</c:v>
                </c:pt>
                <c:pt idx="991">
                  <c:v>3799.61</c:v>
                </c:pt>
                <c:pt idx="992">
                  <c:v>3801.19</c:v>
                </c:pt>
                <c:pt idx="993">
                  <c:v>3809.84</c:v>
                </c:pt>
                <c:pt idx="994">
                  <c:v>3795.54</c:v>
                </c:pt>
                <c:pt idx="995">
                  <c:v>3768.25</c:v>
                </c:pt>
                <c:pt idx="996">
                  <c:v>3798.91</c:v>
                </c:pt>
                <c:pt idx="997">
                  <c:v>3851.85</c:v>
                </c:pt>
                <c:pt idx="998">
                  <c:v>3853.07</c:v>
                </c:pt>
                <c:pt idx="999">
                  <c:v>3841.47</c:v>
                </c:pt>
                <c:pt idx="1000">
                  <c:v>3855.36</c:v>
                </c:pt>
                <c:pt idx="1001">
                  <c:v>3849.62</c:v>
                </c:pt>
                <c:pt idx="1002">
                  <c:v>3750.77</c:v>
                </c:pt>
                <c:pt idx="1003">
                  <c:v>3787.38</c:v>
                </c:pt>
                <c:pt idx="1004">
                  <c:v>3714.24</c:v>
                </c:pt>
                <c:pt idx="1005">
                  <c:v>3773.86</c:v>
                </c:pt>
                <c:pt idx="1006">
                  <c:v>3826.31</c:v>
                </c:pt>
                <c:pt idx="1007">
                  <c:v>3830.17</c:v>
                </c:pt>
                <c:pt idx="1008">
                  <c:v>3871.74</c:v>
                </c:pt>
                <c:pt idx="1009">
                  <c:v>3886.83</c:v>
                </c:pt>
                <c:pt idx="1010">
                  <c:v>3915.59</c:v>
                </c:pt>
                <c:pt idx="1011">
                  <c:v>3911.23</c:v>
                </c:pt>
                <c:pt idx="1012">
                  <c:v>3909.88</c:v>
                </c:pt>
                <c:pt idx="1013">
                  <c:v>3916.38</c:v>
                </c:pt>
                <c:pt idx="1014">
                  <c:v>3934.83</c:v>
                </c:pt>
                <c:pt idx="1015">
                  <c:v>3932.59</c:v>
                </c:pt>
                <c:pt idx="1016">
                  <c:v>3931.33</c:v>
                </c:pt>
                <c:pt idx="1017">
                  <c:v>3913.97</c:v>
                </c:pt>
                <c:pt idx="1018">
                  <c:v>3906.71</c:v>
                </c:pt>
                <c:pt idx="1019">
                  <c:v>3876.5</c:v>
                </c:pt>
                <c:pt idx="1020">
                  <c:v>3881.37</c:v>
                </c:pt>
                <c:pt idx="1021">
                  <c:v>3925.43</c:v>
                </c:pt>
                <c:pt idx="1022">
                  <c:v>3829.34</c:v>
                </c:pt>
                <c:pt idx="1023">
                  <c:v>3811.15</c:v>
                </c:pt>
                <c:pt idx="1024">
                  <c:v>3901.82</c:v>
                </c:pt>
                <c:pt idx="1025">
                  <c:v>3870.29</c:v>
                </c:pt>
                <c:pt idx="1026">
                  <c:v>3819.72</c:v>
                </c:pt>
                <c:pt idx="1027">
                  <c:v>3768.47</c:v>
                </c:pt>
                <c:pt idx="1028">
                  <c:v>3841.94</c:v>
                </c:pt>
                <c:pt idx="1029">
                  <c:v>3821.35</c:v>
                </c:pt>
                <c:pt idx="1030">
                  <c:v>3875.44</c:v>
                </c:pt>
                <c:pt idx="1031">
                  <c:v>3898.81</c:v>
                </c:pt>
                <c:pt idx="1032">
                  <c:v>3939.34</c:v>
                </c:pt>
                <c:pt idx="1033">
                  <c:v>3943.34</c:v>
                </c:pt>
                <c:pt idx="1034">
                  <c:v>3968.94</c:v>
                </c:pt>
                <c:pt idx="1035">
                  <c:v>3962.71</c:v>
                </c:pt>
                <c:pt idx="1036">
                  <c:v>3974.12</c:v>
                </c:pt>
                <c:pt idx="1037">
                  <c:v>3915.46</c:v>
                </c:pt>
                <c:pt idx="1038">
                  <c:v>3913.1</c:v>
                </c:pt>
                <c:pt idx="1039">
                  <c:v>3940.59</c:v>
                </c:pt>
                <c:pt idx="1040">
                  <c:v>3910.52</c:v>
                </c:pt>
                <c:pt idx="1041">
                  <c:v>3889.14</c:v>
                </c:pt>
                <c:pt idx="1042">
                  <c:v>3909.52</c:v>
                </c:pt>
                <c:pt idx="1043">
                  <c:v>3974.54</c:v>
                </c:pt>
                <c:pt idx="1044">
                  <c:v>3971.09</c:v>
                </c:pt>
                <c:pt idx="1045">
                  <c:v>3958.55</c:v>
                </c:pt>
                <c:pt idx="1046">
                  <c:v>3972.89</c:v>
                </c:pt>
                <c:pt idx="1047">
                  <c:v>4019.87</c:v>
                </c:pt>
                <c:pt idx="1048">
                  <c:v>4077.91</c:v>
                </c:pt>
                <c:pt idx="1049">
                  <c:v>4073.94</c:v>
                </c:pt>
                <c:pt idx="1050">
                  <c:v>4079.95</c:v>
                </c:pt>
                <c:pt idx="1051">
                  <c:v>4097.17</c:v>
                </c:pt>
                <c:pt idx="1052">
                  <c:v>4128.8</c:v>
                </c:pt>
                <c:pt idx="1053">
                  <c:v>4127.99</c:v>
                </c:pt>
                <c:pt idx="1054">
                  <c:v>4141.59</c:v>
                </c:pt>
                <c:pt idx="1055">
                  <c:v>4124.66</c:v>
                </c:pt>
                <c:pt idx="1056">
                  <c:v>4170.42</c:v>
                </c:pt>
                <c:pt idx="1057">
                  <c:v>4185.47</c:v>
                </c:pt>
                <c:pt idx="1058">
                  <c:v>4163.26</c:v>
                </c:pt>
                <c:pt idx="1059">
                  <c:v>4134.9399999999996</c:v>
                </c:pt>
                <c:pt idx="1060">
                  <c:v>4173.42</c:v>
                </c:pt>
                <c:pt idx="1061">
                  <c:v>4134.9799999999996</c:v>
                </c:pt>
                <c:pt idx="1062">
                  <c:v>4180.17</c:v>
                </c:pt>
                <c:pt idx="1063">
                  <c:v>4187.62</c:v>
                </c:pt>
                <c:pt idx="1064">
                  <c:v>4186.72</c:v>
                </c:pt>
                <c:pt idx="1065">
                  <c:v>4183.18</c:v>
                </c:pt>
                <c:pt idx="1066">
                  <c:v>4211.47</c:v>
                </c:pt>
                <c:pt idx="1067">
                  <c:v>4181.17</c:v>
                </c:pt>
                <c:pt idx="1068">
                  <c:v>4192.66</c:v>
                </c:pt>
                <c:pt idx="1069">
                  <c:v>4164.66</c:v>
                </c:pt>
                <c:pt idx="1070">
                  <c:v>4167.59</c:v>
                </c:pt>
                <c:pt idx="1071">
                  <c:v>4201.62</c:v>
                </c:pt>
                <c:pt idx="1072">
                  <c:v>4232.6000000000004</c:v>
                </c:pt>
                <c:pt idx="1073">
                  <c:v>4188.43</c:v>
                </c:pt>
                <c:pt idx="1074">
                  <c:v>4152.1000000000004</c:v>
                </c:pt>
                <c:pt idx="1075">
                  <c:v>4063.04</c:v>
                </c:pt>
                <c:pt idx="1076">
                  <c:v>4112.5</c:v>
                </c:pt>
                <c:pt idx="1077">
                  <c:v>4173.8500000000004</c:v>
                </c:pt>
                <c:pt idx="1078">
                  <c:v>4163.29</c:v>
                </c:pt>
                <c:pt idx="1079">
                  <c:v>4127.83</c:v>
                </c:pt>
                <c:pt idx="1080">
                  <c:v>4115.68</c:v>
                </c:pt>
                <c:pt idx="1081">
                  <c:v>4159.12</c:v>
                </c:pt>
                <c:pt idx="1082">
                  <c:v>4155.8599999999997</c:v>
                </c:pt>
                <c:pt idx="1083">
                  <c:v>4197.05</c:v>
                </c:pt>
                <c:pt idx="1084">
                  <c:v>4188.13</c:v>
                </c:pt>
                <c:pt idx="1085">
                  <c:v>4195.99</c:v>
                </c:pt>
                <c:pt idx="1086">
                  <c:v>4200.88</c:v>
                </c:pt>
                <c:pt idx="1087">
                  <c:v>4204.1099999999997</c:v>
                </c:pt>
                <c:pt idx="1088">
                  <c:v>4202.04</c:v>
                </c:pt>
                <c:pt idx="1089">
                  <c:v>4208.12</c:v>
                </c:pt>
                <c:pt idx="1090">
                  <c:v>4192.8500000000004</c:v>
                </c:pt>
                <c:pt idx="1091">
                  <c:v>4229.8900000000003</c:v>
                </c:pt>
                <c:pt idx="1092">
                  <c:v>4226.5200000000004</c:v>
                </c:pt>
                <c:pt idx="1093">
                  <c:v>4227.26</c:v>
                </c:pt>
                <c:pt idx="1094">
                  <c:v>4219.55</c:v>
                </c:pt>
                <c:pt idx="1095">
                  <c:v>4239.18</c:v>
                </c:pt>
                <c:pt idx="1096">
                  <c:v>4247.4399999999996</c:v>
                </c:pt>
                <c:pt idx="1097">
                  <c:v>4255.1499999999996</c:v>
                </c:pt>
                <c:pt idx="1098">
                  <c:v>4246.59</c:v>
                </c:pt>
                <c:pt idx="1099">
                  <c:v>4223.7</c:v>
                </c:pt>
                <c:pt idx="1100">
                  <c:v>4221.8599999999997</c:v>
                </c:pt>
                <c:pt idx="1101">
                  <c:v>4166.45</c:v>
                </c:pt>
                <c:pt idx="1102">
                  <c:v>4224.79</c:v>
                </c:pt>
                <c:pt idx="1103">
                  <c:v>4246.4399999999996</c:v>
                </c:pt>
                <c:pt idx="1104">
                  <c:v>4241.84</c:v>
                </c:pt>
                <c:pt idx="1105">
                  <c:v>4266.49</c:v>
                </c:pt>
                <c:pt idx="1106">
                  <c:v>4280.7</c:v>
                </c:pt>
                <c:pt idx="1107">
                  <c:v>4290.6099999999997</c:v>
                </c:pt>
                <c:pt idx="1108">
                  <c:v>4291.8</c:v>
                </c:pt>
                <c:pt idx="1109">
                  <c:v>4297.5</c:v>
                </c:pt>
                <c:pt idx="1110">
                  <c:v>4319.9399999999996</c:v>
                </c:pt>
                <c:pt idx="1111">
                  <c:v>4352.34</c:v>
                </c:pt>
                <c:pt idx="1112">
                  <c:v>4343.54</c:v>
                </c:pt>
                <c:pt idx="1113">
                  <c:v>4358.13</c:v>
                </c:pt>
                <c:pt idx="1114">
                  <c:v>4320.82</c:v>
                </c:pt>
                <c:pt idx="1115">
                  <c:v>4369.55</c:v>
                </c:pt>
                <c:pt idx="1116">
                  <c:v>4384.63</c:v>
                </c:pt>
                <c:pt idx="1117">
                  <c:v>4369.21</c:v>
                </c:pt>
                <c:pt idx="1118">
                  <c:v>4374.3</c:v>
                </c:pt>
                <c:pt idx="1119">
                  <c:v>4360.03</c:v>
                </c:pt>
                <c:pt idx="1120">
                  <c:v>4327.16</c:v>
                </c:pt>
                <c:pt idx="1121">
                  <c:v>4258.49</c:v>
                </c:pt>
                <c:pt idx="1122">
                  <c:v>4323.0600000000004</c:v>
                </c:pt>
                <c:pt idx="1123">
                  <c:v>4358.6899999999996</c:v>
                </c:pt>
                <c:pt idx="1124">
                  <c:v>4367.4799999999996</c:v>
                </c:pt>
                <c:pt idx="1125">
                  <c:v>4411.79</c:v>
                </c:pt>
                <c:pt idx="1126">
                  <c:v>4422.3</c:v>
                </c:pt>
                <c:pt idx="1127">
                  <c:v>4401.46</c:v>
                </c:pt>
                <c:pt idx="1128">
                  <c:v>4400.6400000000003</c:v>
                </c:pt>
                <c:pt idx="1129">
                  <c:v>4419.1499999999996</c:v>
                </c:pt>
                <c:pt idx="1130">
                  <c:v>4395.26</c:v>
                </c:pt>
                <c:pt idx="1131">
                  <c:v>4387.16</c:v>
                </c:pt>
                <c:pt idx="1132">
                  <c:v>4423.1499999999996</c:v>
                </c:pt>
                <c:pt idx="1133">
                  <c:v>4402.66</c:v>
                </c:pt>
                <c:pt idx="1134">
                  <c:v>4429.1000000000004</c:v>
                </c:pt>
                <c:pt idx="1135">
                  <c:v>4436.5200000000004</c:v>
                </c:pt>
                <c:pt idx="1136">
                  <c:v>4432.3500000000004</c:v>
                </c:pt>
                <c:pt idx="1137">
                  <c:v>4436.75</c:v>
                </c:pt>
                <c:pt idx="1138">
                  <c:v>4442.41</c:v>
                </c:pt>
                <c:pt idx="1139">
                  <c:v>4460.83</c:v>
                </c:pt>
                <c:pt idx="1140">
                  <c:v>4468</c:v>
                </c:pt>
                <c:pt idx="1141">
                  <c:v>4479.71</c:v>
                </c:pt>
                <c:pt idx="1142">
                  <c:v>4448.08</c:v>
                </c:pt>
                <c:pt idx="1143">
                  <c:v>4400.2700000000004</c:v>
                </c:pt>
                <c:pt idx="1144">
                  <c:v>4405.8</c:v>
                </c:pt>
                <c:pt idx="1145">
                  <c:v>4441.67</c:v>
                </c:pt>
                <c:pt idx="1146">
                  <c:v>4479.53</c:v>
                </c:pt>
                <c:pt idx="1147">
                  <c:v>4486.2299999999996</c:v>
                </c:pt>
                <c:pt idx="1148">
                  <c:v>4496.1899999999996</c:v>
                </c:pt>
                <c:pt idx="1149">
                  <c:v>4470</c:v>
                </c:pt>
                <c:pt idx="1150">
                  <c:v>4509.37</c:v>
                </c:pt>
                <c:pt idx="1151">
                  <c:v>4528.79</c:v>
                </c:pt>
                <c:pt idx="1152">
                  <c:v>4522.68</c:v>
                </c:pt>
                <c:pt idx="1153">
                  <c:v>4524.09</c:v>
                </c:pt>
                <c:pt idx="1154">
                  <c:v>4536.95</c:v>
                </c:pt>
                <c:pt idx="1155">
                  <c:v>4535.43</c:v>
                </c:pt>
                <c:pt idx="1156">
                  <c:v>4520.03</c:v>
                </c:pt>
                <c:pt idx="1157">
                  <c:v>4514.07</c:v>
                </c:pt>
                <c:pt idx="1158">
                  <c:v>4493.28</c:v>
                </c:pt>
                <c:pt idx="1159">
                  <c:v>4458.58</c:v>
                </c:pt>
                <c:pt idx="1160">
                  <c:v>4468.7299999999996</c:v>
                </c:pt>
                <c:pt idx="1161">
                  <c:v>4443.05</c:v>
                </c:pt>
                <c:pt idx="1162">
                  <c:v>4480.7</c:v>
                </c:pt>
                <c:pt idx="1163">
                  <c:v>4473.75</c:v>
                </c:pt>
                <c:pt idx="1164">
                  <c:v>4432.99</c:v>
                </c:pt>
                <c:pt idx="1165">
                  <c:v>4357.7299999999996</c:v>
                </c:pt>
                <c:pt idx="1166">
                  <c:v>4354.1899999999996</c:v>
                </c:pt>
                <c:pt idx="1167">
                  <c:v>4395.6400000000003</c:v>
                </c:pt>
                <c:pt idx="1168">
                  <c:v>4448.9799999999996</c:v>
                </c:pt>
                <c:pt idx="1169">
                  <c:v>4455.4799999999996</c:v>
                </c:pt>
                <c:pt idx="1170">
                  <c:v>4443.1099999999997</c:v>
                </c:pt>
                <c:pt idx="1171">
                  <c:v>4352.63</c:v>
                </c:pt>
                <c:pt idx="1172">
                  <c:v>4359.46</c:v>
                </c:pt>
                <c:pt idx="1173">
                  <c:v>4307.54</c:v>
                </c:pt>
                <c:pt idx="1174">
                  <c:v>4357.04</c:v>
                </c:pt>
                <c:pt idx="1175">
                  <c:v>4300.46</c:v>
                </c:pt>
                <c:pt idx="1176">
                  <c:v>4345.72</c:v>
                </c:pt>
                <c:pt idx="1177">
                  <c:v>4363.55</c:v>
                </c:pt>
                <c:pt idx="1178">
                  <c:v>4399.76</c:v>
                </c:pt>
                <c:pt idx="1179">
                  <c:v>4391.34</c:v>
                </c:pt>
                <c:pt idx="1180">
                  <c:v>4361.1899999999996</c:v>
                </c:pt>
                <c:pt idx="1181">
                  <c:v>4350.6499999999996</c:v>
                </c:pt>
                <c:pt idx="1182">
                  <c:v>4363.8</c:v>
                </c:pt>
                <c:pt idx="1183">
                  <c:v>4438.26</c:v>
                </c:pt>
                <c:pt idx="1184">
                  <c:v>4471.37</c:v>
                </c:pt>
                <c:pt idx="1185">
                  <c:v>4486.46</c:v>
                </c:pt>
                <c:pt idx="1186">
                  <c:v>4519.63</c:v>
                </c:pt>
                <c:pt idx="1187">
                  <c:v>4536.1899999999996</c:v>
                </c:pt>
                <c:pt idx="1188">
                  <c:v>4549.78</c:v>
                </c:pt>
                <c:pt idx="1189">
                  <c:v>4544.8999999999996</c:v>
                </c:pt>
                <c:pt idx="1190">
                  <c:v>4566.4799999999996</c:v>
                </c:pt>
                <c:pt idx="1191">
                  <c:v>4574.79</c:v>
                </c:pt>
                <c:pt idx="1192">
                  <c:v>4551.68</c:v>
                </c:pt>
                <c:pt idx="1193">
                  <c:v>4596.42</c:v>
                </c:pt>
                <c:pt idx="1194">
                  <c:v>4605.38</c:v>
                </c:pt>
                <c:pt idx="1195">
                  <c:v>4613.67</c:v>
                </c:pt>
                <c:pt idx="1196">
                  <c:v>4630.6499999999996</c:v>
                </c:pt>
                <c:pt idx="1197">
                  <c:v>4660.57</c:v>
                </c:pt>
                <c:pt idx="1198">
                  <c:v>4680.0600000000004</c:v>
                </c:pt>
                <c:pt idx="1199">
                  <c:v>4697.53</c:v>
                </c:pt>
                <c:pt idx="1200">
                  <c:v>4701.7</c:v>
                </c:pt>
                <c:pt idx="1201">
                  <c:v>4685.25</c:v>
                </c:pt>
                <c:pt idx="1202">
                  <c:v>4646.71</c:v>
                </c:pt>
                <c:pt idx="1203">
                  <c:v>4649.2700000000004</c:v>
                </c:pt>
                <c:pt idx="1204">
                  <c:v>4682.8500000000004</c:v>
                </c:pt>
                <c:pt idx="1205">
                  <c:v>4682.8</c:v>
                </c:pt>
                <c:pt idx="1206">
                  <c:v>4700.8999999999996</c:v>
                </c:pt>
                <c:pt idx="1207">
                  <c:v>4688.67</c:v>
                </c:pt>
                <c:pt idx="1208">
                  <c:v>4704.54</c:v>
                </c:pt>
                <c:pt idx="1209">
                  <c:v>4697.96</c:v>
                </c:pt>
                <c:pt idx="1210">
                  <c:v>4682.9399999999996</c:v>
                </c:pt>
                <c:pt idx="1211">
                  <c:v>4690.7</c:v>
                </c:pt>
                <c:pt idx="1212">
                  <c:v>4701.46</c:v>
                </c:pt>
                <c:pt idx="1213">
                  <c:v>4594.62</c:v>
                </c:pt>
                <c:pt idx="1214">
                  <c:v>4655.2700000000004</c:v>
                </c:pt>
                <c:pt idx="1215">
                  <c:v>4567</c:v>
                </c:pt>
                <c:pt idx="1216">
                  <c:v>4513.04</c:v>
                </c:pt>
                <c:pt idx="1217">
                  <c:v>4577.1000000000004</c:v>
                </c:pt>
                <c:pt idx="1218">
                  <c:v>4538.43</c:v>
                </c:pt>
                <c:pt idx="1219">
                  <c:v>4591.67</c:v>
                </c:pt>
                <c:pt idx="1220">
                  <c:v>4686.75</c:v>
                </c:pt>
                <c:pt idx="1221">
                  <c:v>4701.21</c:v>
                </c:pt>
                <c:pt idx="1222">
                  <c:v>4667.45</c:v>
                </c:pt>
                <c:pt idx="1223">
                  <c:v>4712.0200000000004</c:v>
                </c:pt>
                <c:pt idx="1224">
                  <c:v>4668.97</c:v>
                </c:pt>
                <c:pt idx="1225">
                  <c:v>4634.09</c:v>
                </c:pt>
                <c:pt idx="1226">
                  <c:v>4709.8500000000004</c:v>
                </c:pt>
                <c:pt idx="1227">
                  <c:v>4668.67</c:v>
                </c:pt>
                <c:pt idx="1228">
                  <c:v>4620.6400000000003</c:v>
                </c:pt>
                <c:pt idx="1229">
                  <c:v>4568.0200000000004</c:v>
                </c:pt>
                <c:pt idx="1230">
                  <c:v>4649.2299999999996</c:v>
                </c:pt>
                <c:pt idx="1231">
                  <c:v>4696.5600000000004</c:v>
                </c:pt>
                <c:pt idx="1232">
                  <c:v>4725.79</c:v>
                </c:pt>
                <c:pt idx="1233">
                  <c:v>4791.1899999999996</c:v>
                </c:pt>
                <c:pt idx="1234">
                  <c:v>4786.3500000000004</c:v>
                </c:pt>
                <c:pt idx="1235">
                  <c:v>4793.0600000000004</c:v>
                </c:pt>
                <c:pt idx="1236">
                  <c:v>4778.7299999999996</c:v>
                </c:pt>
                <c:pt idx="1237">
                  <c:v>4766.18</c:v>
                </c:pt>
                <c:pt idx="1238">
                  <c:v>4796.5600000000004</c:v>
                </c:pt>
                <c:pt idx="1239">
                  <c:v>4793.54</c:v>
                </c:pt>
                <c:pt idx="1240">
                  <c:v>4700.58</c:v>
                </c:pt>
                <c:pt idx="1241">
                  <c:v>4696.05</c:v>
                </c:pt>
                <c:pt idx="1242">
                  <c:v>4677.03</c:v>
                </c:pt>
                <c:pt idx="1243">
                  <c:v>4670.29</c:v>
                </c:pt>
                <c:pt idx="1244">
                  <c:v>4713.07</c:v>
                </c:pt>
                <c:pt idx="1245">
                  <c:v>4726.3500000000004</c:v>
                </c:pt>
                <c:pt idx="1246">
                  <c:v>4659.03</c:v>
                </c:pt>
                <c:pt idx="1247">
                  <c:v>4662.8500000000004</c:v>
                </c:pt>
                <c:pt idx="1248">
                  <c:v>4577.1099999999997</c:v>
                </c:pt>
                <c:pt idx="1249">
                  <c:v>4532.76</c:v>
                </c:pt>
                <c:pt idx="1250">
                  <c:v>4482.7299999999996</c:v>
                </c:pt>
                <c:pt idx="1251">
                  <c:v>4397.9399999999996</c:v>
                </c:pt>
                <c:pt idx="1252">
                  <c:v>4410.13</c:v>
                </c:pt>
                <c:pt idx="1253">
                  <c:v>4356.45</c:v>
                </c:pt>
                <c:pt idx="1254">
                  <c:v>4349.93</c:v>
                </c:pt>
                <c:pt idx="1255">
                  <c:v>4326.51</c:v>
                </c:pt>
                <c:pt idx="1256">
                  <c:v>4431.8500000000004</c:v>
                </c:pt>
                <c:pt idx="1257">
                  <c:v>4515.55</c:v>
                </c:pt>
                <c:pt idx="1258">
                  <c:v>4546.54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75-4F78-8065-C3DF6D4AC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2406424"/>
        <c:axId val="412406816"/>
      </c:lineChart>
      <c:dateAx>
        <c:axId val="412406424"/>
        <c:scaling>
          <c:orientation val="minMax"/>
          <c:max val="44594"/>
        </c:scaling>
        <c:delete val="0"/>
        <c:axPos val="b"/>
        <c:numFmt formatCode="mmm\ 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204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406816"/>
        <c:crosses val="autoZero"/>
        <c:auto val="1"/>
        <c:lblOffset val="100"/>
        <c:baseTimeUnit val="days"/>
        <c:majorUnit val="12"/>
        <c:majorTimeUnit val="months"/>
        <c:minorUnit val="255"/>
      </c:dateAx>
      <c:valAx>
        <c:axId val="412406816"/>
        <c:scaling>
          <c:orientation val="minMax"/>
          <c:max val="5000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406424"/>
        <c:crossesAt val="42768"/>
        <c:crossBetween val="midCat"/>
        <c:majorUnit val="1000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471214838562915E-2"/>
          <c:y val="2.2150918100323311E-2"/>
          <c:w val="0.87826799006459599"/>
          <c:h val="0.81766189792089505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'[Ch08_6e_Figure 8_5.xlsx]Sheet1'!$A$1:$A$1259</c:f>
              <c:numCache>
                <c:formatCode>m/d/yyyy</c:formatCode>
                <c:ptCount val="1259"/>
                <c:pt idx="0">
                  <c:v>42772</c:v>
                </c:pt>
                <c:pt idx="1">
                  <c:v>42773</c:v>
                </c:pt>
                <c:pt idx="2">
                  <c:v>42774</c:v>
                </c:pt>
                <c:pt idx="3">
                  <c:v>42775</c:v>
                </c:pt>
                <c:pt idx="4">
                  <c:v>42776</c:v>
                </c:pt>
                <c:pt idx="5">
                  <c:v>42779</c:v>
                </c:pt>
                <c:pt idx="6">
                  <c:v>42780</c:v>
                </c:pt>
                <c:pt idx="7">
                  <c:v>42781</c:v>
                </c:pt>
                <c:pt idx="8">
                  <c:v>42782</c:v>
                </c:pt>
                <c:pt idx="9">
                  <c:v>42783</c:v>
                </c:pt>
                <c:pt idx="10">
                  <c:v>42787</c:v>
                </c:pt>
                <c:pt idx="11">
                  <c:v>42788</c:v>
                </c:pt>
                <c:pt idx="12">
                  <c:v>42789</c:v>
                </c:pt>
                <c:pt idx="13">
                  <c:v>42790</c:v>
                </c:pt>
                <c:pt idx="14">
                  <c:v>42793</c:v>
                </c:pt>
                <c:pt idx="15">
                  <c:v>42794</c:v>
                </c:pt>
                <c:pt idx="16">
                  <c:v>42795</c:v>
                </c:pt>
                <c:pt idx="17">
                  <c:v>42796</c:v>
                </c:pt>
                <c:pt idx="18">
                  <c:v>42797</c:v>
                </c:pt>
                <c:pt idx="19">
                  <c:v>42800</c:v>
                </c:pt>
                <c:pt idx="20">
                  <c:v>42801</c:v>
                </c:pt>
                <c:pt idx="21">
                  <c:v>42802</c:v>
                </c:pt>
                <c:pt idx="22">
                  <c:v>42803</c:v>
                </c:pt>
                <c:pt idx="23">
                  <c:v>42804</c:v>
                </c:pt>
                <c:pt idx="24">
                  <c:v>42807</c:v>
                </c:pt>
                <c:pt idx="25">
                  <c:v>42808</c:v>
                </c:pt>
                <c:pt idx="26">
                  <c:v>42809</c:v>
                </c:pt>
                <c:pt idx="27">
                  <c:v>42810</c:v>
                </c:pt>
                <c:pt idx="28">
                  <c:v>42811</c:v>
                </c:pt>
                <c:pt idx="29">
                  <c:v>42814</c:v>
                </c:pt>
                <c:pt idx="30">
                  <c:v>42815</c:v>
                </c:pt>
                <c:pt idx="31">
                  <c:v>42816</c:v>
                </c:pt>
                <c:pt idx="32">
                  <c:v>42817</c:v>
                </c:pt>
                <c:pt idx="33">
                  <c:v>42818</c:v>
                </c:pt>
                <c:pt idx="34">
                  <c:v>42821</c:v>
                </c:pt>
                <c:pt idx="35">
                  <c:v>42822</c:v>
                </c:pt>
                <c:pt idx="36">
                  <c:v>42823</c:v>
                </c:pt>
                <c:pt idx="37">
                  <c:v>42824</c:v>
                </c:pt>
                <c:pt idx="38">
                  <c:v>42825</c:v>
                </c:pt>
                <c:pt idx="39">
                  <c:v>42828</c:v>
                </c:pt>
                <c:pt idx="40">
                  <c:v>42829</c:v>
                </c:pt>
                <c:pt idx="41">
                  <c:v>42830</c:v>
                </c:pt>
                <c:pt idx="42">
                  <c:v>42831</c:v>
                </c:pt>
                <c:pt idx="43">
                  <c:v>42832</c:v>
                </c:pt>
                <c:pt idx="44">
                  <c:v>42835</c:v>
                </c:pt>
                <c:pt idx="45">
                  <c:v>42836</c:v>
                </c:pt>
                <c:pt idx="46">
                  <c:v>42837</c:v>
                </c:pt>
                <c:pt idx="47">
                  <c:v>42838</c:v>
                </c:pt>
                <c:pt idx="48">
                  <c:v>42842</c:v>
                </c:pt>
                <c:pt idx="49">
                  <c:v>42843</c:v>
                </c:pt>
                <c:pt idx="50">
                  <c:v>42844</c:v>
                </c:pt>
                <c:pt idx="51">
                  <c:v>42845</c:v>
                </c:pt>
                <c:pt idx="52">
                  <c:v>42846</c:v>
                </c:pt>
                <c:pt idx="53">
                  <c:v>42849</c:v>
                </c:pt>
                <c:pt idx="54">
                  <c:v>42850</c:v>
                </c:pt>
                <c:pt idx="55">
                  <c:v>42851</c:v>
                </c:pt>
                <c:pt idx="56">
                  <c:v>42852</c:v>
                </c:pt>
                <c:pt idx="57">
                  <c:v>42853</c:v>
                </c:pt>
                <c:pt idx="58">
                  <c:v>42856</c:v>
                </c:pt>
                <c:pt idx="59">
                  <c:v>42857</c:v>
                </c:pt>
                <c:pt idx="60">
                  <c:v>42858</c:v>
                </c:pt>
                <c:pt idx="61">
                  <c:v>42859</c:v>
                </c:pt>
                <c:pt idx="62">
                  <c:v>42860</c:v>
                </c:pt>
                <c:pt idx="63">
                  <c:v>42863</c:v>
                </c:pt>
                <c:pt idx="64">
                  <c:v>42864</c:v>
                </c:pt>
                <c:pt idx="65">
                  <c:v>42865</c:v>
                </c:pt>
                <c:pt idx="66">
                  <c:v>42866</c:v>
                </c:pt>
                <c:pt idx="67">
                  <c:v>42867</c:v>
                </c:pt>
                <c:pt idx="68">
                  <c:v>42870</c:v>
                </c:pt>
                <c:pt idx="69">
                  <c:v>42871</c:v>
                </c:pt>
                <c:pt idx="70">
                  <c:v>42872</c:v>
                </c:pt>
                <c:pt idx="71">
                  <c:v>42873</c:v>
                </c:pt>
                <c:pt idx="72">
                  <c:v>42874</c:v>
                </c:pt>
                <c:pt idx="73">
                  <c:v>42877</c:v>
                </c:pt>
                <c:pt idx="74">
                  <c:v>42878</c:v>
                </c:pt>
                <c:pt idx="75">
                  <c:v>42879</c:v>
                </c:pt>
                <c:pt idx="76">
                  <c:v>42880</c:v>
                </c:pt>
                <c:pt idx="77">
                  <c:v>42881</c:v>
                </c:pt>
                <c:pt idx="78">
                  <c:v>42885</c:v>
                </c:pt>
                <c:pt idx="79">
                  <c:v>42886</c:v>
                </c:pt>
                <c:pt idx="80">
                  <c:v>42887</c:v>
                </c:pt>
                <c:pt idx="81">
                  <c:v>42888</c:v>
                </c:pt>
                <c:pt idx="82">
                  <c:v>42891</c:v>
                </c:pt>
                <c:pt idx="83">
                  <c:v>42892</c:v>
                </c:pt>
                <c:pt idx="84">
                  <c:v>42893</c:v>
                </c:pt>
                <c:pt idx="85">
                  <c:v>42894</c:v>
                </c:pt>
                <c:pt idx="86">
                  <c:v>42895</c:v>
                </c:pt>
                <c:pt idx="87">
                  <c:v>42898</c:v>
                </c:pt>
                <c:pt idx="88">
                  <c:v>42899</c:v>
                </c:pt>
                <c:pt idx="89">
                  <c:v>42900</c:v>
                </c:pt>
                <c:pt idx="90">
                  <c:v>42901</c:v>
                </c:pt>
                <c:pt idx="91">
                  <c:v>42902</c:v>
                </c:pt>
                <c:pt idx="92">
                  <c:v>42905</c:v>
                </c:pt>
                <c:pt idx="93">
                  <c:v>42906</c:v>
                </c:pt>
                <c:pt idx="94">
                  <c:v>42907</c:v>
                </c:pt>
                <c:pt idx="95">
                  <c:v>42908</c:v>
                </c:pt>
                <c:pt idx="96">
                  <c:v>42909</c:v>
                </c:pt>
                <c:pt idx="97">
                  <c:v>42912</c:v>
                </c:pt>
                <c:pt idx="98">
                  <c:v>42913</c:v>
                </c:pt>
                <c:pt idx="99">
                  <c:v>42914</c:v>
                </c:pt>
                <c:pt idx="100">
                  <c:v>42915</c:v>
                </c:pt>
                <c:pt idx="101">
                  <c:v>42916</c:v>
                </c:pt>
                <c:pt idx="102">
                  <c:v>42919</c:v>
                </c:pt>
                <c:pt idx="103">
                  <c:v>42921</c:v>
                </c:pt>
                <c:pt idx="104">
                  <c:v>42922</c:v>
                </c:pt>
                <c:pt idx="105">
                  <c:v>42923</c:v>
                </c:pt>
                <c:pt idx="106">
                  <c:v>42926</c:v>
                </c:pt>
                <c:pt idx="107">
                  <c:v>42927</c:v>
                </c:pt>
                <c:pt idx="108">
                  <c:v>42928</c:v>
                </c:pt>
                <c:pt idx="109">
                  <c:v>42929</c:v>
                </c:pt>
                <c:pt idx="110">
                  <c:v>42930</c:v>
                </c:pt>
                <c:pt idx="111">
                  <c:v>42933</c:v>
                </c:pt>
                <c:pt idx="112">
                  <c:v>42934</c:v>
                </c:pt>
                <c:pt idx="113">
                  <c:v>42935</c:v>
                </c:pt>
                <c:pt idx="114">
                  <c:v>42936</c:v>
                </c:pt>
                <c:pt idx="115">
                  <c:v>42937</c:v>
                </c:pt>
                <c:pt idx="116">
                  <c:v>42940</c:v>
                </c:pt>
                <c:pt idx="117">
                  <c:v>42941</c:v>
                </c:pt>
                <c:pt idx="118">
                  <c:v>42942</c:v>
                </c:pt>
                <c:pt idx="119">
                  <c:v>42943</c:v>
                </c:pt>
                <c:pt idx="120">
                  <c:v>42944</c:v>
                </c:pt>
                <c:pt idx="121">
                  <c:v>42947</c:v>
                </c:pt>
                <c:pt idx="122">
                  <c:v>42948</c:v>
                </c:pt>
                <c:pt idx="123">
                  <c:v>42949</c:v>
                </c:pt>
                <c:pt idx="124">
                  <c:v>42950</c:v>
                </c:pt>
                <c:pt idx="125">
                  <c:v>42951</c:v>
                </c:pt>
                <c:pt idx="126">
                  <c:v>42954</c:v>
                </c:pt>
                <c:pt idx="127">
                  <c:v>42955</c:v>
                </c:pt>
                <c:pt idx="128">
                  <c:v>42956</c:v>
                </c:pt>
                <c:pt idx="129">
                  <c:v>42957</c:v>
                </c:pt>
                <c:pt idx="130">
                  <c:v>42958</c:v>
                </c:pt>
                <c:pt idx="131">
                  <c:v>42961</c:v>
                </c:pt>
                <c:pt idx="132">
                  <c:v>42962</c:v>
                </c:pt>
                <c:pt idx="133">
                  <c:v>42963</c:v>
                </c:pt>
                <c:pt idx="134">
                  <c:v>42964</c:v>
                </c:pt>
                <c:pt idx="135">
                  <c:v>42965</c:v>
                </c:pt>
                <c:pt idx="136">
                  <c:v>42968</c:v>
                </c:pt>
                <c:pt idx="137">
                  <c:v>42969</c:v>
                </c:pt>
                <c:pt idx="138">
                  <c:v>42970</c:v>
                </c:pt>
                <c:pt idx="139">
                  <c:v>42971</c:v>
                </c:pt>
                <c:pt idx="140">
                  <c:v>42972</c:v>
                </c:pt>
                <c:pt idx="141">
                  <c:v>42975</c:v>
                </c:pt>
                <c:pt idx="142">
                  <c:v>42976</c:v>
                </c:pt>
                <c:pt idx="143">
                  <c:v>42977</c:v>
                </c:pt>
                <c:pt idx="144">
                  <c:v>42978</c:v>
                </c:pt>
                <c:pt idx="145">
                  <c:v>42979</c:v>
                </c:pt>
                <c:pt idx="146">
                  <c:v>42983</c:v>
                </c:pt>
                <c:pt idx="147">
                  <c:v>42984</c:v>
                </c:pt>
                <c:pt idx="148">
                  <c:v>42985</c:v>
                </c:pt>
                <c:pt idx="149">
                  <c:v>42986</c:v>
                </c:pt>
                <c:pt idx="150">
                  <c:v>42989</c:v>
                </c:pt>
                <c:pt idx="151">
                  <c:v>42990</c:v>
                </c:pt>
                <c:pt idx="152">
                  <c:v>42991</c:v>
                </c:pt>
                <c:pt idx="153">
                  <c:v>42992</c:v>
                </c:pt>
                <c:pt idx="154">
                  <c:v>42993</c:v>
                </c:pt>
                <c:pt idx="155">
                  <c:v>42996</c:v>
                </c:pt>
                <c:pt idx="156">
                  <c:v>42997</c:v>
                </c:pt>
                <c:pt idx="157">
                  <c:v>42998</c:v>
                </c:pt>
                <c:pt idx="158">
                  <c:v>42999</c:v>
                </c:pt>
                <c:pt idx="159">
                  <c:v>43000</c:v>
                </c:pt>
                <c:pt idx="160">
                  <c:v>43003</c:v>
                </c:pt>
                <c:pt idx="161">
                  <c:v>43004</c:v>
                </c:pt>
                <c:pt idx="162">
                  <c:v>43005</c:v>
                </c:pt>
                <c:pt idx="163">
                  <c:v>43006</c:v>
                </c:pt>
                <c:pt idx="164">
                  <c:v>43007</c:v>
                </c:pt>
                <c:pt idx="165">
                  <c:v>43010</c:v>
                </c:pt>
                <c:pt idx="166">
                  <c:v>43011</c:v>
                </c:pt>
                <c:pt idx="167">
                  <c:v>43012</c:v>
                </c:pt>
                <c:pt idx="168">
                  <c:v>43013</c:v>
                </c:pt>
                <c:pt idx="169">
                  <c:v>43014</c:v>
                </c:pt>
                <c:pt idx="170">
                  <c:v>43017</c:v>
                </c:pt>
                <c:pt idx="171">
                  <c:v>43018</c:v>
                </c:pt>
                <c:pt idx="172">
                  <c:v>43019</c:v>
                </c:pt>
                <c:pt idx="173">
                  <c:v>43020</c:v>
                </c:pt>
                <c:pt idx="174">
                  <c:v>43021</c:v>
                </c:pt>
                <c:pt idx="175">
                  <c:v>43024</c:v>
                </c:pt>
                <c:pt idx="176">
                  <c:v>43025</c:v>
                </c:pt>
                <c:pt idx="177">
                  <c:v>43026</c:v>
                </c:pt>
                <c:pt idx="178">
                  <c:v>43027</c:v>
                </c:pt>
                <c:pt idx="179">
                  <c:v>43028</c:v>
                </c:pt>
                <c:pt idx="180">
                  <c:v>43031</c:v>
                </c:pt>
                <c:pt idx="181">
                  <c:v>43032</c:v>
                </c:pt>
                <c:pt idx="182">
                  <c:v>43033</c:v>
                </c:pt>
                <c:pt idx="183">
                  <c:v>43034</c:v>
                </c:pt>
                <c:pt idx="184">
                  <c:v>43035</c:v>
                </c:pt>
                <c:pt idx="185">
                  <c:v>43038</c:v>
                </c:pt>
                <c:pt idx="186">
                  <c:v>43039</c:v>
                </c:pt>
                <c:pt idx="187">
                  <c:v>43040</c:v>
                </c:pt>
                <c:pt idx="188">
                  <c:v>43041</c:v>
                </c:pt>
                <c:pt idx="189">
                  <c:v>43042</c:v>
                </c:pt>
                <c:pt idx="190">
                  <c:v>43045</c:v>
                </c:pt>
                <c:pt idx="191">
                  <c:v>43046</c:v>
                </c:pt>
                <c:pt idx="192">
                  <c:v>43047</c:v>
                </c:pt>
                <c:pt idx="193">
                  <c:v>43048</c:v>
                </c:pt>
                <c:pt idx="194">
                  <c:v>43049</c:v>
                </c:pt>
                <c:pt idx="195">
                  <c:v>43052</c:v>
                </c:pt>
                <c:pt idx="196">
                  <c:v>43053</c:v>
                </c:pt>
                <c:pt idx="197">
                  <c:v>43054</c:v>
                </c:pt>
                <c:pt idx="198">
                  <c:v>43055</c:v>
                </c:pt>
                <c:pt idx="199">
                  <c:v>43056</c:v>
                </c:pt>
                <c:pt idx="200">
                  <c:v>43059</c:v>
                </c:pt>
                <c:pt idx="201">
                  <c:v>43060</c:v>
                </c:pt>
                <c:pt idx="202">
                  <c:v>43061</c:v>
                </c:pt>
                <c:pt idx="203">
                  <c:v>43063</c:v>
                </c:pt>
                <c:pt idx="204">
                  <c:v>43066</c:v>
                </c:pt>
                <c:pt idx="205">
                  <c:v>43067</c:v>
                </c:pt>
                <c:pt idx="206">
                  <c:v>43068</c:v>
                </c:pt>
                <c:pt idx="207">
                  <c:v>43069</c:v>
                </c:pt>
                <c:pt idx="208">
                  <c:v>43070</c:v>
                </c:pt>
                <c:pt idx="209">
                  <c:v>43073</c:v>
                </c:pt>
                <c:pt idx="210">
                  <c:v>43074</c:v>
                </c:pt>
                <c:pt idx="211">
                  <c:v>43075</c:v>
                </c:pt>
                <c:pt idx="212">
                  <c:v>43076</c:v>
                </c:pt>
                <c:pt idx="213">
                  <c:v>43077</c:v>
                </c:pt>
                <c:pt idx="214">
                  <c:v>43080</c:v>
                </c:pt>
                <c:pt idx="215">
                  <c:v>43081</c:v>
                </c:pt>
                <c:pt idx="216">
                  <c:v>43082</c:v>
                </c:pt>
                <c:pt idx="217">
                  <c:v>43083</c:v>
                </c:pt>
                <c:pt idx="218">
                  <c:v>43084</c:v>
                </c:pt>
                <c:pt idx="219">
                  <c:v>43087</c:v>
                </c:pt>
                <c:pt idx="220">
                  <c:v>43088</c:v>
                </c:pt>
                <c:pt idx="221">
                  <c:v>43089</c:v>
                </c:pt>
                <c:pt idx="222">
                  <c:v>43090</c:v>
                </c:pt>
                <c:pt idx="223">
                  <c:v>43091</c:v>
                </c:pt>
                <c:pt idx="224">
                  <c:v>43095</c:v>
                </c:pt>
                <c:pt idx="225">
                  <c:v>43096</c:v>
                </c:pt>
                <c:pt idx="226">
                  <c:v>43097</c:v>
                </c:pt>
                <c:pt idx="227">
                  <c:v>43098</c:v>
                </c:pt>
                <c:pt idx="228">
                  <c:v>43102</c:v>
                </c:pt>
                <c:pt idx="229">
                  <c:v>43103</c:v>
                </c:pt>
                <c:pt idx="230">
                  <c:v>43104</c:v>
                </c:pt>
                <c:pt idx="231">
                  <c:v>43105</c:v>
                </c:pt>
                <c:pt idx="232">
                  <c:v>43108</c:v>
                </c:pt>
                <c:pt idx="233">
                  <c:v>43109</c:v>
                </c:pt>
                <c:pt idx="234">
                  <c:v>43110</c:v>
                </c:pt>
                <c:pt idx="235">
                  <c:v>43111</c:v>
                </c:pt>
                <c:pt idx="236">
                  <c:v>43112</c:v>
                </c:pt>
                <c:pt idx="237">
                  <c:v>43116</c:v>
                </c:pt>
                <c:pt idx="238">
                  <c:v>43117</c:v>
                </c:pt>
                <c:pt idx="239">
                  <c:v>43118</c:v>
                </c:pt>
                <c:pt idx="240">
                  <c:v>43119</c:v>
                </c:pt>
                <c:pt idx="241">
                  <c:v>43122</c:v>
                </c:pt>
                <c:pt idx="242">
                  <c:v>43123</c:v>
                </c:pt>
                <c:pt idx="243">
                  <c:v>43124</c:v>
                </c:pt>
                <c:pt idx="244">
                  <c:v>43125</c:v>
                </c:pt>
                <c:pt idx="245">
                  <c:v>43126</c:v>
                </c:pt>
                <c:pt idx="246">
                  <c:v>43129</c:v>
                </c:pt>
                <c:pt idx="247">
                  <c:v>43130</c:v>
                </c:pt>
                <c:pt idx="248">
                  <c:v>43131</c:v>
                </c:pt>
                <c:pt idx="249">
                  <c:v>43132</c:v>
                </c:pt>
                <c:pt idx="250">
                  <c:v>43133</c:v>
                </c:pt>
                <c:pt idx="251">
                  <c:v>43136</c:v>
                </c:pt>
                <c:pt idx="252">
                  <c:v>43137</c:v>
                </c:pt>
                <c:pt idx="253">
                  <c:v>43138</c:v>
                </c:pt>
                <c:pt idx="254">
                  <c:v>43139</c:v>
                </c:pt>
                <c:pt idx="255">
                  <c:v>43140</c:v>
                </c:pt>
                <c:pt idx="256">
                  <c:v>43143</c:v>
                </c:pt>
                <c:pt idx="257">
                  <c:v>43144</c:v>
                </c:pt>
                <c:pt idx="258">
                  <c:v>43145</c:v>
                </c:pt>
                <c:pt idx="259">
                  <c:v>43146</c:v>
                </c:pt>
                <c:pt idx="260">
                  <c:v>43147</c:v>
                </c:pt>
                <c:pt idx="261">
                  <c:v>43151</c:v>
                </c:pt>
                <c:pt idx="262">
                  <c:v>43152</c:v>
                </c:pt>
                <c:pt idx="263">
                  <c:v>43153</c:v>
                </c:pt>
                <c:pt idx="264">
                  <c:v>43154</c:v>
                </c:pt>
                <c:pt idx="265">
                  <c:v>43157</c:v>
                </c:pt>
                <c:pt idx="266">
                  <c:v>43158</c:v>
                </c:pt>
                <c:pt idx="267">
                  <c:v>43159</c:v>
                </c:pt>
                <c:pt idx="268">
                  <c:v>43160</c:v>
                </c:pt>
                <c:pt idx="269">
                  <c:v>43161</c:v>
                </c:pt>
                <c:pt idx="270">
                  <c:v>43164</c:v>
                </c:pt>
                <c:pt idx="271">
                  <c:v>43165</c:v>
                </c:pt>
                <c:pt idx="272">
                  <c:v>43166</c:v>
                </c:pt>
                <c:pt idx="273">
                  <c:v>43167</c:v>
                </c:pt>
                <c:pt idx="274">
                  <c:v>43168</c:v>
                </c:pt>
                <c:pt idx="275">
                  <c:v>43171</c:v>
                </c:pt>
                <c:pt idx="276">
                  <c:v>43172</c:v>
                </c:pt>
                <c:pt idx="277">
                  <c:v>43173</c:v>
                </c:pt>
                <c:pt idx="278">
                  <c:v>43174</c:v>
                </c:pt>
                <c:pt idx="279">
                  <c:v>43175</c:v>
                </c:pt>
                <c:pt idx="280">
                  <c:v>43178</c:v>
                </c:pt>
                <c:pt idx="281">
                  <c:v>43179</c:v>
                </c:pt>
                <c:pt idx="282">
                  <c:v>43180</c:v>
                </c:pt>
                <c:pt idx="283">
                  <c:v>43181</c:v>
                </c:pt>
                <c:pt idx="284">
                  <c:v>43182</c:v>
                </c:pt>
                <c:pt idx="285">
                  <c:v>43185</c:v>
                </c:pt>
                <c:pt idx="286">
                  <c:v>43186</c:v>
                </c:pt>
                <c:pt idx="287">
                  <c:v>43187</c:v>
                </c:pt>
                <c:pt idx="288">
                  <c:v>43188</c:v>
                </c:pt>
                <c:pt idx="289">
                  <c:v>43192</c:v>
                </c:pt>
                <c:pt idx="290">
                  <c:v>43193</c:v>
                </c:pt>
                <c:pt idx="291">
                  <c:v>43194</c:v>
                </c:pt>
                <c:pt idx="292">
                  <c:v>43195</c:v>
                </c:pt>
                <c:pt idx="293">
                  <c:v>43196</c:v>
                </c:pt>
                <c:pt idx="294">
                  <c:v>43199</c:v>
                </c:pt>
                <c:pt idx="295">
                  <c:v>43200</c:v>
                </c:pt>
                <c:pt idx="296">
                  <c:v>43201</c:v>
                </c:pt>
                <c:pt idx="297">
                  <c:v>43202</c:v>
                </c:pt>
                <c:pt idx="298">
                  <c:v>43203</c:v>
                </c:pt>
                <c:pt idx="299">
                  <c:v>43206</c:v>
                </c:pt>
                <c:pt idx="300">
                  <c:v>43207</c:v>
                </c:pt>
                <c:pt idx="301">
                  <c:v>43208</c:v>
                </c:pt>
                <c:pt idx="302">
                  <c:v>43209</c:v>
                </c:pt>
                <c:pt idx="303">
                  <c:v>43210</c:v>
                </c:pt>
                <c:pt idx="304">
                  <c:v>43213</c:v>
                </c:pt>
                <c:pt idx="305">
                  <c:v>43214</c:v>
                </c:pt>
                <c:pt idx="306">
                  <c:v>43215</c:v>
                </c:pt>
                <c:pt idx="307">
                  <c:v>43216</c:v>
                </c:pt>
                <c:pt idx="308">
                  <c:v>43217</c:v>
                </c:pt>
                <c:pt idx="309">
                  <c:v>43220</c:v>
                </c:pt>
                <c:pt idx="310">
                  <c:v>43221</c:v>
                </c:pt>
                <c:pt idx="311">
                  <c:v>43222</c:v>
                </c:pt>
                <c:pt idx="312">
                  <c:v>43223</c:v>
                </c:pt>
                <c:pt idx="313">
                  <c:v>43224</c:v>
                </c:pt>
                <c:pt idx="314">
                  <c:v>43227</c:v>
                </c:pt>
                <c:pt idx="315">
                  <c:v>43228</c:v>
                </c:pt>
                <c:pt idx="316">
                  <c:v>43229</c:v>
                </c:pt>
                <c:pt idx="317">
                  <c:v>43230</c:v>
                </c:pt>
                <c:pt idx="318">
                  <c:v>43231</c:v>
                </c:pt>
                <c:pt idx="319">
                  <c:v>43234</c:v>
                </c:pt>
                <c:pt idx="320">
                  <c:v>43235</c:v>
                </c:pt>
                <c:pt idx="321">
                  <c:v>43236</c:v>
                </c:pt>
                <c:pt idx="322">
                  <c:v>43237</c:v>
                </c:pt>
                <c:pt idx="323">
                  <c:v>43238</c:v>
                </c:pt>
                <c:pt idx="324">
                  <c:v>43241</c:v>
                </c:pt>
                <c:pt idx="325">
                  <c:v>43242</c:v>
                </c:pt>
                <c:pt idx="326">
                  <c:v>43243</c:v>
                </c:pt>
                <c:pt idx="327">
                  <c:v>43244</c:v>
                </c:pt>
                <c:pt idx="328">
                  <c:v>43245</c:v>
                </c:pt>
                <c:pt idx="329">
                  <c:v>43249</c:v>
                </c:pt>
                <c:pt idx="330">
                  <c:v>43250</c:v>
                </c:pt>
                <c:pt idx="331">
                  <c:v>43251</c:v>
                </c:pt>
                <c:pt idx="332">
                  <c:v>43252</c:v>
                </c:pt>
                <c:pt idx="333">
                  <c:v>43255</c:v>
                </c:pt>
                <c:pt idx="334">
                  <c:v>43256</c:v>
                </c:pt>
                <c:pt idx="335">
                  <c:v>43257</c:v>
                </c:pt>
                <c:pt idx="336">
                  <c:v>43258</c:v>
                </c:pt>
                <c:pt idx="337">
                  <c:v>43259</c:v>
                </c:pt>
                <c:pt idx="338">
                  <c:v>43262</c:v>
                </c:pt>
                <c:pt idx="339">
                  <c:v>43263</c:v>
                </c:pt>
                <c:pt idx="340">
                  <c:v>43264</c:v>
                </c:pt>
                <c:pt idx="341">
                  <c:v>43265</c:v>
                </c:pt>
                <c:pt idx="342">
                  <c:v>43266</c:v>
                </c:pt>
                <c:pt idx="343">
                  <c:v>43269</c:v>
                </c:pt>
                <c:pt idx="344">
                  <c:v>43270</c:v>
                </c:pt>
                <c:pt idx="345">
                  <c:v>43271</c:v>
                </c:pt>
                <c:pt idx="346">
                  <c:v>43272</c:v>
                </c:pt>
                <c:pt idx="347">
                  <c:v>43273</c:v>
                </c:pt>
                <c:pt idx="348">
                  <c:v>43276</c:v>
                </c:pt>
                <c:pt idx="349">
                  <c:v>43277</c:v>
                </c:pt>
                <c:pt idx="350">
                  <c:v>43278</c:v>
                </c:pt>
                <c:pt idx="351">
                  <c:v>43279</c:v>
                </c:pt>
                <c:pt idx="352">
                  <c:v>43280</c:v>
                </c:pt>
                <c:pt idx="353">
                  <c:v>43283</c:v>
                </c:pt>
                <c:pt idx="354">
                  <c:v>43284</c:v>
                </c:pt>
                <c:pt idx="355">
                  <c:v>43286</c:v>
                </c:pt>
                <c:pt idx="356">
                  <c:v>43287</c:v>
                </c:pt>
                <c:pt idx="357">
                  <c:v>43290</c:v>
                </c:pt>
                <c:pt idx="358">
                  <c:v>43291</c:v>
                </c:pt>
                <c:pt idx="359">
                  <c:v>43292</c:v>
                </c:pt>
                <c:pt idx="360">
                  <c:v>43293</c:v>
                </c:pt>
                <c:pt idx="361">
                  <c:v>43294</c:v>
                </c:pt>
                <c:pt idx="362">
                  <c:v>43297</c:v>
                </c:pt>
                <c:pt idx="363">
                  <c:v>43298</c:v>
                </c:pt>
                <c:pt idx="364">
                  <c:v>43299</c:v>
                </c:pt>
                <c:pt idx="365">
                  <c:v>43300</c:v>
                </c:pt>
                <c:pt idx="366">
                  <c:v>43301</c:v>
                </c:pt>
                <c:pt idx="367">
                  <c:v>43304</c:v>
                </c:pt>
                <c:pt idx="368">
                  <c:v>43305</c:v>
                </c:pt>
                <c:pt idx="369">
                  <c:v>43306</c:v>
                </c:pt>
                <c:pt idx="370">
                  <c:v>43307</c:v>
                </c:pt>
                <c:pt idx="371">
                  <c:v>43308</c:v>
                </c:pt>
                <c:pt idx="372">
                  <c:v>43311</c:v>
                </c:pt>
                <c:pt idx="373">
                  <c:v>43312</c:v>
                </c:pt>
                <c:pt idx="374">
                  <c:v>43313</c:v>
                </c:pt>
                <c:pt idx="375">
                  <c:v>43314</c:v>
                </c:pt>
                <c:pt idx="376">
                  <c:v>43315</c:v>
                </c:pt>
                <c:pt idx="377">
                  <c:v>43318</c:v>
                </c:pt>
                <c:pt idx="378">
                  <c:v>43319</c:v>
                </c:pt>
                <c:pt idx="379">
                  <c:v>43320</c:v>
                </c:pt>
                <c:pt idx="380">
                  <c:v>43321</c:v>
                </c:pt>
                <c:pt idx="381">
                  <c:v>43322</c:v>
                </c:pt>
                <c:pt idx="382">
                  <c:v>43325</c:v>
                </c:pt>
                <c:pt idx="383">
                  <c:v>43326</c:v>
                </c:pt>
                <c:pt idx="384">
                  <c:v>43327</c:v>
                </c:pt>
                <c:pt idx="385">
                  <c:v>43328</c:v>
                </c:pt>
                <c:pt idx="386">
                  <c:v>43329</c:v>
                </c:pt>
                <c:pt idx="387">
                  <c:v>43332</c:v>
                </c:pt>
                <c:pt idx="388">
                  <c:v>43333</c:v>
                </c:pt>
                <c:pt idx="389">
                  <c:v>43334</c:v>
                </c:pt>
                <c:pt idx="390">
                  <c:v>43335</c:v>
                </c:pt>
                <c:pt idx="391">
                  <c:v>43336</c:v>
                </c:pt>
                <c:pt idx="392">
                  <c:v>43339</c:v>
                </c:pt>
                <c:pt idx="393">
                  <c:v>43340</c:v>
                </c:pt>
                <c:pt idx="394">
                  <c:v>43341</c:v>
                </c:pt>
                <c:pt idx="395">
                  <c:v>43342</c:v>
                </c:pt>
                <c:pt idx="396">
                  <c:v>43343</c:v>
                </c:pt>
                <c:pt idx="397">
                  <c:v>43347</c:v>
                </c:pt>
                <c:pt idx="398">
                  <c:v>43348</c:v>
                </c:pt>
                <c:pt idx="399">
                  <c:v>43349</c:v>
                </c:pt>
                <c:pt idx="400">
                  <c:v>43350</c:v>
                </c:pt>
                <c:pt idx="401">
                  <c:v>43353</c:v>
                </c:pt>
                <c:pt idx="402">
                  <c:v>43354</c:v>
                </c:pt>
                <c:pt idx="403">
                  <c:v>43355</c:v>
                </c:pt>
                <c:pt idx="404">
                  <c:v>43356</c:v>
                </c:pt>
                <c:pt idx="405">
                  <c:v>43357</c:v>
                </c:pt>
                <c:pt idx="406">
                  <c:v>43360</c:v>
                </c:pt>
                <c:pt idx="407">
                  <c:v>43361</c:v>
                </c:pt>
                <c:pt idx="408">
                  <c:v>43362</c:v>
                </c:pt>
                <c:pt idx="409">
                  <c:v>43363</c:v>
                </c:pt>
                <c:pt idx="410">
                  <c:v>43364</c:v>
                </c:pt>
                <c:pt idx="411">
                  <c:v>43367</c:v>
                </c:pt>
                <c:pt idx="412">
                  <c:v>43368</c:v>
                </c:pt>
                <c:pt idx="413">
                  <c:v>43369</c:v>
                </c:pt>
                <c:pt idx="414">
                  <c:v>43370</c:v>
                </c:pt>
                <c:pt idx="415">
                  <c:v>43371</c:v>
                </c:pt>
                <c:pt idx="416">
                  <c:v>43374</c:v>
                </c:pt>
                <c:pt idx="417">
                  <c:v>43375</c:v>
                </c:pt>
                <c:pt idx="418">
                  <c:v>43376</c:v>
                </c:pt>
                <c:pt idx="419">
                  <c:v>43377</c:v>
                </c:pt>
                <c:pt idx="420">
                  <c:v>43378</c:v>
                </c:pt>
                <c:pt idx="421">
                  <c:v>43381</c:v>
                </c:pt>
                <c:pt idx="422">
                  <c:v>43382</c:v>
                </c:pt>
                <c:pt idx="423">
                  <c:v>43383</c:v>
                </c:pt>
                <c:pt idx="424">
                  <c:v>43384</c:v>
                </c:pt>
                <c:pt idx="425">
                  <c:v>43385</c:v>
                </c:pt>
                <c:pt idx="426">
                  <c:v>43388</c:v>
                </c:pt>
                <c:pt idx="427">
                  <c:v>43389</c:v>
                </c:pt>
                <c:pt idx="428">
                  <c:v>43390</c:v>
                </c:pt>
                <c:pt idx="429">
                  <c:v>43391</c:v>
                </c:pt>
                <c:pt idx="430">
                  <c:v>43392</c:v>
                </c:pt>
                <c:pt idx="431">
                  <c:v>43395</c:v>
                </c:pt>
                <c:pt idx="432">
                  <c:v>43396</c:v>
                </c:pt>
                <c:pt idx="433">
                  <c:v>43397</c:v>
                </c:pt>
                <c:pt idx="434">
                  <c:v>43398</c:v>
                </c:pt>
                <c:pt idx="435">
                  <c:v>43399</c:v>
                </c:pt>
                <c:pt idx="436">
                  <c:v>43402</c:v>
                </c:pt>
                <c:pt idx="437">
                  <c:v>43403</c:v>
                </c:pt>
                <c:pt idx="438">
                  <c:v>43404</c:v>
                </c:pt>
                <c:pt idx="439">
                  <c:v>43405</c:v>
                </c:pt>
                <c:pt idx="440">
                  <c:v>43406</c:v>
                </c:pt>
                <c:pt idx="441">
                  <c:v>43409</c:v>
                </c:pt>
                <c:pt idx="442">
                  <c:v>43410</c:v>
                </c:pt>
                <c:pt idx="443">
                  <c:v>43411</c:v>
                </c:pt>
                <c:pt idx="444">
                  <c:v>43412</c:v>
                </c:pt>
                <c:pt idx="445">
                  <c:v>43413</c:v>
                </c:pt>
                <c:pt idx="446">
                  <c:v>43416</c:v>
                </c:pt>
                <c:pt idx="447">
                  <c:v>43417</c:v>
                </c:pt>
                <c:pt idx="448">
                  <c:v>43418</c:v>
                </c:pt>
                <c:pt idx="449">
                  <c:v>43419</c:v>
                </c:pt>
                <c:pt idx="450">
                  <c:v>43420</c:v>
                </c:pt>
                <c:pt idx="451">
                  <c:v>43423</c:v>
                </c:pt>
                <c:pt idx="452">
                  <c:v>43424</c:v>
                </c:pt>
                <c:pt idx="453">
                  <c:v>43425</c:v>
                </c:pt>
                <c:pt idx="454">
                  <c:v>43427</c:v>
                </c:pt>
                <c:pt idx="455">
                  <c:v>43430</c:v>
                </c:pt>
                <c:pt idx="456">
                  <c:v>43431</c:v>
                </c:pt>
                <c:pt idx="457">
                  <c:v>43432</c:v>
                </c:pt>
                <c:pt idx="458">
                  <c:v>43433</c:v>
                </c:pt>
                <c:pt idx="459">
                  <c:v>43434</c:v>
                </c:pt>
                <c:pt idx="460">
                  <c:v>43437</c:v>
                </c:pt>
                <c:pt idx="461">
                  <c:v>43438</c:v>
                </c:pt>
                <c:pt idx="462">
                  <c:v>43440</c:v>
                </c:pt>
                <c:pt idx="463">
                  <c:v>43441</c:v>
                </c:pt>
                <c:pt idx="464">
                  <c:v>43444</c:v>
                </c:pt>
                <c:pt idx="465">
                  <c:v>43445</c:v>
                </c:pt>
                <c:pt idx="466">
                  <c:v>43446</c:v>
                </c:pt>
                <c:pt idx="467">
                  <c:v>43447</c:v>
                </c:pt>
                <c:pt idx="468">
                  <c:v>43448</c:v>
                </c:pt>
                <c:pt idx="469">
                  <c:v>43451</c:v>
                </c:pt>
                <c:pt idx="470">
                  <c:v>43452</c:v>
                </c:pt>
                <c:pt idx="471">
                  <c:v>43453</c:v>
                </c:pt>
                <c:pt idx="472">
                  <c:v>43454</c:v>
                </c:pt>
                <c:pt idx="473">
                  <c:v>43455</c:v>
                </c:pt>
                <c:pt idx="474">
                  <c:v>43458</c:v>
                </c:pt>
                <c:pt idx="475">
                  <c:v>43460</c:v>
                </c:pt>
                <c:pt idx="476">
                  <c:v>43461</c:v>
                </c:pt>
                <c:pt idx="477">
                  <c:v>43462</c:v>
                </c:pt>
                <c:pt idx="478">
                  <c:v>43465</c:v>
                </c:pt>
                <c:pt idx="479">
                  <c:v>43467</c:v>
                </c:pt>
                <c:pt idx="480">
                  <c:v>43468</c:v>
                </c:pt>
                <c:pt idx="481">
                  <c:v>43469</c:v>
                </c:pt>
                <c:pt idx="482">
                  <c:v>43472</c:v>
                </c:pt>
                <c:pt idx="483">
                  <c:v>43473</c:v>
                </c:pt>
                <c:pt idx="484">
                  <c:v>43474</c:v>
                </c:pt>
                <c:pt idx="485">
                  <c:v>43475</c:v>
                </c:pt>
                <c:pt idx="486">
                  <c:v>43476</c:v>
                </c:pt>
                <c:pt idx="487">
                  <c:v>43479</c:v>
                </c:pt>
                <c:pt idx="488">
                  <c:v>43480</c:v>
                </c:pt>
                <c:pt idx="489">
                  <c:v>43481</c:v>
                </c:pt>
                <c:pt idx="490">
                  <c:v>43482</c:v>
                </c:pt>
                <c:pt idx="491">
                  <c:v>43483</c:v>
                </c:pt>
                <c:pt idx="492">
                  <c:v>43487</c:v>
                </c:pt>
                <c:pt idx="493">
                  <c:v>43488</c:v>
                </c:pt>
                <c:pt idx="494">
                  <c:v>43489</c:v>
                </c:pt>
                <c:pt idx="495">
                  <c:v>43490</c:v>
                </c:pt>
                <c:pt idx="496">
                  <c:v>43493</c:v>
                </c:pt>
                <c:pt idx="497">
                  <c:v>43494</c:v>
                </c:pt>
                <c:pt idx="498">
                  <c:v>43495</c:v>
                </c:pt>
                <c:pt idx="499">
                  <c:v>43496</c:v>
                </c:pt>
                <c:pt idx="500">
                  <c:v>43497</c:v>
                </c:pt>
                <c:pt idx="501">
                  <c:v>43500</c:v>
                </c:pt>
                <c:pt idx="502">
                  <c:v>43501</c:v>
                </c:pt>
                <c:pt idx="503">
                  <c:v>43502</c:v>
                </c:pt>
                <c:pt idx="504">
                  <c:v>43503</c:v>
                </c:pt>
                <c:pt idx="505">
                  <c:v>43504</c:v>
                </c:pt>
                <c:pt idx="506">
                  <c:v>43507</c:v>
                </c:pt>
                <c:pt idx="507">
                  <c:v>43508</c:v>
                </c:pt>
                <c:pt idx="508">
                  <c:v>43509</c:v>
                </c:pt>
                <c:pt idx="509">
                  <c:v>43510</c:v>
                </c:pt>
                <c:pt idx="510">
                  <c:v>43511</c:v>
                </c:pt>
                <c:pt idx="511">
                  <c:v>43515</c:v>
                </c:pt>
                <c:pt idx="512">
                  <c:v>43516</c:v>
                </c:pt>
                <c:pt idx="513">
                  <c:v>43517</c:v>
                </c:pt>
                <c:pt idx="514">
                  <c:v>43518</c:v>
                </c:pt>
                <c:pt idx="515">
                  <c:v>43521</c:v>
                </c:pt>
                <c:pt idx="516">
                  <c:v>43522</c:v>
                </c:pt>
                <c:pt idx="517">
                  <c:v>43523</c:v>
                </c:pt>
                <c:pt idx="518">
                  <c:v>43524</c:v>
                </c:pt>
                <c:pt idx="519">
                  <c:v>43525</c:v>
                </c:pt>
                <c:pt idx="520">
                  <c:v>43528</c:v>
                </c:pt>
                <c:pt idx="521">
                  <c:v>43529</c:v>
                </c:pt>
                <c:pt idx="522">
                  <c:v>43530</c:v>
                </c:pt>
                <c:pt idx="523">
                  <c:v>43531</c:v>
                </c:pt>
                <c:pt idx="524">
                  <c:v>43532</c:v>
                </c:pt>
                <c:pt idx="525">
                  <c:v>43535</c:v>
                </c:pt>
                <c:pt idx="526">
                  <c:v>43536</c:v>
                </c:pt>
                <c:pt idx="527">
                  <c:v>43537</c:v>
                </c:pt>
                <c:pt idx="528">
                  <c:v>43538</c:v>
                </c:pt>
                <c:pt idx="529">
                  <c:v>43539</c:v>
                </c:pt>
                <c:pt idx="530">
                  <c:v>43542</c:v>
                </c:pt>
                <c:pt idx="531">
                  <c:v>43543</c:v>
                </c:pt>
                <c:pt idx="532">
                  <c:v>43544</c:v>
                </c:pt>
                <c:pt idx="533">
                  <c:v>43545</c:v>
                </c:pt>
                <c:pt idx="534">
                  <c:v>43546</c:v>
                </c:pt>
                <c:pt idx="535">
                  <c:v>43549</c:v>
                </c:pt>
                <c:pt idx="536">
                  <c:v>43550</c:v>
                </c:pt>
                <c:pt idx="537">
                  <c:v>43551</c:v>
                </c:pt>
                <c:pt idx="538">
                  <c:v>43552</c:v>
                </c:pt>
                <c:pt idx="539">
                  <c:v>43553</c:v>
                </c:pt>
                <c:pt idx="540">
                  <c:v>43556</c:v>
                </c:pt>
                <c:pt idx="541">
                  <c:v>43557</c:v>
                </c:pt>
                <c:pt idx="542">
                  <c:v>43558</c:v>
                </c:pt>
                <c:pt idx="543">
                  <c:v>43559</c:v>
                </c:pt>
                <c:pt idx="544">
                  <c:v>43560</c:v>
                </c:pt>
                <c:pt idx="545">
                  <c:v>43563</c:v>
                </c:pt>
                <c:pt idx="546">
                  <c:v>43564</c:v>
                </c:pt>
                <c:pt idx="547">
                  <c:v>43565</c:v>
                </c:pt>
                <c:pt idx="548">
                  <c:v>43566</c:v>
                </c:pt>
                <c:pt idx="549">
                  <c:v>43567</c:v>
                </c:pt>
                <c:pt idx="550">
                  <c:v>43570</c:v>
                </c:pt>
                <c:pt idx="551">
                  <c:v>43571</c:v>
                </c:pt>
                <c:pt idx="552">
                  <c:v>43572</c:v>
                </c:pt>
                <c:pt idx="553">
                  <c:v>43573</c:v>
                </c:pt>
                <c:pt idx="554">
                  <c:v>43577</c:v>
                </c:pt>
                <c:pt idx="555">
                  <c:v>43578</c:v>
                </c:pt>
                <c:pt idx="556">
                  <c:v>43579</c:v>
                </c:pt>
                <c:pt idx="557">
                  <c:v>43580</c:v>
                </c:pt>
                <c:pt idx="558">
                  <c:v>43581</c:v>
                </c:pt>
                <c:pt idx="559">
                  <c:v>43584</c:v>
                </c:pt>
                <c:pt idx="560">
                  <c:v>43585</c:v>
                </c:pt>
                <c:pt idx="561">
                  <c:v>43586</c:v>
                </c:pt>
                <c:pt idx="562">
                  <c:v>43587</c:v>
                </c:pt>
                <c:pt idx="563">
                  <c:v>43588</c:v>
                </c:pt>
                <c:pt idx="564">
                  <c:v>43591</c:v>
                </c:pt>
                <c:pt idx="565">
                  <c:v>43592</c:v>
                </c:pt>
                <c:pt idx="566">
                  <c:v>43593</c:v>
                </c:pt>
                <c:pt idx="567">
                  <c:v>43594</c:v>
                </c:pt>
                <c:pt idx="568">
                  <c:v>43595</c:v>
                </c:pt>
                <c:pt idx="569">
                  <c:v>43598</c:v>
                </c:pt>
                <c:pt idx="570">
                  <c:v>43599</c:v>
                </c:pt>
                <c:pt idx="571">
                  <c:v>43600</c:v>
                </c:pt>
                <c:pt idx="572">
                  <c:v>43601</c:v>
                </c:pt>
                <c:pt idx="573">
                  <c:v>43602</c:v>
                </c:pt>
                <c:pt idx="574">
                  <c:v>43605</c:v>
                </c:pt>
                <c:pt idx="575">
                  <c:v>43606</c:v>
                </c:pt>
                <c:pt idx="576">
                  <c:v>43607</c:v>
                </c:pt>
                <c:pt idx="577">
                  <c:v>43608</c:v>
                </c:pt>
                <c:pt idx="578">
                  <c:v>43609</c:v>
                </c:pt>
                <c:pt idx="579">
                  <c:v>43613</c:v>
                </c:pt>
                <c:pt idx="580">
                  <c:v>43614</c:v>
                </c:pt>
                <c:pt idx="581">
                  <c:v>43615</c:v>
                </c:pt>
                <c:pt idx="582">
                  <c:v>43616</c:v>
                </c:pt>
                <c:pt idx="583">
                  <c:v>43619</c:v>
                </c:pt>
                <c:pt idx="584">
                  <c:v>43620</c:v>
                </c:pt>
                <c:pt idx="585">
                  <c:v>43621</c:v>
                </c:pt>
                <c:pt idx="586">
                  <c:v>43622</c:v>
                </c:pt>
                <c:pt idx="587">
                  <c:v>43623</c:v>
                </c:pt>
                <c:pt idx="588">
                  <c:v>43626</c:v>
                </c:pt>
                <c:pt idx="589">
                  <c:v>43627</c:v>
                </c:pt>
                <c:pt idx="590">
                  <c:v>43628</c:v>
                </c:pt>
                <c:pt idx="591">
                  <c:v>43629</c:v>
                </c:pt>
                <c:pt idx="592">
                  <c:v>43630</c:v>
                </c:pt>
                <c:pt idx="593">
                  <c:v>43633</c:v>
                </c:pt>
                <c:pt idx="594">
                  <c:v>43634</c:v>
                </c:pt>
                <c:pt idx="595">
                  <c:v>43635</c:v>
                </c:pt>
                <c:pt idx="596">
                  <c:v>43636</c:v>
                </c:pt>
                <c:pt idx="597">
                  <c:v>43637</c:v>
                </c:pt>
                <c:pt idx="598">
                  <c:v>43640</c:v>
                </c:pt>
                <c:pt idx="599">
                  <c:v>43641</c:v>
                </c:pt>
                <c:pt idx="600">
                  <c:v>43642</c:v>
                </c:pt>
                <c:pt idx="601">
                  <c:v>43643</c:v>
                </c:pt>
                <c:pt idx="602">
                  <c:v>43644</c:v>
                </c:pt>
                <c:pt idx="603">
                  <c:v>43647</c:v>
                </c:pt>
                <c:pt idx="604">
                  <c:v>43648</c:v>
                </c:pt>
                <c:pt idx="605">
                  <c:v>43649</c:v>
                </c:pt>
                <c:pt idx="606">
                  <c:v>43651</c:v>
                </c:pt>
                <c:pt idx="607">
                  <c:v>43654</c:v>
                </c:pt>
                <c:pt idx="608">
                  <c:v>43655</c:v>
                </c:pt>
                <c:pt idx="609">
                  <c:v>43656</c:v>
                </c:pt>
                <c:pt idx="610">
                  <c:v>43657</c:v>
                </c:pt>
                <c:pt idx="611">
                  <c:v>43658</c:v>
                </c:pt>
                <c:pt idx="612">
                  <c:v>43661</c:v>
                </c:pt>
                <c:pt idx="613">
                  <c:v>43662</c:v>
                </c:pt>
                <c:pt idx="614">
                  <c:v>43663</c:v>
                </c:pt>
                <c:pt idx="615">
                  <c:v>43664</c:v>
                </c:pt>
                <c:pt idx="616">
                  <c:v>43665</c:v>
                </c:pt>
                <c:pt idx="617">
                  <c:v>43668</c:v>
                </c:pt>
                <c:pt idx="618">
                  <c:v>43669</c:v>
                </c:pt>
                <c:pt idx="619">
                  <c:v>43670</c:v>
                </c:pt>
                <c:pt idx="620">
                  <c:v>43671</c:v>
                </c:pt>
                <c:pt idx="621">
                  <c:v>43672</c:v>
                </c:pt>
                <c:pt idx="622">
                  <c:v>43675</c:v>
                </c:pt>
                <c:pt idx="623">
                  <c:v>43676</c:v>
                </c:pt>
                <c:pt idx="624">
                  <c:v>43677</c:v>
                </c:pt>
                <c:pt idx="625">
                  <c:v>43678</c:v>
                </c:pt>
                <c:pt idx="626">
                  <c:v>43679</c:v>
                </c:pt>
                <c:pt idx="627">
                  <c:v>43682</c:v>
                </c:pt>
                <c:pt idx="628">
                  <c:v>43683</c:v>
                </c:pt>
                <c:pt idx="629">
                  <c:v>43684</c:v>
                </c:pt>
                <c:pt idx="630">
                  <c:v>43685</c:v>
                </c:pt>
                <c:pt idx="631">
                  <c:v>43686</c:v>
                </c:pt>
                <c:pt idx="632">
                  <c:v>43689</c:v>
                </c:pt>
                <c:pt idx="633">
                  <c:v>43690</c:v>
                </c:pt>
                <c:pt idx="634">
                  <c:v>43691</c:v>
                </c:pt>
                <c:pt idx="635">
                  <c:v>43692</c:v>
                </c:pt>
                <c:pt idx="636">
                  <c:v>43693</c:v>
                </c:pt>
                <c:pt idx="637">
                  <c:v>43696</c:v>
                </c:pt>
                <c:pt idx="638">
                  <c:v>43697</c:v>
                </c:pt>
                <c:pt idx="639">
                  <c:v>43698</c:v>
                </c:pt>
                <c:pt idx="640">
                  <c:v>43699</c:v>
                </c:pt>
                <c:pt idx="641">
                  <c:v>43700</c:v>
                </c:pt>
                <c:pt idx="642">
                  <c:v>43703</c:v>
                </c:pt>
                <c:pt idx="643">
                  <c:v>43704</c:v>
                </c:pt>
                <c:pt idx="644">
                  <c:v>43705</c:v>
                </c:pt>
                <c:pt idx="645">
                  <c:v>43706</c:v>
                </c:pt>
                <c:pt idx="646">
                  <c:v>43707</c:v>
                </c:pt>
                <c:pt idx="647">
                  <c:v>43711</c:v>
                </c:pt>
                <c:pt idx="648">
                  <c:v>43712</c:v>
                </c:pt>
                <c:pt idx="649">
                  <c:v>43713</c:v>
                </c:pt>
                <c:pt idx="650">
                  <c:v>43714</c:v>
                </c:pt>
                <c:pt idx="651">
                  <c:v>43717</c:v>
                </c:pt>
                <c:pt idx="652">
                  <c:v>43718</c:v>
                </c:pt>
                <c:pt idx="653">
                  <c:v>43719</c:v>
                </c:pt>
                <c:pt idx="654">
                  <c:v>43720</c:v>
                </c:pt>
                <c:pt idx="655">
                  <c:v>43721</c:v>
                </c:pt>
                <c:pt idx="656">
                  <c:v>43724</c:v>
                </c:pt>
                <c:pt idx="657">
                  <c:v>43725</c:v>
                </c:pt>
                <c:pt idx="658">
                  <c:v>43726</c:v>
                </c:pt>
                <c:pt idx="659">
                  <c:v>43727</c:v>
                </c:pt>
                <c:pt idx="660">
                  <c:v>43728</c:v>
                </c:pt>
                <c:pt idx="661">
                  <c:v>43731</c:v>
                </c:pt>
                <c:pt idx="662">
                  <c:v>43732</c:v>
                </c:pt>
                <c:pt idx="663">
                  <c:v>43733</c:v>
                </c:pt>
                <c:pt idx="664">
                  <c:v>43734</c:v>
                </c:pt>
                <c:pt idx="665">
                  <c:v>43735</c:v>
                </c:pt>
                <c:pt idx="666">
                  <c:v>43738</c:v>
                </c:pt>
                <c:pt idx="667">
                  <c:v>43739</c:v>
                </c:pt>
                <c:pt idx="668">
                  <c:v>43740</c:v>
                </c:pt>
                <c:pt idx="669">
                  <c:v>43741</c:v>
                </c:pt>
                <c:pt idx="670">
                  <c:v>43742</c:v>
                </c:pt>
                <c:pt idx="671">
                  <c:v>43745</c:v>
                </c:pt>
                <c:pt idx="672">
                  <c:v>43746</c:v>
                </c:pt>
                <c:pt idx="673">
                  <c:v>43747</c:v>
                </c:pt>
                <c:pt idx="674">
                  <c:v>43748</c:v>
                </c:pt>
                <c:pt idx="675">
                  <c:v>43749</c:v>
                </c:pt>
                <c:pt idx="676">
                  <c:v>43752</c:v>
                </c:pt>
                <c:pt idx="677">
                  <c:v>43753</c:v>
                </c:pt>
                <c:pt idx="678">
                  <c:v>43754</c:v>
                </c:pt>
                <c:pt idx="679">
                  <c:v>43755</c:v>
                </c:pt>
                <c:pt idx="680">
                  <c:v>43756</c:v>
                </c:pt>
                <c:pt idx="681">
                  <c:v>43759</c:v>
                </c:pt>
                <c:pt idx="682">
                  <c:v>43760</c:v>
                </c:pt>
                <c:pt idx="683">
                  <c:v>43761</c:v>
                </c:pt>
                <c:pt idx="684">
                  <c:v>43762</c:v>
                </c:pt>
                <c:pt idx="685">
                  <c:v>43763</c:v>
                </c:pt>
                <c:pt idx="686">
                  <c:v>43766</c:v>
                </c:pt>
                <c:pt idx="687">
                  <c:v>43767</c:v>
                </c:pt>
                <c:pt idx="688">
                  <c:v>43768</c:v>
                </c:pt>
                <c:pt idx="689">
                  <c:v>43769</c:v>
                </c:pt>
                <c:pt idx="690">
                  <c:v>43770</c:v>
                </c:pt>
                <c:pt idx="691">
                  <c:v>43773</c:v>
                </c:pt>
                <c:pt idx="692">
                  <c:v>43774</c:v>
                </c:pt>
                <c:pt idx="693">
                  <c:v>43775</c:v>
                </c:pt>
                <c:pt idx="694">
                  <c:v>43776</c:v>
                </c:pt>
                <c:pt idx="695">
                  <c:v>43777</c:v>
                </c:pt>
                <c:pt idx="696">
                  <c:v>43780</c:v>
                </c:pt>
                <c:pt idx="697">
                  <c:v>43781</c:v>
                </c:pt>
                <c:pt idx="698">
                  <c:v>43782</c:v>
                </c:pt>
                <c:pt idx="699">
                  <c:v>43783</c:v>
                </c:pt>
                <c:pt idx="700">
                  <c:v>43784</c:v>
                </c:pt>
                <c:pt idx="701">
                  <c:v>43787</c:v>
                </c:pt>
                <c:pt idx="702">
                  <c:v>43788</c:v>
                </c:pt>
                <c:pt idx="703">
                  <c:v>43789</c:v>
                </c:pt>
                <c:pt idx="704">
                  <c:v>43790</c:v>
                </c:pt>
                <c:pt idx="705">
                  <c:v>43791</c:v>
                </c:pt>
                <c:pt idx="706">
                  <c:v>43794</c:v>
                </c:pt>
                <c:pt idx="707">
                  <c:v>43795</c:v>
                </c:pt>
                <c:pt idx="708">
                  <c:v>43796</c:v>
                </c:pt>
                <c:pt idx="709">
                  <c:v>43798</c:v>
                </c:pt>
                <c:pt idx="710">
                  <c:v>43801</c:v>
                </c:pt>
                <c:pt idx="711">
                  <c:v>43802</c:v>
                </c:pt>
                <c:pt idx="712">
                  <c:v>43803</c:v>
                </c:pt>
                <c:pt idx="713">
                  <c:v>43804</c:v>
                </c:pt>
                <c:pt idx="714">
                  <c:v>43805</c:v>
                </c:pt>
                <c:pt idx="715">
                  <c:v>43808</c:v>
                </c:pt>
                <c:pt idx="716">
                  <c:v>43809</c:v>
                </c:pt>
                <c:pt idx="717">
                  <c:v>43810</c:v>
                </c:pt>
                <c:pt idx="718">
                  <c:v>43811</c:v>
                </c:pt>
                <c:pt idx="719">
                  <c:v>43812</c:v>
                </c:pt>
                <c:pt idx="720">
                  <c:v>43815</c:v>
                </c:pt>
                <c:pt idx="721">
                  <c:v>43816</c:v>
                </c:pt>
                <c:pt idx="722">
                  <c:v>43817</c:v>
                </c:pt>
                <c:pt idx="723">
                  <c:v>43818</c:v>
                </c:pt>
                <c:pt idx="724">
                  <c:v>43819</c:v>
                </c:pt>
                <c:pt idx="725">
                  <c:v>43822</c:v>
                </c:pt>
                <c:pt idx="726">
                  <c:v>43823</c:v>
                </c:pt>
                <c:pt idx="727">
                  <c:v>43825</c:v>
                </c:pt>
                <c:pt idx="728">
                  <c:v>43826</c:v>
                </c:pt>
                <c:pt idx="729">
                  <c:v>43829</c:v>
                </c:pt>
                <c:pt idx="730">
                  <c:v>43830</c:v>
                </c:pt>
                <c:pt idx="731">
                  <c:v>43832</c:v>
                </c:pt>
                <c:pt idx="732">
                  <c:v>43833</c:v>
                </c:pt>
                <c:pt idx="733">
                  <c:v>43836</c:v>
                </c:pt>
                <c:pt idx="734">
                  <c:v>43837</c:v>
                </c:pt>
                <c:pt idx="735">
                  <c:v>43838</c:v>
                </c:pt>
                <c:pt idx="736">
                  <c:v>43839</c:v>
                </c:pt>
                <c:pt idx="737">
                  <c:v>43840</c:v>
                </c:pt>
                <c:pt idx="738">
                  <c:v>43843</c:v>
                </c:pt>
                <c:pt idx="739">
                  <c:v>43844</c:v>
                </c:pt>
                <c:pt idx="740">
                  <c:v>43845</c:v>
                </c:pt>
                <c:pt idx="741">
                  <c:v>43846</c:v>
                </c:pt>
                <c:pt idx="742">
                  <c:v>43847</c:v>
                </c:pt>
                <c:pt idx="743">
                  <c:v>43851</c:v>
                </c:pt>
                <c:pt idx="744">
                  <c:v>43852</c:v>
                </c:pt>
                <c:pt idx="745">
                  <c:v>43853</c:v>
                </c:pt>
                <c:pt idx="746">
                  <c:v>43854</c:v>
                </c:pt>
                <c:pt idx="747">
                  <c:v>43857</c:v>
                </c:pt>
                <c:pt idx="748">
                  <c:v>43858</c:v>
                </c:pt>
                <c:pt idx="749">
                  <c:v>43859</c:v>
                </c:pt>
                <c:pt idx="750">
                  <c:v>43860</c:v>
                </c:pt>
                <c:pt idx="751">
                  <c:v>43861</c:v>
                </c:pt>
                <c:pt idx="752">
                  <c:v>43864</c:v>
                </c:pt>
                <c:pt idx="753">
                  <c:v>43865</c:v>
                </c:pt>
                <c:pt idx="754">
                  <c:v>43866</c:v>
                </c:pt>
                <c:pt idx="755">
                  <c:v>43867</c:v>
                </c:pt>
                <c:pt idx="756">
                  <c:v>43868</c:v>
                </c:pt>
                <c:pt idx="757">
                  <c:v>43871</c:v>
                </c:pt>
                <c:pt idx="758">
                  <c:v>43872</c:v>
                </c:pt>
                <c:pt idx="759">
                  <c:v>43873</c:v>
                </c:pt>
                <c:pt idx="760">
                  <c:v>43874</c:v>
                </c:pt>
                <c:pt idx="761">
                  <c:v>43875</c:v>
                </c:pt>
                <c:pt idx="762">
                  <c:v>43879</c:v>
                </c:pt>
                <c:pt idx="763">
                  <c:v>43880</c:v>
                </c:pt>
                <c:pt idx="764">
                  <c:v>43881</c:v>
                </c:pt>
                <c:pt idx="765">
                  <c:v>43882</c:v>
                </c:pt>
                <c:pt idx="766">
                  <c:v>43885</c:v>
                </c:pt>
                <c:pt idx="767">
                  <c:v>43886</c:v>
                </c:pt>
                <c:pt idx="768">
                  <c:v>43887</c:v>
                </c:pt>
                <c:pt idx="769">
                  <c:v>43888</c:v>
                </c:pt>
                <c:pt idx="770">
                  <c:v>43889</c:v>
                </c:pt>
                <c:pt idx="771">
                  <c:v>43892</c:v>
                </c:pt>
                <c:pt idx="772">
                  <c:v>43893</c:v>
                </c:pt>
                <c:pt idx="773">
                  <c:v>43894</c:v>
                </c:pt>
                <c:pt idx="774">
                  <c:v>43895</c:v>
                </c:pt>
                <c:pt idx="775">
                  <c:v>43896</c:v>
                </c:pt>
                <c:pt idx="776">
                  <c:v>43899</c:v>
                </c:pt>
                <c:pt idx="777">
                  <c:v>43900</c:v>
                </c:pt>
                <c:pt idx="778">
                  <c:v>43901</c:v>
                </c:pt>
                <c:pt idx="779">
                  <c:v>43902</c:v>
                </c:pt>
                <c:pt idx="780">
                  <c:v>43903</c:v>
                </c:pt>
                <c:pt idx="781">
                  <c:v>43906</c:v>
                </c:pt>
                <c:pt idx="782">
                  <c:v>43907</c:v>
                </c:pt>
                <c:pt idx="783">
                  <c:v>43908</c:v>
                </c:pt>
                <c:pt idx="784">
                  <c:v>43909</c:v>
                </c:pt>
                <c:pt idx="785">
                  <c:v>43910</c:v>
                </c:pt>
                <c:pt idx="786">
                  <c:v>43913</c:v>
                </c:pt>
                <c:pt idx="787">
                  <c:v>43914</c:v>
                </c:pt>
                <c:pt idx="788">
                  <c:v>43915</c:v>
                </c:pt>
                <c:pt idx="789">
                  <c:v>43916</c:v>
                </c:pt>
                <c:pt idx="790">
                  <c:v>43917</c:v>
                </c:pt>
                <c:pt idx="791">
                  <c:v>43920</c:v>
                </c:pt>
                <c:pt idx="792">
                  <c:v>43921</c:v>
                </c:pt>
                <c:pt idx="793">
                  <c:v>43922</c:v>
                </c:pt>
                <c:pt idx="794">
                  <c:v>43923</c:v>
                </c:pt>
                <c:pt idx="795">
                  <c:v>43924</c:v>
                </c:pt>
                <c:pt idx="796">
                  <c:v>43927</c:v>
                </c:pt>
                <c:pt idx="797">
                  <c:v>43928</c:v>
                </c:pt>
                <c:pt idx="798">
                  <c:v>43929</c:v>
                </c:pt>
                <c:pt idx="799">
                  <c:v>43930</c:v>
                </c:pt>
                <c:pt idx="800">
                  <c:v>43934</c:v>
                </c:pt>
                <c:pt idx="801">
                  <c:v>43935</c:v>
                </c:pt>
                <c:pt idx="802">
                  <c:v>43936</c:v>
                </c:pt>
                <c:pt idx="803">
                  <c:v>43937</c:v>
                </c:pt>
                <c:pt idx="804">
                  <c:v>43938</c:v>
                </c:pt>
                <c:pt idx="805">
                  <c:v>43941</c:v>
                </c:pt>
                <c:pt idx="806">
                  <c:v>43942</c:v>
                </c:pt>
                <c:pt idx="807">
                  <c:v>43943</c:v>
                </c:pt>
                <c:pt idx="808">
                  <c:v>43944</c:v>
                </c:pt>
                <c:pt idx="809">
                  <c:v>43945</c:v>
                </c:pt>
                <c:pt idx="810">
                  <c:v>43948</c:v>
                </c:pt>
                <c:pt idx="811">
                  <c:v>43949</c:v>
                </c:pt>
                <c:pt idx="812">
                  <c:v>43950</c:v>
                </c:pt>
                <c:pt idx="813">
                  <c:v>43951</c:v>
                </c:pt>
                <c:pt idx="814">
                  <c:v>43952</c:v>
                </c:pt>
                <c:pt idx="815">
                  <c:v>43955</c:v>
                </c:pt>
                <c:pt idx="816">
                  <c:v>43956</c:v>
                </c:pt>
                <c:pt idx="817">
                  <c:v>43957</c:v>
                </c:pt>
                <c:pt idx="818">
                  <c:v>43958</c:v>
                </c:pt>
                <c:pt idx="819">
                  <c:v>43959</c:v>
                </c:pt>
                <c:pt idx="820">
                  <c:v>43962</c:v>
                </c:pt>
                <c:pt idx="821">
                  <c:v>43963</c:v>
                </c:pt>
                <c:pt idx="822">
                  <c:v>43964</c:v>
                </c:pt>
                <c:pt idx="823">
                  <c:v>43965</c:v>
                </c:pt>
                <c:pt idx="824">
                  <c:v>43966</c:v>
                </c:pt>
                <c:pt idx="825">
                  <c:v>43969</c:v>
                </c:pt>
                <c:pt idx="826">
                  <c:v>43970</c:v>
                </c:pt>
                <c:pt idx="827">
                  <c:v>43971</c:v>
                </c:pt>
                <c:pt idx="828">
                  <c:v>43972</c:v>
                </c:pt>
                <c:pt idx="829">
                  <c:v>43973</c:v>
                </c:pt>
                <c:pt idx="830">
                  <c:v>43977</c:v>
                </c:pt>
                <c:pt idx="831">
                  <c:v>43978</c:v>
                </c:pt>
                <c:pt idx="832">
                  <c:v>43979</c:v>
                </c:pt>
                <c:pt idx="833">
                  <c:v>43980</c:v>
                </c:pt>
                <c:pt idx="834">
                  <c:v>43983</c:v>
                </c:pt>
                <c:pt idx="835">
                  <c:v>43984</c:v>
                </c:pt>
                <c:pt idx="836">
                  <c:v>43985</c:v>
                </c:pt>
                <c:pt idx="837">
                  <c:v>43986</c:v>
                </c:pt>
                <c:pt idx="838">
                  <c:v>43987</c:v>
                </c:pt>
                <c:pt idx="839">
                  <c:v>43990</c:v>
                </c:pt>
                <c:pt idx="840">
                  <c:v>43991</c:v>
                </c:pt>
                <c:pt idx="841">
                  <c:v>43992</c:v>
                </c:pt>
                <c:pt idx="842">
                  <c:v>43993</c:v>
                </c:pt>
                <c:pt idx="843">
                  <c:v>43994</c:v>
                </c:pt>
                <c:pt idx="844">
                  <c:v>43997</c:v>
                </c:pt>
                <c:pt idx="845">
                  <c:v>43998</c:v>
                </c:pt>
                <c:pt idx="846">
                  <c:v>43999</c:v>
                </c:pt>
                <c:pt idx="847">
                  <c:v>44000</c:v>
                </c:pt>
                <c:pt idx="848">
                  <c:v>44001</c:v>
                </c:pt>
                <c:pt idx="849">
                  <c:v>44004</c:v>
                </c:pt>
                <c:pt idx="850">
                  <c:v>44005</c:v>
                </c:pt>
                <c:pt idx="851">
                  <c:v>44006</c:v>
                </c:pt>
                <c:pt idx="852">
                  <c:v>44007</c:v>
                </c:pt>
                <c:pt idx="853">
                  <c:v>44008</c:v>
                </c:pt>
                <c:pt idx="854">
                  <c:v>44011</c:v>
                </c:pt>
                <c:pt idx="855">
                  <c:v>44012</c:v>
                </c:pt>
                <c:pt idx="856">
                  <c:v>44013</c:v>
                </c:pt>
                <c:pt idx="857">
                  <c:v>44014</c:v>
                </c:pt>
                <c:pt idx="858">
                  <c:v>44018</c:v>
                </c:pt>
                <c:pt idx="859">
                  <c:v>44019</c:v>
                </c:pt>
                <c:pt idx="860">
                  <c:v>44020</c:v>
                </c:pt>
                <c:pt idx="861">
                  <c:v>44021</c:v>
                </c:pt>
                <c:pt idx="862">
                  <c:v>44022</c:v>
                </c:pt>
                <c:pt idx="863">
                  <c:v>44025</c:v>
                </c:pt>
                <c:pt idx="864">
                  <c:v>44026</c:v>
                </c:pt>
                <c:pt idx="865">
                  <c:v>44027</c:v>
                </c:pt>
                <c:pt idx="866">
                  <c:v>44028</c:v>
                </c:pt>
                <c:pt idx="867">
                  <c:v>44029</c:v>
                </c:pt>
                <c:pt idx="868">
                  <c:v>44032</c:v>
                </c:pt>
                <c:pt idx="869">
                  <c:v>44033</c:v>
                </c:pt>
                <c:pt idx="870">
                  <c:v>44034</c:v>
                </c:pt>
                <c:pt idx="871">
                  <c:v>44035</c:v>
                </c:pt>
                <c:pt idx="872">
                  <c:v>44036</c:v>
                </c:pt>
                <c:pt idx="873">
                  <c:v>44039</c:v>
                </c:pt>
                <c:pt idx="874">
                  <c:v>44040</c:v>
                </c:pt>
                <c:pt idx="875">
                  <c:v>44041</c:v>
                </c:pt>
                <c:pt idx="876">
                  <c:v>44042</c:v>
                </c:pt>
                <c:pt idx="877">
                  <c:v>44043</c:v>
                </c:pt>
                <c:pt idx="878">
                  <c:v>44046</c:v>
                </c:pt>
                <c:pt idx="879">
                  <c:v>44047</c:v>
                </c:pt>
                <c:pt idx="880">
                  <c:v>44048</c:v>
                </c:pt>
                <c:pt idx="881">
                  <c:v>44049</c:v>
                </c:pt>
                <c:pt idx="882">
                  <c:v>44050</c:v>
                </c:pt>
                <c:pt idx="883">
                  <c:v>44053</c:v>
                </c:pt>
                <c:pt idx="884">
                  <c:v>44054</c:v>
                </c:pt>
                <c:pt idx="885">
                  <c:v>44055</c:v>
                </c:pt>
                <c:pt idx="886">
                  <c:v>44056</c:v>
                </c:pt>
                <c:pt idx="887">
                  <c:v>44057</c:v>
                </c:pt>
                <c:pt idx="888">
                  <c:v>44060</c:v>
                </c:pt>
                <c:pt idx="889">
                  <c:v>44061</c:v>
                </c:pt>
                <c:pt idx="890">
                  <c:v>44062</c:v>
                </c:pt>
                <c:pt idx="891">
                  <c:v>44063</c:v>
                </c:pt>
                <c:pt idx="892">
                  <c:v>44064</c:v>
                </c:pt>
                <c:pt idx="893">
                  <c:v>44067</c:v>
                </c:pt>
                <c:pt idx="894">
                  <c:v>44068</c:v>
                </c:pt>
                <c:pt idx="895">
                  <c:v>44069</c:v>
                </c:pt>
                <c:pt idx="896">
                  <c:v>44070</c:v>
                </c:pt>
                <c:pt idx="897">
                  <c:v>44071</c:v>
                </c:pt>
                <c:pt idx="898">
                  <c:v>44074</c:v>
                </c:pt>
                <c:pt idx="899">
                  <c:v>44075</c:v>
                </c:pt>
                <c:pt idx="900">
                  <c:v>44076</c:v>
                </c:pt>
                <c:pt idx="901">
                  <c:v>44077</c:v>
                </c:pt>
                <c:pt idx="902">
                  <c:v>44078</c:v>
                </c:pt>
                <c:pt idx="903">
                  <c:v>44082</c:v>
                </c:pt>
                <c:pt idx="904">
                  <c:v>44083</c:v>
                </c:pt>
                <c:pt idx="905">
                  <c:v>44084</c:v>
                </c:pt>
                <c:pt idx="906">
                  <c:v>44085</c:v>
                </c:pt>
                <c:pt idx="907">
                  <c:v>44088</c:v>
                </c:pt>
                <c:pt idx="908">
                  <c:v>44089</c:v>
                </c:pt>
                <c:pt idx="909">
                  <c:v>44090</c:v>
                </c:pt>
                <c:pt idx="910">
                  <c:v>44091</c:v>
                </c:pt>
                <c:pt idx="911">
                  <c:v>44092</c:v>
                </c:pt>
                <c:pt idx="912">
                  <c:v>44095</c:v>
                </c:pt>
                <c:pt idx="913">
                  <c:v>44096</c:v>
                </c:pt>
                <c:pt idx="914">
                  <c:v>44097</c:v>
                </c:pt>
                <c:pt idx="915">
                  <c:v>44098</c:v>
                </c:pt>
                <c:pt idx="916">
                  <c:v>44099</c:v>
                </c:pt>
                <c:pt idx="917">
                  <c:v>44102</c:v>
                </c:pt>
                <c:pt idx="918">
                  <c:v>44103</c:v>
                </c:pt>
                <c:pt idx="919">
                  <c:v>44104</c:v>
                </c:pt>
                <c:pt idx="920">
                  <c:v>44105</c:v>
                </c:pt>
                <c:pt idx="921">
                  <c:v>44106</c:v>
                </c:pt>
                <c:pt idx="922">
                  <c:v>44109</c:v>
                </c:pt>
                <c:pt idx="923">
                  <c:v>44110</c:v>
                </c:pt>
                <c:pt idx="924">
                  <c:v>44111</c:v>
                </c:pt>
                <c:pt idx="925">
                  <c:v>44112</c:v>
                </c:pt>
                <c:pt idx="926">
                  <c:v>44113</c:v>
                </c:pt>
                <c:pt idx="927">
                  <c:v>44116</c:v>
                </c:pt>
                <c:pt idx="928">
                  <c:v>44117</c:v>
                </c:pt>
                <c:pt idx="929">
                  <c:v>44118</c:v>
                </c:pt>
                <c:pt idx="930">
                  <c:v>44119</c:v>
                </c:pt>
                <c:pt idx="931">
                  <c:v>44120</c:v>
                </c:pt>
                <c:pt idx="932">
                  <c:v>44123</c:v>
                </c:pt>
                <c:pt idx="933">
                  <c:v>44124</c:v>
                </c:pt>
                <c:pt idx="934">
                  <c:v>44125</c:v>
                </c:pt>
                <c:pt idx="935">
                  <c:v>44126</c:v>
                </c:pt>
                <c:pt idx="936">
                  <c:v>44127</c:v>
                </c:pt>
                <c:pt idx="937">
                  <c:v>44130</c:v>
                </c:pt>
                <c:pt idx="938">
                  <c:v>44131</c:v>
                </c:pt>
                <c:pt idx="939">
                  <c:v>44132</c:v>
                </c:pt>
                <c:pt idx="940">
                  <c:v>44133</c:v>
                </c:pt>
                <c:pt idx="941">
                  <c:v>44134</c:v>
                </c:pt>
                <c:pt idx="942">
                  <c:v>44137</c:v>
                </c:pt>
                <c:pt idx="943">
                  <c:v>44138</c:v>
                </c:pt>
                <c:pt idx="944">
                  <c:v>44139</c:v>
                </c:pt>
                <c:pt idx="945">
                  <c:v>44140</c:v>
                </c:pt>
                <c:pt idx="946">
                  <c:v>44141</c:v>
                </c:pt>
                <c:pt idx="947">
                  <c:v>44144</c:v>
                </c:pt>
                <c:pt idx="948">
                  <c:v>44145</c:v>
                </c:pt>
                <c:pt idx="949">
                  <c:v>44146</c:v>
                </c:pt>
                <c:pt idx="950">
                  <c:v>44147</c:v>
                </c:pt>
                <c:pt idx="951">
                  <c:v>44148</c:v>
                </c:pt>
                <c:pt idx="952">
                  <c:v>44151</c:v>
                </c:pt>
                <c:pt idx="953">
                  <c:v>44152</c:v>
                </c:pt>
                <c:pt idx="954">
                  <c:v>44153</c:v>
                </c:pt>
                <c:pt idx="955">
                  <c:v>44154</c:v>
                </c:pt>
                <c:pt idx="956">
                  <c:v>44155</c:v>
                </c:pt>
                <c:pt idx="957">
                  <c:v>44158</c:v>
                </c:pt>
                <c:pt idx="958">
                  <c:v>44159</c:v>
                </c:pt>
                <c:pt idx="959">
                  <c:v>44160</c:v>
                </c:pt>
                <c:pt idx="960">
                  <c:v>44162</c:v>
                </c:pt>
                <c:pt idx="961">
                  <c:v>44165</c:v>
                </c:pt>
                <c:pt idx="962">
                  <c:v>44166</c:v>
                </c:pt>
                <c:pt idx="963">
                  <c:v>44167</c:v>
                </c:pt>
                <c:pt idx="964">
                  <c:v>44168</c:v>
                </c:pt>
                <c:pt idx="965">
                  <c:v>44169</c:v>
                </c:pt>
                <c:pt idx="966">
                  <c:v>44172</c:v>
                </c:pt>
                <c:pt idx="967">
                  <c:v>44173</c:v>
                </c:pt>
                <c:pt idx="968">
                  <c:v>44174</c:v>
                </c:pt>
                <c:pt idx="969">
                  <c:v>44175</c:v>
                </c:pt>
                <c:pt idx="970">
                  <c:v>44176</c:v>
                </c:pt>
                <c:pt idx="971">
                  <c:v>44179</c:v>
                </c:pt>
                <c:pt idx="972">
                  <c:v>44180</c:v>
                </c:pt>
                <c:pt idx="973">
                  <c:v>44181</c:v>
                </c:pt>
                <c:pt idx="974">
                  <c:v>44182</c:v>
                </c:pt>
                <c:pt idx="975">
                  <c:v>44183</c:v>
                </c:pt>
                <c:pt idx="976">
                  <c:v>44186</c:v>
                </c:pt>
                <c:pt idx="977">
                  <c:v>44187</c:v>
                </c:pt>
                <c:pt idx="978">
                  <c:v>44188</c:v>
                </c:pt>
                <c:pt idx="979">
                  <c:v>44189</c:v>
                </c:pt>
                <c:pt idx="980">
                  <c:v>44193</c:v>
                </c:pt>
                <c:pt idx="981">
                  <c:v>44194</c:v>
                </c:pt>
                <c:pt idx="982">
                  <c:v>44195</c:v>
                </c:pt>
                <c:pt idx="983">
                  <c:v>44196</c:v>
                </c:pt>
                <c:pt idx="984">
                  <c:v>44200</c:v>
                </c:pt>
                <c:pt idx="985">
                  <c:v>44201</c:v>
                </c:pt>
                <c:pt idx="986">
                  <c:v>44202</c:v>
                </c:pt>
                <c:pt idx="987">
                  <c:v>44203</c:v>
                </c:pt>
                <c:pt idx="988">
                  <c:v>44204</c:v>
                </c:pt>
                <c:pt idx="989">
                  <c:v>44207</c:v>
                </c:pt>
                <c:pt idx="990">
                  <c:v>44208</c:v>
                </c:pt>
                <c:pt idx="991">
                  <c:v>44209</c:v>
                </c:pt>
                <c:pt idx="992">
                  <c:v>44210</c:v>
                </c:pt>
                <c:pt idx="993">
                  <c:v>44211</c:v>
                </c:pt>
                <c:pt idx="994">
                  <c:v>44215</c:v>
                </c:pt>
                <c:pt idx="995">
                  <c:v>44216</c:v>
                </c:pt>
                <c:pt idx="996">
                  <c:v>44217</c:v>
                </c:pt>
                <c:pt idx="997">
                  <c:v>44218</c:v>
                </c:pt>
                <c:pt idx="998">
                  <c:v>44221</c:v>
                </c:pt>
                <c:pt idx="999">
                  <c:v>44222</c:v>
                </c:pt>
                <c:pt idx="1000">
                  <c:v>44223</c:v>
                </c:pt>
                <c:pt idx="1001">
                  <c:v>44224</c:v>
                </c:pt>
                <c:pt idx="1002">
                  <c:v>44225</c:v>
                </c:pt>
                <c:pt idx="1003">
                  <c:v>44228</c:v>
                </c:pt>
                <c:pt idx="1004">
                  <c:v>44229</c:v>
                </c:pt>
                <c:pt idx="1005">
                  <c:v>44230</c:v>
                </c:pt>
                <c:pt idx="1006">
                  <c:v>44231</c:v>
                </c:pt>
                <c:pt idx="1007">
                  <c:v>44232</c:v>
                </c:pt>
                <c:pt idx="1008">
                  <c:v>44235</c:v>
                </c:pt>
                <c:pt idx="1009">
                  <c:v>44236</c:v>
                </c:pt>
                <c:pt idx="1010">
                  <c:v>44237</c:v>
                </c:pt>
                <c:pt idx="1011">
                  <c:v>44238</c:v>
                </c:pt>
                <c:pt idx="1012">
                  <c:v>44239</c:v>
                </c:pt>
                <c:pt idx="1013">
                  <c:v>44243</c:v>
                </c:pt>
                <c:pt idx="1014">
                  <c:v>44244</c:v>
                </c:pt>
                <c:pt idx="1015">
                  <c:v>44245</c:v>
                </c:pt>
                <c:pt idx="1016">
                  <c:v>44246</c:v>
                </c:pt>
                <c:pt idx="1017">
                  <c:v>44249</c:v>
                </c:pt>
                <c:pt idx="1018">
                  <c:v>44250</c:v>
                </c:pt>
                <c:pt idx="1019">
                  <c:v>44251</c:v>
                </c:pt>
                <c:pt idx="1020">
                  <c:v>44252</c:v>
                </c:pt>
                <c:pt idx="1021">
                  <c:v>44253</c:v>
                </c:pt>
                <c:pt idx="1022">
                  <c:v>44256</c:v>
                </c:pt>
                <c:pt idx="1023">
                  <c:v>44257</c:v>
                </c:pt>
                <c:pt idx="1024">
                  <c:v>44258</c:v>
                </c:pt>
                <c:pt idx="1025">
                  <c:v>44259</c:v>
                </c:pt>
                <c:pt idx="1026">
                  <c:v>44260</c:v>
                </c:pt>
                <c:pt idx="1027">
                  <c:v>44263</c:v>
                </c:pt>
                <c:pt idx="1028">
                  <c:v>44264</c:v>
                </c:pt>
                <c:pt idx="1029">
                  <c:v>44265</c:v>
                </c:pt>
                <c:pt idx="1030">
                  <c:v>44266</c:v>
                </c:pt>
                <c:pt idx="1031">
                  <c:v>44267</c:v>
                </c:pt>
                <c:pt idx="1032">
                  <c:v>44270</c:v>
                </c:pt>
                <c:pt idx="1033">
                  <c:v>44271</c:v>
                </c:pt>
                <c:pt idx="1034">
                  <c:v>44272</c:v>
                </c:pt>
                <c:pt idx="1035">
                  <c:v>44273</c:v>
                </c:pt>
                <c:pt idx="1036">
                  <c:v>44274</c:v>
                </c:pt>
                <c:pt idx="1037">
                  <c:v>44277</c:v>
                </c:pt>
                <c:pt idx="1038">
                  <c:v>44278</c:v>
                </c:pt>
                <c:pt idx="1039">
                  <c:v>44279</c:v>
                </c:pt>
                <c:pt idx="1040">
                  <c:v>44280</c:v>
                </c:pt>
                <c:pt idx="1041">
                  <c:v>44281</c:v>
                </c:pt>
                <c:pt idx="1042">
                  <c:v>44284</c:v>
                </c:pt>
                <c:pt idx="1043">
                  <c:v>44285</c:v>
                </c:pt>
                <c:pt idx="1044">
                  <c:v>44286</c:v>
                </c:pt>
                <c:pt idx="1045">
                  <c:v>44287</c:v>
                </c:pt>
                <c:pt idx="1046">
                  <c:v>44291</c:v>
                </c:pt>
                <c:pt idx="1047">
                  <c:v>44292</c:v>
                </c:pt>
                <c:pt idx="1048">
                  <c:v>44293</c:v>
                </c:pt>
                <c:pt idx="1049">
                  <c:v>44294</c:v>
                </c:pt>
                <c:pt idx="1050">
                  <c:v>44295</c:v>
                </c:pt>
                <c:pt idx="1051">
                  <c:v>44298</c:v>
                </c:pt>
                <c:pt idx="1052">
                  <c:v>44299</c:v>
                </c:pt>
                <c:pt idx="1053">
                  <c:v>44300</c:v>
                </c:pt>
                <c:pt idx="1054">
                  <c:v>44301</c:v>
                </c:pt>
                <c:pt idx="1055">
                  <c:v>44302</c:v>
                </c:pt>
                <c:pt idx="1056">
                  <c:v>44305</c:v>
                </c:pt>
                <c:pt idx="1057">
                  <c:v>44306</c:v>
                </c:pt>
                <c:pt idx="1058">
                  <c:v>44307</c:v>
                </c:pt>
                <c:pt idx="1059">
                  <c:v>44308</c:v>
                </c:pt>
                <c:pt idx="1060">
                  <c:v>44309</c:v>
                </c:pt>
                <c:pt idx="1061">
                  <c:v>44312</c:v>
                </c:pt>
                <c:pt idx="1062">
                  <c:v>44313</c:v>
                </c:pt>
                <c:pt idx="1063">
                  <c:v>44314</c:v>
                </c:pt>
                <c:pt idx="1064">
                  <c:v>44315</c:v>
                </c:pt>
                <c:pt idx="1065">
                  <c:v>44316</c:v>
                </c:pt>
                <c:pt idx="1066">
                  <c:v>44319</c:v>
                </c:pt>
                <c:pt idx="1067">
                  <c:v>44320</c:v>
                </c:pt>
                <c:pt idx="1068">
                  <c:v>44321</c:v>
                </c:pt>
                <c:pt idx="1069">
                  <c:v>44322</c:v>
                </c:pt>
                <c:pt idx="1070">
                  <c:v>44323</c:v>
                </c:pt>
                <c:pt idx="1071">
                  <c:v>44326</c:v>
                </c:pt>
                <c:pt idx="1072">
                  <c:v>44327</c:v>
                </c:pt>
                <c:pt idx="1073">
                  <c:v>44328</c:v>
                </c:pt>
                <c:pt idx="1074">
                  <c:v>44329</c:v>
                </c:pt>
                <c:pt idx="1075">
                  <c:v>44330</c:v>
                </c:pt>
                <c:pt idx="1076">
                  <c:v>44333</c:v>
                </c:pt>
                <c:pt idx="1077">
                  <c:v>44334</c:v>
                </c:pt>
                <c:pt idx="1078">
                  <c:v>44335</c:v>
                </c:pt>
                <c:pt idx="1079">
                  <c:v>44336</c:v>
                </c:pt>
                <c:pt idx="1080">
                  <c:v>44337</c:v>
                </c:pt>
                <c:pt idx="1081">
                  <c:v>44340</c:v>
                </c:pt>
                <c:pt idx="1082">
                  <c:v>44341</c:v>
                </c:pt>
                <c:pt idx="1083">
                  <c:v>44342</c:v>
                </c:pt>
                <c:pt idx="1084">
                  <c:v>44343</c:v>
                </c:pt>
                <c:pt idx="1085">
                  <c:v>44344</c:v>
                </c:pt>
                <c:pt idx="1086">
                  <c:v>44348</c:v>
                </c:pt>
                <c:pt idx="1087">
                  <c:v>44349</c:v>
                </c:pt>
                <c:pt idx="1088">
                  <c:v>44350</c:v>
                </c:pt>
                <c:pt idx="1089">
                  <c:v>44351</c:v>
                </c:pt>
                <c:pt idx="1090">
                  <c:v>44354</c:v>
                </c:pt>
                <c:pt idx="1091">
                  <c:v>44355</c:v>
                </c:pt>
                <c:pt idx="1092">
                  <c:v>44356</c:v>
                </c:pt>
                <c:pt idx="1093">
                  <c:v>44357</c:v>
                </c:pt>
                <c:pt idx="1094">
                  <c:v>44358</c:v>
                </c:pt>
                <c:pt idx="1095">
                  <c:v>44361</c:v>
                </c:pt>
                <c:pt idx="1096">
                  <c:v>44362</c:v>
                </c:pt>
                <c:pt idx="1097">
                  <c:v>44363</c:v>
                </c:pt>
                <c:pt idx="1098">
                  <c:v>44364</c:v>
                </c:pt>
                <c:pt idx="1099">
                  <c:v>44365</c:v>
                </c:pt>
                <c:pt idx="1100">
                  <c:v>44368</c:v>
                </c:pt>
                <c:pt idx="1101">
                  <c:v>44369</c:v>
                </c:pt>
                <c:pt idx="1102">
                  <c:v>44370</c:v>
                </c:pt>
                <c:pt idx="1103">
                  <c:v>44371</c:v>
                </c:pt>
                <c:pt idx="1104">
                  <c:v>44372</c:v>
                </c:pt>
                <c:pt idx="1105">
                  <c:v>44375</c:v>
                </c:pt>
                <c:pt idx="1106">
                  <c:v>44376</c:v>
                </c:pt>
                <c:pt idx="1107">
                  <c:v>44377</c:v>
                </c:pt>
                <c:pt idx="1108">
                  <c:v>44378</c:v>
                </c:pt>
                <c:pt idx="1109">
                  <c:v>44379</c:v>
                </c:pt>
                <c:pt idx="1110">
                  <c:v>44383</c:v>
                </c:pt>
                <c:pt idx="1111">
                  <c:v>44384</c:v>
                </c:pt>
                <c:pt idx="1112">
                  <c:v>44385</c:v>
                </c:pt>
                <c:pt idx="1113">
                  <c:v>44386</c:v>
                </c:pt>
                <c:pt idx="1114">
                  <c:v>44389</c:v>
                </c:pt>
                <c:pt idx="1115">
                  <c:v>44390</c:v>
                </c:pt>
                <c:pt idx="1116">
                  <c:v>44391</c:v>
                </c:pt>
                <c:pt idx="1117">
                  <c:v>44392</c:v>
                </c:pt>
                <c:pt idx="1118">
                  <c:v>44393</c:v>
                </c:pt>
                <c:pt idx="1119">
                  <c:v>44396</c:v>
                </c:pt>
                <c:pt idx="1120">
                  <c:v>44397</c:v>
                </c:pt>
                <c:pt idx="1121">
                  <c:v>44398</c:v>
                </c:pt>
                <c:pt idx="1122">
                  <c:v>44399</c:v>
                </c:pt>
                <c:pt idx="1123">
                  <c:v>44400</c:v>
                </c:pt>
                <c:pt idx="1124">
                  <c:v>44403</c:v>
                </c:pt>
                <c:pt idx="1125">
                  <c:v>44404</c:v>
                </c:pt>
                <c:pt idx="1126">
                  <c:v>44405</c:v>
                </c:pt>
                <c:pt idx="1127">
                  <c:v>44406</c:v>
                </c:pt>
                <c:pt idx="1128">
                  <c:v>44407</c:v>
                </c:pt>
                <c:pt idx="1129">
                  <c:v>44410</c:v>
                </c:pt>
                <c:pt idx="1130">
                  <c:v>44411</c:v>
                </c:pt>
                <c:pt idx="1131">
                  <c:v>44412</c:v>
                </c:pt>
                <c:pt idx="1132">
                  <c:v>44413</c:v>
                </c:pt>
                <c:pt idx="1133">
                  <c:v>44414</c:v>
                </c:pt>
                <c:pt idx="1134">
                  <c:v>44417</c:v>
                </c:pt>
                <c:pt idx="1135">
                  <c:v>44418</c:v>
                </c:pt>
                <c:pt idx="1136">
                  <c:v>44419</c:v>
                </c:pt>
                <c:pt idx="1137">
                  <c:v>44420</c:v>
                </c:pt>
                <c:pt idx="1138">
                  <c:v>44421</c:v>
                </c:pt>
                <c:pt idx="1139">
                  <c:v>44424</c:v>
                </c:pt>
                <c:pt idx="1140">
                  <c:v>44425</c:v>
                </c:pt>
                <c:pt idx="1141">
                  <c:v>44426</c:v>
                </c:pt>
                <c:pt idx="1142">
                  <c:v>44427</c:v>
                </c:pt>
                <c:pt idx="1143">
                  <c:v>44428</c:v>
                </c:pt>
                <c:pt idx="1144">
                  <c:v>44431</c:v>
                </c:pt>
                <c:pt idx="1145">
                  <c:v>44432</c:v>
                </c:pt>
                <c:pt idx="1146">
                  <c:v>44433</c:v>
                </c:pt>
                <c:pt idx="1147">
                  <c:v>44434</c:v>
                </c:pt>
                <c:pt idx="1148">
                  <c:v>44435</c:v>
                </c:pt>
                <c:pt idx="1149">
                  <c:v>44438</c:v>
                </c:pt>
                <c:pt idx="1150">
                  <c:v>44439</c:v>
                </c:pt>
                <c:pt idx="1151">
                  <c:v>44440</c:v>
                </c:pt>
                <c:pt idx="1152">
                  <c:v>44441</c:v>
                </c:pt>
                <c:pt idx="1153">
                  <c:v>44442</c:v>
                </c:pt>
                <c:pt idx="1154">
                  <c:v>44446</c:v>
                </c:pt>
                <c:pt idx="1155">
                  <c:v>44447</c:v>
                </c:pt>
                <c:pt idx="1156">
                  <c:v>44448</c:v>
                </c:pt>
                <c:pt idx="1157">
                  <c:v>44449</c:v>
                </c:pt>
                <c:pt idx="1158">
                  <c:v>44452</c:v>
                </c:pt>
                <c:pt idx="1159">
                  <c:v>44453</c:v>
                </c:pt>
                <c:pt idx="1160">
                  <c:v>44454</c:v>
                </c:pt>
                <c:pt idx="1161">
                  <c:v>44455</c:v>
                </c:pt>
                <c:pt idx="1162">
                  <c:v>44456</c:v>
                </c:pt>
                <c:pt idx="1163">
                  <c:v>44459</c:v>
                </c:pt>
                <c:pt idx="1164">
                  <c:v>44460</c:v>
                </c:pt>
                <c:pt idx="1165">
                  <c:v>44461</c:v>
                </c:pt>
                <c:pt idx="1166">
                  <c:v>44462</c:v>
                </c:pt>
                <c:pt idx="1167">
                  <c:v>44463</c:v>
                </c:pt>
                <c:pt idx="1168">
                  <c:v>44466</c:v>
                </c:pt>
                <c:pt idx="1169">
                  <c:v>44467</c:v>
                </c:pt>
                <c:pt idx="1170">
                  <c:v>44468</c:v>
                </c:pt>
                <c:pt idx="1171">
                  <c:v>44469</c:v>
                </c:pt>
                <c:pt idx="1172">
                  <c:v>44470</c:v>
                </c:pt>
                <c:pt idx="1173">
                  <c:v>44473</c:v>
                </c:pt>
                <c:pt idx="1174">
                  <c:v>44474</c:v>
                </c:pt>
                <c:pt idx="1175">
                  <c:v>44475</c:v>
                </c:pt>
                <c:pt idx="1176">
                  <c:v>44476</c:v>
                </c:pt>
                <c:pt idx="1177">
                  <c:v>44477</c:v>
                </c:pt>
                <c:pt idx="1178">
                  <c:v>44480</c:v>
                </c:pt>
                <c:pt idx="1179">
                  <c:v>44481</c:v>
                </c:pt>
                <c:pt idx="1180">
                  <c:v>44482</c:v>
                </c:pt>
                <c:pt idx="1181">
                  <c:v>44483</c:v>
                </c:pt>
                <c:pt idx="1182">
                  <c:v>44484</c:v>
                </c:pt>
                <c:pt idx="1183">
                  <c:v>44487</c:v>
                </c:pt>
                <c:pt idx="1184">
                  <c:v>44488</c:v>
                </c:pt>
                <c:pt idx="1185">
                  <c:v>44489</c:v>
                </c:pt>
                <c:pt idx="1186">
                  <c:v>44490</c:v>
                </c:pt>
                <c:pt idx="1187">
                  <c:v>44491</c:v>
                </c:pt>
                <c:pt idx="1188">
                  <c:v>44494</c:v>
                </c:pt>
                <c:pt idx="1189">
                  <c:v>44495</c:v>
                </c:pt>
                <c:pt idx="1190">
                  <c:v>44496</c:v>
                </c:pt>
                <c:pt idx="1191">
                  <c:v>44497</c:v>
                </c:pt>
                <c:pt idx="1192">
                  <c:v>44498</c:v>
                </c:pt>
                <c:pt idx="1193">
                  <c:v>44501</c:v>
                </c:pt>
                <c:pt idx="1194">
                  <c:v>44502</c:v>
                </c:pt>
                <c:pt idx="1195">
                  <c:v>44503</c:v>
                </c:pt>
                <c:pt idx="1196">
                  <c:v>44504</c:v>
                </c:pt>
                <c:pt idx="1197">
                  <c:v>44505</c:v>
                </c:pt>
                <c:pt idx="1198">
                  <c:v>44508</c:v>
                </c:pt>
                <c:pt idx="1199">
                  <c:v>44509</c:v>
                </c:pt>
                <c:pt idx="1200">
                  <c:v>44510</c:v>
                </c:pt>
                <c:pt idx="1201">
                  <c:v>44511</c:v>
                </c:pt>
                <c:pt idx="1202">
                  <c:v>44512</c:v>
                </c:pt>
                <c:pt idx="1203">
                  <c:v>44515</c:v>
                </c:pt>
                <c:pt idx="1204">
                  <c:v>44516</c:v>
                </c:pt>
                <c:pt idx="1205">
                  <c:v>44517</c:v>
                </c:pt>
                <c:pt idx="1206">
                  <c:v>44518</c:v>
                </c:pt>
                <c:pt idx="1207">
                  <c:v>44519</c:v>
                </c:pt>
                <c:pt idx="1208">
                  <c:v>44522</c:v>
                </c:pt>
                <c:pt idx="1209">
                  <c:v>44523</c:v>
                </c:pt>
                <c:pt idx="1210">
                  <c:v>44524</c:v>
                </c:pt>
                <c:pt idx="1211">
                  <c:v>44526</c:v>
                </c:pt>
                <c:pt idx="1212">
                  <c:v>44529</c:v>
                </c:pt>
                <c:pt idx="1213">
                  <c:v>44530</c:v>
                </c:pt>
                <c:pt idx="1214">
                  <c:v>44531</c:v>
                </c:pt>
                <c:pt idx="1215">
                  <c:v>44532</c:v>
                </c:pt>
                <c:pt idx="1216">
                  <c:v>44533</c:v>
                </c:pt>
                <c:pt idx="1217">
                  <c:v>44536</c:v>
                </c:pt>
                <c:pt idx="1218">
                  <c:v>44537</c:v>
                </c:pt>
                <c:pt idx="1219">
                  <c:v>44538</c:v>
                </c:pt>
                <c:pt idx="1220">
                  <c:v>44539</c:v>
                </c:pt>
                <c:pt idx="1221">
                  <c:v>44540</c:v>
                </c:pt>
                <c:pt idx="1222">
                  <c:v>44543</c:v>
                </c:pt>
                <c:pt idx="1223">
                  <c:v>44544</c:v>
                </c:pt>
                <c:pt idx="1224">
                  <c:v>44545</c:v>
                </c:pt>
                <c:pt idx="1225">
                  <c:v>44546</c:v>
                </c:pt>
                <c:pt idx="1226">
                  <c:v>44547</c:v>
                </c:pt>
                <c:pt idx="1227">
                  <c:v>44550</c:v>
                </c:pt>
                <c:pt idx="1228">
                  <c:v>44551</c:v>
                </c:pt>
                <c:pt idx="1229">
                  <c:v>44552</c:v>
                </c:pt>
                <c:pt idx="1230">
                  <c:v>44553</c:v>
                </c:pt>
                <c:pt idx="1231">
                  <c:v>44557</c:v>
                </c:pt>
                <c:pt idx="1232">
                  <c:v>44558</c:v>
                </c:pt>
                <c:pt idx="1233">
                  <c:v>44559</c:v>
                </c:pt>
                <c:pt idx="1234">
                  <c:v>44560</c:v>
                </c:pt>
                <c:pt idx="1235">
                  <c:v>44561</c:v>
                </c:pt>
                <c:pt idx="1236">
                  <c:v>44564</c:v>
                </c:pt>
                <c:pt idx="1237">
                  <c:v>44565</c:v>
                </c:pt>
                <c:pt idx="1238">
                  <c:v>44566</c:v>
                </c:pt>
                <c:pt idx="1239">
                  <c:v>44567</c:v>
                </c:pt>
                <c:pt idx="1240">
                  <c:v>44568</c:v>
                </c:pt>
                <c:pt idx="1241">
                  <c:v>44571</c:v>
                </c:pt>
                <c:pt idx="1242">
                  <c:v>44572</c:v>
                </c:pt>
                <c:pt idx="1243">
                  <c:v>44573</c:v>
                </c:pt>
                <c:pt idx="1244">
                  <c:v>44574</c:v>
                </c:pt>
                <c:pt idx="1245">
                  <c:v>44575</c:v>
                </c:pt>
                <c:pt idx="1246">
                  <c:v>44579</c:v>
                </c:pt>
                <c:pt idx="1247">
                  <c:v>44580</c:v>
                </c:pt>
                <c:pt idx="1248">
                  <c:v>44581</c:v>
                </c:pt>
                <c:pt idx="1249">
                  <c:v>44582</c:v>
                </c:pt>
                <c:pt idx="1250">
                  <c:v>44585</c:v>
                </c:pt>
                <c:pt idx="1251">
                  <c:v>44586</c:v>
                </c:pt>
                <c:pt idx="1252">
                  <c:v>44587</c:v>
                </c:pt>
                <c:pt idx="1253">
                  <c:v>44588</c:v>
                </c:pt>
                <c:pt idx="1254">
                  <c:v>44589</c:v>
                </c:pt>
                <c:pt idx="1255">
                  <c:v>44592</c:v>
                </c:pt>
                <c:pt idx="1256">
                  <c:v>44593</c:v>
                </c:pt>
              </c:numCache>
            </c:numRef>
          </c:cat>
          <c:val>
            <c:numRef>
              <c:f>'[Ch08_6e_Figure 8_5.xlsx]Sheet1'!$B$1:$B$1259</c:f>
              <c:numCache>
                <c:formatCode>0.00%</c:formatCode>
                <c:ptCount val="1259"/>
                <c:pt idx="0">
                  <c:v>7.2648354780016078E-3</c:v>
                </c:pt>
                <c:pt idx="1">
                  <c:v>6.7150615217100368E-3</c:v>
                </c:pt>
                <c:pt idx="2">
                  <c:v>6.1886504157539993E-3</c:v>
                </c:pt>
                <c:pt idx="3">
                  <c:v>5.7629721313579513E-3</c:v>
                </c:pt>
                <c:pt idx="4">
                  <c:v>6.0179977491595918E-3</c:v>
                </c:pt>
                <c:pt idx="5">
                  <c:v>5.8486265314939946E-3</c:v>
                </c:pt>
                <c:pt idx="6">
                  <c:v>5.9831892115256883E-3</c:v>
                </c:pt>
                <c:pt idx="7">
                  <c:v>5.8816058179557229E-3</c:v>
                </c:pt>
                <c:pt idx="8">
                  <c:v>5.962010606890447E-3</c:v>
                </c:pt>
                <c:pt idx="9">
                  <c:v>5.582891530832532E-3</c:v>
                </c:pt>
                <c:pt idx="10">
                  <c:v>5.3168784982496661E-3</c:v>
                </c:pt>
                <c:pt idx="11">
                  <c:v>5.7606169440621406E-3</c:v>
                </c:pt>
                <c:pt idx="12">
                  <c:v>5.4275756388393491E-3</c:v>
                </c:pt>
                <c:pt idx="13">
                  <c:v>5.138862721388842E-3</c:v>
                </c:pt>
                <c:pt idx="14">
                  <c:v>4.9513605075863828E-3</c:v>
                </c:pt>
                <c:pt idx="15">
                  <c:v>4.7772123808729871E-3</c:v>
                </c:pt>
                <c:pt idx="16">
                  <c:v>4.7659831267786298E-3</c:v>
                </c:pt>
                <c:pt idx="17">
                  <c:v>7.7905734209825399E-3</c:v>
                </c:pt>
                <c:pt idx="18">
                  <c:v>7.5781882270781267E-3</c:v>
                </c:pt>
                <c:pt idx="19">
                  <c:v>6.9099012065704356E-3</c:v>
                </c:pt>
                <c:pt idx="20">
                  <c:v>6.5252661811572308E-3</c:v>
                </c:pt>
                <c:pt idx="21">
                  <c:v>6.1777206218374134E-3</c:v>
                </c:pt>
                <c:pt idx="22">
                  <c:v>5.8402587128603758E-3</c:v>
                </c:pt>
                <c:pt idx="23">
                  <c:v>5.4818514487350997E-3</c:v>
                </c:pt>
                <c:pt idx="24">
                  <c:v>5.3923366138749198E-3</c:v>
                </c:pt>
                <c:pt idx="25">
                  <c:v>5.109655324269503E-3</c:v>
                </c:pt>
                <c:pt idx="26">
                  <c:v>5.121226779313974E-3</c:v>
                </c:pt>
                <c:pt idx="27">
                  <c:v>6.2217752488805851E-3</c:v>
                </c:pt>
                <c:pt idx="28">
                  <c:v>5.8294279781477944E-3</c:v>
                </c:pt>
                <c:pt idx="29">
                  <c:v>5.4939914661009913E-3</c:v>
                </c:pt>
                <c:pt idx="30">
                  <c:v>5.2703350769838647E-3</c:v>
                </c:pt>
                <c:pt idx="31">
                  <c:v>7.5883772064574018E-3</c:v>
                </c:pt>
                <c:pt idx="32">
                  <c:v>6.9688477481263684E-3</c:v>
                </c:pt>
                <c:pt idx="33">
                  <c:v>6.416632834582282E-3</c:v>
                </c:pt>
                <c:pt idx="34">
                  <c:v>5.9541125632310956E-3</c:v>
                </c:pt>
                <c:pt idx="35">
                  <c:v>5.58200402778131E-3</c:v>
                </c:pt>
                <c:pt idx="36">
                  <c:v>6.226194313093166E-3</c:v>
                </c:pt>
                <c:pt idx="37">
                  <c:v>5.8064052576991074E-3</c:v>
                </c:pt>
                <c:pt idx="38">
                  <c:v>5.6065402286752768E-3</c:v>
                </c:pt>
                <c:pt idx="39">
                  <c:v>5.3804730843812262E-3</c:v>
                </c:pt>
                <c:pt idx="40">
                  <c:v>5.1528588014826942E-3</c:v>
                </c:pt>
                <c:pt idx="41">
                  <c:v>4.9215018164141247E-3</c:v>
                </c:pt>
                <c:pt idx="42">
                  <c:v>4.9343688708077616E-3</c:v>
                </c:pt>
                <c:pt idx="43">
                  <c:v>4.8229395315220521E-3</c:v>
                </c:pt>
                <c:pt idx="44">
                  <c:v>4.6680342547631409E-3</c:v>
                </c:pt>
                <c:pt idx="45">
                  <c:v>4.5414983911609879E-3</c:v>
                </c:pt>
                <c:pt idx="46">
                  <c:v>4.480066852526045E-3</c:v>
                </c:pt>
                <c:pt idx="47">
                  <c:v>4.7115095352748644E-3</c:v>
                </c:pt>
                <c:pt idx="48">
                  <c:v>5.5351646496084655E-3</c:v>
                </c:pt>
                <c:pt idx="49">
                  <c:v>6.551994631684141E-3</c:v>
                </c:pt>
                <c:pt idx="50">
                  <c:v>6.1982634258084951E-3</c:v>
                </c:pt>
                <c:pt idx="51">
                  <c:v>5.815745932545871E-3</c:v>
                </c:pt>
                <c:pt idx="52">
                  <c:v>6.4615730144598066E-3</c:v>
                </c:pt>
                <c:pt idx="53">
                  <c:v>6.1389301008453146E-3</c:v>
                </c:pt>
                <c:pt idx="54">
                  <c:v>7.5792234453622665E-3</c:v>
                </c:pt>
                <c:pt idx="55">
                  <c:v>7.4521544964846944E-3</c:v>
                </c:pt>
                <c:pt idx="56">
                  <c:v>6.8043266344116659E-3</c:v>
                </c:pt>
                <c:pt idx="57">
                  <c:v>6.2668195785507835E-3</c:v>
                </c:pt>
                <c:pt idx="58">
                  <c:v>5.8843083930211352E-3</c:v>
                </c:pt>
                <c:pt idx="59">
                  <c:v>5.5626167531878214E-3</c:v>
                </c:pt>
                <c:pt idx="60">
                  <c:v>5.272634731363024E-3</c:v>
                </c:pt>
                <c:pt idx="61">
                  <c:v>5.0446164312650914E-3</c:v>
                </c:pt>
                <c:pt idx="62">
                  <c:v>4.8358188048017612E-3</c:v>
                </c:pt>
                <c:pt idx="63">
                  <c:v>5.0268668988925694E-3</c:v>
                </c:pt>
                <c:pt idx="64">
                  <c:v>4.8143184416191177E-3</c:v>
                </c:pt>
                <c:pt idx="65">
                  <c:v>4.6695466174779135E-3</c:v>
                </c:pt>
                <c:pt idx="66">
                  <c:v>4.5613533266064604E-3</c:v>
                </c:pt>
                <c:pt idx="67">
                  <c:v>4.5565470991041357E-3</c:v>
                </c:pt>
                <c:pt idx="68">
                  <c:v>4.4947438409212361E-3</c:v>
                </c:pt>
                <c:pt idx="69">
                  <c:v>4.9122538576138889E-3</c:v>
                </c:pt>
                <c:pt idx="70">
                  <c:v>4.7337655374541567E-3</c:v>
                </c:pt>
                <c:pt idx="71">
                  <c:v>9.5258672335631726E-3</c:v>
                </c:pt>
                <c:pt idx="72">
                  <c:v>8.7153523469069676E-3</c:v>
                </c:pt>
                <c:pt idx="73">
                  <c:v>8.4548332788035602E-3</c:v>
                </c:pt>
                <c:pt idx="74">
                  <c:v>8.0017301097141131E-3</c:v>
                </c:pt>
                <c:pt idx="75">
                  <c:v>7.3100249285903609E-3</c:v>
                </c:pt>
                <c:pt idx="76">
                  <c:v>6.7791842841636307E-3</c:v>
                </c:pt>
                <c:pt idx="77">
                  <c:v>6.5660103515008421E-3</c:v>
                </c:pt>
                <c:pt idx="78">
                  <c:v>6.0662869087022833E-3</c:v>
                </c:pt>
                <c:pt idx="79">
                  <c:v>5.6809749685365861E-3</c:v>
                </c:pt>
                <c:pt idx="80">
                  <c:v>5.3442839959751305E-3</c:v>
                </c:pt>
                <c:pt idx="81">
                  <c:v>6.1469832791572875E-3</c:v>
                </c:pt>
                <c:pt idx="82">
                  <c:v>5.9682563788034312E-3</c:v>
                </c:pt>
                <c:pt idx="83">
                  <c:v>5.6018600570120489E-3</c:v>
                </c:pt>
                <c:pt idx="84">
                  <c:v>5.4282847430850035E-3</c:v>
                </c:pt>
                <c:pt idx="85">
                  <c:v>5.1861229793713354E-3</c:v>
                </c:pt>
                <c:pt idx="86">
                  <c:v>4.94290636615581E-3</c:v>
                </c:pt>
                <c:pt idx="87">
                  <c:v>4.7628403712674707E-3</c:v>
                </c:pt>
                <c:pt idx="88">
                  <c:v>4.6270013779894517E-3</c:v>
                </c:pt>
                <c:pt idx="89">
                  <c:v>4.9528154243882409E-3</c:v>
                </c:pt>
                <c:pt idx="90">
                  <c:v>4.7773717740082454E-3</c:v>
                </c:pt>
                <c:pt idx="91">
                  <c:v>4.7298327486282295E-3</c:v>
                </c:pt>
                <c:pt idx="92">
                  <c:v>4.5809491549709796E-3</c:v>
                </c:pt>
                <c:pt idx="93">
                  <c:v>5.8836532207829795E-3</c:v>
                </c:pt>
                <c:pt idx="94">
                  <c:v>6.3062430919304888E-3</c:v>
                </c:pt>
                <c:pt idx="95">
                  <c:v>5.8568002292536349E-3</c:v>
                </c:pt>
                <c:pt idx="96">
                  <c:v>5.4869851109359425E-3</c:v>
                </c:pt>
                <c:pt idx="97">
                  <c:v>5.2325327662298389E-3</c:v>
                </c:pt>
                <c:pt idx="98">
                  <c:v>4.980653648902854E-3</c:v>
                </c:pt>
                <c:pt idx="99">
                  <c:v>6.04811115561797E-3</c:v>
                </c:pt>
                <c:pt idx="100">
                  <c:v>6.940749475964467E-3</c:v>
                </c:pt>
                <c:pt idx="101">
                  <c:v>7.4998866564260193E-3</c:v>
                </c:pt>
                <c:pt idx="102">
                  <c:v>6.8767231976279743E-3</c:v>
                </c:pt>
                <c:pt idx="103">
                  <c:v>6.4101936580383059E-3</c:v>
                </c:pt>
                <c:pt idx="104">
                  <c:v>5.9736007861409595E-3</c:v>
                </c:pt>
                <c:pt idx="105">
                  <c:v>7.0457450188782652E-3</c:v>
                </c:pt>
                <c:pt idx="106">
                  <c:v>7.1000785505760675E-3</c:v>
                </c:pt>
                <c:pt idx="107">
                  <c:v>6.5211215435897821E-3</c:v>
                </c:pt>
                <c:pt idx="108">
                  <c:v>6.0382906730188255E-3</c:v>
                </c:pt>
                <c:pt idx="109">
                  <c:v>6.5554390025449926E-3</c:v>
                </c:pt>
                <c:pt idx="110">
                  <c:v>6.1168132589940367E-3</c:v>
                </c:pt>
                <c:pt idx="111">
                  <c:v>6.0865838482134426E-3</c:v>
                </c:pt>
                <c:pt idx="112">
                  <c:v>5.6706136369517159E-3</c:v>
                </c:pt>
                <c:pt idx="113">
                  <c:v>5.3387697571058851E-3</c:v>
                </c:pt>
                <c:pt idx="114">
                  <c:v>5.6333308003100064E-3</c:v>
                </c:pt>
                <c:pt idx="115">
                  <c:v>5.3019571837374622E-3</c:v>
                </c:pt>
                <c:pt idx="116">
                  <c:v>5.0370579533050757E-3</c:v>
                </c:pt>
                <c:pt idx="117">
                  <c:v>4.8470972424590735E-3</c:v>
                </c:pt>
                <c:pt idx="118">
                  <c:v>4.8608390973748569E-3</c:v>
                </c:pt>
                <c:pt idx="119">
                  <c:v>4.6843112865116252E-3</c:v>
                </c:pt>
                <c:pt idx="120">
                  <c:v>4.5652042420008471E-3</c:v>
                </c:pt>
                <c:pt idx="121">
                  <c:v>4.4923544255835472E-3</c:v>
                </c:pt>
                <c:pt idx="122">
                  <c:v>4.4057327929943558E-3</c:v>
                </c:pt>
                <c:pt idx="123">
                  <c:v>4.469562048427792E-3</c:v>
                </c:pt>
                <c:pt idx="124">
                  <c:v>4.3811068302305918E-3</c:v>
                </c:pt>
                <c:pt idx="125">
                  <c:v>4.4218122976142187E-3</c:v>
                </c:pt>
                <c:pt idx="126">
                  <c:v>4.4240692780626997E-3</c:v>
                </c:pt>
                <c:pt idx="127">
                  <c:v>4.4053553630932591E-3</c:v>
                </c:pt>
                <c:pt idx="128">
                  <c:v>4.4652964347411065E-3</c:v>
                </c:pt>
                <c:pt idx="129">
                  <c:v>4.3751258258041166E-3</c:v>
                </c:pt>
                <c:pt idx="130">
                  <c:v>7.9199585357290821E-3</c:v>
                </c:pt>
                <c:pt idx="131">
                  <c:v>7.2162599938288292E-3</c:v>
                </c:pt>
                <c:pt idx="132">
                  <c:v>8.0562217439690553E-3</c:v>
                </c:pt>
                <c:pt idx="133">
                  <c:v>7.3104768399642342E-3</c:v>
                </c:pt>
                <c:pt idx="134">
                  <c:v>6.7141878023265827E-3</c:v>
                </c:pt>
                <c:pt idx="135">
                  <c:v>9.4114614075619506E-3</c:v>
                </c:pt>
                <c:pt idx="136">
                  <c:v>8.4939875619702062E-3</c:v>
                </c:pt>
                <c:pt idx="137">
                  <c:v>7.6940840923142243E-3</c:v>
                </c:pt>
                <c:pt idx="138">
                  <c:v>8.3606059850619922E-3</c:v>
                </c:pt>
                <c:pt idx="139">
                  <c:v>7.7276975369929383E-3</c:v>
                </c:pt>
                <c:pt idx="140">
                  <c:v>7.0954841894463466E-3</c:v>
                </c:pt>
                <c:pt idx="141">
                  <c:v>6.5486083735691279E-3</c:v>
                </c:pt>
                <c:pt idx="142">
                  <c:v>6.0543854033987664E-3</c:v>
                </c:pt>
                <c:pt idx="143">
                  <c:v>5.657489159751619E-3</c:v>
                </c:pt>
                <c:pt idx="144">
                  <c:v>5.7279348516495665E-3</c:v>
                </c:pt>
                <c:pt idx="145">
                  <c:v>5.9860937398524541E-3</c:v>
                </c:pt>
                <c:pt idx="146">
                  <c:v>5.6621519243233581E-3</c:v>
                </c:pt>
                <c:pt idx="147">
                  <c:v>6.3551325788789234E-3</c:v>
                </c:pt>
                <c:pt idx="148">
                  <c:v>6.063699111371338E-3</c:v>
                </c:pt>
                <c:pt idx="149">
                  <c:v>5.6524352332781693E-3</c:v>
                </c:pt>
                <c:pt idx="150">
                  <c:v>5.3607787215232501E-3</c:v>
                </c:pt>
                <c:pt idx="151">
                  <c:v>7.1147094207433025E-3</c:v>
                </c:pt>
                <c:pt idx="152">
                  <c:v>6.70002923452186E-3</c:v>
                </c:pt>
                <c:pt idx="153">
                  <c:v>6.1851254858659235E-3</c:v>
                </c:pt>
                <c:pt idx="154">
                  <c:v>5.773460028053898E-3</c:v>
                </c:pt>
                <c:pt idx="155">
                  <c:v>5.4812849954587115E-3</c:v>
                </c:pt>
                <c:pt idx="156">
                  <c:v>5.2215767359531989E-3</c:v>
                </c:pt>
                <c:pt idx="157">
                  <c:v>4.9958715653670898E-3</c:v>
                </c:pt>
                <c:pt idx="158">
                  <c:v>4.7984858723486862E-3</c:v>
                </c:pt>
                <c:pt idx="159">
                  <c:v>4.8399380215470543E-3</c:v>
                </c:pt>
                <c:pt idx="160">
                  <c:v>4.6754611149864402E-3</c:v>
                </c:pt>
                <c:pt idx="161">
                  <c:v>4.6497721820943586E-3</c:v>
                </c:pt>
                <c:pt idx="162">
                  <c:v>4.5162768595093583E-3</c:v>
                </c:pt>
                <c:pt idx="163">
                  <c:v>4.7942894039008201E-3</c:v>
                </c:pt>
                <c:pt idx="164">
                  <c:v>4.6628707205058463E-3</c:v>
                </c:pt>
                <c:pt idx="165">
                  <c:v>4.8359136932119035E-3</c:v>
                </c:pt>
                <c:pt idx="166">
                  <c:v>4.9909197532017058E-3</c:v>
                </c:pt>
                <c:pt idx="167">
                  <c:v>4.8873855936817801E-3</c:v>
                </c:pt>
                <c:pt idx="168">
                  <c:v>4.7382768747092283E-3</c:v>
                </c:pt>
                <c:pt idx="169">
                  <c:v>5.2686803696905208E-3</c:v>
                </c:pt>
                <c:pt idx="170">
                  <c:v>5.031751768694007E-3</c:v>
                </c:pt>
                <c:pt idx="171">
                  <c:v>4.8889682552857756E-3</c:v>
                </c:pt>
                <c:pt idx="172">
                  <c:v>4.8242523729157237E-3</c:v>
                </c:pt>
                <c:pt idx="173">
                  <c:v>4.7267617954166912E-3</c:v>
                </c:pt>
                <c:pt idx="174">
                  <c:v>4.641816554862655E-3</c:v>
                </c:pt>
                <c:pt idx="175">
                  <c:v>4.5279195232229841E-3</c:v>
                </c:pt>
                <c:pt idx="176">
                  <c:v>4.4933379329226914E-3</c:v>
                </c:pt>
                <c:pt idx="177">
                  <c:v>4.4046308393333577E-3</c:v>
                </c:pt>
                <c:pt idx="178">
                  <c:v>4.3381946548937469E-3</c:v>
                </c:pt>
                <c:pt idx="179">
                  <c:v>4.2759243895428081E-3</c:v>
                </c:pt>
                <c:pt idx="180">
                  <c:v>4.8350913384260577E-3</c:v>
                </c:pt>
                <c:pt idx="181">
                  <c:v>5.006628622857238E-3</c:v>
                </c:pt>
                <c:pt idx="182">
                  <c:v>4.8554175129221066E-3</c:v>
                </c:pt>
                <c:pt idx="183">
                  <c:v>5.1454000844515192E-3</c:v>
                </c:pt>
                <c:pt idx="184">
                  <c:v>4.9434261656310817E-3</c:v>
                </c:pt>
                <c:pt idx="185">
                  <c:v>6.0248420049045393E-3</c:v>
                </c:pt>
                <c:pt idx="186">
                  <c:v>5.8083006109151932E-3</c:v>
                </c:pt>
                <c:pt idx="187">
                  <c:v>5.4607842145368421E-3</c:v>
                </c:pt>
                <c:pt idx="188">
                  <c:v>5.2135863106261664E-3</c:v>
                </c:pt>
                <c:pt idx="189">
                  <c:v>4.9641317114095416E-3</c:v>
                </c:pt>
                <c:pt idx="190">
                  <c:v>4.9723285991395572E-3</c:v>
                </c:pt>
                <c:pt idx="191">
                  <c:v>4.8065352255076141E-3</c:v>
                </c:pt>
                <c:pt idx="192">
                  <c:v>4.6403951652774864E-3</c:v>
                </c:pt>
                <c:pt idx="193">
                  <c:v>4.5573170376470556E-3</c:v>
                </c:pt>
                <c:pt idx="194">
                  <c:v>4.7679985257116191E-3</c:v>
                </c:pt>
                <c:pt idx="195">
                  <c:v>4.6275807383575236E-3</c:v>
                </c:pt>
                <c:pt idx="196">
                  <c:v>4.5213847826932954E-3</c:v>
                </c:pt>
                <c:pt idx="197">
                  <c:v>4.5413593543185736E-3</c:v>
                </c:pt>
                <c:pt idx="198">
                  <c:v>5.106904422673109E-3</c:v>
                </c:pt>
                <c:pt idx="199">
                  <c:v>6.1623229478786432E-3</c:v>
                </c:pt>
                <c:pt idx="200">
                  <c:v>5.8581567701282327E-3</c:v>
                </c:pt>
                <c:pt idx="201">
                  <c:v>5.5153243963549673E-3</c:v>
                </c:pt>
                <c:pt idx="202">
                  <c:v>6.0111036206233065E-3</c:v>
                </c:pt>
                <c:pt idx="203">
                  <c:v>5.6194288705245683E-3</c:v>
                </c:pt>
                <c:pt idx="204">
                  <c:v>5.3739040334805661E-3</c:v>
                </c:pt>
                <c:pt idx="205">
                  <c:v>5.0951036150465867E-3</c:v>
                </c:pt>
                <c:pt idx="206">
                  <c:v>6.6464580002084106E-3</c:v>
                </c:pt>
                <c:pt idx="207">
                  <c:v>6.1333949862826479E-3</c:v>
                </c:pt>
                <c:pt idx="208">
                  <c:v>6.8375370835175248E-3</c:v>
                </c:pt>
                <c:pt idx="209">
                  <c:v>6.3575886653026254E-3</c:v>
                </c:pt>
                <c:pt idx="210">
                  <c:v>5.9126798451739297E-3</c:v>
                </c:pt>
                <c:pt idx="211">
                  <c:v>5.7892912454649559E-3</c:v>
                </c:pt>
                <c:pt idx="212">
                  <c:v>5.4283118109801362E-3</c:v>
                </c:pt>
                <c:pt idx="213">
                  <c:v>5.3095990936803533E-3</c:v>
                </c:pt>
                <c:pt idx="214">
                  <c:v>5.6395477390109522E-3</c:v>
                </c:pt>
                <c:pt idx="215">
                  <c:v>5.5066444410020576E-3</c:v>
                </c:pt>
                <c:pt idx="216">
                  <c:v>5.2475012318164956E-3</c:v>
                </c:pt>
                <c:pt idx="217">
                  <c:v>4.9952636420478938E-3</c:v>
                </c:pt>
                <c:pt idx="218">
                  <c:v>5.1413593884416372E-3</c:v>
                </c:pt>
                <c:pt idx="219">
                  <c:v>6.4080859676603503E-3</c:v>
                </c:pt>
                <c:pt idx="220">
                  <c:v>6.4255574887999425E-3</c:v>
                </c:pt>
                <c:pt idx="221">
                  <c:v>6.1311399217223684E-3</c:v>
                </c:pt>
                <c:pt idx="222">
                  <c:v>5.7196960801995256E-3</c:v>
                </c:pt>
                <c:pt idx="223">
                  <c:v>5.4484303427997137E-3</c:v>
                </c:pt>
                <c:pt idx="224">
                  <c:v>5.1563621032365775E-3</c:v>
                </c:pt>
                <c:pt idx="225">
                  <c:v>4.9415630599003862E-3</c:v>
                </c:pt>
                <c:pt idx="226">
                  <c:v>4.7603734620249279E-3</c:v>
                </c:pt>
                <c:pt idx="227">
                  <c:v>4.6796372889139765E-3</c:v>
                </c:pt>
                <c:pt idx="228">
                  <c:v>5.1262409337532325E-3</c:v>
                </c:pt>
                <c:pt idx="229">
                  <c:v>6.2047161970319922E-3</c:v>
                </c:pt>
                <c:pt idx="230">
                  <c:v>6.4733388432359797E-3</c:v>
                </c:pt>
                <c:pt idx="231">
                  <c:v>6.2676865972879948E-3</c:v>
                </c:pt>
                <c:pt idx="232">
                  <c:v>6.65605655653243E-3</c:v>
                </c:pt>
                <c:pt idx="233">
                  <c:v>6.1863017716279967E-3</c:v>
                </c:pt>
                <c:pt idx="234">
                  <c:v>5.7832954393961921E-3</c:v>
                </c:pt>
                <c:pt idx="235">
                  <c:v>5.4472022641920675E-3</c:v>
                </c:pt>
                <c:pt idx="236">
                  <c:v>6.0807268079380375E-3</c:v>
                </c:pt>
                <c:pt idx="237">
                  <c:v>6.458827497550332E-3</c:v>
                </c:pt>
                <c:pt idx="238">
                  <c:v>6.1916920058751835E-3</c:v>
                </c:pt>
                <c:pt idx="239">
                  <c:v>7.2005695517436599E-3</c:v>
                </c:pt>
                <c:pt idx="240">
                  <c:v>6.6325192412183109E-3</c:v>
                </c:pt>
                <c:pt idx="241">
                  <c:v>6.4426278458525688E-3</c:v>
                </c:pt>
                <c:pt idx="242">
                  <c:v>7.0207087984770333E-3</c:v>
                </c:pt>
                <c:pt idx="243">
                  <c:v>6.5181962624578024E-3</c:v>
                </c:pt>
                <c:pt idx="244">
                  <c:v>6.0306521240189054E-3</c:v>
                </c:pt>
                <c:pt idx="245">
                  <c:v>5.63163111413322E-3</c:v>
                </c:pt>
                <c:pt idx="246">
                  <c:v>7.5950627547211368E-3</c:v>
                </c:pt>
                <c:pt idx="247">
                  <c:v>7.579811386894072E-3</c:v>
                </c:pt>
                <c:pt idx="248">
                  <c:v>8.5312801480241125E-3</c:v>
                </c:pt>
                <c:pt idx="249">
                  <c:v>7.7102595879730926E-3</c:v>
                </c:pt>
                <c:pt idx="250">
                  <c:v>7.0228950068899768E-3</c:v>
                </c:pt>
                <c:pt idx="251">
                  <c:v>1.1681132393865024E-2</c:v>
                </c:pt>
                <c:pt idx="252">
                  <c:v>2.1502783121093692E-2</c:v>
                </c:pt>
                <c:pt idx="253">
                  <c:v>2.0508274727381499E-2</c:v>
                </c:pt>
                <c:pt idx="254">
                  <c:v>1.8160859251237189E-2</c:v>
                </c:pt>
                <c:pt idx="255">
                  <c:v>2.3510090255019947E-2</c:v>
                </c:pt>
                <c:pt idx="256">
                  <c:v>2.1733638890637712E-2</c:v>
                </c:pt>
                <c:pt idx="257">
                  <c:v>2.0121158510530823E-2</c:v>
                </c:pt>
                <c:pt idx="258">
                  <c:v>1.7719704343500585E-2</c:v>
                </c:pt>
                <c:pt idx="259">
                  <c:v>1.6768578881514732E-2</c:v>
                </c:pt>
                <c:pt idx="260">
                  <c:v>1.5780072610907744E-2</c:v>
                </c:pt>
                <c:pt idx="261">
                  <c:v>1.3920086797959289E-2</c:v>
                </c:pt>
                <c:pt idx="262">
                  <c:v>1.2602753855920369E-2</c:v>
                </c:pt>
                <c:pt idx="263">
                  <c:v>1.1461639038468896E-2</c:v>
                </c:pt>
                <c:pt idx="264">
                  <c:v>1.0210739276712854E-2</c:v>
                </c:pt>
                <c:pt idx="265">
                  <c:v>1.173100642821372E-2</c:v>
                </c:pt>
                <c:pt idx="266">
                  <c:v>1.1747179877103818E-2</c:v>
                </c:pt>
                <c:pt idx="267">
                  <c:v>1.1966213567444773E-2</c:v>
                </c:pt>
                <c:pt idx="268">
                  <c:v>1.1792201974122915E-2</c:v>
                </c:pt>
                <c:pt idx="269">
                  <c:v>1.2140458525604346E-2</c:v>
                </c:pt>
                <c:pt idx="270">
                  <c:v>1.1031835139897677E-2</c:v>
                </c:pt>
                <c:pt idx="271">
                  <c:v>1.1062408986052034E-2</c:v>
                </c:pt>
                <c:pt idx="272">
                  <c:v>9.933470751931359E-3</c:v>
                </c:pt>
                <c:pt idx="273">
                  <c:v>8.8985565441773214E-3</c:v>
                </c:pt>
                <c:pt idx="274">
                  <c:v>8.2753799313144347E-3</c:v>
                </c:pt>
                <c:pt idx="275">
                  <c:v>1.0948283430190869E-2</c:v>
                </c:pt>
                <c:pt idx="276">
                  <c:v>9.7791504389507875E-3</c:v>
                </c:pt>
                <c:pt idx="277">
                  <c:v>9.2392071223636549E-3</c:v>
                </c:pt>
                <c:pt idx="278">
                  <c:v>8.712305709300882E-3</c:v>
                </c:pt>
                <c:pt idx="279">
                  <c:v>7.8680558501528358E-3</c:v>
                </c:pt>
                <c:pt idx="280">
                  <c:v>7.1915789911458101E-3</c:v>
                </c:pt>
                <c:pt idx="281">
                  <c:v>9.2695193167128109E-3</c:v>
                </c:pt>
                <c:pt idx="282">
                  <c:v>8.3593595235755339E-3</c:v>
                </c:pt>
                <c:pt idx="283">
                  <c:v>7.6093143161782015E-3</c:v>
                </c:pt>
                <c:pt idx="284">
                  <c:v>1.3479343196172932E-2</c:v>
                </c:pt>
                <c:pt idx="285">
                  <c:v>1.5336473627460583E-2</c:v>
                </c:pt>
                <c:pt idx="286">
                  <c:v>1.8408676640436689E-2</c:v>
                </c:pt>
                <c:pt idx="287">
                  <c:v>1.8034531099619167E-2</c:v>
                </c:pt>
                <c:pt idx="288">
                  <c:v>1.5926364111832229E-2</c:v>
                </c:pt>
                <c:pt idx="289">
                  <c:v>1.5404341000515392E-2</c:v>
                </c:pt>
                <c:pt idx="290">
                  <c:v>1.7032871875345273E-2</c:v>
                </c:pt>
                <c:pt idx="291">
                  <c:v>1.6083039057781055E-2</c:v>
                </c:pt>
                <c:pt idx="292">
                  <c:v>1.5143816693604711E-2</c:v>
                </c:pt>
                <c:pt idx="293">
                  <c:v>1.3736122882939605E-2</c:v>
                </c:pt>
                <c:pt idx="294">
                  <c:v>1.5784928092510683E-2</c:v>
                </c:pt>
                <c:pt idx="295">
                  <c:v>1.4007352346068395E-2</c:v>
                </c:pt>
                <c:pt idx="296">
                  <c:v>1.4578696521498033E-2</c:v>
                </c:pt>
                <c:pt idx="297">
                  <c:v>1.3129334481682402E-2</c:v>
                </c:pt>
                <c:pt idx="298">
                  <c:v>1.2234787578584962E-2</c:v>
                </c:pt>
                <c:pt idx="299">
                  <c:v>1.0944596179254539E-2</c:v>
                </c:pt>
                <c:pt idx="300">
                  <c:v>1.0445402034729375E-2</c:v>
                </c:pt>
                <c:pt idx="301">
                  <c:v>1.0539413808158038E-2</c:v>
                </c:pt>
                <c:pt idx="302">
                  <c:v>9.4200657030037559E-3</c:v>
                </c:pt>
                <c:pt idx="303">
                  <c:v>8.8589383970489877E-3</c:v>
                </c:pt>
                <c:pt idx="304">
                  <c:v>8.8950584733741497E-3</c:v>
                </c:pt>
                <c:pt idx="305">
                  <c:v>8.0144177854493646E-3</c:v>
                </c:pt>
                <c:pt idx="306">
                  <c:v>9.521927674847051E-3</c:v>
                </c:pt>
                <c:pt idx="307">
                  <c:v>8.5874069781265005E-3</c:v>
                </c:pt>
                <c:pt idx="308">
                  <c:v>9.1164159471173005E-3</c:v>
                </c:pt>
                <c:pt idx="309">
                  <c:v>8.2177445865619283E-3</c:v>
                </c:pt>
                <c:pt idx="310">
                  <c:v>8.3392566426255324E-3</c:v>
                </c:pt>
                <c:pt idx="311">
                  <c:v>7.6354107915983047E-3</c:v>
                </c:pt>
                <c:pt idx="312">
                  <c:v>7.7016889193563228E-3</c:v>
                </c:pt>
                <c:pt idx="313">
                  <c:v>7.0854595984267271E-3</c:v>
                </c:pt>
                <c:pt idx="314">
                  <c:v>8.7650681479353888E-3</c:v>
                </c:pt>
                <c:pt idx="315">
                  <c:v>8.0625058682346103E-3</c:v>
                </c:pt>
                <c:pt idx="316">
                  <c:v>7.3131845056457062E-3</c:v>
                </c:pt>
                <c:pt idx="317">
                  <c:v>8.0293760821824305E-3</c:v>
                </c:pt>
                <c:pt idx="318">
                  <c:v>8.4613573911330228E-3</c:v>
                </c:pt>
                <c:pt idx="319">
                  <c:v>7.6881299563065766E-3</c:v>
                </c:pt>
                <c:pt idx="320">
                  <c:v>7.0098075324686558E-3</c:v>
                </c:pt>
                <c:pt idx="321">
                  <c:v>7.1591446534478428E-3</c:v>
                </c:pt>
                <c:pt idx="322">
                  <c:v>6.8165566435270161E-3</c:v>
                </c:pt>
                <c:pt idx="323">
                  <c:v>6.2841144763705207E-3</c:v>
                </c:pt>
                <c:pt idx="324">
                  <c:v>5.9565460019426648E-3</c:v>
                </c:pt>
                <c:pt idx="325">
                  <c:v>6.5175047081015318E-3</c:v>
                </c:pt>
                <c:pt idx="326">
                  <c:v>6.1944369015416324E-3</c:v>
                </c:pt>
                <c:pt idx="327">
                  <c:v>5.9491276392256189E-3</c:v>
                </c:pt>
                <c:pt idx="328">
                  <c:v>5.6354288991050895E-3</c:v>
                </c:pt>
                <c:pt idx="329">
                  <c:v>5.4126323349999728E-3</c:v>
                </c:pt>
                <c:pt idx="330">
                  <c:v>7.3805829840297875E-3</c:v>
                </c:pt>
                <c:pt idx="331">
                  <c:v>8.9140247138003812E-3</c:v>
                </c:pt>
                <c:pt idx="332">
                  <c:v>8.6300058564508699E-3</c:v>
                </c:pt>
                <c:pt idx="333">
                  <c:v>9.2483736833923313E-3</c:v>
                </c:pt>
                <c:pt idx="334">
                  <c:v>8.5645967140513257E-3</c:v>
                </c:pt>
                <c:pt idx="335">
                  <c:v>7.7418369598527773E-3</c:v>
                </c:pt>
                <c:pt idx="336">
                  <c:v>8.068233958552315E-3</c:v>
                </c:pt>
                <c:pt idx="337">
                  <c:v>7.3243339145648654E-3</c:v>
                </c:pt>
                <c:pt idx="338">
                  <c:v>6.8462882532741524E-3</c:v>
                </c:pt>
                <c:pt idx="339">
                  <c:v>6.3155548369390052E-3</c:v>
                </c:pt>
                <c:pt idx="340">
                  <c:v>5.9128271218643171E-3</c:v>
                </c:pt>
                <c:pt idx="341">
                  <c:v>5.8298366502553918E-3</c:v>
                </c:pt>
                <c:pt idx="342">
                  <c:v>5.5778314262129409E-3</c:v>
                </c:pt>
                <c:pt idx="343">
                  <c:v>5.2772889394948098E-3</c:v>
                </c:pt>
                <c:pt idx="344">
                  <c:v>5.108675343536922E-3</c:v>
                </c:pt>
                <c:pt idx="345">
                  <c:v>5.2178688231411825E-3</c:v>
                </c:pt>
                <c:pt idx="346">
                  <c:v>5.0286949471718342E-3</c:v>
                </c:pt>
                <c:pt idx="347">
                  <c:v>5.6293774420648956E-3</c:v>
                </c:pt>
                <c:pt idx="348">
                  <c:v>5.3668964671640439E-3</c:v>
                </c:pt>
                <c:pt idx="349">
                  <c:v>8.1011840169954302E-3</c:v>
                </c:pt>
                <c:pt idx="350">
                  <c:v>7.4141866710830638E-3</c:v>
                </c:pt>
                <c:pt idx="351">
                  <c:v>7.8386617281226059E-3</c:v>
                </c:pt>
                <c:pt idx="352">
                  <c:v>7.6688861705702521E-3</c:v>
                </c:pt>
                <c:pt idx="353">
                  <c:v>6.9906186635049182E-3</c:v>
                </c:pt>
                <c:pt idx="354">
                  <c:v>6.5691901063365142E-3</c:v>
                </c:pt>
                <c:pt idx="355">
                  <c:v>6.4789946492405225E-3</c:v>
                </c:pt>
                <c:pt idx="356">
                  <c:v>7.1833021008993287E-3</c:v>
                </c:pt>
                <c:pt idx="357">
                  <c:v>7.644070594580301E-3</c:v>
                </c:pt>
                <c:pt idx="358">
                  <c:v>8.0553157735883917E-3</c:v>
                </c:pt>
                <c:pt idx="359">
                  <c:v>7.4783367308782628E-3</c:v>
                </c:pt>
                <c:pt idx="360">
                  <c:v>7.5610410917901737E-3</c:v>
                </c:pt>
                <c:pt idx="361">
                  <c:v>7.9781727787214315E-3</c:v>
                </c:pt>
                <c:pt idx="362">
                  <c:v>7.2582623612064429E-3</c:v>
                </c:pt>
                <c:pt idx="363">
                  <c:v>6.6556638334867154E-3</c:v>
                </c:pt>
                <c:pt idx="364">
                  <c:v>6.4043569253264239E-3</c:v>
                </c:pt>
                <c:pt idx="365">
                  <c:v>6.0138430600254495E-3</c:v>
                </c:pt>
                <c:pt idx="366">
                  <c:v>5.8976532049123467E-3</c:v>
                </c:pt>
                <c:pt idx="367">
                  <c:v>5.5334538915309062E-3</c:v>
                </c:pt>
                <c:pt idx="368">
                  <c:v>5.2885387690085363E-3</c:v>
                </c:pt>
                <c:pt idx="369">
                  <c:v>5.4826458595371354E-3</c:v>
                </c:pt>
                <c:pt idx="370">
                  <c:v>6.6567985611230155E-3</c:v>
                </c:pt>
                <c:pt idx="371">
                  <c:v>6.2956538151517109E-3</c:v>
                </c:pt>
                <c:pt idx="372">
                  <c:v>6.5740228031028079E-3</c:v>
                </c:pt>
                <c:pt idx="373">
                  <c:v>6.6217952331318088E-3</c:v>
                </c:pt>
                <c:pt idx="374">
                  <c:v>6.5097187533492895E-3</c:v>
                </c:pt>
                <c:pt idx="375">
                  <c:v>6.0371206492310344E-3</c:v>
                </c:pt>
                <c:pt idx="376">
                  <c:v>6.0680063872800075E-3</c:v>
                </c:pt>
                <c:pt idx="377">
                  <c:v>6.044448122095823E-3</c:v>
                </c:pt>
                <c:pt idx="378">
                  <c:v>5.8658354661992439E-3</c:v>
                </c:pt>
                <c:pt idx="379">
                  <c:v>5.6415717534760599E-3</c:v>
                </c:pt>
                <c:pt idx="380">
                  <c:v>5.3095321477149545E-3</c:v>
                </c:pt>
                <c:pt idx="381">
                  <c:v>5.0836371652390596E-3</c:v>
                </c:pt>
                <c:pt idx="382">
                  <c:v>5.8562983007878254E-3</c:v>
                </c:pt>
                <c:pt idx="383">
                  <c:v>5.7832314524940013E-3</c:v>
                </c:pt>
                <c:pt idx="384">
                  <c:v>6.166561493234096E-3</c:v>
                </c:pt>
                <c:pt idx="385">
                  <c:v>6.7156876298480666E-3</c:v>
                </c:pt>
                <c:pt idx="386">
                  <c:v>7.1786082561953414E-3</c:v>
                </c:pt>
                <c:pt idx="387">
                  <c:v>6.7475152895934793E-3</c:v>
                </c:pt>
                <c:pt idx="388">
                  <c:v>6.313938218377853E-3</c:v>
                </c:pt>
                <c:pt idx="389">
                  <c:v>5.9336005565396831E-3</c:v>
                </c:pt>
                <c:pt idx="390">
                  <c:v>5.5485959874030672E-3</c:v>
                </c:pt>
                <c:pt idx="391">
                  <c:v>5.2902902910764204E-3</c:v>
                </c:pt>
                <c:pt idx="392">
                  <c:v>5.7757639428892109E-3</c:v>
                </c:pt>
                <c:pt idx="393">
                  <c:v>6.4623874585819511E-3</c:v>
                </c:pt>
                <c:pt idx="394">
                  <c:v>5.9804368491891101E-3</c:v>
                </c:pt>
                <c:pt idx="395">
                  <c:v>6.1676343394972879E-3</c:v>
                </c:pt>
                <c:pt idx="396">
                  <c:v>6.0872836326794633E-3</c:v>
                </c:pt>
                <c:pt idx="397">
                  <c:v>5.6714705085573096E-3</c:v>
                </c:pt>
                <c:pt idx="398">
                  <c:v>5.3862857896301618E-3</c:v>
                </c:pt>
                <c:pt idx="399">
                  <c:v>5.2620305631146738E-3</c:v>
                </c:pt>
                <c:pt idx="400">
                  <c:v>5.2761034496685739E-3</c:v>
                </c:pt>
                <c:pt idx="401">
                  <c:v>5.1155490926298088E-3</c:v>
                </c:pt>
                <c:pt idx="402">
                  <c:v>4.96218129925161E-3</c:v>
                </c:pt>
                <c:pt idx="403">
                  <c:v>5.0632803469070576E-3</c:v>
                </c:pt>
                <c:pt idx="404">
                  <c:v>4.8460605187522956E-3</c:v>
                </c:pt>
                <c:pt idx="405">
                  <c:v>5.2636189113212713E-3</c:v>
                </c:pt>
                <c:pt idx="406">
                  <c:v>5.0050585269704123E-3</c:v>
                </c:pt>
                <c:pt idx="407">
                  <c:v>5.4367457215221838E-3</c:v>
                </c:pt>
                <c:pt idx="408">
                  <c:v>5.7035930615428592E-3</c:v>
                </c:pt>
                <c:pt idx="409">
                  <c:v>5.3892982223296077E-3</c:v>
                </c:pt>
                <c:pt idx="410">
                  <c:v>6.2474201600412529E-3</c:v>
                </c:pt>
                <c:pt idx="411">
                  <c:v>5.8048413941587246E-3</c:v>
                </c:pt>
                <c:pt idx="412">
                  <c:v>5.6753955035094977E-3</c:v>
                </c:pt>
                <c:pt idx="413">
                  <c:v>5.369161115692773E-3</c:v>
                </c:pt>
                <c:pt idx="414">
                  <c:v>5.3078808795508263E-3</c:v>
                </c:pt>
                <c:pt idx="415">
                  <c:v>5.1964325427678827E-3</c:v>
                </c:pt>
                <c:pt idx="416">
                  <c:v>4.9496331911662982E-3</c:v>
                </c:pt>
                <c:pt idx="417">
                  <c:v>5.0386632831384498E-3</c:v>
                </c:pt>
                <c:pt idx="418">
                  <c:v>4.827119736140981E-3</c:v>
                </c:pt>
                <c:pt idx="419">
                  <c:v>4.6673049047220565E-3</c:v>
                </c:pt>
                <c:pt idx="420">
                  <c:v>5.8827508641193524E-3</c:v>
                </c:pt>
                <c:pt idx="421">
                  <c:v>6.0617789338568828E-3</c:v>
                </c:pt>
                <c:pt idx="422">
                  <c:v>5.6531845653471045E-3</c:v>
                </c:pt>
                <c:pt idx="423">
                  <c:v>5.3573271915902023E-3</c:v>
                </c:pt>
                <c:pt idx="424">
                  <c:v>1.5929627758515724E-2</c:v>
                </c:pt>
                <c:pt idx="425">
                  <c:v>1.6931844861641985E-2</c:v>
                </c:pt>
                <c:pt idx="426">
                  <c:v>1.6280585439765464E-2</c:v>
                </c:pt>
                <c:pt idx="427">
                  <c:v>1.4605881627806905E-2</c:v>
                </c:pt>
                <c:pt idx="428">
                  <c:v>1.6250081764030824E-2</c:v>
                </c:pt>
                <c:pt idx="429">
                  <c:v>1.4325820874333916E-2</c:v>
                </c:pt>
                <c:pt idx="430">
                  <c:v>1.4285694099903141E-2</c:v>
                </c:pt>
                <c:pt idx="431">
                  <c:v>1.2629973949146151E-2</c:v>
                </c:pt>
                <c:pt idx="432">
                  <c:v>1.1376192595283325E-2</c:v>
                </c:pt>
                <c:pt idx="433">
                  <c:v>1.0439527979458633E-2</c:v>
                </c:pt>
                <c:pt idx="434">
                  <c:v>1.6972233922431579E-2</c:v>
                </c:pt>
                <c:pt idx="435">
                  <c:v>1.7225595648890785E-2</c:v>
                </c:pt>
                <c:pt idx="436">
                  <c:v>1.7131198425630972E-2</c:v>
                </c:pt>
                <c:pt idx="437">
                  <c:v>1.5385686197626754E-2</c:v>
                </c:pt>
                <c:pt idx="438">
                  <c:v>1.5367979995128898E-2</c:v>
                </c:pt>
                <c:pt idx="439">
                  <c:v>1.445016142467153E-2</c:v>
                </c:pt>
                <c:pt idx="440">
                  <c:v>1.3660824008429362E-2</c:v>
                </c:pt>
                <c:pt idx="441">
                  <c:v>1.2433739331396578E-2</c:v>
                </c:pt>
                <c:pt idx="442">
                  <c:v>1.1330776023207343E-2</c:v>
                </c:pt>
                <c:pt idx="443">
                  <c:v>1.0490695155252798E-2</c:v>
                </c:pt>
                <c:pt idx="444">
                  <c:v>1.3518522427599588E-2</c:v>
                </c:pt>
                <c:pt idx="445">
                  <c:v>1.2023171229717364E-2</c:v>
                </c:pt>
                <c:pt idx="446">
                  <c:v>1.1487935158484119E-2</c:v>
                </c:pt>
                <c:pt idx="447">
                  <c:v>1.3654412892292687E-2</c:v>
                </c:pt>
                <c:pt idx="448">
                  <c:v>1.2103982845599158E-2</c:v>
                </c:pt>
                <c:pt idx="449">
                  <c:v>1.1299795298896813E-2</c:v>
                </c:pt>
                <c:pt idx="450">
                  <c:v>1.1177577835870789E-2</c:v>
                </c:pt>
                <c:pt idx="451">
                  <c:v>1.0009995248752495E-2</c:v>
                </c:pt>
                <c:pt idx="452">
                  <c:v>1.1779697749611745E-2</c:v>
                </c:pt>
                <c:pt idx="453">
                  <c:v>1.3387774814141924E-2</c:v>
                </c:pt>
                <c:pt idx="454">
                  <c:v>1.1937377801669572E-2</c:v>
                </c:pt>
                <c:pt idx="455">
                  <c:v>1.1027864076369112E-2</c:v>
                </c:pt>
                <c:pt idx="456">
                  <c:v>1.2146713699223485E-2</c:v>
                </c:pt>
                <c:pt idx="457">
                  <c:v>1.0891919500800581E-2</c:v>
                </c:pt>
                <c:pt idx="458">
                  <c:v>1.4344001041943272E-2</c:v>
                </c:pt>
                <c:pt idx="459">
                  <c:v>1.2718772647159595E-2</c:v>
                </c:pt>
                <c:pt idx="460">
                  <c:v>1.1887937576602108E-2</c:v>
                </c:pt>
                <c:pt idx="461">
                  <c:v>1.1701035488457532E-2</c:v>
                </c:pt>
                <c:pt idx="462">
                  <c:v>1.8148608228379579E-2</c:v>
                </c:pt>
                <c:pt idx="463">
                  <c:v>1.5984031994845608E-2</c:v>
                </c:pt>
                <c:pt idx="464">
                  <c:v>1.7704820850640714E-2</c:v>
                </c:pt>
                <c:pt idx="465">
                  <c:v>1.5605325533385084E-2</c:v>
                </c:pt>
                <c:pt idx="466">
                  <c:v>1.3768995802082696E-2</c:v>
                </c:pt>
                <c:pt idx="467">
                  <c:v>1.2435328821328338E-2</c:v>
                </c:pt>
                <c:pt idx="468">
                  <c:v>1.1036546595238809E-2</c:v>
                </c:pt>
                <c:pt idx="469">
                  <c:v>1.3177976907301679E-2</c:v>
                </c:pt>
                <c:pt idx="470">
                  <c:v>1.50790969058564E-2</c:v>
                </c:pt>
                <c:pt idx="471">
                  <c:v>1.331355895726022E-2</c:v>
                </c:pt>
                <c:pt idx="472">
                  <c:v>1.375003977035303E-2</c:v>
                </c:pt>
                <c:pt idx="473">
                  <c:v>1.4161372859248497E-2</c:v>
                </c:pt>
                <c:pt idx="474">
                  <c:v>1.5692605569743012E-2</c:v>
                </c:pt>
                <c:pt idx="475">
                  <c:v>1.8622243829819741E-2</c:v>
                </c:pt>
                <c:pt idx="476">
                  <c:v>2.8060586169217187E-2</c:v>
                </c:pt>
                <c:pt idx="477">
                  <c:v>2.489247712636751E-2</c:v>
                </c:pt>
                <c:pt idx="478">
                  <c:v>2.1831138482134305E-2</c:v>
                </c:pt>
                <c:pt idx="479">
                  <c:v>1.9556480923684779E-2</c:v>
                </c:pt>
                <c:pt idx="480">
                  <c:v>1.719903273407164E-2</c:v>
                </c:pt>
                <c:pt idx="481">
                  <c:v>1.8941278675573749E-2</c:v>
                </c:pt>
                <c:pt idx="482">
                  <c:v>2.2939993741025032E-2</c:v>
                </c:pt>
                <c:pt idx="483">
                  <c:v>2.0382633368673093E-2</c:v>
                </c:pt>
                <c:pt idx="484">
                  <c:v>1.8451560091657992E-2</c:v>
                </c:pt>
                <c:pt idx="485">
                  <c:v>1.6340056338495869E-2</c:v>
                </c:pt>
                <c:pt idx="486">
                  <c:v>1.4551980680527817E-2</c:v>
                </c:pt>
                <c:pt idx="487">
                  <c:v>1.285873770450816E-2</c:v>
                </c:pt>
                <c:pt idx="488">
                  <c:v>1.165312619874506E-2</c:v>
                </c:pt>
                <c:pt idx="489">
                  <c:v>1.1475891642102819E-2</c:v>
                </c:pt>
                <c:pt idx="490">
                  <c:v>1.0264034168297281E-2</c:v>
                </c:pt>
                <c:pt idx="491">
                  <c:v>9.8177474179740754E-3</c:v>
                </c:pt>
                <c:pt idx="492">
                  <c:v>1.0680532617046512E-2</c:v>
                </c:pt>
                <c:pt idx="493">
                  <c:v>1.1540263336048066E-2</c:v>
                </c:pt>
                <c:pt idx="494">
                  <c:v>1.0318043747389689E-2</c:v>
                </c:pt>
                <c:pt idx="495">
                  <c:v>9.2450746355917258E-3</c:v>
                </c:pt>
                <c:pt idx="496">
                  <c:v>9.1803767345024732E-3</c:v>
                </c:pt>
                <c:pt idx="497">
                  <c:v>9.0087477911979814E-3</c:v>
                </c:pt>
                <c:pt idx="498">
                  <c:v>8.138149198219263E-3</c:v>
                </c:pt>
                <c:pt idx="499">
                  <c:v>1.0268038926930274E-2</c:v>
                </c:pt>
                <c:pt idx="500">
                  <c:v>9.9943963808459494E-3</c:v>
                </c:pt>
                <c:pt idx="501">
                  <c:v>8.9571693905234773E-3</c:v>
                </c:pt>
                <c:pt idx="502">
                  <c:v>8.6467842818475447E-3</c:v>
                </c:pt>
                <c:pt idx="503">
                  <c:v>8.0987294766896988E-3</c:v>
                </c:pt>
                <c:pt idx="504">
                  <c:v>7.41339786575472E-3</c:v>
                </c:pt>
                <c:pt idx="505">
                  <c:v>8.0180838711485913E-3</c:v>
                </c:pt>
                <c:pt idx="506">
                  <c:v>7.2814661939368478E-3</c:v>
                </c:pt>
                <c:pt idx="507">
                  <c:v>6.666188746808255E-3</c:v>
                </c:pt>
                <c:pt idx="508">
                  <c:v>8.5358046731266561E-3</c:v>
                </c:pt>
                <c:pt idx="509">
                  <c:v>7.8349579843811322E-3</c:v>
                </c:pt>
                <c:pt idx="510">
                  <c:v>7.2245516069862339E-3</c:v>
                </c:pt>
                <c:pt idx="511">
                  <c:v>8.2874092405582703E-3</c:v>
                </c:pt>
                <c:pt idx="512">
                  <c:v>7.5329308750396347E-3</c:v>
                </c:pt>
                <c:pt idx="513">
                  <c:v>6.9165311554387739E-3</c:v>
                </c:pt>
                <c:pt idx="514">
                  <c:v>6.5579587858801743E-3</c:v>
                </c:pt>
                <c:pt idx="515">
                  <c:v>6.7360271277215212E-3</c:v>
                </c:pt>
                <c:pt idx="516">
                  <c:v>6.23087213648813E-3</c:v>
                </c:pt>
                <c:pt idx="517">
                  <c:v>5.8001691879681636E-3</c:v>
                </c:pt>
                <c:pt idx="518">
                  <c:v>5.4426462248818646E-3</c:v>
                </c:pt>
                <c:pt idx="519">
                  <c:v>5.3085600055169761E-3</c:v>
                </c:pt>
                <c:pt idx="520">
                  <c:v>5.9524734124212402E-3</c:v>
                </c:pt>
                <c:pt idx="521">
                  <c:v>5.8397664872794717E-3</c:v>
                </c:pt>
                <c:pt idx="522">
                  <c:v>5.4937690699475659E-3</c:v>
                </c:pt>
                <c:pt idx="523">
                  <c:v>5.9921338908067159E-3</c:v>
                </c:pt>
                <c:pt idx="524">
                  <c:v>6.7246933387599562E-3</c:v>
                </c:pt>
                <c:pt idx="525">
                  <c:v>6.2726671749702215E-3</c:v>
                </c:pt>
                <c:pt idx="526">
                  <c:v>8.905431940469043E-3</c:v>
                </c:pt>
                <c:pt idx="527">
                  <c:v>8.1370704890793167E-3</c:v>
                </c:pt>
                <c:pt idx="528">
                  <c:v>8.0363146317009547E-3</c:v>
                </c:pt>
                <c:pt idx="529">
                  <c:v>7.3010532344003794E-3</c:v>
                </c:pt>
                <c:pt idx="530">
                  <c:v>7.0565194875475863E-3</c:v>
                </c:pt>
                <c:pt idx="531">
                  <c:v>6.6911915930508662E-3</c:v>
                </c:pt>
                <c:pt idx="532">
                  <c:v>6.1683214112275503E-3</c:v>
                </c:pt>
                <c:pt idx="533">
                  <c:v>5.8947932576251666E-3</c:v>
                </c:pt>
                <c:pt idx="534">
                  <c:v>7.4338378312148387E-3</c:v>
                </c:pt>
                <c:pt idx="535">
                  <c:v>1.1046759979492751E-2</c:v>
                </c:pt>
                <c:pt idx="536">
                  <c:v>9.8533752767148656E-3</c:v>
                </c:pt>
                <c:pt idx="537">
                  <c:v>9.4242234431642438E-3</c:v>
                </c:pt>
                <c:pt idx="538">
                  <c:v>8.7277012235302993E-3</c:v>
                </c:pt>
                <c:pt idx="539">
                  <c:v>8.0437204416437275E-3</c:v>
                </c:pt>
                <c:pt idx="540">
                  <c:v>7.9252124828453879E-3</c:v>
                </c:pt>
                <c:pt idx="541">
                  <c:v>8.9465934918010921E-3</c:v>
                </c:pt>
                <c:pt idx="542">
                  <c:v>8.0579909990677982E-3</c:v>
                </c:pt>
                <c:pt idx="543">
                  <c:v>7.3747192790263741E-3</c:v>
                </c:pt>
                <c:pt idx="544">
                  <c:v>6.8037541083120143E-3</c:v>
                </c:pt>
                <c:pt idx="545">
                  <c:v>6.6135939840662227E-3</c:v>
                </c:pt>
                <c:pt idx="546">
                  <c:v>6.1228363555998217E-3</c:v>
                </c:pt>
                <c:pt idx="547">
                  <c:v>6.3452985515603808E-3</c:v>
                </c:pt>
                <c:pt idx="548">
                  <c:v>6.0959044034785623E-3</c:v>
                </c:pt>
                <c:pt idx="549">
                  <c:v>5.6782158059983118E-3</c:v>
                </c:pt>
                <c:pt idx="550">
                  <c:v>6.1410810214446009E-3</c:v>
                </c:pt>
                <c:pt idx="551">
                  <c:v>5.7224886163864796E-3</c:v>
                </c:pt>
                <c:pt idx="552">
                  <c:v>5.3788797371356395E-3</c:v>
                </c:pt>
                <c:pt idx="553">
                  <c:v>5.2020102506661562E-3</c:v>
                </c:pt>
                <c:pt idx="554">
                  <c:v>5.0069299923683735E-3</c:v>
                </c:pt>
                <c:pt idx="555">
                  <c:v>4.8208966072695609E-3</c:v>
                </c:pt>
                <c:pt idx="556">
                  <c:v>6.1748955418986116E-3</c:v>
                </c:pt>
                <c:pt idx="557">
                  <c:v>5.830494336613843E-3</c:v>
                </c:pt>
                <c:pt idx="558">
                  <c:v>5.4642042486127088E-3</c:v>
                </c:pt>
                <c:pt idx="559">
                  <c:v>5.5953787659936069E-3</c:v>
                </c:pt>
                <c:pt idx="560">
                  <c:v>5.2936960658729682E-3</c:v>
                </c:pt>
                <c:pt idx="561">
                  <c:v>5.046553640857058E-3</c:v>
                </c:pt>
                <c:pt idx="562">
                  <c:v>5.9335989034539523E-3</c:v>
                </c:pt>
                <c:pt idx="563">
                  <c:v>5.6307745802269618E-3</c:v>
                </c:pt>
                <c:pt idx="564">
                  <c:v>6.9058685866950648E-3</c:v>
                </c:pt>
                <c:pt idx="565">
                  <c:v>6.670001915999986E-3</c:v>
                </c:pt>
                <c:pt idx="566">
                  <c:v>9.7658640943282422E-3</c:v>
                </c:pt>
                <c:pt idx="567">
                  <c:v>8.7841837180516729E-3</c:v>
                </c:pt>
                <c:pt idx="568">
                  <c:v>8.0413160962551754E-3</c:v>
                </c:pt>
                <c:pt idx="569">
                  <c:v>7.4919238967396211E-3</c:v>
                </c:pt>
                <c:pt idx="570">
                  <c:v>1.3023118291523224E-2</c:v>
                </c:pt>
                <c:pt idx="571">
                  <c:v>1.211472675653932E-2</c:v>
                </c:pt>
                <c:pt idx="572">
                  <c:v>1.1090209367721158E-2</c:v>
                </c:pt>
                <c:pt idx="573">
                  <c:v>1.0694583246156629E-2</c:v>
                </c:pt>
                <c:pt idx="574">
                  <c:v>9.9144000234999783E-3</c:v>
                </c:pt>
                <c:pt idx="575">
                  <c:v>9.4053760140222244E-3</c:v>
                </c:pt>
                <c:pt idx="576">
                  <c:v>9.3050395244990165E-3</c:v>
                </c:pt>
                <c:pt idx="577">
                  <c:v>8.4618007030258999E-3</c:v>
                </c:pt>
                <c:pt idx="578">
                  <c:v>9.4051761885147692E-3</c:v>
                </c:pt>
                <c:pt idx="579">
                  <c:v>8.4695544851939135E-3</c:v>
                </c:pt>
                <c:pt idx="580">
                  <c:v>8.5676119073277521E-3</c:v>
                </c:pt>
                <c:pt idx="581">
                  <c:v>8.3638987542782647E-3</c:v>
                </c:pt>
                <c:pt idx="582">
                  <c:v>7.6270088257652854E-3</c:v>
                </c:pt>
                <c:pt idx="583">
                  <c:v>9.2200240657325534E-3</c:v>
                </c:pt>
                <c:pt idx="584">
                  <c:v>8.3863987831032921E-3</c:v>
                </c:pt>
                <c:pt idx="585">
                  <c:v>1.2429002604262834E-2</c:v>
                </c:pt>
                <c:pt idx="586">
                  <c:v>1.1650636141249083E-2</c:v>
                </c:pt>
                <c:pt idx="587">
                  <c:v>1.0739391942442892E-2</c:v>
                </c:pt>
                <c:pt idx="588">
                  <c:v>1.0728234429707884E-2</c:v>
                </c:pt>
                <c:pt idx="589">
                  <c:v>9.8100243737920239E-3</c:v>
                </c:pt>
                <c:pt idx="590">
                  <c:v>8.7921990508603651E-3</c:v>
                </c:pt>
                <c:pt idx="591">
                  <c:v>7.982459068393493E-3</c:v>
                </c:pt>
                <c:pt idx="592">
                  <c:v>7.4854693816095432E-3</c:v>
                </c:pt>
                <c:pt idx="593">
                  <c:v>6.8685218565747762E-3</c:v>
                </c:pt>
                <c:pt idx="594">
                  <c:v>6.3293650924352114E-3</c:v>
                </c:pt>
                <c:pt idx="595">
                  <c:v>7.3745040572826773E-3</c:v>
                </c:pt>
                <c:pt idx="596">
                  <c:v>6.8740288730604476E-3</c:v>
                </c:pt>
                <c:pt idx="597">
                  <c:v>7.6728371853227494E-3</c:v>
                </c:pt>
                <c:pt idx="598">
                  <c:v>7.0091541563579709E-3</c:v>
                </c:pt>
                <c:pt idx="599">
                  <c:v>6.4806249613593211E-3</c:v>
                </c:pt>
                <c:pt idx="600">
                  <c:v>7.4137702474396791E-3</c:v>
                </c:pt>
                <c:pt idx="601">
                  <c:v>6.7923103932580296E-3</c:v>
                </c:pt>
                <c:pt idx="602">
                  <c:v>6.4937710183824012E-3</c:v>
                </c:pt>
                <c:pt idx="603">
                  <c:v>6.5617524175793987E-3</c:v>
                </c:pt>
                <c:pt idx="604">
                  <c:v>7.011481006960983E-3</c:v>
                </c:pt>
                <c:pt idx="605">
                  <c:v>6.5726656837110575E-3</c:v>
                </c:pt>
                <c:pt idx="606">
                  <c:v>7.0192876415161535E-3</c:v>
                </c:pt>
                <c:pt idx="607">
                  <c:v>6.4932319863608015E-3</c:v>
                </c:pt>
                <c:pt idx="608">
                  <c:v>6.4023400746512004E-3</c:v>
                </c:pt>
                <c:pt idx="609">
                  <c:v>5.9568598574363425E-3</c:v>
                </c:pt>
                <c:pt idx="610">
                  <c:v>5.9378888391077517E-3</c:v>
                </c:pt>
                <c:pt idx="611">
                  <c:v>5.6475249962625752E-3</c:v>
                </c:pt>
                <c:pt idx="612">
                  <c:v>5.7212868564437891E-3</c:v>
                </c:pt>
                <c:pt idx="613">
                  <c:v>5.3734188278406784E-3</c:v>
                </c:pt>
                <c:pt idx="614">
                  <c:v>5.3263734473442586E-3</c:v>
                </c:pt>
                <c:pt idx="615">
                  <c:v>5.8774532998569886E-3</c:v>
                </c:pt>
                <c:pt idx="616">
                  <c:v>5.7407239856145324E-3</c:v>
                </c:pt>
                <c:pt idx="617">
                  <c:v>6.0901095906307377E-3</c:v>
                </c:pt>
                <c:pt idx="618">
                  <c:v>5.8203826600206404E-3</c:v>
                </c:pt>
                <c:pt idx="619">
                  <c:v>6.2956639364204897E-3</c:v>
                </c:pt>
                <c:pt idx="620">
                  <c:v>6.2263685148563949E-3</c:v>
                </c:pt>
                <c:pt idx="621">
                  <c:v>6.2699432622222526E-3</c:v>
                </c:pt>
                <c:pt idx="622">
                  <c:v>6.7380750496075737E-3</c:v>
                </c:pt>
                <c:pt idx="623">
                  <c:v>6.2510624605211914E-3</c:v>
                </c:pt>
                <c:pt idx="624">
                  <c:v>5.9250036218463703E-3</c:v>
                </c:pt>
                <c:pt idx="625">
                  <c:v>7.4622740435252881E-3</c:v>
                </c:pt>
                <c:pt idx="626">
                  <c:v>7.9659213254306832E-3</c:v>
                </c:pt>
                <c:pt idx="627">
                  <c:v>7.9675627543804445E-3</c:v>
                </c:pt>
                <c:pt idx="628">
                  <c:v>1.5474528616950509E-2</c:v>
                </c:pt>
                <c:pt idx="629">
                  <c:v>1.490713200435243E-2</c:v>
                </c:pt>
                <c:pt idx="630">
                  <c:v>1.3169755269615091E-2</c:v>
                </c:pt>
                <c:pt idx="631">
                  <c:v>1.4506253750002272E-2</c:v>
                </c:pt>
                <c:pt idx="632">
                  <c:v>1.3174587427399204E-2</c:v>
                </c:pt>
                <c:pt idx="633">
                  <c:v>1.297116976935798E-2</c:v>
                </c:pt>
                <c:pt idx="634">
                  <c:v>1.3435083622376155E-2</c:v>
                </c:pt>
                <c:pt idx="635">
                  <c:v>1.7961619642868718E-2</c:v>
                </c:pt>
                <c:pt idx="636">
                  <c:v>1.5847227385865317E-2</c:v>
                </c:pt>
                <c:pt idx="637">
                  <c:v>1.5468803012536758E-2</c:v>
                </c:pt>
                <c:pt idx="638">
                  <c:v>1.4739614467500399E-2</c:v>
                </c:pt>
                <c:pt idx="639">
                  <c:v>1.3518658406390762E-2</c:v>
                </c:pt>
                <c:pt idx="640">
                  <c:v>1.2553296298110561E-2</c:v>
                </c:pt>
                <c:pt idx="641">
                  <c:v>1.1139936152836696E-2</c:v>
                </c:pt>
                <c:pt idx="642">
                  <c:v>1.5511521851459249E-2</c:v>
                </c:pt>
                <c:pt idx="643">
                  <c:v>1.4587440455516781E-2</c:v>
                </c:pt>
                <c:pt idx="644">
                  <c:v>1.2972891003678847E-2</c:v>
                </c:pt>
                <c:pt idx="645">
                  <c:v>1.188493431798535E-2</c:v>
                </c:pt>
                <c:pt idx="646">
                  <c:v>1.2065105876322669E-2</c:v>
                </c:pt>
                <c:pt idx="647">
                  <c:v>1.0722380478196113E-2</c:v>
                </c:pt>
                <c:pt idx="648">
                  <c:v>1.0079855498465549E-2</c:v>
                </c:pt>
                <c:pt idx="649">
                  <c:v>1.0304311403319139E-2</c:v>
                </c:pt>
                <c:pt idx="650">
                  <c:v>1.0980879205676426E-2</c:v>
                </c:pt>
                <c:pt idx="651">
                  <c:v>9.7984259690577051E-3</c:v>
                </c:pt>
                <c:pt idx="652">
                  <c:v>8.7809692272995277E-3</c:v>
                </c:pt>
                <c:pt idx="653">
                  <c:v>7.9192694705007977E-3</c:v>
                </c:pt>
                <c:pt idx="654">
                  <c:v>7.9217782374952587E-3</c:v>
                </c:pt>
                <c:pt idx="655">
                  <c:v>7.3145436795580476E-3</c:v>
                </c:pt>
                <c:pt idx="656">
                  <c:v>6.6940833665920197E-3</c:v>
                </c:pt>
                <c:pt idx="657">
                  <c:v>6.3363459124472889E-3</c:v>
                </c:pt>
                <c:pt idx="658">
                  <c:v>5.9939474249685069E-3</c:v>
                </c:pt>
                <c:pt idx="659">
                  <c:v>5.5970480371234175E-3</c:v>
                </c:pt>
                <c:pt idx="660">
                  <c:v>5.2721184383909278E-3</c:v>
                </c:pt>
                <c:pt idx="661">
                  <c:v>5.4919362306518641E-3</c:v>
                </c:pt>
                <c:pt idx="662">
                  <c:v>5.18734869914971E-3</c:v>
                </c:pt>
                <c:pt idx="663">
                  <c:v>6.2751705811517899E-3</c:v>
                </c:pt>
                <c:pt idx="664">
                  <c:v>6.4759265713504035E-3</c:v>
                </c:pt>
                <c:pt idx="665">
                  <c:v>6.0933616119524317E-3</c:v>
                </c:pt>
                <c:pt idx="666">
                  <c:v>6.1792840021793628E-3</c:v>
                </c:pt>
                <c:pt idx="667">
                  <c:v>6.1967440373671516E-3</c:v>
                </c:pt>
                <c:pt idx="668">
                  <c:v>8.056227351645703E-3</c:v>
                </c:pt>
                <c:pt idx="669">
                  <c:v>1.1001903698343819E-2</c:v>
                </c:pt>
                <c:pt idx="670">
                  <c:v>1.046900591153776E-2</c:v>
                </c:pt>
                <c:pt idx="671">
                  <c:v>1.1407192788621014E-2</c:v>
                </c:pt>
                <c:pt idx="672">
                  <c:v>1.0360640530002109E-2</c:v>
                </c:pt>
                <c:pt idx="673">
                  <c:v>1.1698297616181677E-2</c:v>
                </c:pt>
                <c:pt idx="674">
                  <c:v>1.1213073374731423E-2</c:v>
                </c:pt>
                <c:pt idx="675">
                  <c:v>1.0413943252152447E-2</c:v>
                </c:pt>
                <c:pt idx="676">
                  <c:v>1.0575607492074958E-2</c:v>
                </c:pt>
                <c:pt idx="677">
                  <c:v>9.4646937305986265E-3</c:v>
                </c:pt>
                <c:pt idx="678">
                  <c:v>9.649995919626014E-3</c:v>
                </c:pt>
                <c:pt idx="679">
                  <c:v>8.7032648531563395E-3</c:v>
                </c:pt>
                <c:pt idx="680">
                  <c:v>7.9541377849139099E-3</c:v>
                </c:pt>
                <c:pt idx="681">
                  <c:v>7.4422322511944923E-3</c:v>
                </c:pt>
                <c:pt idx="682">
                  <c:v>7.4901684042787331E-3</c:v>
                </c:pt>
                <c:pt idx="683">
                  <c:v>7.0263840117526137E-3</c:v>
                </c:pt>
                <c:pt idx="684">
                  <c:v>6.5772842961584425E-3</c:v>
                </c:pt>
                <c:pt idx="685">
                  <c:v>6.1376591324217925E-3</c:v>
                </c:pt>
                <c:pt idx="686">
                  <c:v>6.0109986769823253E-3</c:v>
                </c:pt>
                <c:pt idx="687">
                  <c:v>6.1671069717950605E-3</c:v>
                </c:pt>
                <c:pt idx="688">
                  <c:v>5.7492342613308101E-3</c:v>
                </c:pt>
                <c:pt idx="689">
                  <c:v>5.5986966174599697E-3</c:v>
                </c:pt>
                <c:pt idx="690">
                  <c:v>5.4532435450650851E-3</c:v>
                </c:pt>
                <c:pt idx="691">
                  <c:v>6.8035935707494982E-3</c:v>
                </c:pt>
                <c:pt idx="692">
                  <c:v>6.4881965710785949E-3</c:v>
                </c:pt>
                <c:pt idx="693">
                  <c:v>6.025103090484654E-3</c:v>
                </c:pt>
                <c:pt idx="694">
                  <c:v>5.6295460546228332E-3</c:v>
                </c:pt>
                <c:pt idx="695">
                  <c:v>5.4448557495972091E-3</c:v>
                </c:pt>
                <c:pt idx="696">
                  <c:v>5.2818540886615068E-3</c:v>
                </c:pt>
                <c:pt idx="697">
                  <c:v>5.0984343483291977E-3</c:v>
                </c:pt>
                <c:pt idx="698">
                  <c:v>4.9240698217785815E-3</c:v>
                </c:pt>
                <c:pt idx="699">
                  <c:v>4.7438835834351005E-3</c:v>
                </c:pt>
                <c:pt idx="700">
                  <c:v>4.606244044775055E-3</c:v>
                </c:pt>
                <c:pt idx="701">
                  <c:v>5.708565538603376E-3</c:v>
                </c:pt>
                <c:pt idx="702">
                  <c:v>5.3674656959934895E-3</c:v>
                </c:pt>
                <c:pt idx="703">
                  <c:v>5.0941444915018688E-3</c:v>
                </c:pt>
                <c:pt idx="704">
                  <c:v>5.1647197439794144E-3</c:v>
                </c:pt>
                <c:pt idx="705">
                  <c:v>4.9776628857022059E-3</c:v>
                </c:pt>
                <c:pt idx="706">
                  <c:v>4.8785762542374001E-3</c:v>
                </c:pt>
                <c:pt idx="707">
                  <c:v>5.8269341347991959E-3</c:v>
                </c:pt>
                <c:pt idx="708">
                  <c:v>5.5510862409100395E-3</c:v>
                </c:pt>
                <c:pt idx="709">
                  <c:v>5.5751747000195818E-3</c:v>
                </c:pt>
                <c:pt idx="710">
                  <c:v>5.5682038189751341E-3</c:v>
                </c:pt>
                <c:pt idx="711">
                  <c:v>6.5782107492295032E-3</c:v>
                </c:pt>
                <c:pt idx="712">
                  <c:v>6.7972007672704015E-3</c:v>
                </c:pt>
                <c:pt idx="713">
                  <c:v>6.8974244978216685E-3</c:v>
                </c:pt>
                <c:pt idx="714">
                  <c:v>6.3762050586284955E-3</c:v>
                </c:pt>
                <c:pt idx="715">
                  <c:v>7.2472421063469444E-3</c:v>
                </c:pt>
                <c:pt idx="716">
                  <c:v>6.7870680576652184E-3</c:v>
                </c:pt>
                <c:pt idx="717">
                  <c:v>6.2676683104686201E-3</c:v>
                </c:pt>
                <c:pt idx="718">
                  <c:v>5.9704099841398992E-3</c:v>
                </c:pt>
                <c:pt idx="719">
                  <c:v>6.8269832816558402E-3</c:v>
                </c:pt>
                <c:pt idx="720">
                  <c:v>6.2805297704109468E-3</c:v>
                </c:pt>
                <c:pt idx="721">
                  <c:v>6.6908310059010673E-3</c:v>
                </c:pt>
                <c:pt idx="722">
                  <c:v>6.1696543758311979E-3</c:v>
                </c:pt>
                <c:pt idx="723">
                  <c:v>5.7420246139248572E-3</c:v>
                </c:pt>
                <c:pt idx="724">
                  <c:v>5.7658688557086293E-3</c:v>
                </c:pt>
                <c:pt idx="725">
                  <c:v>5.8667090496278282E-3</c:v>
                </c:pt>
                <c:pt idx="726">
                  <c:v>5.5054573054479482E-3</c:v>
                </c:pt>
                <c:pt idx="727">
                  <c:v>5.1988476831348884E-3</c:v>
                </c:pt>
                <c:pt idx="728">
                  <c:v>5.4834787268309409E-3</c:v>
                </c:pt>
                <c:pt idx="729">
                  <c:v>5.1803557033116149E-3</c:v>
                </c:pt>
                <c:pt idx="730">
                  <c:v>5.6057998479456276E-3</c:v>
                </c:pt>
                <c:pt idx="731">
                  <c:v>5.4499285769753188E-3</c:v>
                </c:pt>
                <c:pt idx="732">
                  <c:v>6.4322384719424502E-3</c:v>
                </c:pt>
                <c:pt idx="733">
                  <c:v>6.7803931164283661E-3</c:v>
                </c:pt>
                <c:pt idx="734">
                  <c:v>6.4494770112554145E-3</c:v>
                </c:pt>
                <c:pt idx="735">
                  <c:v>6.1058803971022349E-3</c:v>
                </c:pt>
                <c:pt idx="736">
                  <c:v>6.1161464381063587E-3</c:v>
                </c:pt>
                <c:pt idx="737">
                  <c:v>6.4636583794521101E-3</c:v>
                </c:pt>
                <c:pt idx="738">
                  <c:v>6.122376678598546E-3</c:v>
                </c:pt>
                <c:pt idx="739">
                  <c:v>6.539153580610386E-3</c:v>
                </c:pt>
                <c:pt idx="740">
                  <c:v>6.0823775844084174E-3</c:v>
                </c:pt>
                <c:pt idx="741">
                  <c:v>5.7318791835597538E-3</c:v>
                </c:pt>
                <c:pt idx="742">
                  <c:v>6.6131554183132095E-3</c:v>
                </c:pt>
                <c:pt idx="743">
                  <c:v>6.3562086479657959E-3</c:v>
                </c:pt>
                <c:pt idx="744">
                  <c:v>6.016405686866913E-3</c:v>
                </c:pt>
                <c:pt idx="745">
                  <c:v>5.6147503555279647E-3</c:v>
                </c:pt>
                <c:pt idx="746">
                  <c:v>5.3123640717395084E-3</c:v>
                </c:pt>
                <c:pt idx="747">
                  <c:v>6.5333137314100573E-3</c:v>
                </c:pt>
                <c:pt idx="748">
                  <c:v>9.4170866577564065E-3</c:v>
                </c:pt>
                <c:pt idx="749">
                  <c:v>9.6358993589002948E-3</c:v>
                </c:pt>
                <c:pt idx="750">
                  <c:v>8.6518379517466996E-3</c:v>
                </c:pt>
                <c:pt idx="751">
                  <c:v>7.9404254861777848E-3</c:v>
                </c:pt>
                <c:pt idx="752">
                  <c:v>1.0869508736299575E-2</c:v>
                </c:pt>
                <c:pt idx="753">
                  <c:v>1.0251208289629455E-2</c:v>
                </c:pt>
                <c:pt idx="754">
                  <c:v>1.1462501645261809E-2</c:v>
                </c:pt>
                <c:pt idx="755">
                  <c:v>1.1436343111983249E-2</c:v>
                </c:pt>
                <c:pt idx="756">
                  <c:v>1.0293295012741253E-2</c:v>
                </c:pt>
                <c:pt idx="757">
                  <c:v>9.5309817318926827E-3</c:v>
                </c:pt>
                <c:pt idx="758">
                  <c:v>9.1919344532885219E-3</c:v>
                </c:pt>
                <c:pt idx="759">
                  <c:v>8.3021269249573728E-3</c:v>
                </c:pt>
                <c:pt idx="760">
                  <c:v>8.0791288739555898E-3</c:v>
                </c:pt>
                <c:pt idx="761">
                  <c:v>7.3643328280798394E-3</c:v>
                </c:pt>
                <c:pt idx="762">
                  <c:v>6.7804481913107412E-3</c:v>
                </c:pt>
                <c:pt idx="763">
                  <c:v>6.3844193237217288E-3</c:v>
                </c:pt>
                <c:pt idx="764">
                  <c:v>6.2976747090891343E-3</c:v>
                </c:pt>
                <c:pt idx="765">
                  <c:v>6.1008901053551477E-3</c:v>
                </c:pt>
                <c:pt idx="766">
                  <c:v>7.4591046947494648E-3</c:v>
                </c:pt>
                <c:pt idx="767">
                  <c:v>1.6834076051914979E-2</c:v>
                </c:pt>
                <c:pt idx="768">
                  <c:v>2.033381252318911E-2</c:v>
                </c:pt>
                <c:pt idx="769">
                  <c:v>1.7947658105950823E-2</c:v>
                </c:pt>
                <c:pt idx="770">
                  <c:v>2.5712399645754294E-2</c:v>
                </c:pt>
                <c:pt idx="771">
                  <c:v>2.2852314859356709E-2</c:v>
                </c:pt>
                <c:pt idx="772">
                  <c:v>2.9144294917479531E-2</c:v>
                </c:pt>
                <c:pt idx="773">
                  <c:v>2.8603690634433979E-2</c:v>
                </c:pt>
                <c:pt idx="774">
                  <c:v>3.1678647112326701E-2</c:v>
                </c:pt>
                <c:pt idx="775">
                  <c:v>3.1808793648083998E-2</c:v>
                </c:pt>
                <c:pt idx="776">
                  <c:v>2.8924239696800951E-2</c:v>
                </c:pt>
                <c:pt idx="777">
                  <c:v>4.312548037016703E-2</c:v>
                </c:pt>
                <c:pt idx="778">
                  <c:v>4.4007639436971266E-2</c:v>
                </c:pt>
                <c:pt idx="779">
                  <c:v>4.4545694556556763E-2</c:v>
                </c:pt>
                <c:pt idx="780">
                  <c:v>5.8531729505086505E-2</c:v>
                </c:pt>
                <c:pt idx="781">
                  <c:v>6.66034573725095E-2</c:v>
                </c:pt>
                <c:pt idx="782">
                  <c:v>8.0104988746725503E-2</c:v>
                </c:pt>
                <c:pt idx="783">
                  <c:v>7.5194726893220182E-2</c:v>
                </c:pt>
                <c:pt idx="784">
                  <c:v>6.9865983685244396E-2</c:v>
                </c:pt>
                <c:pt idx="785">
                  <c:v>6.1070950702745423E-2</c:v>
                </c:pt>
                <c:pt idx="786">
                  <c:v>5.6955340126461029E-2</c:v>
                </c:pt>
                <c:pt idx="787">
                  <c:v>5.1555070212271861E-2</c:v>
                </c:pt>
                <c:pt idx="788">
                  <c:v>6.2355600873657747E-2</c:v>
                </c:pt>
                <c:pt idx="789">
                  <c:v>5.4736259733633191E-2</c:v>
                </c:pt>
                <c:pt idx="790">
                  <c:v>5.5767963385598307E-2</c:v>
                </c:pt>
                <c:pt idx="791">
                  <c:v>5.1130177830316044E-2</c:v>
                </c:pt>
                <c:pt idx="792">
                  <c:v>4.7264476510595371E-2</c:v>
                </c:pt>
                <c:pt idx="793">
                  <c:v>4.1964249328744867E-2</c:v>
                </c:pt>
                <c:pt idx="794">
                  <c:v>4.1924005452084974E-2</c:v>
                </c:pt>
                <c:pt idx="795">
                  <c:v>3.8128509068955013E-2</c:v>
                </c:pt>
                <c:pt idx="796">
                  <c:v>3.4066414141336203E-2</c:v>
                </c:pt>
                <c:pt idx="797">
                  <c:v>4.3961603204524351E-2</c:v>
                </c:pt>
                <c:pt idx="798">
                  <c:v>3.8441245210107278E-2</c:v>
                </c:pt>
                <c:pt idx="799">
                  <c:v>3.7083868789948002E-2</c:v>
                </c:pt>
                <c:pt idx="800">
                  <c:v>3.3114388237459894E-2</c:v>
                </c:pt>
                <c:pt idx="801">
                  <c:v>2.9349508782226617E-2</c:v>
                </c:pt>
                <c:pt idx="802">
                  <c:v>2.928901454106821E-2</c:v>
                </c:pt>
                <c:pt idx="803">
                  <c:v>2.7573599918216243E-2</c:v>
                </c:pt>
                <c:pt idx="804">
                  <c:v>2.4303253829744884E-2</c:v>
                </c:pt>
                <c:pt idx="805">
                  <c:v>2.4610919134368303E-2</c:v>
                </c:pt>
                <c:pt idx="806">
                  <c:v>2.308963602596692E-2</c:v>
                </c:pt>
                <c:pt idx="807">
                  <c:v>2.4676482659268546E-2</c:v>
                </c:pt>
                <c:pt idx="808">
                  <c:v>2.4064241024886485E-2</c:v>
                </c:pt>
                <c:pt idx="809">
                  <c:v>2.1105080507699735E-2</c:v>
                </c:pt>
                <c:pt idx="810">
                  <c:v>1.9604968095497943E-2</c:v>
                </c:pt>
                <c:pt idx="811">
                  <c:v>1.8509744318471171E-2</c:v>
                </c:pt>
                <c:pt idx="812">
                  <c:v>1.6458820953246581E-2</c:v>
                </c:pt>
                <c:pt idx="813">
                  <c:v>1.8962579027025559E-2</c:v>
                </c:pt>
                <c:pt idx="814">
                  <c:v>1.7202922842243975E-2</c:v>
                </c:pt>
                <c:pt idx="815">
                  <c:v>1.9891884220538673E-2</c:v>
                </c:pt>
                <c:pt idx="816">
                  <c:v>1.7588786489354153E-2</c:v>
                </c:pt>
                <c:pt idx="817">
                  <c:v>1.6031203363587744E-2</c:v>
                </c:pt>
                <c:pt idx="818">
                  <c:v>1.4495195946068627E-2</c:v>
                </c:pt>
                <c:pt idx="819">
                  <c:v>1.3857156512714592E-2</c:v>
                </c:pt>
                <c:pt idx="820">
                  <c:v>1.450426110971131E-2</c:v>
                </c:pt>
                <c:pt idx="821">
                  <c:v>1.2817541187091261E-2</c:v>
                </c:pt>
                <c:pt idx="822">
                  <c:v>1.4759992784718895E-2</c:v>
                </c:pt>
                <c:pt idx="823">
                  <c:v>1.5308605932443795E-2</c:v>
                </c:pt>
                <c:pt idx="824">
                  <c:v>1.4512050893664433E-2</c:v>
                </c:pt>
                <c:pt idx="825">
                  <c:v>1.295035823557133E-2</c:v>
                </c:pt>
                <c:pt idx="826">
                  <c:v>1.8471797415421216E-2</c:v>
                </c:pt>
                <c:pt idx="827">
                  <c:v>1.6947660025825945E-2</c:v>
                </c:pt>
                <c:pt idx="828">
                  <c:v>1.6774631525350667E-2</c:v>
                </c:pt>
                <c:pt idx="829">
                  <c:v>1.5204459081551725E-2</c:v>
                </c:pt>
                <c:pt idx="830">
                  <c:v>1.3465238604741385E-2</c:v>
                </c:pt>
                <c:pt idx="831">
                  <c:v>1.3191188436907206E-2</c:v>
                </c:pt>
                <c:pt idx="832">
                  <c:v>1.3526468187624712E-2</c:v>
                </c:pt>
                <c:pt idx="833">
                  <c:v>1.2013728332008458E-2</c:v>
                </c:pt>
                <c:pt idx="834">
                  <c:v>1.0900780984359435E-2</c:v>
                </c:pt>
                <c:pt idx="835">
                  <c:v>9.8725935941106086E-3</c:v>
                </c:pt>
                <c:pt idx="836">
                  <c:v>9.6148352711410423E-3</c:v>
                </c:pt>
                <c:pt idx="837">
                  <c:v>1.0663322463707343E-2</c:v>
                </c:pt>
                <c:pt idx="838">
                  <c:v>9.6431162505006135E-3</c:v>
                </c:pt>
                <c:pt idx="839">
                  <c:v>1.482610927589348E-2</c:v>
                </c:pt>
                <c:pt idx="840">
                  <c:v>1.4215695704312385E-2</c:v>
                </c:pt>
                <c:pt idx="841">
                  <c:v>1.306928629863166E-2</c:v>
                </c:pt>
                <c:pt idx="842">
                  <c:v>1.1835572962075963E-2</c:v>
                </c:pt>
                <c:pt idx="843">
                  <c:v>2.9052028470587257E-2</c:v>
                </c:pt>
                <c:pt idx="844">
                  <c:v>2.6140588653412143E-2</c:v>
                </c:pt>
                <c:pt idx="845">
                  <c:v>2.3225245478945791E-2</c:v>
                </c:pt>
                <c:pt idx="846">
                  <c:v>2.2158753325772936E-2</c:v>
                </c:pt>
                <c:pt idx="847">
                  <c:v>1.9518091621478943E-2</c:v>
                </c:pt>
                <c:pt idx="848">
                  <c:v>1.715803310538221E-2</c:v>
                </c:pt>
                <c:pt idx="849">
                  <c:v>1.5332168906714107E-2</c:v>
                </c:pt>
                <c:pt idx="850">
                  <c:v>1.385713264942439E-2</c:v>
                </c:pt>
                <c:pt idx="851">
                  <c:v>1.2418153044706061E-2</c:v>
                </c:pt>
                <c:pt idx="852">
                  <c:v>1.6203858426182979E-2</c:v>
                </c:pt>
                <c:pt idx="853">
                  <c:v>1.5146712431977362E-2</c:v>
                </c:pt>
                <c:pt idx="854">
                  <c:v>1.7397973207732301E-2</c:v>
                </c:pt>
                <c:pt idx="855">
                  <c:v>1.6738567271785281E-2</c:v>
                </c:pt>
                <c:pt idx="856">
                  <c:v>1.6359092371781878E-2</c:v>
                </c:pt>
                <c:pt idx="857">
                  <c:v>1.4603043094749822E-2</c:v>
                </c:pt>
                <c:pt idx="858">
                  <c:v>1.3070206851427308E-2</c:v>
                </c:pt>
                <c:pt idx="859">
                  <c:v>1.3688589138000314E-2</c:v>
                </c:pt>
                <c:pt idx="860">
                  <c:v>1.3094211953985352E-2</c:v>
                </c:pt>
                <c:pt idx="861">
                  <c:v>1.2147084672176171E-2</c:v>
                </c:pt>
                <c:pt idx="862">
                  <c:v>1.1095848199398512E-2</c:v>
                </c:pt>
                <c:pt idx="863">
                  <c:v>1.0994961335554766E-2</c:v>
                </c:pt>
                <c:pt idx="864">
                  <c:v>1.0703792307658723E-2</c:v>
                </c:pt>
                <c:pt idx="865">
                  <c:v>1.1366098359505304E-2</c:v>
                </c:pt>
                <c:pt idx="866">
                  <c:v>1.0945581533903069E-2</c:v>
                </c:pt>
                <c:pt idx="867">
                  <c:v>9.8839665332926922E-3</c:v>
                </c:pt>
                <c:pt idx="868">
                  <c:v>8.949846477555182E-3</c:v>
                </c:pt>
                <c:pt idx="869">
                  <c:v>8.9382690737081529E-3</c:v>
                </c:pt>
                <c:pt idx="870">
                  <c:v>8.0878112641941599E-3</c:v>
                </c:pt>
                <c:pt idx="871">
                  <c:v>7.7942635700146388E-3</c:v>
                </c:pt>
                <c:pt idx="872">
                  <c:v>9.0697340484972595E-3</c:v>
                </c:pt>
                <c:pt idx="873">
                  <c:v>8.6435253519005478E-3</c:v>
                </c:pt>
                <c:pt idx="874">
                  <c:v>8.5093976923597704E-3</c:v>
                </c:pt>
                <c:pt idx="875">
                  <c:v>8.243662580353724E-3</c:v>
                </c:pt>
                <c:pt idx="876">
                  <c:v>9.3979494854336404E-3</c:v>
                </c:pt>
                <c:pt idx="877">
                  <c:v>8.6146141061121898E-3</c:v>
                </c:pt>
                <c:pt idx="878">
                  <c:v>8.5384413515582139E-3</c:v>
                </c:pt>
                <c:pt idx="879">
                  <c:v>8.3889666163188895E-3</c:v>
                </c:pt>
                <c:pt idx="880">
                  <c:v>7.7663108663623944E-3</c:v>
                </c:pt>
                <c:pt idx="881">
                  <c:v>7.6563302135793194E-3</c:v>
                </c:pt>
                <c:pt idx="882">
                  <c:v>7.5710563267951904E-3</c:v>
                </c:pt>
                <c:pt idx="883">
                  <c:v>6.9061835346072766E-3</c:v>
                </c:pt>
                <c:pt idx="884">
                  <c:v>6.469950410008354E-3</c:v>
                </c:pt>
                <c:pt idx="885">
                  <c:v>7.0163281562601642E-3</c:v>
                </c:pt>
                <c:pt idx="886">
                  <c:v>9.0988917826562293E-3</c:v>
                </c:pt>
                <c:pt idx="887">
                  <c:v>8.240797174164087E-3</c:v>
                </c:pt>
                <c:pt idx="888">
                  <c:v>7.4625645299402034E-3</c:v>
                </c:pt>
                <c:pt idx="889">
                  <c:v>6.9222372478298733E-3</c:v>
                </c:pt>
                <c:pt idx="890">
                  <c:v>6.4468699180767943E-3</c:v>
                </c:pt>
                <c:pt idx="891">
                  <c:v>6.3001590859353531E-3</c:v>
                </c:pt>
                <c:pt idx="892">
                  <c:v>6.0231044663813437E-3</c:v>
                </c:pt>
                <c:pt idx="893">
                  <c:v>5.8368271822521979E-3</c:v>
                </c:pt>
                <c:pt idx="894">
                  <c:v>7.1537579215884385E-3</c:v>
                </c:pt>
                <c:pt idx="895">
                  <c:v>6.7569541960900486E-3</c:v>
                </c:pt>
                <c:pt idx="896">
                  <c:v>7.7883976040993121E-3</c:v>
                </c:pt>
                <c:pt idx="897">
                  <c:v>7.1236488476540743E-3</c:v>
                </c:pt>
                <c:pt idx="898">
                  <c:v>7.2225975269098082E-3</c:v>
                </c:pt>
                <c:pt idx="899">
                  <c:v>6.6856529352645406E-3</c:v>
                </c:pt>
                <c:pt idx="900">
                  <c:v>7.0668132682515728E-3</c:v>
                </c:pt>
                <c:pt idx="901">
                  <c:v>9.582179011958146E-3</c:v>
                </c:pt>
                <c:pt idx="902">
                  <c:v>1.8284520359102968E-2</c:v>
                </c:pt>
                <c:pt idx="903">
                  <c:v>1.6514718531615194E-2</c:v>
                </c:pt>
                <c:pt idx="904">
                  <c:v>1.9350250327762508E-2</c:v>
                </c:pt>
                <c:pt idx="905">
                  <c:v>1.9365034496625449E-2</c:v>
                </c:pt>
                <c:pt idx="906">
                  <c:v>1.8842844203955808E-2</c:v>
                </c:pt>
                <c:pt idx="907">
                  <c:v>1.6572179733531745E-2</c:v>
                </c:pt>
                <c:pt idx="908">
                  <c:v>1.5733460523327494E-2</c:v>
                </c:pt>
                <c:pt idx="909">
                  <c:v>1.4084366633354328E-2</c:v>
                </c:pt>
                <c:pt idx="910">
                  <c:v>1.2634776864148939E-2</c:v>
                </c:pt>
                <c:pt idx="911">
                  <c:v>1.1855175200958861E-2</c:v>
                </c:pt>
                <c:pt idx="912">
                  <c:v>1.1723805042049581E-2</c:v>
                </c:pt>
                <c:pt idx="913">
                  <c:v>1.1702661539214376E-2</c:v>
                </c:pt>
                <c:pt idx="914">
                  <c:v>1.1474517977054535E-2</c:v>
                </c:pt>
                <c:pt idx="915">
                  <c:v>1.493488352777899E-2</c:v>
                </c:pt>
                <c:pt idx="916">
                  <c:v>1.3260215004658535E-2</c:v>
                </c:pt>
                <c:pt idx="917">
                  <c:v>1.3850281878219026E-2</c:v>
                </c:pt>
                <c:pt idx="918">
                  <c:v>1.4315417128806747E-2</c:v>
                </c:pt>
                <c:pt idx="919">
                  <c:v>1.2846216612340965E-2</c:v>
                </c:pt>
                <c:pt idx="920">
                  <c:v>1.2003924595864555E-2</c:v>
                </c:pt>
                <c:pt idx="921">
                  <c:v>1.093949424819499E-2</c:v>
                </c:pt>
                <c:pt idx="922">
                  <c:v>1.0700633602330914E-2</c:v>
                </c:pt>
                <c:pt idx="923">
                  <c:v>1.2624542025147715E-2</c:v>
                </c:pt>
                <c:pt idx="924">
                  <c:v>1.2908268308036886E-2</c:v>
                </c:pt>
                <c:pt idx="925">
                  <c:v>1.3957499859735515E-2</c:v>
                </c:pt>
                <c:pt idx="926">
                  <c:v>1.2882729294374637E-2</c:v>
                </c:pt>
                <c:pt idx="927">
                  <c:v>1.2114159640994365E-2</c:v>
                </c:pt>
                <c:pt idx="928">
                  <c:v>1.3140142291728467E-2</c:v>
                </c:pt>
                <c:pt idx="929">
                  <c:v>1.1997245607952534E-2</c:v>
                </c:pt>
                <c:pt idx="930">
                  <c:v>1.1085844511835752E-2</c:v>
                </c:pt>
                <c:pt idx="931">
                  <c:v>9.9041659952702251E-3</c:v>
                </c:pt>
                <c:pt idx="932">
                  <c:v>8.8710526565272708E-3</c:v>
                </c:pt>
                <c:pt idx="933">
                  <c:v>1.0963023869856278E-2</c:v>
                </c:pt>
                <c:pt idx="934">
                  <c:v>1.0012597370939827E-2</c:v>
                </c:pt>
                <c:pt idx="935">
                  <c:v>9.0197326550323208E-3</c:v>
                </c:pt>
                <c:pt idx="936">
                  <c:v>8.466503720875887E-3</c:v>
                </c:pt>
                <c:pt idx="937">
                  <c:v>7.8143677623338358E-3</c:v>
                </c:pt>
                <c:pt idx="938">
                  <c:v>1.1108637615382911E-2</c:v>
                </c:pt>
                <c:pt idx="939">
                  <c:v>9.9958802924466784E-3</c:v>
                </c:pt>
                <c:pt idx="940">
                  <c:v>1.8517740310361554E-2</c:v>
                </c:pt>
                <c:pt idx="941">
                  <c:v>1.718850711526752E-2</c:v>
                </c:pt>
                <c:pt idx="942">
                  <c:v>1.613039312634823E-2</c:v>
                </c:pt>
                <c:pt idx="943">
                  <c:v>1.5306454274951446E-2</c:v>
                </c:pt>
                <c:pt idx="944">
                  <c:v>1.5791889848770006E-2</c:v>
                </c:pt>
                <c:pt idx="945">
                  <c:v>1.7222535147799659E-2</c:v>
                </c:pt>
                <c:pt idx="946">
                  <c:v>1.7605652462682087E-2</c:v>
                </c:pt>
                <c:pt idx="947">
                  <c:v>1.5498994793584403E-2</c:v>
                </c:pt>
                <c:pt idx="948">
                  <c:v>1.4694523184387848E-2</c:v>
                </c:pt>
                <c:pt idx="949">
                  <c:v>1.2997468487261044E-2</c:v>
                </c:pt>
                <c:pt idx="950">
                  <c:v>1.2043822871666063E-2</c:v>
                </c:pt>
                <c:pt idx="951">
                  <c:v>1.16407469564696E-2</c:v>
                </c:pt>
                <c:pt idx="952">
                  <c:v>1.2095919174032767E-2</c:v>
                </c:pt>
                <c:pt idx="953">
                  <c:v>1.200359085225425E-2</c:v>
                </c:pt>
                <c:pt idx="954">
                  <c:v>1.0890370273652659E-2</c:v>
                </c:pt>
                <c:pt idx="955">
                  <c:v>1.107018243290832E-2</c:v>
                </c:pt>
                <c:pt idx="956">
                  <c:v>1.0031074795792913E-2</c:v>
                </c:pt>
                <c:pt idx="957">
                  <c:v>9.5057104945977747E-3</c:v>
                </c:pt>
                <c:pt idx="958">
                  <c:v>8.9162832776735635E-3</c:v>
                </c:pt>
                <c:pt idx="959">
                  <c:v>1.0938390018761075E-2</c:v>
                </c:pt>
                <c:pt idx="960">
                  <c:v>9.7802867419495409E-3</c:v>
                </c:pt>
                <c:pt idx="961">
                  <c:v>8.8343327623097868E-3</c:v>
                </c:pt>
                <c:pt idx="962">
                  <c:v>8.2381331026455482E-3</c:v>
                </c:pt>
                <c:pt idx="963">
                  <c:v>9.0809403465246519E-3</c:v>
                </c:pt>
                <c:pt idx="964">
                  <c:v>8.2130738824908543E-3</c:v>
                </c:pt>
                <c:pt idx="965">
                  <c:v>7.4443345095175509E-3</c:v>
                </c:pt>
                <c:pt idx="966">
                  <c:v>7.9145372268623199E-3</c:v>
                </c:pt>
                <c:pt idx="967">
                  <c:v>7.2426742381740674E-3</c:v>
                </c:pt>
                <c:pt idx="968">
                  <c:v>6.7484831880909998E-3</c:v>
                </c:pt>
                <c:pt idx="969">
                  <c:v>7.2089296918817205E-3</c:v>
                </c:pt>
                <c:pt idx="970">
                  <c:v>6.6241436535644307E-3</c:v>
                </c:pt>
                <c:pt idx="971">
                  <c:v>6.1401746466793307E-3</c:v>
                </c:pt>
                <c:pt idx="972">
                  <c:v>6.0552168360115417E-3</c:v>
                </c:pt>
                <c:pt idx="973">
                  <c:v>8.1916782635979429E-3</c:v>
                </c:pt>
                <c:pt idx="974">
                  <c:v>7.4653666124745418E-3</c:v>
                </c:pt>
                <c:pt idx="975">
                  <c:v>7.3072677687791897E-3</c:v>
                </c:pt>
                <c:pt idx="976">
                  <c:v>6.8717435252862238E-3</c:v>
                </c:pt>
                <c:pt idx="977">
                  <c:v>6.5674946247420568E-3</c:v>
                </c:pt>
                <c:pt idx="978">
                  <c:v>6.1401508427146685E-3</c:v>
                </c:pt>
                <c:pt idx="979">
                  <c:v>5.7246789966749869E-3</c:v>
                </c:pt>
                <c:pt idx="980">
                  <c:v>5.6157409494230759E-3</c:v>
                </c:pt>
                <c:pt idx="981">
                  <c:v>6.634237391530704E-3</c:v>
                </c:pt>
                <c:pt idx="982">
                  <c:v>6.2058964487208814E-3</c:v>
                </c:pt>
                <c:pt idx="983">
                  <c:v>5.801136273999829E-3</c:v>
                </c:pt>
                <c:pt idx="984">
                  <c:v>6.1902240548158648E-3</c:v>
                </c:pt>
                <c:pt idx="985">
                  <c:v>8.892382191196176E-3</c:v>
                </c:pt>
                <c:pt idx="986">
                  <c:v>8.6476221947692812E-3</c:v>
                </c:pt>
                <c:pt idx="987">
                  <c:v>8.2342288151211421E-3</c:v>
                </c:pt>
                <c:pt idx="988">
                  <c:v>1.0105880208428916E-2</c:v>
                </c:pt>
                <c:pt idx="989">
                  <c:v>9.3879995653069013E-3</c:v>
                </c:pt>
                <c:pt idx="990">
                  <c:v>8.9537145256144875E-3</c:v>
                </c:pt>
                <c:pt idx="991">
                  <c:v>8.0662768815294023E-3</c:v>
                </c:pt>
                <c:pt idx="992">
                  <c:v>7.3896617953056161E-3</c:v>
                </c:pt>
                <c:pt idx="993">
                  <c:v>6.9653105920835694E-3</c:v>
                </c:pt>
                <c:pt idx="994">
                  <c:v>7.1978838995938694E-3</c:v>
                </c:pt>
                <c:pt idx="995">
                  <c:v>7.5750908881042113E-3</c:v>
                </c:pt>
                <c:pt idx="996">
                  <c:v>9.4151968470002293E-3</c:v>
                </c:pt>
                <c:pt idx="997">
                  <c:v>8.4564540082221491E-3</c:v>
                </c:pt>
                <c:pt idx="998">
                  <c:v>7.7679883060148306E-3</c:v>
                </c:pt>
                <c:pt idx="999">
                  <c:v>7.2576181189775678E-3</c:v>
                </c:pt>
                <c:pt idx="1000">
                  <c:v>6.673491924025444E-3</c:v>
                </c:pt>
                <c:pt idx="1001">
                  <c:v>1.3305237388511099E-2</c:v>
                </c:pt>
                <c:pt idx="1002">
                  <c:v>1.2608521402045563E-2</c:v>
                </c:pt>
                <c:pt idx="1003">
                  <c:v>1.4276417895881785E-2</c:v>
                </c:pt>
                <c:pt idx="1004">
                  <c:v>1.4617418457083906E-2</c:v>
                </c:pt>
                <c:pt idx="1005">
                  <c:v>1.440718228009167E-2</c:v>
                </c:pt>
                <c:pt idx="1006">
                  <c:v>1.2742088878636227E-2</c:v>
                </c:pt>
                <c:pt idx="1007">
                  <c:v>1.235097818844365E-2</c:v>
                </c:pt>
                <c:pt idx="1008">
                  <c:v>1.1108970625422323E-2</c:v>
                </c:pt>
                <c:pt idx="1009">
                  <c:v>1.0466465879070129E-2</c:v>
                </c:pt>
                <c:pt idx="1010">
                  <c:v>9.3640441631993015E-3</c:v>
                </c:pt>
                <c:pt idx="1011">
                  <c:v>8.4132809757294577E-3</c:v>
                </c:pt>
                <c:pt idx="1012">
                  <c:v>7.6457021199631348E-3</c:v>
                </c:pt>
                <c:pt idx="1013">
                  <c:v>7.2911519629067223E-3</c:v>
                </c:pt>
                <c:pt idx="1014">
                  <c:v>6.6714287391176604E-3</c:v>
                </c:pt>
                <c:pt idx="1015">
                  <c:v>6.1534494378283526E-3</c:v>
                </c:pt>
                <c:pt idx="1016">
                  <c:v>6.0741071659413271E-3</c:v>
                </c:pt>
                <c:pt idx="1017">
                  <c:v>5.7241416443523522E-3</c:v>
                </c:pt>
                <c:pt idx="1018">
                  <c:v>6.4430545611975998E-3</c:v>
                </c:pt>
                <c:pt idx="1019">
                  <c:v>5.9910964122067475E-3</c:v>
                </c:pt>
                <c:pt idx="1020">
                  <c:v>7.6468146088651233E-3</c:v>
                </c:pt>
                <c:pt idx="1021">
                  <c:v>1.3227309397996075E-2</c:v>
                </c:pt>
                <c:pt idx="1022">
                  <c:v>1.1918597227908936E-2</c:v>
                </c:pt>
                <c:pt idx="1023">
                  <c:v>1.5220546384237215E-2</c:v>
                </c:pt>
                <c:pt idx="1024">
                  <c:v>1.3939114443390018E-2</c:v>
                </c:pt>
                <c:pt idx="1025">
                  <c:v>1.3713698561467029E-2</c:v>
                </c:pt>
                <c:pt idx="1026">
                  <c:v>1.3611603055502318E-2</c:v>
                </c:pt>
                <c:pt idx="1027">
                  <c:v>1.5012553507362024E-2</c:v>
                </c:pt>
                <c:pt idx="1028">
                  <c:v>1.3482764007975873E-2</c:v>
                </c:pt>
                <c:pt idx="1029">
                  <c:v>1.3593364683317356E-2</c:v>
                </c:pt>
                <c:pt idx="1030">
                  <c:v>1.234706467949981E-2</c:v>
                </c:pt>
                <c:pt idx="1031">
                  <c:v>1.1955676279500478E-2</c:v>
                </c:pt>
                <c:pt idx="1032">
                  <c:v>1.0634661363512108E-2</c:v>
                </c:pt>
                <c:pt idx="1033">
                  <c:v>9.9511083103481016E-3</c:v>
                </c:pt>
                <c:pt idx="1034">
                  <c:v>8.9399271034034493E-3</c:v>
                </c:pt>
                <c:pt idx="1035">
                  <c:v>8.1602758046355282E-3</c:v>
                </c:pt>
                <c:pt idx="1036">
                  <c:v>1.0033032404383684E-2</c:v>
                </c:pt>
                <c:pt idx="1037">
                  <c:v>8.9848196916176553E-3</c:v>
                </c:pt>
                <c:pt idx="1038">
                  <c:v>8.7103471519559324E-3</c:v>
                </c:pt>
                <c:pt idx="1039">
                  <c:v>8.6047298606057449E-3</c:v>
                </c:pt>
                <c:pt idx="1040">
                  <c:v>8.1649313454069516E-3</c:v>
                </c:pt>
                <c:pt idx="1041">
                  <c:v>7.780143277161037E-3</c:v>
                </c:pt>
                <c:pt idx="1042">
                  <c:v>1.0413311233299513E-2</c:v>
                </c:pt>
                <c:pt idx="1043">
                  <c:v>9.3132484054785861E-3</c:v>
                </c:pt>
                <c:pt idx="1044">
                  <c:v>8.493504015817166E-3</c:v>
                </c:pt>
                <c:pt idx="1045">
                  <c:v>7.8534778020041066E-3</c:v>
                </c:pt>
                <c:pt idx="1046">
                  <c:v>8.969139188745652E-3</c:v>
                </c:pt>
                <c:pt idx="1047">
                  <c:v>1.0451704959047865E-2</c:v>
                </c:pt>
                <c:pt idx="1048">
                  <c:v>9.3481703729516048E-3</c:v>
                </c:pt>
                <c:pt idx="1049">
                  <c:v>8.4256189951413818E-3</c:v>
                </c:pt>
                <c:pt idx="1050">
                  <c:v>7.8607665418988105E-3</c:v>
                </c:pt>
                <c:pt idx="1051">
                  <c:v>7.9748261132341208E-3</c:v>
                </c:pt>
                <c:pt idx="1052">
                  <c:v>7.2390581343318395E-3</c:v>
                </c:pt>
                <c:pt idx="1053">
                  <c:v>6.7936348130557198E-3</c:v>
                </c:pt>
                <c:pt idx="1054">
                  <c:v>6.5287495355971685E-3</c:v>
                </c:pt>
                <c:pt idx="1055">
                  <c:v>7.8984612059074897E-3</c:v>
                </c:pt>
                <c:pt idx="1056">
                  <c:v>7.3634555918342653E-3</c:v>
                </c:pt>
                <c:pt idx="1057">
                  <c:v>7.1547545210656951E-3</c:v>
                </c:pt>
                <c:pt idx="1058">
                  <c:v>7.2597415301505477E-3</c:v>
                </c:pt>
                <c:pt idx="1059">
                  <c:v>7.8974555339249002E-3</c:v>
                </c:pt>
                <c:pt idx="1060">
                  <c:v>8.3285976072155626E-3</c:v>
                </c:pt>
                <c:pt idx="1061">
                  <c:v>9.0554598824434691E-3</c:v>
                </c:pt>
                <c:pt idx="1062">
                  <c:v>8.1911882388053039E-3</c:v>
                </c:pt>
                <c:pt idx="1063">
                  <c:v>7.421048310767682E-3</c:v>
                </c:pt>
                <c:pt idx="1064">
                  <c:v>6.7858154485791241E-3</c:v>
                </c:pt>
                <c:pt idx="1065">
                  <c:v>6.9763745300929075E-3</c:v>
                </c:pt>
                <c:pt idx="1066">
                  <c:v>7.2070206056292687E-3</c:v>
                </c:pt>
                <c:pt idx="1067">
                  <c:v>6.7159220166020436E-3</c:v>
                </c:pt>
                <c:pt idx="1068">
                  <c:v>6.9073011121075388E-3</c:v>
                </c:pt>
                <c:pt idx="1069">
                  <c:v>6.3552600590496703E-3</c:v>
                </c:pt>
                <c:pt idx="1070">
                  <c:v>6.9839755815872817E-3</c:v>
                </c:pt>
                <c:pt idx="1071">
                  <c:v>7.2506224851634901E-3</c:v>
                </c:pt>
                <c:pt idx="1072">
                  <c:v>8.1838696632913141E-3</c:v>
                </c:pt>
                <c:pt idx="1073">
                  <c:v>8.4172739678847319E-3</c:v>
                </c:pt>
                <c:pt idx="1074">
                  <c:v>1.2451098340988516E-2</c:v>
                </c:pt>
                <c:pt idx="1075">
                  <c:v>1.2384370499419777E-2</c:v>
                </c:pt>
                <c:pt idx="1076">
                  <c:v>1.2953910020807464E-2</c:v>
                </c:pt>
                <c:pt idx="1077">
                  <c:v>1.1540577550453944E-2</c:v>
                </c:pt>
                <c:pt idx="1078">
                  <c:v>1.0988848259264248E-2</c:v>
                </c:pt>
                <c:pt idx="1079">
                  <c:v>9.8891966103894745E-3</c:v>
                </c:pt>
                <c:pt idx="1080">
                  <c:v>1.0098461186996475E-2</c:v>
                </c:pt>
                <c:pt idx="1081">
                  <c:v>9.0434555215019828E-3</c:v>
                </c:pt>
                <c:pt idx="1082">
                  <c:v>9.3270102206190614E-3</c:v>
                </c:pt>
                <c:pt idx="1083">
                  <c:v>8.437050805272352E-3</c:v>
                </c:pt>
                <c:pt idx="1084">
                  <c:v>7.6760768241314614E-3</c:v>
                </c:pt>
                <c:pt idx="1085">
                  <c:v>7.0084326673248909E-3</c:v>
                </c:pt>
                <c:pt idx="1086">
                  <c:v>6.4406881627294479E-3</c:v>
                </c:pt>
                <c:pt idx="1087">
                  <c:v>5.9655721320820568E-3</c:v>
                </c:pt>
                <c:pt idx="1088">
                  <c:v>5.6111799145782135E-3</c:v>
                </c:pt>
                <c:pt idx="1089">
                  <c:v>5.5403123441646667E-3</c:v>
                </c:pt>
                <c:pt idx="1090">
                  <c:v>6.617027821081871E-3</c:v>
                </c:pt>
                <c:pt idx="1091">
                  <c:v>6.117692563102968E-3</c:v>
                </c:pt>
                <c:pt idx="1092">
                  <c:v>5.6965920057843933E-3</c:v>
                </c:pt>
                <c:pt idx="1093">
                  <c:v>5.4179575872166045E-3</c:v>
                </c:pt>
                <c:pt idx="1094">
                  <c:v>5.5551132974223805E-3</c:v>
                </c:pt>
                <c:pt idx="1095">
                  <c:v>5.314128951093889E-3</c:v>
                </c:pt>
                <c:pt idx="1096">
                  <c:v>5.112469058942061E-3</c:v>
                </c:pt>
                <c:pt idx="1097">
                  <c:v>4.9692213606802585E-3</c:v>
                </c:pt>
                <c:pt idx="1098">
                  <c:v>5.3731180124778977E-3</c:v>
                </c:pt>
                <c:pt idx="1099">
                  <c:v>5.095344190533411E-3</c:v>
                </c:pt>
                <c:pt idx="1100">
                  <c:v>7.7499803029719549E-3</c:v>
                </c:pt>
                <c:pt idx="1101">
                  <c:v>9.5437259045267307E-3</c:v>
                </c:pt>
                <c:pt idx="1102">
                  <c:v>8.8820434456362389E-3</c:v>
                </c:pt>
                <c:pt idx="1103">
                  <c:v>8.0188229846913286E-3</c:v>
                </c:pt>
                <c:pt idx="1104">
                  <c:v>7.7498239708092649E-3</c:v>
                </c:pt>
                <c:pt idx="1105">
                  <c:v>7.2138761895699233E-3</c:v>
                </c:pt>
                <c:pt idx="1106">
                  <c:v>6.6870221561040298E-3</c:v>
                </c:pt>
                <c:pt idx="1107">
                  <c:v>6.1658983538684714E-3</c:v>
                </c:pt>
                <c:pt idx="1108">
                  <c:v>5.7678749348359622E-3</c:v>
                </c:pt>
                <c:pt idx="1109">
                  <c:v>5.9186054806627834E-3</c:v>
                </c:pt>
                <c:pt idx="1110">
                  <c:v>6.5184820315755572E-3</c:v>
                </c:pt>
                <c:pt idx="1111">
                  <c:v>6.0965771136933609E-3</c:v>
                </c:pt>
                <c:pt idx="1112">
                  <c:v>5.8846834116091538E-3</c:v>
                </c:pt>
                <c:pt idx="1113">
                  <c:v>6.7662222167550893E-3</c:v>
                </c:pt>
                <c:pt idx="1114">
                  <c:v>8.1030806206408724E-3</c:v>
                </c:pt>
                <c:pt idx="1115">
                  <c:v>7.5154276330899172E-3</c:v>
                </c:pt>
                <c:pt idx="1116">
                  <c:v>7.0414120492939044E-3</c:v>
                </c:pt>
                <c:pt idx="1117">
                  <c:v>6.4805367060236287E-3</c:v>
                </c:pt>
                <c:pt idx="1118">
                  <c:v>6.1786380253334681E-3</c:v>
                </c:pt>
                <c:pt idx="1119">
                  <c:v>6.7090895854789046E-3</c:v>
                </c:pt>
                <c:pt idx="1120">
                  <c:v>9.559394306848764E-3</c:v>
                </c:pt>
                <c:pt idx="1121">
                  <c:v>1.1049928550558391E-2</c:v>
                </c:pt>
                <c:pt idx="1122">
                  <c:v>1.0551345661390149E-2</c:v>
                </c:pt>
                <c:pt idx="1123">
                  <c:v>9.4679445445267265E-3</c:v>
                </c:pt>
                <c:pt idx="1124">
                  <c:v>9.6940428803589905E-3</c:v>
                </c:pt>
                <c:pt idx="1125">
                  <c:v>8.7607243240860715E-3</c:v>
                </c:pt>
                <c:pt idx="1126">
                  <c:v>8.1920303031623263E-3</c:v>
                </c:pt>
                <c:pt idx="1127">
                  <c:v>7.4215935857308013E-3</c:v>
                </c:pt>
                <c:pt idx="1128">
                  <c:v>7.0453342561319268E-3</c:v>
                </c:pt>
                <c:pt idx="1129">
                  <c:v>6.9225253513645378E-3</c:v>
                </c:pt>
                <c:pt idx="1130">
                  <c:v>6.4157767830071658E-3</c:v>
                </c:pt>
                <c:pt idx="1131">
                  <c:v>7.0353884973520381E-3</c:v>
                </c:pt>
                <c:pt idx="1132">
                  <c:v>6.7952626065006074E-3</c:v>
                </c:pt>
                <c:pt idx="1133">
                  <c:v>6.835689636618493E-3</c:v>
                </c:pt>
                <c:pt idx="1134">
                  <c:v>6.3345865330626345E-3</c:v>
                </c:pt>
                <c:pt idx="1135">
                  <c:v>5.8898254078856675E-3</c:v>
                </c:pt>
                <c:pt idx="1136">
                  <c:v>5.5287332470938593E-3</c:v>
                </c:pt>
                <c:pt idx="1137">
                  <c:v>5.2496891402290715E-3</c:v>
                </c:pt>
                <c:pt idx="1138">
                  <c:v>5.3433776772725608E-3</c:v>
                </c:pt>
                <c:pt idx="1139">
                  <c:v>5.1210152276040775E-3</c:v>
                </c:pt>
                <c:pt idx="1140">
                  <c:v>5.0354207062277227E-3</c:v>
                </c:pt>
                <c:pt idx="1141">
                  <c:v>5.8107909836348903E-3</c:v>
                </c:pt>
                <c:pt idx="1142">
                  <c:v>7.351050507520376E-3</c:v>
                </c:pt>
                <c:pt idx="1143">
                  <c:v>6.7410312737610284E-3</c:v>
                </c:pt>
                <c:pt idx="1144">
                  <c:v>7.2488061287363861E-3</c:v>
                </c:pt>
                <c:pt idx="1145">
                  <c:v>7.7009810540019851E-3</c:v>
                </c:pt>
                <c:pt idx="1146">
                  <c:v>7.0424124834144166E-3</c:v>
                </c:pt>
                <c:pt idx="1147">
                  <c:v>6.5392640564704398E-3</c:v>
                </c:pt>
                <c:pt idx="1148">
                  <c:v>6.6086017078715691E-3</c:v>
                </c:pt>
                <c:pt idx="1149">
                  <c:v>7.3198526945456952E-3</c:v>
                </c:pt>
                <c:pt idx="1150">
                  <c:v>6.9766585342231997E-3</c:v>
                </c:pt>
                <c:pt idx="1151">
                  <c:v>6.4345253054337147E-3</c:v>
                </c:pt>
                <c:pt idx="1152">
                  <c:v>5.9579281632115046E-3</c:v>
                </c:pt>
                <c:pt idx="1153">
                  <c:v>5.7165906075995294E-3</c:v>
                </c:pt>
                <c:pt idx="1154">
                  <c:v>5.3712051543033847E-3</c:v>
                </c:pt>
                <c:pt idx="1155">
                  <c:v>5.3235542580675355E-3</c:v>
                </c:pt>
                <c:pt idx="1156">
                  <c:v>5.0877582613349558E-3</c:v>
                </c:pt>
                <c:pt idx="1157">
                  <c:v>5.303192484770184E-3</c:v>
                </c:pt>
                <c:pt idx="1158">
                  <c:v>6.1596282589332797E-3</c:v>
                </c:pt>
                <c:pt idx="1159">
                  <c:v>5.8250330784203894E-3</c:v>
                </c:pt>
                <c:pt idx="1160">
                  <c:v>6.0622025894918581E-3</c:v>
                </c:pt>
                <c:pt idx="1161">
                  <c:v>6.8618740524540736E-3</c:v>
                </c:pt>
                <c:pt idx="1162">
                  <c:v>6.3494750880739217E-3</c:v>
                </c:pt>
                <c:pt idx="1163">
                  <c:v>7.2227196538399898E-3</c:v>
                </c:pt>
                <c:pt idx="1164">
                  <c:v>1.0223335163278804E-2</c:v>
                </c:pt>
                <c:pt idx="1165">
                  <c:v>9.1503117856252675E-3</c:v>
                </c:pt>
                <c:pt idx="1166">
                  <c:v>9.3203312644516752E-3</c:v>
                </c:pt>
                <c:pt idx="1167">
                  <c:v>1.0060569546046486E-2</c:v>
                </c:pt>
                <c:pt idx="1168">
                  <c:v>9.028988727307688E-3</c:v>
                </c:pt>
                <c:pt idx="1169">
                  <c:v>8.2272190859299307E-3</c:v>
                </c:pt>
                <c:pt idx="1170">
                  <c:v>1.1959954316664474E-2</c:v>
                </c:pt>
                <c:pt idx="1171">
                  <c:v>1.065251616001224E-2</c:v>
                </c:pt>
                <c:pt idx="1172">
                  <c:v>1.0970711007570891E-2</c:v>
                </c:pt>
                <c:pt idx="1173">
                  <c:v>1.1114663192218181E-2</c:v>
                </c:pt>
                <c:pt idx="1174">
                  <c:v>1.1561998828165838E-2</c:v>
                </c:pt>
                <c:pt idx="1175">
                  <c:v>1.1366566178313707E-2</c:v>
                </c:pt>
                <c:pt idx="1176">
                  <c:v>1.0293571484442769E-2</c:v>
                </c:pt>
                <c:pt idx="1177">
                  <c:v>9.9610040766647499E-3</c:v>
                </c:pt>
                <c:pt idx="1178">
                  <c:v>8.9624473995174279E-3</c:v>
                </c:pt>
                <c:pt idx="1179">
                  <c:v>8.6658474946941493E-3</c:v>
                </c:pt>
                <c:pt idx="1180">
                  <c:v>7.8990224356605774E-3</c:v>
                </c:pt>
                <c:pt idx="1181">
                  <c:v>7.3079930138365565E-3</c:v>
                </c:pt>
                <c:pt idx="1182">
                  <c:v>1.0299417476980705E-2</c:v>
                </c:pt>
                <c:pt idx="1183">
                  <c:v>9.8247463159598196E-3</c:v>
                </c:pt>
                <c:pt idx="1184">
                  <c:v>8.9387442249801597E-3</c:v>
                </c:pt>
                <c:pt idx="1185">
                  <c:v>8.738490587277329E-3</c:v>
                </c:pt>
                <c:pt idx="1186">
                  <c:v>8.059721519496155E-3</c:v>
                </c:pt>
                <c:pt idx="1187">
                  <c:v>7.4382753733806877E-3</c:v>
                </c:pt>
                <c:pt idx="1188">
                  <c:v>6.8069339894489969E-3</c:v>
                </c:pt>
                <c:pt idx="1189">
                  <c:v>6.6327993373544039E-3</c:v>
                </c:pt>
                <c:pt idx="1190">
                  <c:v>6.1766050949314021E-3</c:v>
                </c:pt>
                <c:pt idx="1191">
                  <c:v>6.1953915326203677E-3</c:v>
                </c:pt>
                <c:pt idx="1192">
                  <c:v>7.3188847299220381E-3</c:v>
                </c:pt>
                <c:pt idx="1193">
                  <c:v>6.7491082617718899E-3</c:v>
                </c:pt>
                <c:pt idx="1194">
                  <c:v>6.2707166566370398E-3</c:v>
                </c:pt>
                <c:pt idx="1195">
                  <c:v>6.0620713761433973E-3</c:v>
                </c:pt>
                <c:pt idx="1196">
                  <c:v>6.3827735222639634E-3</c:v>
                </c:pt>
                <c:pt idx="1197">
                  <c:v>6.2178657987381697E-3</c:v>
                </c:pt>
                <c:pt idx="1198">
                  <c:v>6.0272452439428326E-3</c:v>
                </c:pt>
                <c:pt idx="1199">
                  <c:v>5.6368095614274276E-3</c:v>
                </c:pt>
                <c:pt idx="1200">
                  <c:v>5.5425006095721199E-3</c:v>
                </c:pt>
                <c:pt idx="1201">
                  <c:v>6.4508395123102106E-3</c:v>
                </c:pt>
                <c:pt idx="1202">
                  <c:v>5.9750067797489943E-3</c:v>
                </c:pt>
                <c:pt idx="1203">
                  <c:v>6.4915159695462079E-3</c:v>
                </c:pt>
                <c:pt idx="1204">
                  <c:v>6.0031649652909011E-3</c:v>
                </c:pt>
                <c:pt idx="1205">
                  <c:v>5.877049657937233E-3</c:v>
                </c:pt>
                <c:pt idx="1206">
                  <c:v>5.6278659019908884E-3</c:v>
                </c:pt>
                <c:pt idx="1207">
                  <c:v>5.5205902180907587E-3</c:v>
                </c:pt>
                <c:pt idx="1208">
                  <c:v>5.2497658334313049E-3</c:v>
                </c:pt>
                <c:pt idx="1209">
                  <c:v>5.2039393779553167E-3</c:v>
                </c:pt>
                <c:pt idx="1210">
                  <c:v>5.0137746832400144E-3</c:v>
                </c:pt>
                <c:pt idx="1211">
                  <c:v>4.9181059261898053E-3</c:v>
                </c:pt>
                <c:pt idx="1212">
                  <c:v>1.1460799125028306E-2</c:v>
                </c:pt>
                <c:pt idx="1213">
                  <c:v>1.1866817226264174E-2</c:v>
                </c:pt>
                <c:pt idx="1214">
                  <c:v>1.3680223501381565E-2</c:v>
                </c:pt>
                <c:pt idx="1215">
                  <c:v>1.3268192043942506E-2</c:v>
                </c:pt>
                <c:pt idx="1216">
                  <c:v>1.3440298923146321E-2</c:v>
                </c:pt>
                <c:pt idx="1217">
                  <c:v>1.2517419942691451E-2</c:v>
                </c:pt>
                <c:pt idx="1218">
                  <c:v>1.2345195953164708E-2</c:v>
                </c:pt>
                <c:pt idx="1219">
                  <c:v>1.4511873853683185E-2</c:v>
                </c:pt>
                <c:pt idx="1220">
                  <c:v>1.2902059191372588E-2</c:v>
                </c:pt>
                <c:pt idx="1221">
                  <c:v>1.1903618491066078E-2</c:v>
                </c:pt>
                <c:pt idx="1222">
                  <c:v>1.1453273675695614E-2</c:v>
                </c:pt>
                <c:pt idx="1223">
                  <c:v>1.1024088179411104E-2</c:v>
                </c:pt>
                <c:pt idx="1224">
                  <c:v>1.0408571502839832E-2</c:v>
                </c:pt>
                <c:pt idx="1225">
                  <c:v>1.1954635692286095E-2</c:v>
                </c:pt>
                <c:pt idx="1226">
                  <c:v>1.1357575623799838E-2</c:v>
                </c:pt>
                <c:pt idx="1227">
                  <c:v>1.1161866652636658E-2</c:v>
                </c:pt>
                <c:pt idx="1228">
                  <c:v>1.1236609352277001E-2</c:v>
                </c:pt>
                <c:pt idx="1229">
                  <c:v>1.2917934661606963E-2</c:v>
                </c:pt>
                <c:pt idx="1230">
                  <c:v>1.23692415144792E-2</c:v>
                </c:pt>
                <c:pt idx="1231">
                  <c:v>1.1345603147008767E-2</c:v>
                </c:pt>
                <c:pt idx="1232">
                  <c:v>1.1935821306056402E-2</c:v>
                </c:pt>
                <c:pt idx="1233">
                  <c:v>1.0617541026237302E-2</c:v>
                </c:pt>
                <c:pt idx="1234">
                  <c:v>9.5008751358206245E-3</c:v>
                </c:pt>
                <c:pt idx="1235">
                  <c:v>8.6378541745634335E-3</c:v>
                </c:pt>
                <c:pt idx="1236">
                  <c:v>7.8897549674123799E-3</c:v>
                </c:pt>
                <c:pt idx="1237">
                  <c:v>7.7422387882887644E-3</c:v>
                </c:pt>
                <c:pt idx="1238">
                  <c:v>7.0493110833064762E-3</c:v>
                </c:pt>
                <c:pt idx="1239">
                  <c:v>1.1007829005692922E-2</c:v>
                </c:pt>
                <c:pt idx="1240">
                  <c:v>9.8225199409622405E-3</c:v>
                </c:pt>
                <c:pt idx="1241">
                  <c:v>8.9959027954354277E-3</c:v>
                </c:pt>
                <c:pt idx="1242">
                  <c:v>8.1267412106544937E-3</c:v>
                </c:pt>
                <c:pt idx="1243">
                  <c:v>8.4835153102951234E-3</c:v>
                </c:pt>
                <c:pt idx="1244">
                  <c:v>7.7752055445234197E-3</c:v>
                </c:pt>
                <c:pt idx="1245">
                  <c:v>9.6342788750736659E-3</c:v>
                </c:pt>
                <c:pt idx="1246">
                  <c:v>8.6494962764140666E-3</c:v>
                </c:pt>
                <c:pt idx="1247">
                  <c:v>1.1502588507852299E-2</c:v>
                </c:pt>
                <c:pt idx="1248">
                  <c:v>1.1162080934497469E-2</c:v>
                </c:pt>
                <c:pt idx="1249">
                  <c:v>1.1162685353335134E-2</c:v>
                </c:pt>
                <c:pt idx="1250">
                  <c:v>1.3206636059345463E-2</c:v>
                </c:pt>
                <c:pt idx="1251">
                  <c:v>1.176840853262639E-2</c:v>
                </c:pt>
                <c:pt idx="1252">
                  <c:v>1.1864321313833023E-2</c:v>
                </c:pt>
                <c:pt idx="1253">
                  <c:v>1.0568458239572032E-2</c:v>
                </c:pt>
                <c:pt idx="1254">
                  <c:v>9.7558845723463468E-3</c:v>
                </c:pt>
                <c:pt idx="1255">
                  <c:v>1.419818924375727E-2</c:v>
                </c:pt>
                <c:pt idx="1256">
                  <c:v>1.5260113039610303E-2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DD-4322-88CD-47623DE233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5114488"/>
        <c:axId val="415114880"/>
      </c:lineChart>
      <c:dateAx>
        <c:axId val="415114488"/>
        <c:scaling>
          <c:orientation val="minMax"/>
          <c:max val="44598"/>
        </c:scaling>
        <c:delete val="0"/>
        <c:axPos val="b"/>
        <c:numFmt formatCode="mmm\ 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258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5114880"/>
        <c:crosses val="autoZero"/>
        <c:auto val="1"/>
        <c:lblOffset val="100"/>
        <c:baseTimeUnit val="days"/>
        <c:majorUnit val="12"/>
        <c:majorTimeUnit val="months"/>
      </c:dateAx>
      <c:valAx>
        <c:axId val="41511488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5114488"/>
        <c:crossesAt val="4277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34E73A8-7E01-4231-86C7-8E4E3B0178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718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DC8E0FC-CE17-45CB-95A4-0266335C65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3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508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09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92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21E861-4EB3-4B8C-AE5C-A54BD3CF4EA5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454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354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59526F-72D9-4D49-BEE5-11E254E75B75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661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4B42C38-D9F2-414A-8E81-FB84E5E84FEA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001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935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25711A-A280-44A6-A24B-367EC8C230B3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9294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32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21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257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59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27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490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104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226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302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6458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539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71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271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5682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7955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939A7D-1BC2-40AA-AED9-9E5707D6D016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85738" cy="277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638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84CED06-6808-48D9-9E67-FD12AE6595A4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776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4DB488-0782-4BC8-99E0-D7B478C6B14D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1626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6681D0-EA1E-4611-B5CA-0092A87A87E7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7734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266825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0160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7D7C9E-9A25-4A70-A482-1086578FC754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85738" cy="277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009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F6B699-3DA7-4195-9F2E-65ABF1FBD96D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85738" cy="277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2843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7B62C6F-96D3-472E-8092-2C3FAE197A56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7418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AE5CF0-B5D2-4E71-A42C-B0DAAB6A6F85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3840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A52E8B-DB0B-4204-A8D7-8EDC5F0B438E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0250" cy="3405187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3238"/>
            <a:ext cx="185738" cy="277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0994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E6ECAB-15F0-4E95-ACC6-9EE62CA27D61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21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A62C3BDD-CEAB-4126-8DD0-0BAC0C5427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002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8FDFD8-5C7D-4B82-BB19-C4E7682ABA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69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573E1-DDAE-4389-AA32-19EC1335FB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647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F94B35-54D9-4391-BC59-A264FEFBAE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56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75CEAD-4463-4FE1-851D-9A97F49D9F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506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AD01D8-3ED5-495E-9EEA-0A0C1AAE2E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90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2274EE-8558-4685-B814-BC65A3E07C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42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090AC-72F7-4DD6-959F-5F11FACF9B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93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76D321-D350-4297-BCE6-2E866982E2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79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29191-E6AE-4779-A235-3DC1A1BA25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56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84F83F-8387-4104-9BF3-330A808686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8361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5.</a:t>
            </a:r>
            <a:fld id="{8E73F402-95D0-4688-B77F-AB1012B261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2156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D2D07-8585-40CA-8EED-F0EEED3FCB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59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5.</a:t>
            </a:r>
            <a:fld id="{C1F85AEF-2FA7-4B68-9E46-89D8455C92F0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09" r:id="rId12"/>
    <p:sldLayoutId id="2147484021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2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Volatility</a:t>
            </a:r>
          </a:p>
        </p:txBody>
      </p:sp>
      <p:sp>
        <p:nvSpPr>
          <p:cNvPr id="14339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Chapter 8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4340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CB223E-A945-47F8-9817-B16795768C5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en-US"/>
              <a:t>Definition of Volatility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28750"/>
            <a:ext cx="7772400" cy="4833938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Suppose that </a:t>
            </a:r>
            <a:r>
              <a:rPr lang="en-US" sz="2800" i="1" dirty="0">
                <a:latin typeface="+mj-lt"/>
              </a:rPr>
              <a:t>S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dirty="0"/>
              <a:t> is the value of a variable on day </a:t>
            </a:r>
            <a:r>
              <a:rPr lang="en-US" sz="2800" i="1" dirty="0">
                <a:latin typeface="+mj-lt"/>
              </a:rPr>
              <a:t>i</a:t>
            </a:r>
            <a:r>
              <a:rPr lang="en-US" sz="2800" dirty="0"/>
              <a:t>. The volatility per day is the standard deviation of </a:t>
            </a:r>
            <a:r>
              <a:rPr lang="en-US" sz="2800" dirty="0">
                <a:latin typeface="+mj-lt"/>
              </a:rPr>
              <a:t>ln</a:t>
            </a:r>
            <a:r>
              <a:rPr lang="en-US" sz="2800" dirty="0"/>
              <a:t>(</a:t>
            </a:r>
            <a:r>
              <a:rPr lang="en-US" sz="2800" i="1" dirty="0">
                <a:latin typeface="+mj-lt"/>
              </a:rPr>
              <a:t>S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i="1" baseline="-25000" dirty="0"/>
              <a:t> </a:t>
            </a:r>
            <a:r>
              <a:rPr lang="en-US" sz="2800" dirty="0"/>
              <a:t>/</a:t>
            </a:r>
            <a:r>
              <a:rPr lang="en-US" sz="2800" i="1" dirty="0">
                <a:latin typeface="+mj-lt"/>
              </a:rPr>
              <a:t>S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baseline="-25000" dirty="0"/>
              <a:t>-1</a:t>
            </a:r>
            <a:r>
              <a:rPr lang="en-US" sz="2800" dirty="0"/>
              <a:t>)</a:t>
            </a:r>
          </a:p>
          <a:p>
            <a:pPr eaLnBrk="1" hangingPunct="1">
              <a:defRPr/>
            </a:pPr>
            <a:r>
              <a:rPr lang="en-US" sz="2800" dirty="0">
                <a:cs typeface="Arial" charset="0"/>
              </a:rPr>
              <a:t>Normally days  when markets are closed are ignored in volatility calculations (see Business Snapshot 8.1)</a:t>
            </a:r>
            <a:endParaRPr lang="en-US" sz="2800" dirty="0"/>
          </a:p>
          <a:p>
            <a:pPr eaLnBrk="1" hangingPunct="1">
              <a:defRPr/>
            </a:pPr>
            <a:r>
              <a:rPr lang="en-US" sz="2800" dirty="0"/>
              <a:t>The volatility per year is         times the daily volatility</a:t>
            </a:r>
          </a:p>
          <a:p>
            <a:pPr eaLnBrk="1" hangingPunct="1">
              <a:defRPr/>
            </a:pPr>
            <a:r>
              <a:rPr lang="en-US" sz="2800" dirty="0">
                <a:cs typeface="Arial" charset="0"/>
              </a:rPr>
              <a:t>Variance rate is the square of volatility</a:t>
            </a:r>
          </a:p>
          <a:p>
            <a:pPr eaLnBrk="1" hangingPunct="1"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1536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0404BC-369D-4CA8-B8B2-F47339E4CA1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  <p:graphicFrame>
        <p:nvGraphicFramePr>
          <p:cNvPr id="15366" name="Object 7"/>
          <p:cNvGraphicFramePr>
            <a:graphicFrameLocks noChangeAspect="1"/>
          </p:cNvGraphicFramePr>
          <p:nvPr/>
        </p:nvGraphicFramePr>
        <p:xfrm>
          <a:off x="4857750" y="4214813"/>
          <a:ext cx="7381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4" imgW="393529" imgH="228501" progId="Equation.3">
                  <p:embed/>
                </p:oleObj>
              </mc:Choice>
              <mc:Fallback>
                <p:oleObj name="Equation" r:id="rId4" imgW="393529" imgH="2285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4214813"/>
                        <a:ext cx="7381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Implied Volatilities</a:t>
            </a:r>
            <a:endParaRPr lang="en-CA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Of the variables needed to price an option the one that cannot be observed directly is volatility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We can therefore imply volatilities from market prices and vice versa</a:t>
            </a: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20CE35-744C-48BD-8872-00EF1CFFF42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85750" y="785813"/>
            <a:ext cx="8326438" cy="11430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VIX Index: A Measure of the  Implied Volatility of the S&amp;P 500 </a:t>
            </a:r>
            <a:r>
              <a:rPr lang="en-US" altLang="en-US" sz="2800" dirty="0"/>
              <a:t>(Figure 8.1, page 167)</a:t>
            </a:r>
          </a:p>
        </p:txBody>
      </p:sp>
      <p:sp>
        <p:nvSpPr>
          <p:cNvPr id="1741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E70654-2465-450B-8004-48B3259226C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0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0112545"/>
              </p:ext>
            </p:extLst>
          </p:nvPr>
        </p:nvGraphicFramePr>
        <p:xfrm>
          <a:off x="1187624" y="2105024"/>
          <a:ext cx="6840760" cy="370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7543800" cy="1500187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Are Daily Changes in Exchange Rates Normally Distributed? (</a:t>
            </a:r>
            <a:r>
              <a:rPr lang="en-US" altLang="en-US" sz="2400" dirty="0"/>
              <a:t>Table 8.1)</a:t>
            </a:r>
          </a:p>
        </p:txBody>
      </p:sp>
      <p:graphicFrame>
        <p:nvGraphicFramePr>
          <p:cNvPr id="60459" name="Group 4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2166598"/>
              </p:ext>
            </p:extLst>
          </p:nvPr>
        </p:nvGraphicFramePr>
        <p:xfrm>
          <a:off x="714375" y="2214563"/>
          <a:ext cx="7472363" cy="3632202"/>
        </p:xfrm>
        <a:graphic>
          <a:graphicData uri="http://schemas.openxmlformats.org/drawingml/2006/table">
            <a:tbl>
              <a:tblPr/>
              <a:tblGrid>
                <a:gridCol w="2185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6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8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Real World (%)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 Model (%)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&gt;1 SD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23.32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31.73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&gt;2SD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4.67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4.55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&gt;3SD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0.27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&gt;4SD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0.49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&gt;5SD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0.24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&gt;6SD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0.13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6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184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870B09-EA61-4916-ABD2-7DA547566B6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Heavy Tails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cs typeface="Arial" panose="020B0604020202020204" pitchFamily="34" charset="0"/>
              </a:rPr>
              <a:t>Daily exchange rate changes are not normally distributed</a:t>
            </a:r>
          </a:p>
          <a:p>
            <a:pPr lvl="1" eaLnBrk="1" hangingPunct="1"/>
            <a:r>
              <a:rPr lang="en-US" altLang="en-US" sz="2400">
                <a:cs typeface="Arial" panose="020B0604020202020204" pitchFamily="34" charset="0"/>
              </a:rPr>
              <a:t>The distribution has heavier tails than the normal distribution</a:t>
            </a:r>
          </a:p>
          <a:p>
            <a:pPr lvl="1" eaLnBrk="1" hangingPunct="1"/>
            <a:r>
              <a:rPr lang="en-US" altLang="en-US" sz="2400">
                <a:cs typeface="Arial" panose="020B0604020202020204" pitchFamily="34" charset="0"/>
              </a:rPr>
              <a:t>It is more peaked than the normal distribution</a:t>
            </a:r>
          </a:p>
          <a:p>
            <a:pPr eaLnBrk="1" hangingPunct="1"/>
            <a:r>
              <a:rPr lang="en-US" altLang="en-US" sz="2800">
                <a:cs typeface="Arial" panose="020B0604020202020204" pitchFamily="34" charset="0"/>
              </a:rPr>
              <a:t>This means that small changes and large changes are more likely than the normal distribution would suggest</a:t>
            </a:r>
          </a:p>
          <a:p>
            <a:pPr eaLnBrk="1" hangingPunct="1"/>
            <a:r>
              <a:rPr lang="en-US" altLang="en-US" sz="2800">
                <a:cs typeface="Arial" panose="020B0604020202020204" pitchFamily="34" charset="0"/>
              </a:rPr>
              <a:t>Many market variables have this property, known as excess kurtosis 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01497C-3814-410D-BBE3-8CE094C6167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Normal and Heavy-Tailed Distribution</a:t>
            </a:r>
          </a:p>
        </p:txBody>
      </p:sp>
      <p:sp>
        <p:nvSpPr>
          <p:cNvPr id="20483" name="Footer Placeholder 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0484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B58AB2-03D4-4421-ABD8-C688CC0D2B8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2214563"/>
            <a:ext cx="5738813" cy="345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Alternatives to Normal Distributions: The Power Law </a:t>
            </a:r>
            <a:r>
              <a:rPr lang="en-US" altLang="en-US" sz="2400" dirty="0"/>
              <a:t>(See page 170-172)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Prob(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v </a:t>
            </a:r>
            <a:r>
              <a:rPr lang="en-US" altLang="en-US">
                <a:cs typeface="Arial" panose="020B0604020202020204" pitchFamily="34" charset="0"/>
              </a:rPr>
              <a:t>&gt;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en-US">
                <a:cs typeface="Arial" panose="020B0604020202020204" pitchFamily="34" charset="0"/>
              </a:rPr>
              <a:t>) =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Kx</a:t>
            </a:r>
            <a:r>
              <a:rPr lang="en-US" altLang="en-US" baseline="30000">
                <a:cs typeface="Arial" panose="020B0604020202020204" pitchFamily="34" charset="0"/>
              </a:rPr>
              <a:t>-</a:t>
            </a:r>
            <a:r>
              <a:rPr lang="en-US" altLang="en-US" baseline="30000">
                <a:latin typeface="Symbol" panose="05050102010706020507" pitchFamily="18" charset="2"/>
                <a:cs typeface="Arial" panose="020B0604020202020204" pitchFamily="34" charset="0"/>
              </a:rPr>
              <a:t>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baseline="30000">
              <a:latin typeface="Symbol" panose="05050102010706020507" pitchFamily="18" charset="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This seems to fit the behavior of the returns on many market variables better than the normal distribution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72A2DE-1CD9-49D6-A76E-EA98AD04ED1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Log-Log Test for Exchange Rate Data (v is number of standard deviations which the exchange rate moves)</a:t>
            </a:r>
          </a:p>
        </p:txBody>
      </p:sp>
      <p:sp>
        <p:nvSpPr>
          <p:cNvPr id="2253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7A217A-08D3-4BAF-95AD-9FBF792BEBC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86" y="1628800"/>
            <a:ext cx="5920659" cy="38884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28688"/>
            <a:ext cx="8439150" cy="7143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600"/>
              <a:t>Standard Approach to Estimating Volatility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dirty="0">
                <a:cs typeface="Arial" panose="020B0604020202020204" pitchFamily="34" charset="0"/>
              </a:rPr>
              <a:t>Define </a:t>
            </a:r>
            <a:r>
              <a:rPr lang="en-US" altLang="en-US" sz="2800" dirty="0" err="1">
                <a:latin typeface="Symbol" panose="05050102010706020507" pitchFamily="18" charset="2"/>
                <a:cs typeface="Arial" panose="020B0604020202020204" pitchFamily="34" charset="0"/>
              </a:rPr>
              <a:t>s</a:t>
            </a:r>
            <a:r>
              <a:rPr lang="en-US" altLang="en-US" sz="28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sz="2800" dirty="0">
                <a:cs typeface="Arial" panose="020B0604020202020204" pitchFamily="34" charset="0"/>
              </a:rPr>
              <a:t> as the volatility per day between day </a:t>
            </a:r>
            <a:r>
              <a:rPr lang="en-US" altLang="en-US" sz="2800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sz="2800" i="1" dirty="0">
                <a:cs typeface="Arial" panose="020B0604020202020204" pitchFamily="34" charset="0"/>
              </a:rPr>
              <a:t>−</a:t>
            </a:r>
            <a:r>
              <a:rPr lang="en-US" altLang="en-US" sz="2800" dirty="0">
                <a:cs typeface="Arial" panose="020B0604020202020204" pitchFamily="34" charset="0"/>
              </a:rPr>
              <a:t>1 and day </a:t>
            </a:r>
            <a:r>
              <a:rPr lang="en-US" altLang="en-US" sz="2800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sz="2800" i="1" dirty="0">
                <a:cs typeface="Arial" panose="020B0604020202020204" pitchFamily="34" charset="0"/>
              </a:rPr>
              <a:t>, </a:t>
            </a:r>
            <a:r>
              <a:rPr lang="en-US" altLang="en-US" sz="2800" dirty="0">
                <a:cs typeface="Arial" panose="020B0604020202020204" pitchFamily="34" charset="0"/>
              </a:rPr>
              <a:t>as estimated at end of day</a:t>
            </a:r>
            <a:r>
              <a:rPr lang="en-US" altLang="en-US" sz="2800" i="1" dirty="0">
                <a:cs typeface="Arial" panose="020B0604020202020204" pitchFamily="34" charset="0"/>
              </a:rPr>
              <a:t> </a:t>
            </a:r>
            <a:r>
              <a:rPr lang="en-US" altLang="en-US" sz="2800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sz="2800" i="1" dirty="0">
                <a:cs typeface="Arial" panose="020B0604020202020204" pitchFamily="34" charset="0"/>
              </a:rPr>
              <a:t>−</a:t>
            </a:r>
            <a:r>
              <a:rPr lang="en-US" altLang="en-US" sz="2800" dirty="0">
                <a:cs typeface="Arial" panose="020B0604020202020204" pitchFamily="34" charset="0"/>
              </a:rPr>
              <a:t>1</a:t>
            </a:r>
            <a:endParaRPr lang="en-US" altLang="en-US" sz="2800" i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800" dirty="0">
                <a:cs typeface="Arial" panose="020B0604020202020204" pitchFamily="34" charset="0"/>
              </a:rPr>
              <a:t>Define </a:t>
            </a:r>
            <a:r>
              <a:rPr lang="en-US" altLang="en-US" sz="2800" i="1" dirty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sz="2800" dirty="0">
                <a:cs typeface="Arial" panose="020B0604020202020204" pitchFamily="34" charset="0"/>
              </a:rPr>
              <a:t> as the value of market variable at end of day </a:t>
            </a:r>
            <a:r>
              <a:rPr lang="en-US" altLang="en-US" sz="28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en-US" altLang="en-US" sz="2800" i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800" dirty="0">
                <a:cs typeface="Arial" panose="020B0604020202020204" pitchFamily="34" charset="0"/>
              </a:rPr>
              <a:t>Define </a:t>
            </a:r>
            <a:r>
              <a:rPr lang="en-US" altLang="en-US" sz="28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sz="28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sz="2800" i="1" dirty="0">
                <a:cs typeface="Arial" panose="020B0604020202020204" pitchFamily="34" charset="0"/>
              </a:rPr>
              <a:t>= </a:t>
            </a:r>
            <a:r>
              <a:rPr lang="en-US" alt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ln</a:t>
            </a:r>
            <a:r>
              <a:rPr lang="en-US" altLang="en-US" sz="2800" dirty="0">
                <a:cs typeface="Arial" panose="020B0604020202020204" pitchFamily="34" charset="0"/>
              </a:rPr>
              <a:t>(</a:t>
            </a:r>
            <a:r>
              <a:rPr lang="en-US" altLang="en-US" sz="2800" i="1" dirty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sz="2800" i="1" dirty="0">
                <a:latin typeface="Times New Roman" panose="02020603050405020304" pitchFamily="18" charset="0"/>
                <a:cs typeface="Arial" panose="020B0604020202020204" pitchFamily="34" charset="0"/>
              </a:rPr>
              <a:t>/S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i-</a:t>
            </a:r>
            <a:r>
              <a:rPr lang="en-US" altLang="en-US" sz="28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280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355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371B6D-A6D0-45F1-9316-0C55CCAE3FC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  <p:graphicFrame>
        <p:nvGraphicFramePr>
          <p:cNvPr id="23558" name="Object 4"/>
          <p:cNvGraphicFramePr>
            <a:graphicFrameLocks/>
          </p:cNvGraphicFramePr>
          <p:nvPr/>
        </p:nvGraphicFramePr>
        <p:xfrm>
          <a:off x="1071563" y="4429125"/>
          <a:ext cx="30670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4" imgW="1495472" imgH="809531" progId="Equation.2">
                  <p:embed/>
                </p:oleObj>
              </mc:Choice>
              <mc:Fallback>
                <p:oleObj name="Equation" r:id="rId4" imgW="1495472" imgH="809531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429125"/>
                        <a:ext cx="30670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0063"/>
            <a:ext cx="8077200" cy="10001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/>
              <a:t>Simplifications Usually Made in </a:t>
            </a:r>
            <a:br>
              <a:rPr lang="en-US" altLang="en-US" sz="3500"/>
            </a:br>
            <a:r>
              <a:rPr lang="en-US" altLang="en-US" sz="3500"/>
              <a:t>Risk Management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Define</a:t>
            </a:r>
            <a:r>
              <a:rPr lang="en-US" altLang="en-US" i="1">
                <a:cs typeface="Arial" panose="020B0604020202020204" pitchFamily="34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>
                <a:cs typeface="Arial" panose="020B0604020202020204" pitchFamily="34" charset="0"/>
              </a:rPr>
              <a:t> as </a:t>
            </a:r>
            <a:r>
              <a:rPr lang="en-US" altLang="en-US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−S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i−</a:t>
            </a:r>
            <a:r>
              <a:rPr lang="en-US" altLang="en-US" baseline="-2500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/S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i−</a:t>
            </a:r>
            <a:r>
              <a:rPr lang="en-US" altLang="en-US" baseline="-2500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Assume that the mean value of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>
                <a:cs typeface="Arial" panose="020B0604020202020204" pitchFamily="34" charset="0"/>
              </a:rPr>
              <a:t> is zero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Replace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m−</a:t>
            </a:r>
            <a:r>
              <a:rPr lang="en-US" altLang="en-US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 by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This gives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458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76045D-E257-4831-8568-7F0E4CF580D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graphicFrame>
        <p:nvGraphicFramePr>
          <p:cNvPr id="24582" name="Object 4"/>
          <p:cNvGraphicFramePr>
            <a:graphicFrameLocks/>
          </p:cNvGraphicFramePr>
          <p:nvPr/>
        </p:nvGraphicFramePr>
        <p:xfrm>
          <a:off x="2973388" y="4745038"/>
          <a:ext cx="27209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962069" imgH="314203" progId="Equation.2">
                  <p:embed/>
                </p:oleObj>
              </mc:Choice>
              <mc:Fallback>
                <p:oleObj name="Equation" r:id="rId4" imgW="962069" imgH="314203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4745038"/>
                        <a:ext cx="272097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Weighting Scheme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Instead of assigning equal weights to the observations we can set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560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7325B0-0FB5-47FD-AA51-F658D9D3FDC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  <p:graphicFrame>
        <p:nvGraphicFramePr>
          <p:cNvPr id="25606" name="Object 4"/>
          <p:cNvGraphicFramePr>
            <a:graphicFrameLocks/>
          </p:cNvGraphicFramePr>
          <p:nvPr/>
        </p:nvGraphicFramePr>
        <p:xfrm>
          <a:off x="4510088" y="3322638"/>
          <a:ext cx="104775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4" imgW="114201" imgH="203024" progId="Equation.2">
                  <p:embed/>
                </p:oleObj>
              </mc:Choice>
              <mc:Fallback>
                <p:oleObj name="Equation" r:id="rId4" imgW="114201" imgH="203024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3322638"/>
                        <a:ext cx="104775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5"/>
          <p:cNvGraphicFramePr>
            <a:graphicFrameLocks/>
          </p:cNvGraphicFramePr>
          <p:nvPr/>
        </p:nvGraphicFramePr>
        <p:xfrm>
          <a:off x="1103313" y="3200400"/>
          <a:ext cx="2965450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6" imgW="952621" imgH="904817" progId="Equation.2">
                  <p:embed/>
                </p:oleObj>
              </mc:Choice>
              <mc:Fallback>
                <p:oleObj name="Equation" r:id="rId6" imgW="952621" imgH="904817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3200400"/>
                        <a:ext cx="2965450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ARCH(m) Model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In an ARCH(m) model we also assign some weight to the long-run variance rate,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n-US" altLang="en-US">
                <a:cs typeface="Arial" panose="020B0604020202020204" pitchFamily="34" charset="0"/>
              </a:rPr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662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F0908C-9657-4CD3-9B52-DDF0A625A97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  <p:graphicFrame>
        <p:nvGraphicFramePr>
          <p:cNvPr id="26630" name="Object 4"/>
          <p:cNvGraphicFramePr>
            <a:graphicFrameLocks/>
          </p:cNvGraphicFramePr>
          <p:nvPr/>
        </p:nvGraphicFramePr>
        <p:xfrm>
          <a:off x="1143000" y="3597275"/>
          <a:ext cx="3962400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4" imgW="1295446" imgH="885922" progId="Equation.3">
                  <p:embed/>
                </p:oleObj>
              </mc:Choice>
              <mc:Fallback>
                <p:oleObj name="Equation" r:id="rId4" imgW="1295446" imgH="88592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97275"/>
                        <a:ext cx="3962400" cy="233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EWMA Model  </a:t>
            </a:r>
            <a:r>
              <a:rPr lang="en-US" altLang="en-US" sz="2400" dirty="0"/>
              <a:t>(page 175-177)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In an exponentially weighted moving average model, the weights assigned to the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 decline exponentially as we move back through time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This leads to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765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F5E5D7-8527-41EA-B849-C28009895A9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  <p:graphicFrame>
        <p:nvGraphicFramePr>
          <p:cNvPr id="27654" name="Object 4"/>
          <p:cNvGraphicFramePr>
            <a:graphicFrameLocks/>
          </p:cNvGraphicFramePr>
          <p:nvPr/>
        </p:nvGraphicFramePr>
        <p:xfrm>
          <a:off x="2003425" y="4629150"/>
          <a:ext cx="48323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4" imgW="1333508" imgH="161960" progId="Equation.3">
                  <p:embed/>
                </p:oleObj>
              </mc:Choice>
              <mc:Fallback>
                <p:oleObj name="Equation" r:id="rId4" imgW="1333508" imgH="16196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5" y="4629150"/>
                        <a:ext cx="48323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Attractions of EWMA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Relatively little data needs to be stored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We need only remember the current estimate of the variance rate and the most recent observation on the market variable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Tracks volatility changes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Symbol" panose="05050102010706020507" pitchFamily="18" charset="2"/>
                <a:cs typeface="Arial" panose="020B0604020202020204" pitchFamily="34" charset="0"/>
              </a:rPr>
              <a:t>l</a:t>
            </a:r>
            <a:r>
              <a:rPr lang="en-US" altLang="en-US">
                <a:cs typeface="Arial" panose="020B0604020202020204" pitchFamily="34" charset="0"/>
              </a:rPr>
              <a:t> = 0.94 has been found to be a good choice across a wide range of market variables</a:t>
            </a: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2509E0-FFC6-4E60-B3A3-209C39C349C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GARCH (1,1), </a:t>
            </a:r>
            <a:r>
              <a:rPr lang="en-US" altLang="en-US" sz="2400" dirty="0"/>
              <a:t>page 177-179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In GARCH (1,1) we assign some weight to the long-run average variance rate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Since weights must sum to 1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Symbol" panose="05050102010706020507" pitchFamily="18" charset="2"/>
                <a:cs typeface="Arial" panose="020B0604020202020204" pitchFamily="34" charset="0"/>
              </a:rPr>
              <a:t>g + a + b =1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>
              <a:latin typeface="Symbol" panose="05050102010706020507" pitchFamily="18" charset="2"/>
              <a:cs typeface="Arial" panose="020B0604020202020204" pitchFamily="34" charset="0"/>
            </a:endParaRP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2970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8A12F4-BD0B-4134-9734-5E12605E0AC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29702" name="Object 4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5"/>
          <p:cNvGraphicFramePr>
            <a:graphicFrameLocks noChangeAspect="1"/>
          </p:cNvGraphicFramePr>
          <p:nvPr/>
        </p:nvGraphicFramePr>
        <p:xfrm>
          <a:off x="1981200" y="3308350"/>
          <a:ext cx="5181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6" imgW="1419349" imgH="161960" progId="Equation.3">
                  <p:embed/>
                </p:oleObj>
              </mc:Choice>
              <mc:Fallback>
                <p:oleObj name="Equation" r:id="rId6" imgW="1419349" imgH="161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308350"/>
                        <a:ext cx="5181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GARCH (1,1) </a:t>
            </a:r>
            <a:r>
              <a:rPr lang="en-US" altLang="en-US" sz="2200"/>
              <a:t>continued</a:t>
            </a:r>
            <a:endParaRPr lang="en-US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Setting </a:t>
            </a:r>
            <a:r>
              <a:rPr lang="en-US" altLang="en-US">
                <a:latin typeface="Symbol" panose="05050102010706020507" pitchFamily="18" charset="2"/>
                <a:cs typeface="Arial" panose="020B0604020202020204" pitchFamily="34" charset="0"/>
              </a:rPr>
              <a:t>w = g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n-US" altLang="en-US">
                <a:cs typeface="Arial" panose="020B0604020202020204" pitchFamily="34" charset="0"/>
              </a:rPr>
              <a:t> the GARCH (1,1) model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and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072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B038BD-428D-4E39-8B85-649BE34C7B2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  <p:graphicFrame>
        <p:nvGraphicFramePr>
          <p:cNvPr id="30726" name="Object 4"/>
          <p:cNvGraphicFramePr>
            <a:graphicFrameLocks/>
          </p:cNvGraphicFramePr>
          <p:nvPr/>
        </p:nvGraphicFramePr>
        <p:xfrm>
          <a:off x="2925763" y="4419600"/>
          <a:ext cx="20716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4" imgW="790657" imgH="342816" progId="Equation.3">
                  <p:embed/>
                </p:oleObj>
              </mc:Choice>
              <mc:Fallback>
                <p:oleObj name="Equation" r:id="rId4" imgW="790657" imgH="34281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4419600"/>
                        <a:ext cx="20716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5"/>
          <p:cNvGraphicFramePr>
            <a:graphicFrameLocks noChangeAspect="1"/>
          </p:cNvGraphicFramePr>
          <p:nvPr/>
        </p:nvGraphicFramePr>
        <p:xfrm>
          <a:off x="1428750" y="2428875"/>
          <a:ext cx="49180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6" imgW="1342956" imgH="161960" progId="Equation.3">
                  <p:embed/>
                </p:oleObj>
              </mc:Choice>
              <mc:Fallback>
                <p:oleObj name="Equation" r:id="rId6" imgW="1342956" imgH="161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428875"/>
                        <a:ext cx="49180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Suppose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long-run variance rate is 0.0002 so that the long-run volatility per day is 1.4%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174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548152-074A-45FD-9E2B-897B4525F4C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  <p:graphicFrame>
        <p:nvGraphicFramePr>
          <p:cNvPr id="31750" name="Object 4"/>
          <p:cNvGraphicFramePr>
            <a:graphicFrameLocks/>
          </p:cNvGraphicFramePr>
          <p:nvPr/>
        </p:nvGraphicFramePr>
        <p:xfrm>
          <a:off x="1676400" y="2667000"/>
          <a:ext cx="6019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4" imgW="2124165" imgH="152512" progId="Equation.2">
                  <p:embed/>
                </p:oleObj>
              </mc:Choice>
              <mc:Fallback>
                <p:oleObj name="Equation" r:id="rId4" imgW="2124165" imgH="152512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67000"/>
                        <a:ext cx="6019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Example </a:t>
            </a:r>
            <a:r>
              <a:rPr lang="en-US" altLang="en-US" sz="2200"/>
              <a:t>continued</a:t>
            </a:r>
            <a:endParaRPr lang="en-US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Suppose that the current estimate of the volatility is 1.6% per day and the most recent percentage change in the market variable is 1%.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new variance rate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The new volatility is 1.53% per day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277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DD7AF6-D421-4E1E-880D-A07F5B2AAD3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  <p:graphicFrame>
        <p:nvGraphicFramePr>
          <p:cNvPr id="32774" name="Object 4"/>
          <p:cNvGraphicFramePr>
            <a:graphicFrameLocks/>
          </p:cNvGraphicFramePr>
          <p:nvPr/>
        </p:nvGraphicFramePr>
        <p:xfrm>
          <a:off x="1219200" y="4495800"/>
          <a:ext cx="69357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4" imgW="3400445" imgH="76121" progId="Equation.2">
                  <p:embed/>
                </p:oleObj>
              </mc:Choice>
              <mc:Fallback>
                <p:oleObj name="Equation" r:id="rId4" imgW="3400445" imgH="76121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95800"/>
                        <a:ext cx="69357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GARCH (p,q)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379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F3788E-DB36-4CDB-917D-3BC13CC404E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  <p:graphicFrame>
        <p:nvGraphicFramePr>
          <p:cNvPr id="33798" name="Object 4"/>
          <p:cNvGraphicFramePr>
            <a:graphicFrameLocks/>
          </p:cNvGraphicFramePr>
          <p:nvPr/>
        </p:nvGraphicFramePr>
        <p:xfrm>
          <a:off x="2057400" y="2514600"/>
          <a:ext cx="5638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4" imgW="1838297" imgH="390594" progId="Equation.2">
                  <p:embed/>
                </p:oleObj>
              </mc:Choice>
              <mc:Fallback>
                <p:oleObj name="Equation" r:id="rId4" imgW="1838297" imgH="390594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14600"/>
                        <a:ext cx="5638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Other Models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Many other GARCH models have been proposed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For example, we can design a GARCH models so that the weight given to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baseline="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 depends on whether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>
                <a:cs typeface="Arial" panose="020B0604020202020204" pitchFamily="34" charset="0"/>
              </a:rPr>
              <a:t>is positive or negative</a:t>
            </a: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6AFEFF-0A15-49E1-B4BE-D0F2B6B08AD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Maximum Likelihood Methods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86000"/>
            <a:ext cx="7772400" cy="3962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In maximum likelihood methods we choose parameters that maximize the likelihood of the observations occurring</a:t>
            </a:r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7622FA-5C56-4FD3-B3CC-002B98CDC21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A Simple Example</a:t>
            </a:r>
            <a:endParaRPr lang="en-US" altLang="en-US" sz="2400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Arial" charset="0"/>
              </a:rPr>
              <a:t>We observe that a certain event happens one time in ten trials. What is our estimate of the proportion of the time, </a:t>
            </a:r>
            <a:r>
              <a:rPr lang="en-US" i="1" dirty="0">
                <a:latin typeface="+mj-lt"/>
                <a:cs typeface="Arial" charset="0"/>
              </a:rPr>
              <a:t>p</a:t>
            </a:r>
            <a:r>
              <a:rPr lang="en-US" dirty="0">
                <a:cs typeface="Arial" charset="0"/>
              </a:rPr>
              <a:t>, that it happens?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Arial" charset="0"/>
              </a:rPr>
              <a:t>The probability of the outcome is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Arial" charset="0"/>
              </a:rPr>
              <a:t>We maximize this to obtain a maximum likelihood estimate: </a:t>
            </a:r>
            <a:r>
              <a:rPr lang="en-US" i="1" dirty="0">
                <a:latin typeface="Times New Roman" pitchFamily="18" charset="0"/>
                <a:cs typeface="Arial" charset="0"/>
              </a:rPr>
              <a:t>p </a:t>
            </a:r>
            <a:r>
              <a:rPr lang="en-US" i="1" dirty="0">
                <a:cs typeface="Arial" charset="0"/>
              </a:rPr>
              <a:t>= </a:t>
            </a:r>
            <a:r>
              <a:rPr lang="en-US" dirty="0">
                <a:cs typeface="Arial" charset="0"/>
              </a:rPr>
              <a:t>0.1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686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AA0271-2AE6-4698-806E-0779498671E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  <p:graphicFrame>
        <p:nvGraphicFramePr>
          <p:cNvPr id="36870" name="Object 4"/>
          <p:cNvGraphicFramePr>
            <a:graphicFrameLocks/>
          </p:cNvGraphicFramePr>
          <p:nvPr/>
        </p:nvGraphicFramePr>
        <p:xfrm>
          <a:off x="3286125" y="4071938"/>
          <a:ext cx="15859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4" imgW="504789" imgH="152512" progId="Equation.3">
                  <p:embed/>
                </p:oleObj>
              </mc:Choice>
              <mc:Fallback>
                <p:oleObj name="Equation" r:id="rId4" imgW="504789" imgH="15251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071938"/>
                        <a:ext cx="15859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Estimating a Constant Variance</a:t>
            </a:r>
            <a:endParaRPr lang="en-US" altLang="en-US" sz="24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Estimate the variance of observations from a normal distribution with mean zero</a:t>
            </a: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3789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269E0A-CC4F-4F52-A1A9-46D6004B1EF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  <p:graphicFrame>
        <p:nvGraphicFramePr>
          <p:cNvPr id="37894" name="Object 4"/>
          <p:cNvGraphicFramePr>
            <a:graphicFrameLocks noChangeAspect="1"/>
          </p:cNvGraphicFramePr>
          <p:nvPr/>
        </p:nvGraphicFramePr>
        <p:xfrm>
          <a:off x="598488" y="2922588"/>
          <a:ext cx="6329362" cy="322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4" imgW="2600340" imgH="1419311" progId="Equation.3">
                  <p:embed/>
                </p:oleObj>
              </mc:Choice>
              <mc:Fallback>
                <p:oleObj name="Equation" r:id="rId4" imgW="2600340" imgH="141931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2922588"/>
                        <a:ext cx="6329362" cy="322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Application to EWMA and GARCH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We choose parameters that maximize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389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F6A8F5-D29C-43EA-AB9B-DD6AF82AF14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graphicFrame>
        <p:nvGraphicFramePr>
          <p:cNvPr id="38918" name="Object 4"/>
          <p:cNvGraphicFramePr>
            <a:graphicFrameLocks/>
          </p:cNvGraphicFramePr>
          <p:nvPr/>
        </p:nvGraphicFramePr>
        <p:xfrm>
          <a:off x="1143000" y="2667000"/>
          <a:ext cx="3346450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4" imgW="1314342" imgH="1304859" progId="Equation.3">
                  <p:embed/>
                </p:oleObj>
              </mc:Choice>
              <mc:Fallback>
                <p:oleObj name="Equation" r:id="rId4" imgW="1314342" imgH="130485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67000"/>
                        <a:ext cx="3346450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11150"/>
            <a:ext cx="7467600" cy="1066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S&amp;P 500 Excel Application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1013" y="1412875"/>
            <a:ext cx="6934200" cy="4073525"/>
          </a:xfrm>
        </p:spPr>
        <p:txBody>
          <a:bodyPr/>
          <a:lstStyle/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Start with trial values of parameters (</a:t>
            </a:r>
            <a:r>
              <a:rPr lang="en-US" altLang="en-US" sz="2400">
                <a:latin typeface="Symbol" panose="05050102010706020507" pitchFamily="18" charset="2"/>
                <a:cs typeface="Arial" panose="020B0604020202020204" pitchFamily="34" charset="0"/>
              </a:rPr>
              <a:t>l</a:t>
            </a:r>
            <a:r>
              <a:rPr lang="en-US" altLang="en-US" sz="2400">
                <a:cs typeface="Arial" panose="020B0604020202020204" pitchFamily="34" charset="0"/>
              </a:rPr>
              <a:t> for EWMA and </a:t>
            </a:r>
            <a:r>
              <a:rPr lang="en-US" altLang="en-US" sz="2400">
                <a:latin typeface="Symbol" panose="05050102010706020507" pitchFamily="18" charset="2"/>
                <a:cs typeface="Arial" panose="020B0604020202020204" pitchFamily="34" charset="0"/>
              </a:rPr>
              <a:t>w</a:t>
            </a:r>
            <a:r>
              <a:rPr lang="en-US" altLang="en-US" sz="2400">
                <a:cs typeface="Arial" panose="020B0604020202020204" pitchFamily="34" charset="0"/>
              </a:rPr>
              <a:t>, </a:t>
            </a:r>
            <a:r>
              <a:rPr lang="en-US" altLang="en-US" sz="2400">
                <a:latin typeface="Symbol" panose="05050102010706020507" pitchFamily="18" charset="2"/>
                <a:cs typeface="Arial" panose="020B0604020202020204" pitchFamily="34" charset="0"/>
              </a:rPr>
              <a:t>a</a:t>
            </a:r>
            <a:r>
              <a:rPr lang="en-US" altLang="en-US" sz="2400">
                <a:cs typeface="Arial" panose="020B0604020202020204" pitchFamily="34" charset="0"/>
              </a:rPr>
              <a:t>, and </a:t>
            </a:r>
            <a:r>
              <a:rPr lang="en-US" altLang="en-US" sz="2400">
                <a:latin typeface="Symbol" panose="05050102010706020507" pitchFamily="18" charset="2"/>
                <a:cs typeface="Arial" panose="020B0604020202020204" pitchFamily="34" charset="0"/>
              </a:rPr>
              <a:t>b</a:t>
            </a:r>
            <a:r>
              <a:rPr lang="en-US" altLang="en-US" sz="2400">
                <a:cs typeface="Arial" panose="020B0604020202020204" pitchFamily="34" charset="0"/>
              </a:rPr>
              <a:t> for GARCH(1,1) </a:t>
            </a:r>
          </a:p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Update variances</a:t>
            </a:r>
          </a:p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Calculate</a:t>
            </a:r>
          </a:p>
          <a:p>
            <a:pPr eaLnBrk="1" hangingPunct="1"/>
            <a:endParaRPr lang="en-US" altLang="en-US" sz="240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Use solver to search for values of parameters that maximize this objective function</a:t>
            </a:r>
          </a:p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For efficient operation of Solver: set up spreadsheet so that ensure that search is over parameters that are of same order of magnitude and test alternative starting conditions</a:t>
            </a:r>
          </a:p>
        </p:txBody>
      </p:sp>
      <p:graphicFrame>
        <p:nvGraphicFramePr>
          <p:cNvPr id="39940" name="Object 4"/>
          <p:cNvGraphicFramePr>
            <a:graphicFrameLocks noGrp="1"/>
          </p:cNvGraphicFramePr>
          <p:nvPr>
            <p:ph sz="half" idx="2"/>
          </p:nvPr>
        </p:nvGraphicFramePr>
        <p:xfrm>
          <a:off x="2987675" y="2781300"/>
          <a:ext cx="16494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4" imgW="1047641" imgH="428655" progId="Equation.3">
                  <p:embed/>
                </p:oleObj>
              </mc:Choice>
              <mc:Fallback>
                <p:oleObj name="Equation" r:id="rId4" imgW="1047641" imgH="42865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781300"/>
                        <a:ext cx="16494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399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25217B-33F4-4DCE-8D86-188EA6FDFFB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S&amp;P 500 Excel Application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(Table 8.4)</a:t>
            </a:r>
            <a:endParaRPr lang="en-US" dirty="0"/>
          </a:p>
        </p:txBody>
      </p:sp>
      <p:sp>
        <p:nvSpPr>
          <p:cNvPr id="4096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EEB182-8E0E-48B0-AECC-2BDCB7D06A2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57662"/>
              </p:ext>
            </p:extLst>
          </p:nvPr>
        </p:nvGraphicFramePr>
        <p:xfrm>
          <a:off x="838200" y="2667000"/>
          <a:ext cx="7620000" cy="296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>
                          <a:latin typeface="+mj-lt"/>
                        </a:rPr>
                        <a:t>Date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>
                          <a:latin typeface="+mj-lt"/>
                        </a:rPr>
                        <a:t>Day 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>
                          <a:latin typeface="+mj-lt"/>
                        </a:rPr>
                        <a:t>S</a:t>
                      </a:r>
                      <a:r>
                        <a:rPr lang="en-CA" sz="1600" i="1" baseline="-25000" dirty="0">
                          <a:latin typeface="+mj-lt"/>
                        </a:rPr>
                        <a:t>i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i="1" dirty="0" err="1">
                          <a:latin typeface="+mj-lt"/>
                        </a:rPr>
                        <a:t>u</a:t>
                      </a:r>
                      <a:r>
                        <a:rPr lang="en-CA" sz="1600" i="1" baseline="-25000" dirty="0" err="1">
                          <a:latin typeface="+mj-lt"/>
                        </a:rPr>
                        <a:t>i</a:t>
                      </a:r>
                      <a:r>
                        <a:rPr lang="en-CA" sz="1600" i="1" baseline="0" dirty="0">
                          <a:latin typeface="+mj-lt"/>
                        </a:rPr>
                        <a:t>=(S</a:t>
                      </a:r>
                      <a:r>
                        <a:rPr lang="en-CA" sz="1600" i="1" baseline="-25000" dirty="0">
                          <a:latin typeface="+mj-lt"/>
                        </a:rPr>
                        <a:t>i</a:t>
                      </a:r>
                      <a:r>
                        <a:rPr lang="en-US" sz="1600" dirty="0">
                          <a:latin typeface="+mj-lt"/>
                        </a:rPr>
                        <a:t>−</a:t>
                      </a:r>
                      <a:r>
                        <a:rPr lang="en-US" sz="1600" i="1" dirty="0">
                          <a:latin typeface="+mj-lt"/>
                        </a:rPr>
                        <a:t>S</a:t>
                      </a:r>
                      <a:r>
                        <a:rPr lang="en-US" sz="1600" i="1" baseline="-25000" dirty="0">
                          <a:latin typeface="+mj-lt"/>
                        </a:rPr>
                        <a:t>i</a:t>
                      </a:r>
                      <a:r>
                        <a:rPr lang="en-US" sz="1600" baseline="-25000" dirty="0">
                          <a:latin typeface="+mj-lt"/>
                        </a:rPr>
                        <a:t>-1</a:t>
                      </a:r>
                      <a:r>
                        <a:rPr lang="en-US" sz="1600" dirty="0">
                          <a:latin typeface="+mj-lt"/>
                        </a:rPr>
                        <a:t>)/</a:t>
                      </a:r>
                      <a:r>
                        <a:rPr lang="en-US" sz="1600" i="1" dirty="0">
                          <a:latin typeface="+mj-lt"/>
                        </a:rPr>
                        <a:t>S</a:t>
                      </a:r>
                      <a:r>
                        <a:rPr lang="en-US" sz="1600" i="1" baseline="-25000" dirty="0">
                          <a:latin typeface="+mj-lt"/>
                        </a:rPr>
                        <a:t>i</a:t>
                      </a:r>
                      <a:r>
                        <a:rPr lang="en-US" sz="1600" baseline="-25000" dirty="0">
                          <a:latin typeface="+mj-lt"/>
                        </a:rPr>
                        <a:t>-1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>
                          <a:latin typeface="+mj-lt"/>
                        </a:rPr>
                        <a:t>v</a:t>
                      </a:r>
                      <a:r>
                        <a:rPr lang="en-CA" sz="1600" i="1" baseline="-25000" dirty="0">
                          <a:latin typeface="+mj-lt"/>
                        </a:rPr>
                        <a:t>i</a:t>
                      </a:r>
                      <a:r>
                        <a:rPr lang="en-CA" sz="1600" dirty="0"/>
                        <a:t> =</a:t>
                      </a:r>
                      <a:r>
                        <a:rPr lang="en-CA" sz="1600" dirty="0">
                          <a:latin typeface="Symbol" pitchFamily="18" charset="2"/>
                        </a:rPr>
                        <a:t>s</a:t>
                      </a:r>
                      <a:r>
                        <a:rPr lang="en-CA" sz="1600" i="1" baseline="-25000" dirty="0">
                          <a:latin typeface="+mj-lt"/>
                        </a:rPr>
                        <a:t>i</a:t>
                      </a:r>
                      <a:r>
                        <a:rPr lang="en-CA" sz="1600" baseline="30000" dirty="0"/>
                        <a:t>2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−</a:t>
                      </a:r>
                      <a:r>
                        <a:rPr lang="en-CA" sz="1600" dirty="0" err="1"/>
                        <a:t>ln</a:t>
                      </a:r>
                      <a:r>
                        <a:rPr lang="en-CA" sz="1600" dirty="0"/>
                        <a:t>(</a:t>
                      </a:r>
                      <a:r>
                        <a:rPr lang="en-CA" sz="1600" i="1" dirty="0">
                          <a:latin typeface="+mj-lt"/>
                        </a:rPr>
                        <a:t>v</a:t>
                      </a:r>
                      <a:r>
                        <a:rPr lang="en-CA" sz="1600" i="1" baseline="-25000" dirty="0">
                          <a:latin typeface="+mj-lt"/>
                        </a:rPr>
                        <a:t>i </a:t>
                      </a:r>
                      <a:r>
                        <a:rPr lang="en-CA" sz="1600" baseline="0" dirty="0"/>
                        <a:t>)</a:t>
                      </a:r>
                      <a:r>
                        <a:rPr lang="en-CA" sz="1600" baseline="-25000" dirty="0"/>
                        <a:t> </a:t>
                      </a:r>
                      <a:r>
                        <a:rPr lang="en-CA" sz="1600" dirty="0"/>
                        <a:t>−</a:t>
                      </a:r>
                      <a:r>
                        <a:rPr lang="en-CA" sz="1600" i="1" dirty="0">
                          <a:latin typeface="+mj-lt"/>
                        </a:rPr>
                        <a:t>u</a:t>
                      </a:r>
                      <a:r>
                        <a:rPr lang="en-CA" sz="1600" i="1" baseline="-25000" dirty="0">
                          <a:latin typeface="+mj-lt"/>
                        </a:rPr>
                        <a:t>i</a:t>
                      </a:r>
                      <a:r>
                        <a:rPr lang="en-CA" sz="1600" baseline="30000" dirty="0"/>
                        <a:t>2</a:t>
                      </a:r>
                      <a:r>
                        <a:rPr lang="en-CA" sz="1600" dirty="0"/>
                        <a:t> /</a:t>
                      </a:r>
                      <a:r>
                        <a:rPr lang="en-CA" sz="1600" i="1" dirty="0">
                          <a:latin typeface="+mj-lt"/>
                        </a:rPr>
                        <a:t>v</a:t>
                      </a:r>
                      <a:r>
                        <a:rPr lang="en-CA" sz="1600" i="1" baseline="-25000" dirty="0">
                          <a:latin typeface="+mj-lt"/>
                        </a:rPr>
                        <a:t>i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02-Feb-2017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2280.85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03-Feb-2017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2297.42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  0.007265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06-Feb-2017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3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2292.56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−</a:t>
                      </a:r>
                      <a:r>
                        <a:rPr lang="en-CA" sz="1600" dirty="0"/>
                        <a:t>0.002115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0.000053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9.7646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07-Feb-2017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4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2293.08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0.000227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0.000045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 10.0057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…….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…..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…….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………..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………….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…………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01-Feb-2022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1259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4546.56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0.006863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0.000233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 8.1628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Total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10,764.3624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The S&amp;P 500 </a:t>
            </a:r>
            <a:r>
              <a:rPr lang="en-CA" altLang="en-US" sz="2400" dirty="0"/>
              <a:t>(Figure 8.4)</a:t>
            </a:r>
            <a:endParaRPr lang="en-US" altLang="en-US" sz="2400" dirty="0"/>
          </a:p>
        </p:txBody>
      </p:sp>
      <p:sp>
        <p:nvSpPr>
          <p:cNvPr id="4198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8,  Copyright © John C. Hull 2023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3BE686-ABCB-41E1-BB7F-4C0C5E1D4136}" type="slidenum">
              <a:rPr lang="en-US" altLang="en-US"/>
              <a:pPr/>
              <a:t>28</a:t>
            </a:fld>
            <a:endParaRPr lang="en-US" alt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9145407"/>
              </p:ext>
            </p:extLst>
          </p:nvPr>
        </p:nvGraphicFramePr>
        <p:xfrm>
          <a:off x="1259632" y="1988840"/>
          <a:ext cx="6048672" cy="3672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The GARCH Estimate of Volatility of the S&amp;P 500 </a:t>
            </a:r>
            <a:r>
              <a:rPr lang="en-CA" altLang="en-US" sz="2000" dirty="0"/>
              <a:t>(Figure 8.5) </a:t>
            </a:r>
            <a:endParaRPr lang="en-US" altLang="en-US" sz="2000" dirty="0"/>
          </a:p>
        </p:txBody>
      </p:sp>
      <p:sp>
        <p:nvSpPr>
          <p:cNvPr id="4301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5437BD-DC25-4770-993F-06C777E7077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7394154"/>
              </p:ext>
            </p:extLst>
          </p:nvPr>
        </p:nvGraphicFramePr>
        <p:xfrm>
          <a:off x="1115616" y="2060848"/>
          <a:ext cx="6048672" cy="3440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Variance Targeting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One way of implementing GARCH(1,1) that increases stability is by using variance targeting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long-run average variance equal to the sample variance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Only two other parameters then have to be estimated</a:t>
            </a:r>
          </a:p>
        </p:txBody>
      </p:sp>
      <p:sp>
        <p:nvSpPr>
          <p:cNvPr id="440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8,  Copyright © John C. Hull 2023</a:t>
            </a: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926C9A-582C-4786-AE56-E9E08ECABF2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How Good is the Model?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127250"/>
            <a:ext cx="7467600" cy="40036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The Ljung-Box statistic tests for autocorrelation</a:t>
            </a:r>
          </a:p>
          <a:p>
            <a:pPr eaLnBrk="1" hangingPunct="1"/>
            <a:r>
              <a:rPr lang="en-US" altLang="en-US"/>
              <a:t>We compare the autocorrelation of the</a:t>
            </a:r>
            <a:endParaRPr lang="en-US" altLang="en-US" baseline="-25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	u</a:t>
            </a:r>
            <a:r>
              <a:rPr lang="en-US" altLang="en-US" i="1" baseline="-25000">
                <a:latin typeface="Times New Roman" panose="02020603050405020304" pitchFamily="18" charset="0"/>
              </a:rPr>
              <a:t>i</a:t>
            </a:r>
            <a:r>
              <a:rPr lang="en-US" altLang="en-US" i="1" baseline="30000"/>
              <a:t>2</a:t>
            </a:r>
            <a:r>
              <a:rPr lang="en-US" altLang="en-US"/>
              <a:t> with the autocorrelation of the </a:t>
            </a:r>
            <a:r>
              <a:rPr lang="en-US" altLang="en-US" i="1">
                <a:latin typeface="Times New Roman" panose="02020603050405020304" pitchFamily="18" charset="0"/>
              </a:rPr>
              <a:t>u</a:t>
            </a:r>
            <a:r>
              <a:rPr lang="en-US" altLang="en-US" i="1" baseline="-25000"/>
              <a:t>i</a:t>
            </a:r>
            <a:r>
              <a:rPr lang="en-US" altLang="en-US" baseline="30000"/>
              <a:t>2</a:t>
            </a:r>
            <a:r>
              <a:rPr lang="en-US" altLang="en-US"/>
              <a:t>/</a:t>
            </a: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i</a:t>
            </a:r>
            <a:r>
              <a:rPr lang="en-US" altLang="en-US" baseline="30000">
                <a:latin typeface="Times New Roman" panose="02020603050405020304" pitchFamily="18" charset="0"/>
              </a:rPr>
              <a:t>2</a:t>
            </a:r>
            <a:endParaRPr lang="en-US" altLang="en-US" i="1" baseline="-25000">
              <a:latin typeface="Times New Roman" panose="02020603050405020304" pitchFamily="18" charset="0"/>
            </a:endParaRPr>
          </a:p>
        </p:txBody>
      </p:sp>
      <p:sp>
        <p:nvSpPr>
          <p:cNvPr id="450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450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AC3A29-AF22-42D2-BC3D-9DF86295BB4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66800"/>
            <a:ext cx="7924800" cy="762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Forecasting Future Volatility 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 dirty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equation 8.14)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A few lines of algebra shows that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The variance rate for an option expiring on day </a:t>
            </a:r>
            <a:r>
              <a:rPr lang="en-US" altLang="en-US" i="1" dirty="0">
                <a:latin typeface="Times New Roman" panose="02020603050405020304" pitchFamily="18" charset="0"/>
              </a:rPr>
              <a:t>m</a:t>
            </a:r>
            <a:r>
              <a:rPr lang="en-US" altLang="en-US" dirty="0"/>
              <a:t>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460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460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1263A8-B545-4F75-BC7E-3E47CF37C6E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graphicFrame>
        <p:nvGraphicFramePr>
          <p:cNvPr id="46086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481477"/>
              </p:ext>
            </p:extLst>
          </p:nvPr>
        </p:nvGraphicFramePr>
        <p:xfrm>
          <a:off x="2176463" y="3094038"/>
          <a:ext cx="51466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4" imgW="1892160" imgH="241200" progId="Equation.DSMT4">
                  <p:embed/>
                </p:oleObj>
              </mc:Choice>
              <mc:Fallback>
                <p:oleObj name="Equation" r:id="rId4" imgW="1892160" imgH="2412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3094038"/>
                        <a:ext cx="51466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5"/>
          <p:cNvGraphicFramePr>
            <a:graphicFrameLocks/>
          </p:cNvGraphicFramePr>
          <p:nvPr/>
        </p:nvGraphicFramePr>
        <p:xfrm>
          <a:off x="3352800" y="4800600"/>
          <a:ext cx="20399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6" imgW="771491" imgH="371429" progId="Equation.3">
                  <p:embed/>
                </p:oleObj>
              </mc:Choice>
              <mc:Fallback>
                <p:oleObj name="Equation" r:id="rId6" imgW="771491" imgH="37142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800600"/>
                        <a:ext cx="20399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Forecasting Future Volatility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continued (equation 8.15)</a:t>
            </a:r>
          </a:p>
        </p:txBody>
      </p:sp>
      <p:graphicFrame>
        <p:nvGraphicFramePr>
          <p:cNvPr id="4710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166813" y="2376488"/>
          <a:ext cx="6477000" cy="298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4" imgW="4025900" imgH="1854200" progId="Equation.DSMT4">
                  <p:embed/>
                </p:oleObj>
              </mc:Choice>
              <mc:Fallback>
                <p:oleObj name="Equation" r:id="rId4" imgW="4025900" imgH="1854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2376488"/>
                        <a:ext cx="6477000" cy="298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471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D77FC1-AB80-47AE-AA3F-F38C9492953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S&amp;P Example (Table 8.6)</a:t>
            </a:r>
            <a:endParaRPr lang="en-US" altLang="en-US" dirty="0"/>
          </a:p>
        </p:txBody>
      </p:sp>
      <p:sp>
        <p:nvSpPr>
          <p:cNvPr id="4813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4813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771D45-2D88-4B18-9719-64F64AC1D76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6950"/>
              </p:ext>
            </p:extLst>
          </p:nvPr>
        </p:nvGraphicFramePr>
        <p:xfrm>
          <a:off x="1066799" y="2636912"/>
          <a:ext cx="6324601" cy="1279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Option Life (days)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10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30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50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100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500</a:t>
                      </a:r>
                      <a:endParaRPr lang="en-US" sz="1800" dirty="0"/>
                    </a:p>
                  </a:txBody>
                  <a:tcPr marT="45615" marB="456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Est. Volatility (% per annum)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26.62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25.20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24.13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22.45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19.98</a:t>
                      </a:r>
                      <a:endParaRPr lang="en-US" sz="1800" dirty="0"/>
                    </a:p>
                  </a:txBody>
                  <a:tcPr marT="45615" marB="456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9273D2-1DF5-AB0F-B399-0D7D0A801CB1}"/>
              </a:ext>
            </a:extLst>
          </p:cNvPr>
          <p:cNvSpPr txBox="1"/>
          <p:nvPr/>
        </p:nvSpPr>
        <p:spPr>
          <a:xfrm>
            <a:off x="457200" y="1628800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i="1" dirty="0">
                <a:latin typeface="+mj-lt"/>
              </a:rPr>
              <a:t>a </a:t>
            </a:r>
            <a:r>
              <a:rPr lang="en-CA" sz="2800" dirty="0"/>
              <a:t>= 0.02698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85800"/>
            <a:ext cx="7239000" cy="12954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Volatility Term Structures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286000"/>
            <a:ext cx="7923213" cy="422592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400" dirty="0">
                <a:cs typeface="Arial" charset="0"/>
              </a:rPr>
              <a:t>GARCH (1,1) suggests that, when calculating </a:t>
            </a:r>
            <a:r>
              <a:rPr lang="en-US" sz="2400" dirty="0" err="1">
                <a:cs typeface="Arial" charset="0"/>
              </a:rPr>
              <a:t>vega</a:t>
            </a:r>
            <a:r>
              <a:rPr lang="en-US" sz="2400" dirty="0">
                <a:cs typeface="Arial" charset="0"/>
              </a:rPr>
              <a:t>, we should shift the long maturity volatilities less than the short maturity volatilities</a:t>
            </a:r>
          </a:p>
          <a:p>
            <a:pPr eaLnBrk="1" hangingPunct="1">
              <a:defRPr/>
            </a:pPr>
            <a:r>
              <a:rPr lang="en-CA" sz="2400" dirty="0">
                <a:cs typeface="Arial" charset="0"/>
              </a:rPr>
              <a:t>When instantaneous volatility changes by </a:t>
            </a:r>
            <a:r>
              <a:rPr lang="en-CA" sz="2400" dirty="0">
                <a:latin typeface="Symbol" pitchFamily="18" charset="2"/>
                <a:cs typeface="Arial" charset="0"/>
              </a:rPr>
              <a:t>Ds</a:t>
            </a:r>
            <a:r>
              <a:rPr lang="en-CA" sz="2400" dirty="0">
                <a:cs typeface="Arial" charset="0"/>
              </a:rPr>
              <a:t>(0), volatility for </a:t>
            </a:r>
            <a:r>
              <a:rPr lang="en-CA" sz="2400" i="1" dirty="0">
                <a:latin typeface="+mj-lt"/>
                <a:cs typeface="Arial" charset="0"/>
              </a:rPr>
              <a:t>T</a:t>
            </a:r>
            <a:r>
              <a:rPr lang="en-CA" sz="2400" dirty="0">
                <a:cs typeface="Arial" charset="0"/>
              </a:rPr>
              <a:t>-day option changes by </a:t>
            </a:r>
            <a:endParaRPr lang="en-US" sz="2400" dirty="0">
              <a:cs typeface="Arial" charset="0"/>
            </a:endParaRPr>
          </a:p>
        </p:txBody>
      </p:sp>
      <p:sp>
        <p:nvSpPr>
          <p:cNvPr id="49156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4915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55A8FE-5DA2-4995-BFB6-C01897E4374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graphicFrame>
        <p:nvGraphicFramePr>
          <p:cNvPr id="49158" name="Object 29"/>
          <p:cNvGraphicFramePr>
            <a:graphicFrameLocks noChangeAspect="1"/>
          </p:cNvGraphicFramePr>
          <p:nvPr/>
        </p:nvGraphicFramePr>
        <p:xfrm>
          <a:off x="2819400" y="4343400"/>
          <a:ext cx="2563813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4" imgW="1193800" imgH="431800" progId="Equation.DSMT4">
                  <p:embed/>
                </p:oleObj>
              </mc:Choice>
              <mc:Fallback>
                <p:oleObj name="Equation" r:id="rId4" imgW="1193800" imgH="431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343400"/>
                        <a:ext cx="2563813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altLang="en-US" dirty="0"/>
              <a:t>Results for S&amp;P 500 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(Table 8.7)</a:t>
            </a:r>
            <a:endParaRPr lang="en-US" altLang="en-US" sz="2400" dirty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CA" altLang="en-US" dirty="0"/>
              <a:t>When instantaneous volatility changes by 1%</a:t>
            </a:r>
            <a:endParaRPr lang="en-US" altLang="en-US" dirty="0"/>
          </a:p>
        </p:txBody>
      </p:sp>
      <p:sp>
        <p:nvSpPr>
          <p:cNvPr id="501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8,  Copyright © John C. Hull 2023</a:t>
            </a:r>
          </a:p>
        </p:txBody>
      </p:sp>
      <p:sp>
        <p:nvSpPr>
          <p:cNvPr id="501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4B19B3-2044-44A6-8534-2C651DB25DD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graphicFrame>
        <p:nvGraphicFramePr>
          <p:cNvPr id="6" name="Group 7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9462766"/>
              </p:ext>
            </p:extLst>
          </p:nvPr>
        </p:nvGraphicFramePr>
        <p:xfrm>
          <a:off x="1295400" y="3200400"/>
          <a:ext cx="7010401" cy="1662114"/>
        </p:xfrm>
        <a:graphic>
          <a:graphicData uri="http://schemas.openxmlformats.org/drawingml/2006/table">
            <a:tbl>
              <a:tblPr/>
              <a:tblGrid>
                <a:gridCol w="212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35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Option Life (days)</a:t>
                      </a:r>
                    </a:p>
                  </a:txBody>
                  <a:tcPr marL="92075" marR="92075" marT="46013" marB="460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Volatility increase (%) </a:t>
                      </a:r>
                    </a:p>
                  </a:txBody>
                  <a:tcPr marL="92075" marR="92075" marT="46013" marB="460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0.91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0.75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0.63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0.42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0.10</a:t>
                      </a:r>
                    </a:p>
                  </a:txBody>
                  <a:tcPr marL="92075" marR="92075" marT="46013" marB="460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DAE03E-AE0E-486B-B2AE-E7F83E12CE01}"/>
</file>

<file path=customXml/itemProps2.xml><?xml version="1.0" encoding="utf-8"?>
<ds:datastoreItem xmlns:ds="http://schemas.openxmlformats.org/officeDocument/2006/customXml" ds:itemID="{C601E272-D411-46B1-9ED8-7213A33BB44A}"/>
</file>

<file path=customXml/itemProps3.xml><?xml version="1.0" encoding="utf-8"?>
<ds:datastoreItem xmlns:ds="http://schemas.openxmlformats.org/officeDocument/2006/customXml" ds:itemID="{9E08429B-2170-41C2-B340-F5DA48C3E6D9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HullRMFI2ndEdCh18</Template>
  <TotalTime>1349</TotalTime>
  <Words>1788</Words>
  <Application>Microsoft Office PowerPoint</Application>
  <PresentationFormat>On-screen Show (4:3)</PresentationFormat>
  <Paragraphs>292</Paragraphs>
  <Slides>36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Symbol</vt:lpstr>
      <vt:lpstr>Times New Roman</vt:lpstr>
      <vt:lpstr>Wingdings</vt:lpstr>
      <vt:lpstr>HullRMFICh12</vt:lpstr>
      <vt:lpstr>Equation</vt:lpstr>
      <vt:lpstr>MathType 7.0 Equation</vt:lpstr>
      <vt:lpstr>Volatility</vt:lpstr>
      <vt:lpstr>Definition of Volatility</vt:lpstr>
      <vt:lpstr>Implied Volatilities</vt:lpstr>
      <vt:lpstr>VIX Index: A Measure of the  Implied Volatility of the S&amp;P 500 (Figure 8.1, page 167)</vt:lpstr>
      <vt:lpstr>Are Daily Changes in Exchange Rates Normally Distributed? (Table 8.1)</vt:lpstr>
      <vt:lpstr>Heavy Tails</vt:lpstr>
      <vt:lpstr>Normal and Heavy-Tailed Distribution</vt:lpstr>
      <vt:lpstr>Alternatives to Normal Distributions: The Power Law (See page 170-172)</vt:lpstr>
      <vt:lpstr>Log-Log Test for Exchange Rate Data (v is number of standard deviations which the exchange rate moves)</vt:lpstr>
      <vt:lpstr>Standard Approach to Estimating Volatility</vt:lpstr>
      <vt:lpstr>Simplifications Usually Made in  Risk Management</vt:lpstr>
      <vt:lpstr>Weighting Scheme</vt:lpstr>
      <vt:lpstr>ARCH(m) Model</vt:lpstr>
      <vt:lpstr>EWMA Model  (page 175-177)</vt:lpstr>
      <vt:lpstr>Attractions of EWMA</vt:lpstr>
      <vt:lpstr>GARCH (1,1), page 177-179</vt:lpstr>
      <vt:lpstr>GARCH (1,1) continued</vt:lpstr>
      <vt:lpstr>Example</vt:lpstr>
      <vt:lpstr>Example continued</vt:lpstr>
      <vt:lpstr>GARCH (p,q)</vt:lpstr>
      <vt:lpstr>Other Models</vt:lpstr>
      <vt:lpstr>Maximum Likelihood Methods</vt:lpstr>
      <vt:lpstr>A Simple Example</vt:lpstr>
      <vt:lpstr>Estimating a Constant Variance</vt:lpstr>
      <vt:lpstr>Application to EWMA and GARCH</vt:lpstr>
      <vt:lpstr>S&amp;P 500 Excel Application</vt:lpstr>
      <vt:lpstr>S&amp;P 500 Excel Application (Table 8.4)</vt:lpstr>
      <vt:lpstr>The S&amp;P 500 (Figure 8.4)</vt:lpstr>
      <vt:lpstr>The GARCH Estimate of Volatility of the S&amp;P 500 (Figure 8.5) </vt:lpstr>
      <vt:lpstr>Variance Targeting</vt:lpstr>
      <vt:lpstr>How Good is the Model?</vt:lpstr>
      <vt:lpstr>Forecasting Future Volatility  (equation 8.14)</vt:lpstr>
      <vt:lpstr>Forecasting Future Volatility continued (equation 8.15)</vt:lpstr>
      <vt:lpstr>S&amp;P Example (Table 8.6)</vt:lpstr>
      <vt:lpstr>Volatility Term Structures</vt:lpstr>
      <vt:lpstr>Results for S&amp;P 500 (Table 8.7)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10</dc:subject>
  <dc:creator>John Hull</dc:creator>
  <cp:keywords>5th Edition</cp:keywords>
  <dc:description>Copyright 2018 by John Hull._x000d_
All rights reserved.</dc:description>
  <cp:lastModifiedBy>John Hull</cp:lastModifiedBy>
  <cp:revision>79</cp:revision>
  <dcterms:created xsi:type="dcterms:W3CDTF">2006-01-16T23:40:46Z</dcterms:created>
  <dcterms:modified xsi:type="dcterms:W3CDTF">2022-12-01T17:53:13Z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