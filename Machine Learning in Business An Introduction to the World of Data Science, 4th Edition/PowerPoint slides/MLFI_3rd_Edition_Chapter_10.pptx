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2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ll" userId="b3f65f64fa01e6a6" providerId="LiveId" clId="{0CBACACF-B98D-47A2-8EFA-E149CC7BD39B}"/>
    <pc:docChg chg="modSld">
      <pc:chgData name="John Hull" userId="b3f65f64fa01e6a6" providerId="LiveId" clId="{0CBACACF-B98D-47A2-8EFA-E149CC7BD39B}" dt="2021-05-28T16:57:17.234" v="74" actId="20577"/>
      <pc:docMkLst>
        <pc:docMk/>
      </pc:docMkLst>
      <pc:sldChg chg="modSp mod">
        <pc:chgData name="John Hull" userId="b3f65f64fa01e6a6" providerId="LiveId" clId="{0CBACACF-B98D-47A2-8EFA-E149CC7BD39B}" dt="2021-05-28T16:57:17.234" v="74" actId="20577"/>
        <pc:sldMkLst>
          <pc:docMk/>
          <pc:sldMk cId="2609102905" sldId="256"/>
        </pc:sldMkLst>
        <pc:spChg chg="mod">
          <ac:chgData name="John Hull" userId="b3f65f64fa01e6a6" providerId="LiveId" clId="{0CBACACF-B98D-47A2-8EFA-E149CC7BD39B}" dt="2021-05-28T16:57:17.234" v="74" actId="20577"/>
          <ac:spMkLst>
            <pc:docMk/>
            <pc:sldMk cId="2609102905" sldId="256"/>
            <ac:spMk id="2" creationId="{00000000-0000-0000-0000-000000000000}"/>
          </ac:spMkLst>
        </pc:spChg>
      </pc:sldChg>
      <pc:sldChg chg="modSp mod">
        <pc:chgData name="John Hull" userId="b3f65f64fa01e6a6" providerId="LiveId" clId="{0CBACACF-B98D-47A2-8EFA-E149CC7BD39B}" dt="2021-05-28T16:49:21.254" v="1" actId="5793"/>
        <pc:sldMkLst>
          <pc:docMk/>
          <pc:sldMk cId="3023442210" sldId="259"/>
        </pc:sldMkLst>
        <pc:spChg chg="mod">
          <ac:chgData name="John Hull" userId="b3f65f64fa01e6a6" providerId="LiveId" clId="{0CBACACF-B98D-47A2-8EFA-E149CC7BD39B}" dt="2021-05-28T16:49:21.254" v="1" actId="5793"/>
          <ac:spMkLst>
            <pc:docMk/>
            <pc:sldMk cId="3023442210" sldId="259"/>
            <ac:spMk id="3" creationId="{00000000-0000-0000-0000-000000000000}"/>
          </ac:spMkLst>
        </pc:spChg>
      </pc:sldChg>
      <pc:sldChg chg="modSp mod">
        <pc:chgData name="John Hull" userId="b3f65f64fa01e6a6" providerId="LiveId" clId="{0CBACACF-B98D-47A2-8EFA-E149CC7BD39B}" dt="2021-05-28T16:51:19.986" v="17" actId="20577"/>
        <pc:sldMkLst>
          <pc:docMk/>
          <pc:sldMk cId="672208954" sldId="260"/>
        </pc:sldMkLst>
        <pc:spChg chg="mod">
          <ac:chgData name="John Hull" userId="b3f65f64fa01e6a6" providerId="LiveId" clId="{0CBACACF-B98D-47A2-8EFA-E149CC7BD39B}" dt="2021-05-28T16:51:19.986" v="17" actId="20577"/>
          <ac:spMkLst>
            <pc:docMk/>
            <pc:sldMk cId="672208954" sldId="260"/>
            <ac:spMk id="2" creationId="{00000000-0000-0000-0000-000000000000}"/>
          </ac:spMkLst>
        </pc:spChg>
      </pc:sldChg>
      <pc:sldChg chg="modSp mod">
        <pc:chgData name="John Hull" userId="b3f65f64fa01e6a6" providerId="LiveId" clId="{0CBACACF-B98D-47A2-8EFA-E149CC7BD39B}" dt="2021-05-28T16:51:42.801" v="33" actId="20577"/>
        <pc:sldMkLst>
          <pc:docMk/>
          <pc:sldMk cId="2312958481" sldId="264"/>
        </pc:sldMkLst>
        <pc:spChg chg="mod">
          <ac:chgData name="John Hull" userId="b3f65f64fa01e6a6" providerId="LiveId" clId="{0CBACACF-B98D-47A2-8EFA-E149CC7BD39B}" dt="2021-05-28T16:51:42.801" v="33" actId="20577"/>
          <ac:spMkLst>
            <pc:docMk/>
            <pc:sldMk cId="2312958481" sldId="264"/>
            <ac:spMk id="2" creationId="{00000000-0000-0000-0000-000000000000}"/>
          </ac:spMkLst>
        </pc:spChg>
      </pc:sldChg>
      <pc:sldChg chg="modSp mod">
        <pc:chgData name="John Hull" userId="b3f65f64fa01e6a6" providerId="LiveId" clId="{0CBACACF-B98D-47A2-8EFA-E149CC7BD39B}" dt="2021-05-28T16:52:18.246" v="51" actId="20577"/>
        <pc:sldMkLst>
          <pc:docMk/>
          <pc:sldMk cId="2051545770" sldId="268"/>
        </pc:sldMkLst>
        <pc:spChg chg="mod">
          <ac:chgData name="John Hull" userId="b3f65f64fa01e6a6" providerId="LiveId" clId="{0CBACACF-B98D-47A2-8EFA-E149CC7BD39B}" dt="2021-05-28T16:52:18.246" v="51" actId="20577"/>
          <ac:spMkLst>
            <pc:docMk/>
            <pc:sldMk cId="2051545770" sldId="268"/>
            <ac:spMk id="2" creationId="{00000000-0000-0000-0000-000000000000}"/>
          </ac:spMkLst>
        </pc:spChg>
      </pc:sldChg>
      <pc:sldChg chg="modSp mod">
        <pc:chgData name="John Hull" userId="b3f65f64fa01e6a6" providerId="LiveId" clId="{0CBACACF-B98D-47A2-8EFA-E149CC7BD39B}" dt="2021-05-28T16:52:37.766" v="62" actId="20577"/>
        <pc:sldMkLst>
          <pc:docMk/>
          <pc:sldMk cId="3189467774" sldId="272"/>
        </pc:sldMkLst>
        <pc:spChg chg="mod">
          <ac:chgData name="John Hull" userId="b3f65f64fa01e6a6" providerId="LiveId" clId="{0CBACACF-B98D-47A2-8EFA-E149CC7BD39B}" dt="2021-05-28T16:52:37.766" v="62" actId="20577"/>
          <ac:spMkLst>
            <pc:docMk/>
            <pc:sldMk cId="3189467774" sldId="27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BE6C6-E13E-4AA6-B3DE-1B7348933221}" type="datetimeFigureOut">
              <a:rPr lang="en-CA" smtClean="0"/>
              <a:t>2021-05-28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E2A24-94B3-4CFC-9703-EECBE5CCBD9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995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350">
                <a:latin typeface="Arial" charset="0"/>
                <a:cs typeface="Arial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64333 w 4848"/>
                  <a:gd name="T1" fmla="*/ 203416971 h 432"/>
                  <a:gd name="T2" fmla="*/ 0 w 4848"/>
                  <a:gd name="T3" fmla="*/ 203416971 h 432"/>
                  <a:gd name="T4" fmla="*/ 0 w 4848"/>
                  <a:gd name="T5" fmla="*/ 0 h 432"/>
                  <a:gd name="T6" fmla="*/ 64333 w 4848"/>
                  <a:gd name="T7" fmla="*/ 0 h 432"/>
                  <a:gd name="T8" fmla="*/ 64333 w 4848"/>
                  <a:gd name="T9" fmla="*/ 203416971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33 w 15"/>
                    <a:gd name="T1" fmla="*/ 3 h 23"/>
                    <a:gd name="T2" fmla="*/ 97 w 15"/>
                    <a:gd name="T3" fmla="*/ 3 h 23"/>
                    <a:gd name="T4" fmla="*/ 86 w 15"/>
                    <a:gd name="T5" fmla="*/ 3 h 23"/>
                    <a:gd name="T6" fmla="*/ 33 w 15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3 h 23"/>
                    <a:gd name="T2" fmla="*/ 26 w 20"/>
                    <a:gd name="T3" fmla="*/ 3 h 23"/>
                    <a:gd name="T4" fmla="*/ 7 w 20"/>
                    <a:gd name="T5" fmla="*/ 3 h 23"/>
                    <a:gd name="T6" fmla="*/ 3 w 20"/>
                    <a:gd name="T7" fmla="*/ 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31 w 30"/>
                    <a:gd name="T1" fmla="*/ 2 h 42"/>
                    <a:gd name="T2" fmla="*/ 8 w 30"/>
                    <a:gd name="T3" fmla="*/ 2 h 42"/>
                    <a:gd name="T4" fmla="*/ 0 w 30"/>
                    <a:gd name="T5" fmla="*/ 2 h 42"/>
                    <a:gd name="T6" fmla="*/ 31 w 30"/>
                    <a:gd name="T7" fmla="*/ 2 h 42"/>
                    <a:gd name="T8" fmla="*/ 45 w 30"/>
                    <a:gd name="T9" fmla="*/ 2 h 42"/>
                    <a:gd name="T10" fmla="*/ 43 w 30"/>
                    <a:gd name="T11" fmla="*/ 2 h 42"/>
                    <a:gd name="T12" fmla="*/ 31 w 30"/>
                    <a:gd name="T13" fmla="*/ 2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2 h 16"/>
                    <a:gd name="T2" fmla="*/ 3 w 25"/>
                    <a:gd name="T3" fmla="*/ 2 h 16"/>
                    <a:gd name="T4" fmla="*/ 15 w 25"/>
                    <a:gd name="T5" fmla="*/ 0 h 16"/>
                    <a:gd name="T6" fmla="*/ 15 w 25"/>
                    <a:gd name="T7" fmla="*/ 2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3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3 h 46"/>
                    <a:gd name="T8" fmla="*/ 32 w 65"/>
                    <a:gd name="T9" fmla="*/ 3 h 46"/>
                    <a:gd name="T10" fmla="*/ 12 w 65"/>
                    <a:gd name="T11" fmla="*/ 3 h 46"/>
                    <a:gd name="T12" fmla="*/ 8 w 65"/>
                    <a:gd name="T13" fmla="*/ 3 h 46"/>
                    <a:gd name="T14" fmla="*/ 12 w 65"/>
                    <a:gd name="T15" fmla="*/ 3 h 46"/>
                    <a:gd name="T16" fmla="*/ 14 w 65"/>
                    <a:gd name="T17" fmla="*/ 3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2 h 47"/>
                    <a:gd name="T2" fmla="*/ 18 w 69"/>
                    <a:gd name="T3" fmla="*/ 2 h 47"/>
                    <a:gd name="T4" fmla="*/ 37 w 69"/>
                    <a:gd name="T5" fmla="*/ 1 h 47"/>
                    <a:gd name="T6" fmla="*/ 49 w 69"/>
                    <a:gd name="T7" fmla="*/ 2 h 47"/>
                    <a:gd name="T8" fmla="*/ 35 w 69"/>
                    <a:gd name="T9" fmla="*/ 2 h 47"/>
                    <a:gd name="T10" fmla="*/ 28 w 69"/>
                    <a:gd name="T11" fmla="*/ 2 h 47"/>
                    <a:gd name="T12" fmla="*/ 22 w 69"/>
                    <a:gd name="T13" fmla="*/ 2 h 47"/>
                    <a:gd name="T14" fmla="*/ 16 w 69"/>
                    <a:gd name="T15" fmla="*/ 2 h 47"/>
                    <a:gd name="T16" fmla="*/ 12 w 69"/>
                    <a:gd name="T17" fmla="*/ 2 h 47"/>
                    <a:gd name="T18" fmla="*/ 0 w 69"/>
                    <a:gd name="T19" fmla="*/ 2 h 47"/>
                    <a:gd name="T20" fmla="*/ 0 w 69"/>
                    <a:gd name="T21" fmla="*/ 2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2 h 277"/>
                    <a:gd name="T4" fmla="*/ 46 w 355"/>
                    <a:gd name="T5" fmla="*/ 2 h 277"/>
                    <a:gd name="T6" fmla="*/ 76 w 355"/>
                    <a:gd name="T7" fmla="*/ 2 h 277"/>
                    <a:gd name="T8" fmla="*/ 92 w 355"/>
                    <a:gd name="T9" fmla="*/ 4 h 277"/>
                    <a:gd name="T10" fmla="*/ 122 w 355"/>
                    <a:gd name="T11" fmla="*/ 6 h 277"/>
                    <a:gd name="T12" fmla="*/ 136 w 355"/>
                    <a:gd name="T13" fmla="*/ 7 h 277"/>
                    <a:gd name="T14" fmla="*/ 148 w 355"/>
                    <a:gd name="T15" fmla="*/ 7 h 277"/>
                    <a:gd name="T16" fmla="*/ 154 w 355"/>
                    <a:gd name="T17" fmla="*/ 8 h 277"/>
                    <a:gd name="T18" fmla="*/ 176 w 355"/>
                    <a:gd name="T19" fmla="*/ 8 h 277"/>
                    <a:gd name="T20" fmla="*/ 170 w 355"/>
                    <a:gd name="T21" fmla="*/ 11 h 277"/>
                    <a:gd name="T22" fmla="*/ 177 w 355"/>
                    <a:gd name="T23" fmla="*/ 12 h 277"/>
                    <a:gd name="T24" fmla="*/ 183 w 355"/>
                    <a:gd name="T25" fmla="*/ 12 h 277"/>
                    <a:gd name="T26" fmla="*/ 201 w 355"/>
                    <a:gd name="T27" fmla="*/ 12 h 277"/>
                    <a:gd name="T28" fmla="*/ 221 w 355"/>
                    <a:gd name="T29" fmla="*/ 13 h 277"/>
                    <a:gd name="T30" fmla="*/ 239 w 355"/>
                    <a:gd name="T31" fmla="*/ 13 h 277"/>
                    <a:gd name="T32" fmla="*/ 257 w 355"/>
                    <a:gd name="T33" fmla="*/ 13 h 277"/>
                    <a:gd name="T34" fmla="*/ 281 w 355"/>
                    <a:gd name="T35" fmla="*/ 14 h 277"/>
                    <a:gd name="T36" fmla="*/ 299 w 355"/>
                    <a:gd name="T37" fmla="*/ 14 h 277"/>
                    <a:gd name="T38" fmla="*/ 337 w 355"/>
                    <a:gd name="T39" fmla="*/ 14 h 277"/>
                    <a:gd name="T40" fmla="*/ 327 w 355"/>
                    <a:gd name="T41" fmla="*/ 15 h 277"/>
                    <a:gd name="T42" fmla="*/ 307 w 355"/>
                    <a:gd name="T43" fmla="*/ 14 h 277"/>
                    <a:gd name="T44" fmla="*/ 285 w 355"/>
                    <a:gd name="T45" fmla="*/ 14 h 277"/>
                    <a:gd name="T46" fmla="*/ 273 w 355"/>
                    <a:gd name="T47" fmla="*/ 14 h 277"/>
                    <a:gd name="T48" fmla="*/ 237 w 355"/>
                    <a:gd name="T49" fmla="*/ 14 h 277"/>
                    <a:gd name="T50" fmla="*/ 219 w 355"/>
                    <a:gd name="T51" fmla="*/ 14 h 277"/>
                    <a:gd name="T52" fmla="*/ 172 w 355"/>
                    <a:gd name="T53" fmla="*/ 13 h 277"/>
                    <a:gd name="T54" fmla="*/ 160 w 355"/>
                    <a:gd name="T55" fmla="*/ 12 h 277"/>
                    <a:gd name="T56" fmla="*/ 126 w 355"/>
                    <a:gd name="T57" fmla="*/ 11 h 277"/>
                    <a:gd name="T58" fmla="*/ 108 w 355"/>
                    <a:gd name="T59" fmla="*/ 10 h 277"/>
                    <a:gd name="T60" fmla="*/ 94 w 355"/>
                    <a:gd name="T61" fmla="*/ 8 h 277"/>
                    <a:gd name="T62" fmla="*/ 68 w 355"/>
                    <a:gd name="T63" fmla="*/ 6 h 277"/>
                    <a:gd name="T64" fmla="*/ 64 w 355"/>
                    <a:gd name="T65" fmla="*/ 6 h 277"/>
                    <a:gd name="T66" fmla="*/ 58 w 355"/>
                    <a:gd name="T67" fmla="*/ 6 h 277"/>
                    <a:gd name="T68" fmla="*/ 54 w 355"/>
                    <a:gd name="T69" fmla="*/ 5 h 277"/>
                    <a:gd name="T70" fmla="*/ 38 w 355"/>
                    <a:gd name="T71" fmla="*/ 3 h 277"/>
                    <a:gd name="T72" fmla="*/ 20 w 355"/>
                    <a:gd name="T73" fmla="*/ 2 h 277"/>
                    <a:gd name="T74" fmla="*/ 4 w 355"/>
                    <a:gd name="T75" fmla="*/ 2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 h 206"/>
                    <a:gd name="T2" fmla="*/ 66 w 156"/>
                    <a:gd name="T3" fmla="*/ 2 h 206"/>
                    <a:gd name="T4" fmla="*/ 68 w 156"/>
                    <a:gd name="T5" fmla="*/ 2 h 206"/>
                    <a:gd name="T6" fmla="*/ 95 w 156"/>
                    <a:gd name="T7" fmla="*/ 2 h 206"/>
                    <a:gd name="T8" fmla="*/ 121 w 156"/>
                    <a:gd name="T9" fmla="*/ 2 h 206"/>
                    <a:gd name="T10" fmla="*/ 127 w 156"/>
                    <a:gd name="T11" fmla="*/ 2 h 206"/>
                    <a:gd name="T12" fmla="*/ 139 w 156"/>
                    <a:gd name="T13" fmla="*/ 0 h 206"/>
                    <a:gd name="T14" fmla="*/ 165 w 156"/>
                    <a:gd name="T15" fmla="*/ 2 h 206"/>
                    <a:gd name="T16" fmla="*/ 161 w 156"/>
                    <a:gd name="T17" fmla="*/ 2 h 206"/>
                    <a:gd name="T18" fmla="*/ 141 w 156"/>
                    <a:gd name="T19" fmla="*/ 2 h 206"/>
                    <a:gd name="T20" fmla="*/ 147 w 156"/>
                    <a:gd name="T21" fmla="*/ 4 h 206"/>
                    <a:gd name="T22" fmla="*/ 157 w 156"/>
                    <a:gd name="T23" fmla="*/ 5 h 206"/>
                    <a:gd name="T24" fmla="*/ 161 w 156"/>
                    <a:gd name="T25" fmla="*/ 5 h 206"/>
                    <a:gd name="T26" fmla="*/ 143 w 156"/>
                    <a:gd name="T27" fmla="*/ 5 h 206"/>
                    <a:gd name="T28" fmla="*/ 131 w 156"/>
                    <a:gd name="T29" fmla="*/ 6 h 206"/>
                    <a:gd name="T30" fmla="*/ 119 w 156"/>
                    <a:gd name="T31" fmla="*/ 6 h 206"/>
                    <a:gd name="T32" fmla="*/ 115 w 156"/>
                    <a:gd name="T33" fmla="*/ 8 h 206"/>
                    <a:gd name="T34" fmla="*/ 103 w 156"/>
                    <a:gd name="T35" fmla="*/ 9 h 206"/>
                    <a:gd name="T36" fmla="*/ 97 w 156"/>
                    <a:gd name="T37" fmla="*/ 9 h 206"/>
                    <a:gd name="T38" fmla="*/ 76 w 156"/>
                    <a:gd name="T39" fmla="*/ 9 h 206"/>
                    <a:gd name="T40" fmla="*/ 72 w 156"/>
                    <a:gd name="T41" fmla="*/ 8 h 206"/>
                    <a:gd name="T42" fmla="*/ 60 w 156"/>
                    <a:gd name="T43" fmla="*/ 8 h 206"/>
                    <a:gd name="T44" fmla="*/ 42 w 156"/>
                    <a:gd name="T45" fmla="*/ 8 h 206"/>
                    <a:gd name="T46" fmla="*/ 28 w 156"/>
                    <a:gd name="T47" fmla="*/ 8 h 206"/>
                    <a:gd name="T48" fmla="*/ 10 w 156"/>
                    <a:gd name="T49" fmla="*/ 6 h 206"/>
                    <a:gd name="T50" fmla="*/ 4 w 156"/>
                    <a:gd name="T51" fmla="*/ 5 h 206"/>
                    <a:gd name="T52" fmla="*/ 0 w 156"/>
                    <a:gd name="T53" fmla="*/ 5 h 206"/>
                    <a:gd name="T54" fmla="*/ 20 w 156"/>
                    <a:gd name="T55" fmla="*/ 4 h 206"/>
                    <a:gd name="T56" fmla="*/ 32 w 156"/>
                    <a:gd name="T57" fmla="*/ 4 h 206"/>
                    <a:gd name="T58" fmla="*/ 34 w 156"/>
                    <a:gd name="T59" fmla="*/ 3 h 206"/>
                    <a:gd name="T60" fmla="*/ 52 w 156"/>
                    <a:gd name="T61" fmla="*/ 2 h 206"/>
                    <a:gd name="T62" fmla="*/ 54 w 156"/>
                    <a:gd name="T63" fmla="*/ 2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 h 38"/>
                    <a:gd name="T2" fmla="*/ 18 w 109"/>
                    <a:gd name="T3" fmla="*/ 3 h 38"/>
                    <a:gd name="T4" fmla="*/ 46 w 109"/>
                    <a:gd name="T5" fmla="*/ 3 h 38"/>
                    <a:gd name="T6" fmla="*/ 87 w 109"/>
                    <a:gd name="T7" fmla="*/ 3 h 38"/>
                    <a:gd name="T8" fmla="*/ 105 w 109"/>
                    <a:gd name="T9" fmla="*/ 0 h 38"/>
                    <a:gd name="T10" fmla="*/ 91 w 109"/>
                    <a:gd name="T11" fmla="*/ 3 h 38"/>
                    <a:gd name="T12" fmla="*/ 75 w 109"/>
                    <a:gd name="T13" fmla="*/ 3 h 38"/>
                    <a:gd name="T14" fmla="*/ 42 w 109"/>
                    <a:gd name="T15" fmla="*/ 3 h 38"/>
                    <a:gd name="T16" fmla="*/ 14 w 109"/>
                    <a:gd name="T17" fmla="*/ 3 h 38"/>
                    <a:gd name="T18" fmla="*/ 4 w 109"/>
                    <a:gd name="T19" fmla="*/ 3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2 h 104"/>
                    <a:gd name="T2" fmla="*/ 18 w 76"/>
                    <a:gd name="T3" fmla="*/ 0 h 104"/>
                    <a:gd name="T4" fmla="*/ 34 w 76"/>
                    <a:gd name="T5" fmla="*/ 2 h 104"/>
                    <a:gd name="T6" fmla="*/ 47 w 76"/>
                    <a:gd name="T7" fmla="*/ 2 h 104"/>
                    <a:gd name="T8" fmla="*/ 38 w 76"/>
                    <a:gd name="T9" fmla="*/ 2 h 104"/>
                    <a:gd name="T10" fmla="*/ 39 w 76"/>
                    <a:gd name="T11" fmla="*/ 2 h 104"/>
                    <a:gd name="T12" fmla="*/ 43 w 76"/>
                    <a:gd name="T13" fmla="*/ 2 h 104"/>
                    <a:gd name="T14" fmla="*/ 38 w 76"/>
                    <a:gd name="T15" fmla="*/ 3 h 104"/>
                    <a:gd name="T16" fmla="*/ 34 w 76"/>
                    <a:gd name="T17" fmla="*/ 2 h 104"/>
                    <a:gd name="T18" fmla="*/ 22 w 76"/>
                    <a:gd name="T19" fmla="*/ 2 h 104"/>
                    <a:gd name="T20" fmla="*/ 28 w 76"/>
                    <a:gd name="T21" fmla="*/ 2 h 104"/>
                    <a:gd name="T22" fmla="*/ 30 w 76"/>
                    <a:gd name="T23" fmla="*/ 3 h 104"/>
                    <a:gd name="T24" fmla="*/ 20 w 76"/>
                    <a:gd name="T25" fmla="*/ 4 h 104"/>
                    <a:gd name="T26" fmla="*/ 12 w 76"/>
                    <a:gd name="T27" fmla="*/ 4 h 104"/>
                    <a:gd name="T28" fmla="*/ 8 w 76"/>
                    <a:gd name="T29" fmla="*/ 4 h 104"/>
                    <a:gd name="T30" fmla="*/ 0 w 76"/>
                    <a:gd name="T31" fmla="*/ 2 h 104"/>
                    <a:gd name="T32" fmla="*/ 2 w 76"/>
                    <a:gd name="T33" fmla="*/ 2 h 104"/>
                    <a:gd name="T34" fmla="*/ 8 w 76"/>
                    <a:gd name="T35" fmla="*/ 2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 h 61"/>
                    <a:gd name="T2" fmla="*/ 13 w 37"/>
                    <a:gd name="T3" fmla="*/ 0 h 61"/>
                    <a:gd name="T4" fmla="*/ 15 w 37"/>
                    <a:gd name="T5" fmla="*/ 2 h 61"/>
                    <a:gd name="T6" fmla="*/ 37 w 37"/>
                    <a:gd name="T7" fmla="*/ 2 h 61"/>
                    <a:gd name="T8" fmla="*/ 19 w 37"/>
                    <a:gd name="T9" fmla="*/ 2 h 61"/>
                    <a:gd name="T10" fmla="*/ 5 w 37"/>
                    <a:gd name="T11" fmla="*/ 2 h 61"/>
                    <a:gd name="T12" fmla="*/ 1 w 37"/>
                    <a:gd name="T13" fmla="*/ 2 h 61"/>
                    <a:gd name="T14" fmla="*/ 3 w 37"/>
                    <a:gd name="T15" fmla="*/ 2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14 w 49"/>
                    <a:gd name="T3" fmla="*/ 0 h 29"/>
                    <a:gd name="T4" fmla="*/ 27 w 49"/>
                    <a:gd name="T5" fmla="*/ 2 h 29"/>
                    <a:gd name="T6" fmla="*/ 20 w 49"/>
                    <a:gd name="T7" fmla="*/ 2 h 29"/>
                    <a:gd name="T8" fmla="*/ 3 w 49"/>
                    <a:gd name="T9" fmla="*/ 2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5 h 48"/>
                    <a:gd name="T2" fmla="*/ 15 w 61"/>
                    <a:gd name="T3" fmla="*/ 4 h 48"/>
                    <a:gd name="T4" fmla="*/ 3 w 61"/>
                    <a:gd name="T5" fmla="*/ 4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4 h 48"/>
                    <a:gd name="T12" fmla="*/ 53 w 61"/>
                    <a:gd name="T13" fmla="*/ 4 h 48"/>
                    <a:gd name="T14" fmla="*/ 61 w 61"/>
                    <a:gd name="T15" fmla="*/ 4 h 48"/>
                    <a:gd name="T16" fmla="*/ 41 w 61"/>
                    <a:gd name="T17" fmla="*/ 5 h 48"/>
                    <a:gd name="T18" fmla="*/ 23 w 61"/>
                    <a:gd name="T19" fmla="*/ 7 h 48"/>
                    <a:gd name="T20" fmla="*/ 21 w 61"/>
                    <a:gd name="T21" fmla="*/ 5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 h 182"/>
                    <a:gd name="T2" fmla="*/ 36 w 286"/>
                    <a:gd name="T3" fmla="*/ 2 h 182"/>
                    <a:gd name="T4" fmla="*/ 26 w 286"/>
                    <a:gd name="T5" fmla="*/ 2 h 182"/>
                    <a:gd name="T6" fmla="*/ 0 w 286"/>
                    <a:gd name="T7" fmla="*/ 2 h 182"/>
                    <a:gd name="T8" fmla="*/ 10 w 286"/>
                    <a:gd name="T9" fmla="*/ 2 h 182"/>
                    <a:gd name="T10" fmla="*/ 16 w 286"/>
                    <a:gd name="T11" fmla="*/ 3 h 182"/>
                    <a:gd name="T12" fmla="*/ 24 w 286"/>
                    <a:gd name="T13" fmla="*/ 2 h 182"/>
                    <a:gd name="T14" fmla="*/ 30 w 286"/>
                    <a:gd name="T15" fmla="*/ 2 h 182"/>
                    <a:gd name="T16" fmla="*/ 48 w 286"/>
                    <a:gd name="T17" fmla="*/ 2 h 182"/>
                    <a:gd name="T18" fmla="*/ 70 w 286"/>
                    <a:gd name="T19" fmla="*/ 3 h 182"/>
                    <a:gd name="T20" fmla="*/ 88 w 286"/>
                    <a:gd name="T21" fmla="*/ 3 h 182"/>
                    <a:gd name="T22" fmla="*/ 106 w 286"/>
                    <a:gd name="T23" fmla="*/ 5 h 182"/>
                    <a:gd name="T24" fmla="*/ 104 w 286"/>
                    <a:gd name="T25" fmla="*/ 6 h 182"/>
                    <a:gd name="T26" fmla="*/ 98 w 286"/>
                    <a:gd name="T27" fmla="*/ 7 h 182"/>
                    <a:gd name="T28" fmla="*/ 122 w 286"/>
                    <a:gd name="T29" fmla="*/ 6 h 182"/>
                    <a:gd name="T30" fmla="*/ 140 w 286"/>
                    <a:gd name="T31" fmla="*/ 7 h 182"/>
                    <a:gd name="T32" fmla="*/ 168 w 286"/>
                    <a:gd name="T33" fmla="*/ 7 h 182"/>
                    <a:gd name="T34" fmla="*/ 174 w 286"/>
                    <a:gd name="T35" fmla="*/ 7 h 182"/>
                    <a:gd name="T36" fmla="*/ 168 w 286"/>
                    <a:gd name="T37" fmla="*/ 7 h 182"/>
                    <a:gd name="T38" fmla="*/ 178 w 286"/>
                    <a:gd name="T39" fmla="*/ 7 h 182"/>
                    <a:gd name="T40" fmla="*/ 186 w 286"/>
                    <a:gd name="T41" fmla="*/ 6 h 182"/>
                    <a:gd name="T42" fmla="*/ 202 w 286"/>
                    <a:gd name="T43" fmla="*/ 6 h 182"/>
                    <a:gd name="T44" fmla="*/ 214 w 286"/>
                    <a:gd name="T45" fmla="*/ 6 h 182"/>
                    <a:gd name="T46" fmla="*/ 244 w 286"/>
                    <a:gd name="T47" fmla="*/ 9 h 182"/>
                    <a:gd name="T48" fmla="*/ 262 w 286"/>
                    <a:gd name="T49" fmla="*/ 9 h 182"/>
                    <a:gd name="T50" fmla="*/ 284 w 286"/>
                    <a:gd name="T51" fmla="*/ 9 h 182"/>
                    <a:gd name="T52" fmla="*/ 268 w 286"/>
                    <a:gd name="T53" fmla="*/ 7 h 182"/>
                    <a:gd name="T54" fmla="*/ 256 w 286"/>
                    <a:gd name="T55" fmla="*/ 7 h 182"/>
                    <a:gd name="T56" fmla="*/ 250 w 286"/>
                    <a:gd name="T57" fmla="*/ 6 h 182"/>
                    <a:gd name="T58" fmla="*/ 248 w 286"/>
                    <a:gd name="T59" fmla="*/ 6 h 182"/>
                    <a:gd name="T60" fmla="*/ 236 w 286"/>
                    <a:gd name="T61" fmla="*/ 6 h 182"/>
                    <a:gd name="T62" fmla="*/ 240 w 286"/>
                    <a:gd name="T63" fmla="*/ 5 h 182"/>
                    <a:gd name="T64" fmla="*/ 220 w 286"/>
                    <a:gd name="T65" fmla="*/ 4 h 182"/>
                    <a:gd name="T66" fmla="*/ 210 w 286"/>
                    <a:gd name="T67" fmla="*/ 3 h 182"/>
                    <a:gd name="T68" fmla="*/ 190 w 286"/>
                    <a:gd name="T69" fmla="*/ 2 h 182"/>
                    <a:gd name="T70" fmla="*/ 168 w 286"/>
                    <a:gd name="T71" fmla="*/ 2 h 182"/>
                    <a:gd name="T72" fmla="*/ 156 w 286"/>
                    <a:gd name="T73" fmla="*/ 2 h 182"/>
                    <a:gd name="T74" fmla="*/ 120 w 286"/>
                    <a:gd name="T75" fmla="*/ 2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2 h 182"/>
                    <a:gd name="T82" fmla="*/ 56 w 286"/>
                    <a:gd name="T83" fmla="*/ 2 h 182"/>
                    <a:gd name="T84" fmla="*/ 46 w 286"/>
                    <a:gd name="T85" fmla="*/ 2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 h 78"/>
                    <a:gd name="T2" fmla="*/ 27 w 78"/>
                    <a:gd name="T3" fmla="*/ 3 h 78"/>
                    <a:gd name="T4" fmla="*/ 45 w 78"/>
                    <a:gd name="T5" fmla="*/ 2 h 78"/>
                    <a:gd name="T6" fmla="*/ 57 w 78"/>
                    <a:gd name="T7" fmla="*/ 2 h 78"/>
                    <a:gd name="T8" fmla="*/ 43 w 78"/>
                    <a:gd name="T9" fmla="*/ 2 h 78"/>
                    <a:gd name="T10" fmla="*/ 43 w 78"/>
                    <a:gd name="T11" fmla="*/ 2 h 78"/>
                    <a:gd name="T12" fmla="*/ 71 w 78"/>
                    <a:gd name="T13" fmla="*/ 2 h 78"/>
                    <a:gd name="T14" fmla="*/ 67 w 78"/>
                    <a:gd name="T15" fmla="*/ 2 h 78"/>
                    <a:gd name="T16" fmla="*/ 33 w 78"/>
                    <a:gd name="T17" fmla="*/ 4 h 78"/>
                    <a:gd name="T18" fmla="*/ 9 w 78"/>
                    <a:gd name="T19" fmla="*/ 3 h 78"/>
                    <a:gd name="T20" fmla="*/ 3 w 78"/>
                    <a:gd name="T21" fmla="*/ 3 h 78"/>
                    <a:gd name="T22" fmla="*/ 1 w 78"/>
                    <a:gd name="T23" fmla="*/ 2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2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3 h 22"/>
                    <a:gd name="T2" fmla="*/ 14 w 26"/>
                    <a:gd name="T3" fmla="*/ 0 h 22"/>
                    <a:gd name="T4" fmla="*/ 14 w 26"/>
                    <a:gd name="T5" fmla="*/ 3 h 22"/>
                    <a:gd name="T6" fmla="*/ 8 w 26"/>
                    <a:gd name="T7" fmla="*/ 3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9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2 h 15"/>
                    <a:gd name="T2" fmla="*/ 10 w 20"/>
                    <a:gd name="T3" fmla="*/ 2 h 15"/>
                    <a:gd name="T4" fmla="*/ 10 w 20"/>
                    <a:gd name="T5" fmla="*/ 2 h 15"/>
                    <a:gd name="T6" fmla="*/ 7 w 20"/>
                    <a:gd name="T7" fmla="*/ 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 h 80"/>
                    <a:gd name="T2" fmla="*/ 14 w 80"/>
                    <a:gd name="T3" fmla="*/ 2 h 80"/>
                    <a:gd name="T4" fmla="*/ 26 w 80"/>
                    <a:gd name="T5" fmla="*/ 2 h 80"/>
                    <a:gd name="T6" fmla="*/ 48 w 80"/>
                    <a:gd name="T7" fmla="*/ 2 h 80"/>
                    <a:gd name="T8" fmla="*/ 58 w 80"/>
                    <a:gd name="T9" fmla="*/ 0 h 80"/>
                    <a:gd name="T10" fmla="*/ 80 w 80"/>
                    <a:gd name="T11" fmla="*/ 2 h 80"/>
                    <a:gd name="T12" fmla="*/ 70 w 80"/>
                    <a:gd name="T13" fmla="*/ 3 h 80"/>
                    <a:gd name="T14" fmla="*/ 54 w 80"/>
                    <a:gd name="T15" fmla="*/ 4 h 80"/>
                    <a:gd name="T16" fmla="*/ 48 w 80"/>
                    <a:gd name="T17" fmla="*/ 5 h 80"/>
                    <a:gd name="T18" fmla="*/ 32 w 80"/>
                    <a:gd name="T19" fmla="*/ 4 h 80"/>
                    <a:gd name="T20" fmla="*/ 38 w 80"/>
                    <a:gd name="T21" fmla="*/ 3 h 80"/>
                    <a:gd name="T22" fmla="*/ 30 w 80"/>
                    <a:gd name="T23" fmla="*/ 2 h 80"/>
                    <a:gd name="T24" fmla="*/ 20 w 80"/>
                    <a:gd name="T25" fmla="*/ 2 h 80"/>
                    <a:gd name="T26" fmla="*/ 8 w 80"/>
                    <a:gd name="T27" fmla="*/ 3 h 80"/>
                    <a:gd name="T28" fmla="*/ 0 w 80"/>
                    <a:gd name="T29" fmla="*/ 2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5 h 174"/>
                    <a:gd name="T2" fmla="*/ 26 w 94"/>
                    <a:gd name="T3" fmla="*/ 6 h 174"/>
                    <a:gd name="T4" fmla="*/ 32 w 94"/>
                    <a:gd name="T5" fmla="*/ 5 h 174"/>
                    <a:gd name="T6" fmla="*/ 52 w 94"/>
                    <a:gd name="T7" fmla="*/ 5 h 174"/>
                    <a:gd name="T8" fmla="*/ 46 w 94"/>
                    <a:gd name="T9" fmla="*/ 6 h 174"/>
                    <a:gd name="T10" fmla="*/ 66 w 94"/>
                    <a:gd name="T11" fmla="*/ 6 h 174"/>
                    <a:gd name="T12" fmla="*/ 76 w 94"/>
                    <a:gd name="T13" fmla="*/ 7 h 174"/>
                    <a:gd name="T14" fmla="*/ 58 w 94"/>
                    <a:gd name="T15" fmla="*/ 7 h 174"/>
                    <a:gd name="T16" fmla="*/ 74 w 94"/>
                    <a:gd name="T17" fmla="*/ 9 h 174"/>
                    <a:gd name="T18" fmla="*/ 84 w 94"/>
                    <a:gd name="T19" fmla="*/ 7 h 174"/>
                    <a:gd name="T20" fmla="*/ 82 w 94"/>
                    <a:gd name="T21" fmla="*/ 6 h 174"/>
                    <a:gd name="T22" fmla="*/ 60 w 94"/>
                    <a:gd name="T23" fmla="*/ 5 h 174"/>
                    <a:gd name="T24" fmla="*/ 50 w 94"/>
                    <a:gd name="T25" fmla="*/ 4 h 174"/>
                    <a:gd name="T26" fmla="*/ 34 w 94"/>
                    <a:gd name="T27" fmla="*/ 4 h 174"/>
                    <a:gd name="T28" fmla="*/ 30 w 94"/>
                    <a:gd name="T29" fmla="*/ 3 h 174"/>
                    <a:gd name="T30" fmla="*/ 42 w 94"/>
                    <a:gd name="T31" fmla="*/ 2 h 174"/>
                    <a:gd name="T32" fmla="*/ 30 w 94"/>
                    <a:gd name="T33" fmla="*/ 0 h 174"/>
                    <a:gd name="T34" fmla="*/ 18 w 94"/>
                    <a:gd name="T35" fmla="*/ 2 h 174"/>
                    <a:gd name="T36" fmla="*/ 4 w 94"/>
                    <a:gd name="T37" fmla="*/ 2 h 174"/>
                    <a:gd name="T38" fmla="*/ 14 w 94"/>
                    <a:gd name="T39" fmla="*/ 4 h 174"/>
                    <a:gd name="T40" fmla="*/ 14 w 94"/>
                    <a:gd name="T41" fmla="*/ 5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 h 50"/>
                    <a:gd name="T2" fmla="*/ 12 w 32"/>
                    <a:gd name="T3" fmla="*/ 0 h 50"/>
                    <a:gd name="T4" fmla="*/ 20 w 32"/>
                    <a:gd name="T5" fmla="*/ 2 h 50"/>
                    <a:gd name="T6" fmla="*/ 22 w 32"/>
                    <a:gd name="T7" fmla="*/ 2 h 50"/>
                    <a:gd name="T8" fmla="*/ 28 w 32"/>
                    <a:gd name="T9" fmla="*/ 2 h 50"/>
                    <a:gd name="T10" fmla="*/ 32 w 32"/>
                    <a:gd name="T11" fmla="*/ 2 h 50"/>
                    <a:gd name="T12" fmla="*/ 18 w 32"/>
                    <a:gd name="T13" fmla="*/ 2 h 50"/>
                    <a:gd name="T14" fmla="*/ 6 w 32"/>
                    <a:gd name="T15" fmla="*/ 2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 h 50"/>
                    <a:gd name="T2" fmla="*/ 41 w 43"/>
                    <a:gd name="T3" fmla="*/ 2 h 50"/>
                    <a:gd name="T4" fmla="*/ 72 w 43"/>
                    <a:gd name="T5" fmla="*/ 0 h 50"/>
                    <a:gd name="T6" fmla="*/ 45 w 43"/>
                    <a:gd name="T7" fmla="*/ 2 h 50"/>
                    <a:gd name="T8" fmla="*/ 2 w 43"/>
                    <a:gd name="T9" fmla="*/ 2 h 50"/>
                    <a:gd name="T10" fmla="*/ 0 w 43"/>
                    <a:gd name="T11" fmla="*/ 2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7988 w 471"/>
                    <a:gd name="T1" fmla="*/ 218026 h 281"/>
                    <a:gd name="T2" fmla="*/ 9412 w 471"/>
                    <a:gd name="T3" fmla="*/ 195014 h 281"/>
                    <a:gd name="T4" fmla="*/ 8641 w 471"/>
                    <a:gd name="T5" fmla="*/ 190648 h 281"/>
                    <a:gd name="T6" fmla="*/ 6324 w 471"/>
                    <a:gd name="T7" fmla="*/ 170005 h 281"/>
                    <a:gd name="T8" fmla="*/ 1520 w 471"/>
                    <a:gd name="T9" fmla="*/ 167461 h 281"/>
                    <a:gd name="T10" fmla="*/ 0 w 471"/>
                    <a:gd name="T11" fmla="*/ 148755 h 281"/>
                    <a:gd name="T12" fmla="*/ 4725 w 471"/>
                    <a:gd name="T13" fmla="*/ 140509 h 281"/>
                    <a:gd name="T14" fmla="*/ 2262 w 471"/>
                    <a:gd name="T15" fmla="*/ 128519 h 281"/>
                    <a:gd name="T16" fmla="*/ 686 w 471"/>
                    <a:gd name="T17" fmla="*/ 124428 h 281"/>
                    <a:gd name="T18" fmla="*/ 11100 w 471"/>
                    <a:gd name="T19" fmla="*/ 93492 h 281"/>
                    <a:gd name="T20" fmla="*/ 17020 w 471"/>
                    <a:gd name="T21" fmla="*/ 75130 h 281"/>
                    <a:gd name="T22" fmla="*/ 16520 w 471"/>
                    <a:gd name="T23" fmla="*/ 54526 h 281"/>
                    <a:gd name="T24" fmla="*/ 9412 w 471"/>
                    <a:gd name="T25" fmla="*/ 33363 h 281"/>
                    <a:gd name="T26" fmla="*/ 7946 w 471"/>
                    <a:gd name="T27" fmla="*/ 25052 h 281"/>
                    <a:gd name="T28" fmla="*/ 10196 w 471"/>
                    <a:gd name="T29" fmla="*/ 27926 h 281"/>
                    <a:gd name="T30" fmla="*/ 18649 w 471"/>
                    <a:gd name="T31" fmla="*/ 27614 h 281"/>
                    <a:gd name="T32" fmla="*/ 24867 w 471"/>
                    <a:gd name="T33" fmla="*/ 8475 h 281"/>
                    <a:gd name="T34" fmla="*/ 32002 w 471"/>
                    <a:gd name="T35" fmla="*/ 0 h 281"/>
                    <a:gd name="T36" fmla="*/ 34276 w 471"/>
                    <a:gd name="T37" fmla="*/ 1635 h 281"/>
                    <a:gd name="T38" fmla="*/ 35903 w 471"/>
                    <a:gd name="T39" fmla="*/ 7002 h 281"/>
                    <a:gd name="T40" fmla="*/ 38199 w 471"/>
                    <a:gd name="T41" fmla="*/ 3973 h 281"/>
                    <a:gd name="T42" fmla="*/ 42895 w 471"/>
                    <a:gd name="T43" fmla="*/ 6193 h 281"/>
                    <a:gd name="T44" fmla="*/ 45188 w 471"/>
                    <a:gd name="T45" fmla="*/ 7002 h 281"/>
                    <a:gd name="T46" fmla="*/ 55083 w 471"/>
                    <a:gd name="T47" fmla="*/ 10914 h 281"/>
                    <a:gd name="T48" fmla="*/ 60490 w 471"/>
                    <a:gd name="T49" fmla="*/ 18477 h 281"/>
                    <a:gd name="T50" fmla="*/ 65220 w 471"/>
                    <a:gd name="T51" fmla="*/ 13210 h 281"/>
                    <a:gd name="T52" fmla="*/ 67254 w 471"/>
                    <a:gd name="T53" fmla="*/ 10914 h 281"/>
                    <a:gd name="T54" fmla="*/ 75925 w 471"/>
                    <a:gd name="T55" fmla="*/ 10914 h 281"/>
                    <a:gd name="T56" fmla="*/ 82090 w 471"/>
                    <a:gd name="T57" fmla="*/ 25052 h 281"/>
                    <a:gd name="T58" fmla="*/ 90029 w 471"/>
                    <a:gd name="T59" fmla="*/ 45895 h 281"/>
                    <a:gd name="T60" fmla="*/ 95458 w 471"/>
                    <a:gd name="T61" fmla="*/ 54526 h 281"/>
                    <a:gd name="T62" fmla="*/ 100096 w 471"/>
                    <a:gd name="T63" fmla="*/ 52897 h 281"/>
                    <a:gd name="T64" fmla="*/ 105165 w 471"/>
                    <a:gd name="T65" fmla="*/ 50342 h 281"/>
                    <a:gd name="T66" fmla="*/ 113001 w 471"/>
                    <a:gd name="T67" fmla="*/ 55575 h 281"/>
                    <a:gd name="T68" fmla="*/ 116667 w 471"/>
                    <a:gd name="T69" fmla="*/ 62989 h 281"/>
                    <a:gd name="T70" fmla="*/ 119922 w 471"/>
                    <a:gd name="T71" fmla="*/ 69972 h 281"/>
                    <a:gd name="T72" fmla="*/ 123845 w 471"/>
                    <a:gd name="T73" fmla="*/ 86626 h 281"/>
                    <a:gd name="T74" fmla="*/ 125338 w 471"/>
                    <a:gd name="T75" fmla="*/ 93492 h 281"/>
                    <a:gd name="T76" fmla="*/ 126013 w 471"/>
                    <a:gd name="T77" fmla="*/ 97538 h 281"/>
                    <a:gd name="T78" fmla="*/ 120639 w 471"/>
                    <a:gd name="T79" fmla="*/ 110205 h 281"/>
                    <a:gd name="T80" fmla="*/ 125338 w 471"/>
                    <a:gd name="T81" fmla="*/ 110025 h 281"/>
                    <a:gd name="T82" fmla="*/ 133258 w 471"/>
                    <a:gd name="T83" fmla="*/ 120949 h 281"/>
                    <a:gd name="T84" fmla="*/ 141849 w 471"/>
                    <a:gd name="T85" fmla="*/ 122311 h 281"/>
                    <a:gd name="T86" fmla="*/ 148066 w 471"/>
                    <a:gd name="T87" fmla="*/ 130786 h 281"/>
                    <a:gd name="T88" fmla="*/ 148975 w 471"/>
                    <a:gd name="T89" fmla="*/ 134079 h 281"/>
                    <a:gd name="T90" fmla="*/ 148975 w 471"/>
                    <a:gd name="T91" fmla="*/ 136966 h 281"/>
                    <a:gd name="T92" fmla="*/ 153334 w 471"/>
                    <a:gd name="T93" fmla="*/ 134079 h 281"/>
                    <a:gd name="T94" fmla="*/ 155845 w 471"/>
                    <a:gd name="T95" fmla="*/ 133266 h 281"/>
                    <a:gd name="T96" fmla="*/ 170989 w 471"/>
                    <a:gd name="T97" fmla="*/ 143996 h 281"/>
                    <a:gd name="T98" fmla="*/ 173980 w 471"/>
                    <a:gd name="T99" fmla="*/ 154887 h 281"/>
                    <a:gd name="T100" fmla="*/ 181093 w 471"/>
                    <a:gd name="T101" fmla="*/ 156533 h 281"/>
                    <a:gd name="T102" fmla="*/ 183357 w 471"/>
                    <a:gd name="T103" fmla="*/ 167461 h 281"/>
                    <a:gd name="T104" fmla="*/ 175673 w 471"/>
                    <a:gd name="T105" fmla="*/ 200942 h 281"/>
                    <a:gd name="T106" fmla="*/ 169307 w 471"/>
                    <a:gd name="T107" fmla="*/ 219014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2 h 844"/>
                    <a:gd name="T4" fmla="*/ 550 w 984"/>
                    <a:gd name="T5" fmla="*/ 2 h 844"/>
                    <a:gd name="T6" fmla="*/ 578 w 984"/>
                    <a:gd name="T7" fmla="*/ 6 h 844"/>
                    <a:gd name="T8" fmla="*/ 586 w 984"/>
                    <a:gd name="T9" fmla="*/ 5 h 844"/>
                    <a:gd name="T10" fmla="*/ 606 w 984"/>
                    <a:gd name="T11" fmla="*/ 3 h 844"/>
                    <a:gd name="T12" fmla="*/ 642 w 984"/>
                    <a:gd name="T13" fmla="*/ 6 h 844"/>
                    <a:gd name="T14" fmla="*/ 682 w 984"/>
                    <a:gd name="T15" fmla="*/ 5 h 844"/>
                    <a:gd name="T16" fmla="*/ 706 w 984"/>
                    <a:gd name="T17" fmla="*/ 4 h 844"/>
                    <a:gd name="T18" fmla="*/ 762 w 984"/>
                    <a:gd name="T19" fmla="*/ 2 h 844"/>
                    <a:gd name="T20" fmla="*/ 798 w 984"/>
                    <a:gd name="T21" fmla="*/ 3 h 844"/>
                    <a:gd name="T22" fmla="*/ 798 w 984"/>
                    <a:gd name="T23" fmla="*/ 6 h 844"/>
                    <a:gd name="T24" fmla="*/ 790 w 984"/>
                    <a:gd name="T25" fmla="*/ 7 h 844"/>
                    <a:gd name="T26" fmla="*/ 766 w 984"/>
                    <a:gd name="T27" fmla="*/ 8 h 844"/>
                    <a:gd name="T28" fmla="*/ 762 w 984"/>
                    <a:gd name="T29" fmla="*/ 9 h 844"/>
                    <a:gd name="T30" fmla="*/ 802 w 984"/>
                    <a:gd name="T31" fmla="*/ 11 h 844"/>
                    <a:gd name="T32" fmla="*/ 786 w 984"/>
                    <a:gd name="T33" fmla="*/ 16 h 844"/>
                    <a:gd name="T34" fmla="*/ 830 w 984"/>
                    <a:gd name="T35" fmla="*/ 21 h 844"/>
                    <a:gd name="T36" fmla="*/ 854 w 984"/>
                    <a:gd name="T37" fmla="*/ 23 h 844"/>
                    <a:gd name="T38" fmla="*/ 830 w 984"/>
                    <a:gd name="T39" fmla="*/ 23 h 844"/>
                    <a:gd name="T40" fmla="*/ 746 w 984"/>
                    <a:gd name="T41" fmla="*/ 20 h 844"/>
                    <a:gd name="T42" fmla="*/ 678 w 984"/>
                    <a:gd name="T43" fmla="*/ 20 h 844"/>
                    <a:gd name="T44" fmla="*/ 590 w 984"/>
                    <a:gd name="T45" fmla="*/ 23 h 844"/>
                    <a:gd name="T46" fmla="*/ 642 w 984"/>
                    <a:gd name="T47" fmla="*/ 30 h 844"/>
                    <a:gd name="T48" fmla="*/ 710 w 984"/>
                    <a:gd name="T49" fmla="*/ 32 h 844"/>
                    <a:gd name="T50" fmla="*/ 738 w 984"/>
                    <a:gd name="T51" fmla="*/ 28 h 844"/>
                    <a:gd name="T52" fmla="*/ 774 w 984"/>
                    <a:gd name="T53" fmla="*/ 29 h 844"/>
                    <a:gd name="T54" fmla="*/ 766 w 984"/>
                    <a:gd name="T55" fmla="*/ 32 h 844"/>
                    <a:gd name="T56" fmla="*/ 802 w 984"/>
                    <a:gd name="T57" fmla="*/ 34 h 844"/>
                    <a:gd name="T58" fmla="*/ 838 w 984"/>
                    <a:gd name="T59" fmla="*/ 34 h 844"/>
                    <a:gd name="T60" fmla="*/ 922 w 984"/>
                    <a:gd name="T61" fmla="*/ 41 h 844"/>
                    <a:gd name="T62" fmla="*/ 942 w 984"/>
                    <a:gd name="T63" fmla="*/ 42 h 844"/>
                    <a:gd name="T64" fmla="*/ 874 w 984"/>
                    <a:gd name="T65" fmla="*/ 41 h 844"/>
                    <a:gd name="T66" fmla="*/ 830 w 984"/>
                    <a:gd name="T67" fmla="*/ 39 h 844"/>
                    <a:gd name="T68" fmla="*/ 778 w 984"/>
                    <a:gd name="T69" fmla="*/ 36 h 844"/>
                    <a:gd name="T70" fmla="*/ 702 w 984"/>
                    <a:gd name="T71" fmla="*/ 34 h 844"/>
                    <a:gd name="T72" fmla="*/ 614 w 984"/>
                    <a:gd name="T73" fmla="*/ 33 h 844"/>
                    <a:gd name="T74" fmla="*/ 506 w 984"/>
                    <a:gd name="T75" fmla="*/ 30 h 844"/>
                    <a:gd name="T76" fmla="*/ 462 w 984"/>
                    <a:gd name="T77" fmla="*/ 26 h 844"/>
                    <a:gd name="T78" fmla="*/ 430 w 984"/>
                    <a:gd name="T79" fmla="*/ 24 h 844"/>
                    <a:gd name="T80" fmla="*/ 382 w 984"/>
                    <a:gd name="T81" fmla="*/ 21 h 844"/>
                    <a:gd name="T82" fmla="*/ 342 w 984"/>
                    <a:gd name="T83" fmla="*/ 19 h 844"/>
                    <a:gd name="T84" fmla="*/ 354 w 984"/>
                    <a:gd name="T85" fmla="*/ 21 h 844"/>
                    <a:gd name="T86" fmla="*/ 418 w 984"/>
                    <a:gd name="T87" fmla="*/ 25 h 844"/>
                    <a:gd name="T88" fmla="*/ 422 w 984"/>
                    <a:gd name="T89" fmla="*/ 26 h 844"/>
                    <a:gd name="T90" fmla="*/ 394 w 984"/>
                    <a:gd name="T91" fmla="*/ 26 h 844"/>
                    <a:gd name="T92" fmla="*/ 354 w 984"/>
                    <a:gd name="T93" fmla="*/ 24 h 844"/>
                    <a:gd name="T94" fmla="*/ 314 w 984"/>
                    <a:gd name="T95" fmla="*/ 20 h 844"/>
                    <a:gd name="T96" fmla="*/ 266 w 984"/>
                    <a:gd name="T97" fmla="*/ 17 h 844"/>
                    <a:gd name="T98" fmla="*/ 210 w 984"/>
                    <a:gd name="T99" fmla="*/ 16 h 844"/>
                    <a:gd name="T100" fmla="*/ 154 w 984"/>
                    <a:gd name="T101" fmla="*/ 11 h 844"/>
                    <a:gd name="T102" fmla="*/ 66 w 984"/>
                    <a:gd name="T103" fmla="*/ 3 h 844"/>
                    <a:gd name="T104" fmla="*/ 34 w 984"/>
                    <a:gd name="T105" fmla="*/ 2 h 844"/>
                    <a:gd name="T106" fmla="*/ 46 w 984"/>
                    <a:gd name="T107" fmla="*/ 2 h 844"/>
                    <a:gd name="T108" fmla="*/ 102 w 984"/>
                    <a:gd name="T109" fmla="*/ 3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 h 48"/>
                    <a:gd name="T2" fmla="*/ 10 w 36"/>
                    <a:gd name="T3" fmla="*/ 2 h 48"/>
                    <a:gd name="T4" fmla="*/ 6 w 36"/>
                    <a:gd name="T5" fmla="*/ 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27 w 36"/>
                    <a:gd name="T3" fmla="*/ 1 h 37"/>
                    <a:gd name="T4" fmla="*/ 80 w 36"/>
                    <a:gd name="T5" fmla="*/ 2 h 37"/>
                    <a:gd name="T6" fmla="*/ 8 w 36"/>
                    <a:gd name="T7" fmla="*/ 2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 h 96"/>
                    <a:gd name="T2" fmla="*/ 28 w 170"/>
                    <a:gd name="T3" fmla="*/ 3 h 96"/>
                    <a:gd name="T4" fmla="*/ 56 w 170"/>
                    <a:gd name="T5" fmla="*/ 3 h 96"/>
                    <a:gd name="T6" fmla="*/ 80 w 170"/>
                    <a:gd name="T7" fmla="*/ 3 h 96"/>
                    <a:gd name="T8" fmla="*/ 64 w 170"/>
                    <a:gd name="T9" fmla="*/ 3 h 96"/>
                    <a:gd name="T10" fmla="*/ 139 w 170"/>
                    <a:gd name="T11" fmla="*/ 4 h 96"/>
                    <a:gd name="T12" fmla="*/ 175 w 170"/>
                    <a:gd name="T13" fmla="*/ 5 h 96"/>
                    <a:gd name="T14" fmla="*/ 131 w 170"/>
                    <a:gd name="T15" fmla="*/ 6 h 96"/>
                    <a:gd name="T16" fmla="*/ 103 w 170"/>
                    <a:gd name="T17" fmla="*/ 5 h 96"/>
                    <a:gd name="T18" fmla="*/ 76 w 170"/>
                    <a:gd name="T19" fmla="*/ 4 h 96"/>
                    <a:gd name="T20" fmla="*/ 24 w 170"/>
                    <a:gd name="T21" fmla="*/ 3 h 96"/>
                    <a:gd name="T22" fmla="*/ 0 w 170"/>
                    <a:gd name="T23" fmla="*/ 4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3 h 44"/>
                    <a:gd name="T6" fmla="*/ 112 w 138"/>
                    <a:gd name="T7" fmla="*/ 3 h 44"/>
                    <a:gd name="T8" fmla="*/ 108 w 138"/>
                    <a:gd name="T9" fmla="*/ 3 h 44"/>
                    <a:gd name="T10" fmla="*/ 64 w 138"/>
                    <a:gd name="T11" fmla="*/ 3 h 44"/>
                    <a:gd name="T12" fmla="*/ 0 w 138"/>
                    <a:gd name="T13" fmla="*/ 3 h 44"/>
                    <a:gd name="T14" fmla="*/ 28 w 138"/>
                    <a:gd name="T15" fmla="*/ 3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 h 42"/>
                    <a:gd name="T2" fmla="*/ 28 w 57"/>
                    <a:gd name="T3" fmla="*/ 2 h 42"/>
                    <a:gd name="T4" fmla="*/ 17 w 57"/>
                    <a:gd name="T5" fmla="*/ 2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9 w 39"/>
                    <a:gd name="T1" fmla="*/ 3 h 52"/>
                    <a:gd name="T2" fmla="*/ 9 w 39"/>
                    <a:gd name="T3" fmla="*/ 0 h 52"/>
                    <a:gd name="T4" fmla="*/ 9 w 39"/>
                    <a:gd name="T5" fmla="*/ 3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2 h 80"/>
                    <a:gd name="T2" fmla="*/ 20 w 44"/>
                    <a:gd name="T3" fmla="*/ 2 h 80"/>
                    <a:gd name="T4" fmla="*/ 39 w 44"/>
                    <a:gd name="T5" fmla="*/ 2 h 80"/>
                    <a:gd name="T6" fmla="*/ 51 w 44"/>
                    <a:gd name="T7" fmla="*/ 3 h 80"/>
                    <a:gd name="T8" fmla="*/ 39 w 44"/>
                    <a:gd name="T9" fmla="*/ 4 h 80"/>
                    <a:gd name="T10" fmla="*/ 0 w 44"/>
                    <a:gd name="T11" fmla="*/ 2 h 80"/>
                    <a:gd name="T12" fmla="*/ 4 w 44"/>
                    <a:gd name="T13" fmla="*/ 2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83771 w 323"/>
                    <a:gd name="T1" fmla="*/ 1091 h 64"/>
                    <a:gd name="T2" fmla="*/ 87877 w 323"/>
                    <a:gd name="T3" fmla="*/ 6505 h 64"/>
                    <a:gd name="T4" fmla="*/ 89460 w 323"/>
                    <a:gd name="T5" fmla="*/ 0 h 64"/>
                    <a:gd name="T6" fmla="*/ 101018 w 323"/>
                    <a:gd name="T7" fmla="*/ 0 h 64"/>
                    <a:gd name="T8" fmla="*/ 109508 w 323"/>
                    <a:gd name="T9" fmla="*/ 14019 h 64"/>
                    <a:gd name="T10" fmla="*/ 121274 w 323"/>
                    <a:gd name="T11" fmla="*/ 8211 h 64"/>
                    <a:gd name="T12" fmla="*/ 119609 w 323"/>
                    <a:gd name="T13" fmla="*/ 23111 h 64"/>
                    <a:gd name="T14" fmla="*/ 113381 w 323"/>
                    <a:gd name="T15" fmla="*/ 37586 h 64"/>
                    <a:gd name="T16" fmla="*/ 112148 w 323"/>
                    <a:gd name="T17" fmla="*/ 23111 h 64"/>
                    <a:gd name="T18" fmla="*/ 109508 w 323"/>
                    <a:gd name="T19" fmla="*/ 24814 h 64"/>
                    <a:gd name="T20" fmla="*/ 106429 w 323"/>
                    <a:gd name="T21" fmla="*/ 23111 h 64"/>
                    <a:gd name="T22" fmla="*/ 100067 w 323"/>
                    <a:gd name="T23" fmla="*/ 17173 h 64"/>
                    <a:gd name="T24" fmla="*/ 86901 w 323"/>
                    <a:gd name="T25" fmla="*/ 30517 h 64"/>
                    <a:gd name="T26" fmla="*/ 76585 w 323"/>
                    <a:gd name="T27" fmla="*/ 35813 h 64"/>
                    <a:gd name="T28" fmla="*/ 80637 w 323"/>
                    <a:gd name="T29" fmla="*/ 45973 h 64"/>
                    <a:gd name="T30" fmla="*/ 71618 w 323"/>
                    <a:gd name="T31" fmla="*/ 50544 h 64"/>
                    <a:gd name="T32" fmla="*/ 64216 w 323"/>
                    <a:gd name="T33" fmla="*/ 48942 h 64"/>
                    <a:gd name="T34" fmla="*/ 67337 w 323"/>
                    <a:gd name="T35" fmla="*/ 45973 h 64"/>
                    <a:gd name="T36" fmla="*/ 64938 w 323"/>
                    <a:gd name="T37" fmla="*/ 32348 h 64"/>
                    <a:gd name="T38" fmla="*/ 64216 w 323"/>
                    <a:gd name="T39" fmla="*/ 24814 h 64"/>
                    <a:gd name="T40" fmla="*/ 60199 w 323"/>
                    <a:gd name="T41" fmla="*/ 18758 h 64"/>
                    <a:gd name="T42" fmla="*/ 54161 w 323"/>
                    <a:gd name="T43" fmla="*/ 21905 h 64"/>
                    <a:gd name="T44" fmla="*/ 51039 w 323"/>
                    <a:gd name="T45" fmla="*/ 21905 h 64"/>
                    <a:gd name="T46" fmla="*/ 46884 w 323"/>
                    <a:gd name="T47" fmla="*/ 20047 h 64"/>
                    <a:gd name="T48" fmla="*/ 31549 w 323"/>
                    <a:gd name="T49" fmla="*/ 1705 h 64"/>
                    <a:gd name="T50" fmla="*/ 22618 w 323"/>
                    <a:gd name="T51" fmla="*/ 11253 h 64"/>
                    <a:gd name="T52" fmla="*/ 1 w 323"/>
                    <a:gd name="T53" fmla="*/ 0 h 64"/>
                    <a:gd name="T54" fmla="*/ 83771 w 323"/>
                    <a:gd name="T55" fmla="*/ 109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40241 w 300"/>
                    <a:gd name="T1" fmla="*/ 29681 h 31"/>
                    <a:gd name="T2" fmla="*/ 11713 w 300"/>
                    <a:gd name="T3" fmla="*/ 1279 h 31"/>
                    <a:gd name="T4" fmla="*/ 109208 w 300"/>
                    <a:gd name="T5" fmla="*/ 0 h 31"/>
                    <a:gd name="T6" fmla="*/ 113272 w 300"/>
                    <a:gd name="T7" fmla="*/ 13426 h 31"/>
                    <a:gd name="T8" fmla="*/ 101044 w 300"/>
                    <a:gd name="T9" fmla="*/ 15383 h 31"/>
                    <a:gd name="T10" fmla="*/ 40241 w 300"/>
                    <a:gd name="T11" fmla="*/ 2968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3 h 29"/>
                    <a:gd name="T2" fmla="*/ 12 w 41"/>
                    <a:gd name="T3" fmla="*/ 3 h 29"/>
                    <a:gd name="T4" fmla="*/ 0 w 41"/>
                    <a:gd name="T5" fmla="*/ 3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5861419 w 436"/>
                    <a:gd name="T1" fmla="*/ 548578 h 152"/>
                    <a:gd name="T2" fmla="*/ 154524473 w 436"/>
                    <a:gd name="T3" fmla="*/ 0 h 152"/>
                    <a:gd name="T4" fmla="*/ 147374486 w 436"/>
                    <a:gd name="T5" fmla="*/ 36526122 h 152"/>
                    <a:gd name="T6" fmla="*/ 140743099 w 436"/>
                    <a:gd name="T7" fmla="*/ 45900314 h 152"/>
                    <a:gd name="T8" fmla="*/ 138924928 w 436"/>
                    <a:gd name="T9" fmla="*/ 47333755 h 152"/>
                    <a:gd name="T10" fmla="*/ 132865898 w 436"/>
                    <a:gd name="T11" fmla="*/ 49506188 h 152"/>
                    <a:gd name="T12" fmla="*/ 127888603 w 436"/>
                    <a:gd name="T13" fmla="*/ 59429406 h 152"/>
                    <a:gd name="T14" fmla="*/ 128357863 w 436"/>
                    <a:gd name="T15" fmla="*/ 66896919 h 152"/>
                    <a:gd name="T16" fmla="*/ 128934943 w 436"/>
                    <a:gd name="T17" fmla="*/ 72446599 h 152"/>
                    <a:gd name="T18" fmla="*/ 129710604 w 436"/>
                    <a:gd name="T19" fmla="*/ 76595963 h 152"/>
                    <a:gd name="T20" fmla="*/ 128357863 w 436"/>
                    <a:gd name="T21" fmla="*/ 82694252 h 152"/>
                    <a:gd name="T22" fmla="*/ 124426908 w 436"/>
                    <a:gd name="T23" fmla="*/ 81351686 h 152"/>
                    <a:gd name="T24" fmla="*/ 121258814 w 436"/>
                    <a:gd name="T25" fmla="*/ 87349413 h 152"/>
                    <a:gd name="T26" fmla="*/ 122935869 w 436"/>
                    <a:gd name="T27" fmla="*/ 71068312 h 152"/>
                    <a:gd name="T28" fmla="*/ 119720650 w 436"/>
                    <a:gd name="T29" fmla="*/ 67785196 h 152"/>
                    <a:gd name="T30" fmla="*/ 121833914 w 436"/>
                    <a:gd name="T31" fmla="*/ 63073317 h 152"/>
                    <a:gd name="T32" fmla="*/ 121258814 w 436"/>
                    <a:gd name="T33" fmla="*/ 60352267 h 152"/>
                    <a:gd name="T34" fmla="*/ 113390574 w 436"/>
                    <a:gd name="T35" fmla="*/ 63621278 h 152"/>
                    <a:gd name="T36" fmla="*/ 112348183 w 436"/>
                    <a:gd name="T37" fmla="*/ 57523606 h 152"/>
                    <a:gd name="T38" fmla="*/ 105187306 w 436"/>
                    <a:gd name="T39" fmla="*/ 63621278 h 152"/>
                    <a:gd name="T40" fmla="*/ 113390574 w 436"/>
                    <a:gd name="T41" fmla="*/ 69725771 h 152"/>
                    <a:gd name="T42" fmla="*/ 108111890 w 436"/>
                    <a:gd name="T43" fmla="*/ 79087648 h 152"/>
                    <a:gd name="T44" fmla="*/ 110227156 w 436"/>
                    <a:gd name="T45" fmla="*/ 85182068 h 152"/>
                    <a:gd name="T46" fmla="*/ 111572415 w 436"/>
                    <a:gd name="T47" fmla="*/ 93447707 h 152"/>
                    <a:gd name="T48" fmla="*/ 109459622 w 436"/>
                    <a:gd name="T49" fmla="*/ 94011265 h 152"/>
                    <a:gd name="T50" fmla="*/ 111241646 w 436"/>
                    <a:gd name="T51" fmla="*/ 97293015 h 152"/>
                    <a:gd name="T52" fmla="*/ 108874759 w 436"/>
                    <a:gd name="T53" fmla="*/ 102821162 h 152"/>
                    <a:gd name="T54" fmla="*/ 0 w 436"/>
                    <a:gd name="T55" fmla="*/ 100931542 h 152"/>
                    <a:gd name="T56" fmla="*/ 25861419 w 436"/>
                    <a:gd name="T57" fmla="*/ 548578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 h 165"/>
                    <a:gd name="T2" fmla="*/ 15 w 47"/>
                    <a:gd name="T3" fmla="*/ 5 h 165"/>
                    <a:gd name="T4" fmla="*/ 17 w 47"/>
                    <a:gd name="T5" fmla="*/ 2 h 165"/>
                    <a:gd name="T6" fmla="*/ 11 w 47"/>
                    <a:gd name="T7" fmla="*/ 2 h 165"/>
                    <a:gd name="T8" fmla="*/ 17 w 47"/>
                    <a:gd name="T9" fmla="*/ 2 h 165"/>
                    <a:gd name="T10" fmla="*/ 21 w 47"/>
                    <a:gd name="T11" fmla="*/ 0 h 165"/>
                    <a:gd name="T12" fmla="*/ 31 w 47"/>
                    <a:gd name="T13" fmla="*/ 2 h 165"/>
                    <a:gd name="T14" fmla="*/ 47 w 47"/>
                    <a:gd name="T15" fmla="*/ 4 h 165"/>
                    <a:gd name="T16" fmla="*/ 31 w 47"/>
                    <a:gd name="T17" fmla="*/ 5 h 165"/>
                    <a:gd name="T18" fmla="*/ 23 w 47"/>
                    <a:gd name="T19" fmla="*/ 5 h 165"/>
                    <a:gd name="T20" fmla="*/ 21 w 47"/>
                    <a:gd name="T21" fmla="*/ 6 h 165"/>
                    <a:gd name="T22" fmla="*/ 27 w 47"/>
                    <a:gd name="T23" fmla="*/ 6 h 165"/>
                    <a:gd name="T24" fmla="*/ 31 w 47"/>
                    <a:gd name="T25" fmla="*/ 6 h 165"/>
                    <a:gd name="T26" fmla="*/ 13 w 47"/>
                    <a:gd name="T27" fmla="*/ 6 h 165"/>
                    <a:gd name="T28" fmla="*/ 7 w 47"/>
                    <a:gd name="T29" fmla="*/ 6 h 165"/>
                    <a:gd name="T30" fmla="*/ 3 w 47"/>
                    <a:gd name="T31" fmla="*/ 6 h 165"/>
                    <a:gd name="T32" fmla="*/ 5 w 47"/>
                    <a:gd name="T33" fmla="*/ 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3 h 103"/>
                    <a:gd name="T2" fmla="*/ 30 w 138"/>
                    <a:gd name="T3" fmla="*/ 2 h 103"/>
                    <a:gd name="T4" fmla="*/ 50 w 138"/>
                    <a:gd name="T5" fmla="*/ 2 h 103"/>
                    <a:gd name="T6" fmla="*/ 54 w 138"/>
                    <a:gd name="T7" fmla="*/ 2 h 103"/>
                    <a:gd name="T8" fmla="*/ 66 w 138"/>
                    <a:gd name="T9" fmla="*/ 2 h 103"/>
                    <a:gd name="T10" fmla="*/ 80 w 138"/>
                    <a:gd name="T11" fmla="*/ 2 h 103"/>
                    <a:gd name="T12" fmla="*/ 116 w 138"/>
                    <a:gd name="T13" fmla="*/ 2 h 103"/>
                    <a:gd name="T14" fmla="*/ 130 w 138"/>
                    <a:gd name="T15" fmla="*/ 2 h 103"/>
                    <a:gd name="T16" fmla="*/ 138 w 138"/>
                    <a:gd name="T17" fmla="*/ 2 h 103"/>
                    <a:gd name="T18" fmla="*/ 106 w 138"/>
                    <a:gd name="T19" fmla="*/ 2 h 103"/>
                    <a:gd name="T20" fmla="*/ 84 w 138"/>
                    <a:gd name="T21" fmla="*/ 3 h 103"/>
                    <a:gd name="T22" fmla="*/ 66 w 138"/>
                    <a:gd name="T23" fmla="*/ 4 h 103"/>
                    <a:gd name="T24" fmla="*/ 48 w 138"/>
                    <a:gd name="T25" fmla="*/ 5 h 103"/>
                    <a:gd name="T26" fmla="*/ 26 w 138"/>
                    <a:gd name="T27" fmla="*/ 5 h 103"/>
                    <a:gd name="T28" fmla="*/ 20 w 138"/>
                    <a:gd name="T29" fmla="*/ 4 h 103"/>
                    <a:gd name="T30" fmla="*/ 22 w 138"/>
                    <a:gd name="T31" fmla="*/ 5 h 103"/>
                    <a:gd name="T32" fmla="*/ 0 w 138"/>
                    <a:gd name="T33" fmla="*/ 5 h 103"/>
                    <a:gd name="T34" fmla="*/ 10 w 138"/>
                    <a:gd name="T35" fmla="*/ 4 h 103"/>
                    <a:gd name="T36" fmla="*/ 26 w 138"/>
                    <a:gd name="T37" fmla="*/ 3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43 w 188"/>
                    <a:gd name="T1" fmla="*/ 2 h 214"/>
                    <a:gd name="T2" fmla="*/ 145 w 188"/>
                    <a:gd name="T3" fmla="*/ 2 h 214"/>
                    <a:gd name="T4" fmla="*/ 155 w 188"/>
                    <a:gd name="T5" fmla="*/ 0 h 214"/>
                    <a:gd name="T6" fmla="*/ 167 w 188"/>
                    <a:gd name="T7" fmla="*/ 2 h 214"/>
                    <a:gd name="T8" fmla="*/ 173 w 188"/>
                    <a:gd name="T9" fmla="*/ 2 h 214"/>
                    <a:gd name="T10" fmla="*/ 163 w 188"/>
                    <a:gd name="T11" fmla="*/ 3 h 214"/>
                    <a:gd name="T12" fmla="*/ 155 w 188"/>
                    <a:gd name="T13" fmla="*/ 4 h 214"/>
                    <a:gd name="T14" fmla="*/ 147 w 188"/>
                    <a:gd name="T15" fmla="*/ 7 h 214"/>
                    <a:gd name="T16" fmla="*/ 129 w 188"/>
                    <a:gd name="T17" fmla="*/ 7 h 214"/>
                    <a:gd name="T18" fmla="*/ 105 w 188"/>
                    <a:gd name="T19" fmla="*/ 7 h 214"/>
                    <a:gd name="T20" fmla="*/ 97 w 188"/>
                    <a:gd name="T21" fmla="*/ 7 h 214"/>
                    <a:gd name="T22" fmla="*/ 94 w 188"/>
                    <a:gd name="T23" fmla="*/ 8 h 214"/>
                    <a:gd name="T24" fmla="*/ 90 w 188"/>
                    <a:gd name="T25" fmla="*/ 8 h 214"/>
                    <a:gd name="T26" fmla="*/ 80 w 188"/>
                    <a:gd name="T27" fmla="*/ 7 h 214"/>
                    <a:gd name="T28" fmla="*/ 58 w 188"/>
                    <a:gd name="T29" fmla="*/ 8 h 214"/>
                    <a:gd name="T30" fmla="*/ 76 w 188"/>
                    <a:gd name="T31" fmla="*/ 8 h 214"/>
                    <a:gd name="T32" fmla="*/ 78 w 188"/>
                    <a:gd name="T33" fmla="*/ 9 h 214"/>
                    <a:gd name="T34" fmla="*/ 58 w 188"/>
                    <a:gd name="T35" fmla="*/ 9 h 214"/>
                    <a:gd name="T36" fmla="*/ 34 w 188"/>
                    <a:gd name="T37" fmla="*/ 9 h 214"/>
                    <a:gd name="T38" fmla="*/ 36 w 188"/>
                    <a:gd name="T39" fmla="*/ 8 h 214"/>
                    <a:gd name="T40" fmla="*/ 46 w 188"/>
                    <a:gd name="T41" fmla="*/ 8 h 214"/>
                    <a:gd name="T42" fmla="*/ 34 w 188"/>
                    <a:gd name="T43" fmla="*/ 8 h 214"/>
                    <a:gd name="T44" fmla="*/ 26 w 188"/>
                    <a:gd name="T45" fmla="*/ 9 h 214"/>
                    <a:gd name="T46" fmla="*/ 30 w 188"/>
                    <a:gd name="T47" fmla="*/ 10 h 214"/>
                    <a:gd name="T48" fmla="*/ 14 w 188"/>
                    <a:gd name="T49" fmla="*/ 11 h 214"/>
                    <a:gd name="T50" fmla="*/ 0 w 188"/>
                    <a:gd name="T51" fmla="*/ 12 h 214"/>
                    <a:gd name="T52" fmla="*/ 8 w 188"/>
                    <a:gd name="T53" fmla="*/ 10 h 214"/>
                    <a:gd name="T54" fmla="*/ 0 w 188"/>
                    <a:gd name="T55" fmla="*/ 9 h 214"/>
                    <a:gd name="T56" fmla="*/ 14 w 188"/>
                    <a:gd name="T57" fmla="*/ 8 h 214"/>
                    <a:gd name="T58" fmla="*/ 32 w 188"/>
                    <a:gd name="T59" fmla="*/ 7 h 214"/>
                    <a:gd name="T60" fmla="*/ 44 w 188"/>
                    <a:gd name="T61" fmla="*/ 7 h 214"/>
                    <a:gd name="T62" fmla="*/ 72 w 188"/>
                    <a:gd name="T63" fmla="*/ 7 h 214"/>
                    <a:gd name="T64" fmla="*/ 84 w 188"/>
                    <a:gd name="T65" fmla="*/ 6 h 214"/>
                    <a:gd name="T66" fmla="*/ 99 w 188"/>
                    <a:gd name="T67" fmla="*/ 5 h 214"/>
                    <a:gd name="T68" fmla="*/ 105 w 188"/>
                    <a:gd name="T69" fmla="*/ 5 h 214"/>
                    <a:gd name="T70" fmla="*/ 117 w 188"/>
                    <a:gd name="T71" fmla="*/ 4 h 214"/>
                    <a:gd name="T72" fmla="*/ 135 w 188"/>
                    <a:gd name="T73" fmla="*/ 3 h 214"/>
                    <a:gd name="T74" fmla="*/ 139 w 188"/>
                    <a:gd name="T75" fmla="*/ 2 h 214"/>
                    <a:gd name="T76" fmla="*/ 133 w 188"/>
                    <a:gd name="T77" fmla="*/ 2 h 214"/>
                    <a:gd name="T78" fmla="*/ 137 w 188"/>
                    <a:gd name="T79" fmla="*/ 2 h 214"/>
                    <a:gd name="T80" fmla="*/ 143 w 188"/>
                    <a:gd name="T81" fmla="*/ 2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2 h 13"/>
                    <a:gd name="T2" fmla="*/ 4 w 13"/>
                    <a:gd name="T3" fmla="*/ 2 h 13"/>
                    <a:gd name="T4" fmla="*/ 0 w 13"/>
                    <a:gd name="T5" fmla="*/ 2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27 w 812"/>
                    <a:gd name="T1" fmla="*/ 2 h 564"/>
                    <a:gd name="T2" fmla="*/ 793 w 812"/>
                    <a:gd name="T3" fmla="*/ 4 h 564"/>
                    <a:gd name="T4" fmla="*/ 763 w 812"/>
                    <a:gd name="T5" fmla="*/ 6 h 564"/>
                    <a:gd name="T6" fmla="*/ 737 w 812"/>
                    <a:gd name="T7" fmla="*/ 7 h 564"/>
                    <a:gd name="T8" fmla="*/ 649 w 812"/>
                    <a:gd name="T9" fmla="*/ 9 h 564"/>
                    <a:gd name="T10" fmla="*/ 647 w 812"/>
                    <a:gd name="T11" fmla="*/ 11 h 564"/>
                    <a:gd name="T12" fmla="*/ 619 w 812"/>
                    <a:gd name="T13" fmla="*/ 11 h 564"/>
                    <a:gd name="T14" fmla="*/ 635 w 812"/>
                    <a:gd name="T15" fmla="*/ 9 h 564"/>
                    <a:gd name="T16" fmla="*/ 591 w 812"/>
                    <a:gd name="T17" fmla="*/ 9 h 564"/>
                    <a:gd name="T18" fmla="*/ 571 w 812"/>
                    <a:gd name="T19" fmla="*/ 11 h 564"/>
                    <a:gd name="T20" fmla="*/ 611 w 812"/>
                    <a:gd name="T21" fmla="*/ 14 h 564"/>
                    <a:gd name="T22" fmla="*/ 609 w 812"/>
                    <a:gd name="T23" fmla="*/ 19 h 564"/>
                    <a:gd name="T24" fmla="*/ 557 w 812"/>
                    <a:gd name="T25" fmla="*/ 20 h 564"/>
                    <a:gd name="T26" fmla="*/ 537 w 812"/>
                    <a:gd name="T27" fmla="*/ 20 h 564"/>
                    <a:gd name="T28" fmla="*/ 497 w 812"/>
                    <a:gd name="T29" fmla="*/ 17 h 564"/>
                    <a:gd name="T30" fmla="*/ 477 w 812"/>
                    <a:gd name="T31" fmla="*/ 17 h 564"/>
                    <a:gd name="T32" fmla="*/ 465 w 812"/>
                    <a:gd name="T33" fmla="*/ 20 h 564"/>
                    <a:gd name="T34" fmla="*/ 515 w 812"/>
                    <a:gd name="T35" fmla="*/ 24 h 564"/>
                    <a:gd name="T36" fmla="*/ 525 w 812"/>
                    <a:gd name="T37" fmla="*/ 26 h 564"/>
                    <a:gd name="T38" fmla="*/ 541 w 812"/>
                    <a:gd name="T39" fmla="*/ 28 h 564"/>
                    <a:gd name="T40" fmla="*/ 507 w 812"/>
                    <a:gd name="T41" fmla="*/ 28 h 564"/>
                    <a:gd name="T42" fmla="*/ 485 w 812"/>
                    <a:gd name="T43" fmla="*/ 26 h 564"/>
                    <a:gd name="T44" fmla="*/ 437 w 812"/>
                    <a:gd name="T45" fmla="*/ 21 h 564"/>
                    <a:gd name="T46" fmla="*/ 441 w 812"/>
                    <a:gd name="T47" fmla="*/ 16 h 564"/>
                    <a:gd name="T48" fmla="*/ 437 w 812"/>
                    <a:gd name="T49" fmla="*/ 13 h 564"/>
                    <a:gd name="T50" fmla="*/ 427 w 812"/>
                    <a:gd name="T51" fmla="*/ 14 h 564"/>
                    <a:gd name="T52" fmla="*/ 386 w 812"/>
                    <a:gd name="T53" fmla="*/ 13 h 564"/>
                    <a:gd name="T54" fmla="*/ 360 w 812"/>
                    <a:gd name="T55" fmla="*/ 9 h 564"/>
                    <a:gd name="T56" fmla="*/ 330 w 812"/>
                    <a:gd name="T57" fmla="*/ 9 h 564"/>
                    <a:gd name="T58" fmla="*/ 288 w 812"/>
                    <a:gd name="T59" fmla="*/ 9 h 564"/>
                    <a:gd name="T60" fmla="*/ 242 w 812"/>
                    <a:gd name="T61" fmla="*/ 11 h 564"/>
                    <a:gd name="T62" fmla="*/ 196 w 812"/>
                    <a:gd name="T63" fmla="*/ 13 h 564"/>
                    <a:gd name="T64" fmla="*/ 184 w 812"/>
                    <a:gd name="T65" fmla="*/ 13 h 564"/>
                    <a:gd name="T66" fmla="*/ 160 w 812"/>
                    <a:gd name="T67" fmla="*/ 16 h 564"/>
                    <a:gd name="T68" fmla="*/ 152 w 812"/>
                    <a:gd name="T69" fmla="*/ 17 h 564"/>
                    <a:gd name="T70" fmla="*/ 128 w 812"/>
                    <a:gd name="T71" fmla="*/ 20 h 564"/>
                    <a:gd name="T72" fmla="*/ 94 w 812"/>
                    <a:gd name="T73" fmla="*/ 20 h 564"/>
                    <a:gd name="T74" fmla="*/ 66 w 812"/>
                    <a:gd name="T75" fmla="*/ 13 h 564"/>
                    <a:gd name="T76" fmla="*/ 72 w 812"/>
                    <a:gd name="T77" fmla="*/ 7 h 564"/>
                    <a:gd name="T78" fmla="*/ 44 w 812"/>
                    <a:gd name="T79" fmla="*/ 9 h 564"/>
                    <a:gd name="T80" fmla="*/ 20 w 812"/>
                    <a:gd name="T81" fmla="*/ 7 h 564"/>
                    <a:gd name="T82" fmla="*/ 24 w 812"/>
                    <a:gd name="T83" fmla="*/ 7 h 564"/>
                    <a:gd name="T84" fmla="*/ 0 w 812"/>
                    <a:gd name="T85" fmla="*/ 5 h 564"/>
                    <a:gd name="T86" fmla="*/ 813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3 h 85"/>
                    <a:gd name="T2" fmla="*/ 32 w 43"/>
                    <a:gd name="T3" fmla="*/ 3 h 85"/>
                    <a:gd name="T4" fmla="*/ 73 w 43"/>
                    <a:gd name="T5" fmla="*/ 3 h 85"/>
                    <a:gd name="T6" fmla="*/ 35 w 43"/>
                    <a:gd name="T7" fmla="*/ 6 h 85"/>
                    <a:gd name="T8" fmla="*/ 1 w 43"/>
                    <a:gd name="T9" fmla="*/ 5 h 85"/>
                    <a:gd name="T10" fmla="*/ 7 w 43"/>
                    <a:gd name="T11" fmla="*/ 3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2 h 74"/>
                    <a:gd name="T2" fmla="*/ 14 w 44"/>
                    <a:gd name="T3" fmla="*/ 2 h 74"/>
                    <a:gd name="T4" fmla="*/ 23 w 44"/>
                    <a:gd name="T5" fmla="*/ 2 h 74"/>
                    <a:gd name="T6" fmla="*/ 21 w 44"/>
                    <a:gd name="T7" fmla="*/ 2 h 74"/>
                    <a:gd name="T8" fmla="*/ 11 w 44"/>
                    <a:gd name="T9" fmla="*/ 2 h 74"/>
                    <a:gd name="T10" fmla="*/ 7 w 44"/>
                    <a:gd name="T11" fmla="*/ 2 h 74"/>
                    <a:gd name="T12" fmla="*/ 3 w 44"/>
                    <a:gd name="T13" fmla="*/ 2 h 74"/>
                    <a:gd name="T14" fmla="*/ 11 w 44"/>
                    <a:gd name="T15" fmla="*/ 2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2 h 30"/>
                    <a:gd name="T2" fmla="*/ 5 w 20"/>
                    <a:gd name="T3" fmla="*/ 2 h 30"/>
                    <a:gd name="T4" fmla="*/ 7 w 20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187232 w 682"/>
                    <a:gd name="T1" fmla="*/ 347720 h 557"/>
                    <a:gd name="T2" fmla="*/ 189101 w 682"/>
                    <a:gd name="T3" fmla="*/ 338147 h 557"/>
                    <a:gd name="T4" fmla="*/ 194652 w 682"/>
                    <a:gd name="T5" fmla="*/ 309636 h 557"/>
                    <a:gd name="T6" fmla="*/ 120394 w 682"/>
                    <a:gd name="T7" fmla="*/ 214838 h 557"/>
                    <a:gd name="T8" fmla="*/ 109830 w 682"/>
                    <a:gd name="T9" fmla="*/ 259318 h 557"/>
                    <a:gd name="T10" fmla="*/ 117972 w 682"/>
                    <a:gd name="T11" fmla="*/ 416544 h 557"/>
                    <a:gd name="T12" fmla="*/ 109830 w 682"/>
                    <a:gd name="T13" fmla="*/ 370326 h 557"/>
                    <a:gd name="T14" fmla="*/ 94255 w 682"/>
                    <a:gd name="T15" fmla="*/ 329386 h 557"/>
                    <a:gd name="T16" fmla="*/ 95431 w 682"/>
                    <a:gd name="T17" fmla="*/ 309636 h 557"/>
                    <a:gd name="T18" fmla="*/ 96319 w 682"/>
                    <a:gd name="T19" fmla="*/ 295619 h 557"/>
                    <a:gd name="T20" fmla="*/ 85614 w 682"/>
                    <a:gd name="T21" fmla="*/ 281141 h 557"/>
                    <a:gd name="T22" fmla="*/ 75558 w 682"/>
                    <a:gd name="T23" fmla="*/ 259318 h 557"/>
                    <a:gd name="T24" fmla="*/ 57526 w 682"/>
                    <a:gd name="T25" fmla="*/ 265078 h 557"/>
                    <a:gd name="T26" fmla="*/ 49245 w 682"/>
                    <a:gd name="T27" fmla="*/ 273580 h 557"/>
                    <a:gd name="T28" fmla="*/ 30353 w 682"/>
                    <a:gd name="T29" fmla="*/ 273580 h 557"/>
                    <a:gd name="T30" fmla="*/ 8641 w 682"/>
                    <a:gd name="T31" fmla="*/ 233862 h 557"/>
                    <a:gd name="T32" fmla="*/ 4249 w 682"/>
                    <a:gd name="T33" fmla="*/ 221516 h 557"/>
                    <a:gd name="T34" fmla="*/ 0 w 682"/>
                    <a:gd name="T35" fmla="*/ 197501 h 557"/>
                    <a:gd name="T36" fmla="*/ 9412 w 682"/>
                    <a:gd name="T37" fmla="*/ 159775 h 557"/>
                    <a:gd name="T38" fmla="*/ 12530 w 682"/>
                    <a:gd name="T39" fmla="*/ 135508 h 557"/>
                    <a:gd name="T40" fmla="*/ 19868 w 682"/>
                    <a:gd name="T41" fmla="*/ 106855 h 557"/>
                    <a:gd name="T42" fmla="*/ 31690 w 682"/>
                    <a:gd name="T43" fmla="*/ 86727 h 557"/>
                    <a:gd name="T44" fmla="*/ 65210 w 682"/>
                    <a:gd name="T45" fmla="*/ 50262 h 557"/>
                    <a:gd name="T46" fmla="*/ 85614 w 682"/>
                    <a:gd name="T47" fmla="*/ 22602 h 557"/>
                    <a:gd name="T48" fmla="*/ 100366 w 682"/>
                    <a:gd name="T49" fmla="*/ 4327 h 557"/>
                    <a:gd name="T50" fmla="*/ 141319 w 682"/>
                    <a:gd name="T51" fmla="*/ 1600 h 557"/>
                    <a:gd name="T52" fmla="*/ 154814 w 682"/>
                    <a:gd name="T53" fmla="*/ 0 h 557"/>
                    <a:gd name="T54" fmla="*/ 149372 w 682"/>
                    <a:gd name="T55" fmla="*/ 25282 h 557"/>
                    <a:gd name="T56" fmla="*/ 172398 w 682"/>
                    <a:gd name="T57" fmla="*/ 63221 h 557"/>
                    <a:gd name="T58" fmla="*/ 193527 w 682"/>
                    <a:gd name="T59" fmla="*/ 55469 h 557"/>
                    <a:gd name="T60" fmla="*/ 205840 w 682"/>
                    <a:gd name="T61" fmla="*/ 61113 h 557"/>
                    <a:gd name="T62" fmla="*/ 217472 w 682"/>
                    <a:gd name="T63" fmla="*/ 72794 h 557"/>
                    <a:gd name="T64" fmla="*/ 222720 w 682"/>
                    <a:gd name="T65" fmla="*/ 140878 h 557"/>
                    <a:gd name="T66" fmla="*/ 222720 w 682"/>
                    <a:gd name="T67" fmla="*/ 179906 h 557"/>
                    <a:gd name="T68" fmla="*/ 232980 w 682"/>
                    <a:gd name="T69" fmla="*/ 212134 h 557"/>
                    <a:gd name="T70" fmla="*/ 251195 w 682"/>
                    <a:gd name="T71" fmla="*/ 224812 h 557"/>
                    <a:gd name="T72" fmla="*/ 264567 w 682"/>
                    <a:gd name="T73" fmla="*/ 221516 h 557"/>
                    <a:gd name="T74" fmla="*/ 258338 w 682"/>
                    <a:gd name="T75" fmla="*/ 254971 h 557"/>
                    <a:gd name="T76" fmla="*/ 232980 w 682"/>
                    <a:gd name="T77" fmla="*/ 305277 h 557"/>
                    <a:gd name="T78" fmla="*/ 213342 w 682"/>
                    <a:gd name="T79" fmla="*/ 363599 h 557"/>
                    <a:gd name="T80" fmla="*/ 216406 w 682"/>
                    <a:gd name="T81" fmla="*/ 380855 h 557"/>
                    <a:gd name="T82" fmla="*/ 169227 w 682"/>
                    <a:gd name="T83" fmla="*/ 416544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92770 w 257"/>
                    <a:gd name="T1" fmla="*/ 263634 h 347"/>
                    <a:gd name="T2" fmla="*/ 88889 w 257"/>
                    <a:gd name="T3" fmla="*/ 228571 h 347"/>
                    <a:gd name="T4" fmla="*/ 82985 w 257"/>
                    <a:gd name="T5" fmla="*/ 218842 h 347"/>
                    <a:gd name="T6" fmla="*/ 82344 w 257"/>
                    <a:gd name="T7" fmla="*/ 204870 h 347"/>
                    <a:gd name="T8" fmla="*/ 79892 w 257"/>
                    <a:gd name="T9" fmla="*/ 193026 h 347"/>
                    <a:gd name="T10" fmla="*/ 79892 w 257"/>
                    <a:gd name="T11" fmla="*/ 173891 h 347"/>
                    <a:gd name="T12" fmla="*/ 79197 w 257"/>
                    <a:gd name="T13" fmla="*/ 162534 h 347"/>
                    <a:gd name="T14" fmla="*/ 87065 w 257"/>
                    <a:gd name="T15" fmla="*/ 153508 h 347"/>
                    <a:gd name="T16" fmla="*/ 98170 w 257"/>
                    <a:gd name="T17" fmla="*/ 150100 h 347"/>
                    <a:gd name="T18" fmla="*/ 98170 w 257"/>
                    <a:gd name="T19" fmla="*/ 103672 h 347"/>
                    <a:gd name="T20" fmla="*/ 20591 w 257"/>
                    <a:gd name="T21" fmla="*/ 72923 h 347"/>
                    <a:gd name="T22" fmla="*/ 12355 w 257"/>
                    <a:gd name="T23" fmla="*/ 74595 h 347"/>
                    <a:gd name="T24" fmla="*/ 6270 w 257"/>
                    <a:gd name="T25" fmla="*/ 77564 h 347"/>
                    <a:gd name="T26" fmla="*/ 0 w 257"/>
                    <a:gd name="T27" fmla="*/ 113482 h 347"/>
                    <a:gd name="T28" fmla="*/ 35407 w 257"/>
                    <a:gd name="T29" fmla="*/ 262845 h 347"/>
                    <a:gd name="T30" fmla="*/ 92770 w 257"/>
                    <a:gd name="T31" fmla="*/ 2636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2 h 37"/>
                    <a:gd name="T2" fmla="*/ 3 w 19"/>
                    <a:gd name="T3" fmla="*/ 2 h 37"/>
                    <a:gd name="T4" fmla="*/ 3 w 19"/>
                    <a:gd name="T5" fmla="*/ 2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3 h 20"/>
                    <a:gd name="T2" fmla="*/ 11 w 22"/>
                    <a:gd name="T3" fmla="*/ 0 h 20"/>
                    <a:gd name="T4" fmla="*/ 11 w 22"/>
                    <a:gd name="T5" fmla="*/ 3 h 20"/>
                    <a:gd name="T6" fmla="*/ 8 w 22"/>
                    <a:gd name="T7" fmla="*/ 3 h 20"/>
                    <a:gd name="T8" fmla="*/ 11 w 22"/>
                    <a:gd name="T9" fmla="*/ 3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2 h 30"/>
                    <a:gd name="T2" fmla="*/ 47 w 57"/>
                    <a:gd name="T3" fmla="*/ 2 h 30"/>
                    <a:gd name="T4" fmla="*/ 51 w 57"/>
                    <a:gd name="T5" fmla="*/ 2 h 30"/>
                    <a:gd name="T6" fmla="*/ 24 w 57"/>
                    <a:gd name="T7" fmla="*/ 2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58 w 693"/>
                    <a:gd name="T1" fmla="*/ 23 h 696"/>
                    <a:gd name="T2" fmla="*/ 378 w 693"/>
                    <a:gd name="T3" fmla="*/ 22 h 696"/>
                    <a:gd name="T4" fmla="*/ 310 w 693"/>
                    <a:gd name="T5" fmla="*/ 20 h 696"/>
                    <a:gd name="T6" fmla="*/ 250 w 693"/>
                    <a:gd name="T7" fmla="*/ 20 h 696"/>
                    <a:gd name="T8" fmla="*/ 222 w 693"/>
                    <a:gd name="T9" fmla="*/ 20 h 696"/>
                    <a:gd name="T10" fmla="*/ 246 w 693"/>
                    <a:gd name="T11" fmla="*/ 20 h 696"/>
                    <a:gd name="T12" fmla="*/ 278 w 693"/>
                    <a:gd name="T13" fmla="*/ 23 h 696"/>
                    <a:gd name="T14" fmla="*/ 306 w 693"/>
                    <a:gd name="T15" fmla="*/ 24 h 696"/>
                    <a:gd name="T16" fmla="*/ 318 w 693"/>
                    <a:gd name="T17" fmla="*/ 25 h 696"/>
                    <a:gd name="T18" fmla="*/ 298 w 693"/>
                    <a:gd name="T19" fmla="*/ 27 h 696"/>
                    <a:gd name="T20" fmla="*/ 246 w 693"/>
                    <a:gd name="T21" fmla="*/ 31 h 696"/>
                    <a:gd name="T22" fmla="*/ 210 w 693"/>
                    <a:gd name="T23" fmla="*/ 31 h 696"/>
                    <a:gd name="T24" fmla="*/ 97 w 693"/>
                    <a:gd name="T25" fmla="*/ 34 h 696"/>
                    <a:gd name="T26" fmla="*/ 77 w 693"/>
                    <a:gd name="T27" fmla="*/ 31 h 696"/>
                    <a:gd name="T28" fmla="*/ 45 w 693"/>
                    <a:gd name="T29" fmla="*/ 25 h 696"/>
                    <a:gd name="T30" fmla="*/ 33 w 693"/>
                    <a:gd name="T31" fmla="*/ 22 h 696"/>
                    <a:gd name="T32" fmla="*/ 53 w 693"/>
                    <a:gd name="T33" fmla="*/ 16 h 696"/>
                    <a:gd name="T34" fmla="*/ 17 w 693"/>
                    <a:gd name="T35" fmla="*/ 20 h 696"/>
                    <a:gd name="T36" fmla="*/ 81 w 693"/>
                    <a:gd name="T37" fmla="*/ 13 h 696"/>
                    <a:gd name="T38" fmla="*/ 113 w 693"/>
                    <a:gd name="T39" fmla="*/ 11 h 696"/>
                    <a:gd name="T40" fmla="*/ 37 w 693"/>
                    <a:gd name="T41" fmla="*/ 11 h 696"/>
                    <a:gd name="T42" fmla="*/ 1 w 693"/>
                    <a:gd name="T43" fmla="*/ 9 h 696"/>
                    <a:gd name="T44" fmla="*/ 25 w 693"/>
                    <a:gd name="T45" fmla="*/ 7 h 696"/>
                    <a:gd name="T46" fmla="*/ 97 w 693"/>
                    <a:gd name="T47" fmla="*/ 6 h 696"/>
                    <a:gd name="T48" fmla="*/ 206 w 693"/>
                    <a:gd name="T49" fmla="*/ 6 h 696"/>
                    <a:gd name="T50" fmla="*/ 214 w 693"/>
                    <a:gd name="T51" fmla="*/ 3 h 696"/>
                    <a:gd name="T52" fmla="*/ 246 w 693"/>
                    <a:gd name="T53" fmla="*/ 0 h 696"/>
                    <a:gd name="T54" fmla="*/ 342 w 693"/>
                    <a:gd name="T55" fmla="*/ 2 h 696"/>
                    <a:gd name="T56" fmla="*/ 314 w 693"/>
                    <a:gd name="T57" fmla="*/ 4 h 696"/>
                    <a:gd name="T58" fmla="*/ 286 w 693"/>
                    <a:gd name="T59" fmla="*/ 9 h 696"/>
                    <a:gd name="T60" fmla="*/ 346 w 693"/>
                    <a:gd name="T61" fmla="*/ 9 h 696"/>
                    <a:gd name="T62" fmla="*/ 358 w 693"/>
                    <a:gd name="T63" fmla="*/ 7 h 696"/>
                    <a:gd name="T64" fmla="*/ 402 w 693"/>
                    <a:gd name="T65" fmla="*/ 5 h 696"/>
                    <a:gd name="T66" fmla="*/ 482 w 693"/>
                    <a:gd name="T67" fmla="*/ 4 h 696"/>
                    <a:gd name="T68" fmla="*/ 509 w 693"/>
                    <a:gd name="T69" fmla="*/ 2 h 696"/>
                    <a:gd name="T70" fmla="*/ 515 w 693"/>
                    <a:gd name="T71" fmla="*/ 23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322484 w 931"/>
                    <a:gd name="T1" fmla="*/ 0 h 149"/>
                    <a:gd name="T2" fmla="*/ 56001 w 931"/>
                    <a:gd name="T3" fmla="*/ 22213 h 149"/>
                    <a:gd name="T4" fmla="*/ 35417 w 931"/>
                    <a:gd name="T5" fmla="*/ 31868 h 149"/>
                    <a:gd name="T6" fmla="*/ 24195 w 931"/>
                    <a:gd name="T7" fmla="*/ 31868 h 149"/>
                    <a:gd name="T8" fmla="*/ 8661 w 931"/>
                    <a:gd name="T9" fmla="*/ 59081 h 149"/>
                    <a:gd name="T10" fmla="*/ 0 w 931"/>
                    <a:gd name="T11" fmla="*/ 80255 h 149"/>
                    <a:gd name="T12" fmla="*/ 23090 w 931"/>
                    <a:gd name="T13" fmla="*/ 88232 h 149"/>
                    <a:gd name="T14" fmla="*/ 37828 w 931"/>
                    <a:gd name="T15" fmla="*/ 73261 h 149"/>
                    <a:gd name="T16" fmla="*/ 42315 w 931"/>
                    <a:gd name="T17" fmla="*/ 64535 h 149"/>
                    <a:gd name="T18" fmla="*/ 65428 w 931"/>
                    <a:gd name="T19" fmla="*/ 39804 h 149"/>
                    <a:gd name="T20" fmla="*/ 84064 w 931"/>
                    <a:gd name="T21" fmla="*/ 35339 h 149"/>
                    <a:gd name="T22" fmla="*/ 92816 w 931"/>
                    <a:gd name="T23" fmla="*/ 71702 h 149"/>
                    <a:gd name="T24" fmla="*/ 73559 w 931"/>
                    <a:gd name="T25" fmla="*/ 83853 h 149"/>
                    <a:gd name="T26" fmla="*/ 90257 w 931"/>
                    <a:gd name="T27" fmla="*/ 86714 h 149"/>
                    <a:gd name="T28" fmla="*/ 97739 w 931"/>
                    <a:gd name="T29" fmla="*/ 68857 h 149"/>
                    <a:gd name="T30" fmla="*/ 104063 w 931"/>
                    <a:gd name="T31" fmla="*/ 70402 h 149"/>
                    <a:gd name="T32" fmla="*/ 98920 w 931"/>
                    <a:gd name="T33" fmla="*/ 41447 h 149"/>
                    <a:gd name="T34" fmla="*/ 104063 w 931"/>
                    <a:gd name="T35" fmla="*/ 33925 h 149"/>
                    <a:gd name="T36" fmla="*/ 108175 w 931"/>
                    <a:gd name="T37" fmla="*/ 67406 h 149"/>
                    <a:gd name="T38" fmla="*/ 104063 w 931"/>
                    <a:gd name="T39" fmla="*/ 86714 h 149"/>
                    <a:gd name="T40" fmla="*/ 115962 w 931"/>
                    <a:gd name="T41" fmla="*/ 99534 h 149"/>
                    <a:gd name="T42" fmla="*/ 116856 w 931"/>
                    <a:gd name="T43" fmla="*/ 70402 h 149"/>
                    <a:gd name="T44" fmla="*/ 129502 w 931"/>
                    <a:gd name="T45" fmla="*/ 78774 h 149"/>
                    <a:gd name="T46" fmla="*/ 149396 w 931"/>
                    <a:gd name="T47" fmla="*/ 56200 h 149"/>
                    <a:gd name="T48" fmla="*/ 159996 w 931"/>
                    <a:gd name="T49" fmla="*/ 38199 h 149"/>
                    <a:gd name="T50" fmla="*/ 171877 w 931"/>
                    <a:gd name="T51" fmla="*/ 42666 h 149"/>
                    <a:gd name="T52" fmla="*/ 177916 w 931"/>
                    <a:gd name="T53" fmla="*/ 38199 h 149"/>
                    <a:gd name="T54" fmla="*/ 168598 w 931"/>
                    <a:gd name="T55" fmla="*/ 33925 h 149"/>
                    <a:gd name="T56" fmla="*/ 185481 w 931"/>
                    <a:gd name="T57" fmla="*/ 26619 h 149"/>
                    <a:gd name="T58" fmla="*/ 212709 w 931"/>
                    <a:gd name="T59" fmla="*/ 41447 h 149"/>
                    <a:gd name="T60" fmla="*/ 227233 w 931"/>
                    <a:gd name="T61" fmla="*/ 31868 h 149"/>
                    <a:gd name="T62" fmla="*/ 228223 w 931"/>
                    <a:gd name="T63" fmla="*/ 48398 h 149"/>
                    <a:gd name="T64" fmla="*/ 222108 w 931"/>
                    <a:gd name="T65" fmla="*/ 77261 h 149"/>
                    <a:gd name="T66" fmla="*/ 239084 w 931"/>
                    <a:gd name="T67" fmla="*/ 67406 h 149"/>
                    <a:gd name="T68" fmla="*/ 243996 w 931"/>
                    <a:gd name="T69" fmla="*/ 61628 h 149"/>
                    <a:gd name="T70" fmla="*/ 253491 w 931"/>
                    <a:gd name="T71" fmla="*/ 46638 h 149"/>
                    <a:gd name="T72" fmla="*/ 310491 w 931"/>
                    <a:gd name="T73" fmla="*/ 6453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3 h 30"/>
                    <a:gd name="T2" fmla="*/ 16 w 31"/>
                    <a:gd name="T3" fmla="*/ 0 h 30"/>
                    <a:gd name="T4" fmla="*/ 15 w 31"/>
                    <a:gd name="T5" fmla="*/ 3 h 30"/>
                    <a:gd name="T6" fmla="*/ 3 w 31"/>
                    <a:gd name="T7" fmla="*/ 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 h 32"/>
                    <a:gd name="T2" fmla="*/ 37 w 44"/>
                    <a:gd name="T3" fmla="*/ 0 h 32"/>
                    <a:gd name="T4" fmla="*/ 53 w 44"/>
                    <a:gd name="T5" fmla="*/ 3 h 32"/>
                    <a:gd name="T6" fmla="*/ 6 w 44"/>
                    <a:gd name="T7" fmla="*/ 3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2 h 18"/>
                    <a:gd name="T2" fmla="*/ 25 w 76"/>
                    <a:gd name="T3" fmla="*/ 2 h 18"/>
                    <a:gd name="T4" fmla="*/ 37 w 76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3 h 44"/>
                    <a:gd name="T2" fmla="*/ 12 w 42"/>
                    <a:gd name="T3" fmla="*/ 3 h 44"/>
                    <a:gd name="T4" fmla="*/ 0 w 42"/>
                    <a:gd name="T5" fmla="*/ 3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 h 30"/>
                    <a:gd name="T2" fmla="*/ 78 w 31"/>
                    <a:gd name="T3" fmla="*/ 2 h 30"/>
                    <a:gd name="T4" fmla="*/ 7 w 31"/>
                    <a:gd name="T5" fmla="*/ 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fld id="{F73FBEF7-9F13-4907-8110-9CC218B1E302}" type="datetime1">
              <a:rPr lang="en-CA" smtClean="0"/>
              <a:t>2021-05-28</a:t>
            </a:fld>
            <a:endParaRPr lang="en-CA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2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100"/>
            </a:lvl1pPr>
            <a:lvl2pPr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F665DAA2-5AF7-469A-9769-FF3CE51C4832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633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A9EF3-A2F7-41FA-A793-8851F6B4DBF4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6398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F96FF1-3C49-4EAD-A078-384E60345FFF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259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A73B1D-73F9-49F0-9E16-0212AED73A65}" type="datetime1">
              <a:rPr lang="en-CA" smtClean="0"/>
              <a:t>2021-05-28</a:t>
            </a:fld>
            <a:endParaRPr lang="en-CA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69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72B04A-C4C7-4B66-A240-6A1BC207CD5A}" type="datetime1">
              <a:rPr lang="en-CA" smtClean="0"/>
              <a:t>2021-05-28</a:t>
            </a:fld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941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93A3A6-798C-427E-9590-56DAC5F8C577}" type="datetime1">
              <a:rPr lang="en-CA" smtClean="0"/>
              <a:t>2021-05-28</a:t>
            </a:fld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68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E84F2F-DB69-4AD2-AA71-F0AD0B6C8DF6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82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41A28F-13C8-47F5-AF7F-1BEEB0ABD916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521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43925B-8D90-49D8-ADD2-F5BC003B764A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295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4" y="930277"/>
            <a:ext cx="2052637" cy="53324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4" y="930277"/>
            <a:ext cx="6007100" cy="53324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A0BACC-A0C1-41F3-BAAF-702EF60C0D93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5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6D1E58-C387-480B-9F8C-2EFD2B8D9DB5}" type="datetime1">
              <a:rPr lang="en-CA" smtClean="0"/>
              <a:t>2021-05-28</a:t>
            </a:fld>
            <a:endParaRPr lang="en-CA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13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5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2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DE7B0F-6077-4DBF-914F-282449EB6CEF}" type="datetime1">
              <a:rPr lang="en-CA" smtClean="0"/>
              <a:t>2021-05-28</a:t>
            </a:fld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141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1" y="274638"/>
            <a:ext cx="7200800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5F7115E-23BB-4850-9380-623EBE2F7744}" type="datetime1">
              <a:rPr lang="en-CA" smtClean="0"/>
              <a:t>2021-05-28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1" y="838201"/>
            <a:ext cx="7200800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251520" y="1484784"/>
            <a:ext cx="8637640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51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fld id="{B1378DDB-2F92-4C0A-9EBA-C116AF8A3D64}" type="datetime1">
              <a:rPr lang="en-CA" smtClean="0"/>
              <a:t>2021-05-28</a:t>
            </a:fld>
            <a:endParaRPr lang="en-CA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050" smtClean="0">
                <a:latin typeface="Arial" charset="0"/>
                <a:cs typeface="Arial" charset="0"/>
              </a:defRPr>
            </a:lvl1pPr>
          </a:lstStyle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Arial" panose="020B0604020202020204" pitchFamily="34" charset="0"/>
              </a:defRPr>
            </a:lvl1pPr>
          </a:lstStyle>
          <a:p>
            <a:fld id="{F979D778-5668-409F-BE61-8F31D5437AFC}" type="slidenum">
              <a:rPr lang="en-CA" smtClean="0"/>
              <a:t>‹#›</a:t>
            </a:fld>
            <a:endParaRPr lang="en-CA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350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0 w 15"/>
                      <a:gd name="T1" fmla="*/ 0 h 23"/>
                      <a:gd name="T2" fmla="*/ 0 w 15"/>
                      <a:gd name="T3" fmla="*/ 0 h 23"/>
                      <a:gd name="T4" fmla="*/ 0 w 15"/>
                      <a:gd name="T5" fmla="*/ 0 h 23"/>
                      <a:gd name="T6" fmla="*/ 0 w 15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0 w 20"/>
                      <a:gd name="T1" fmla="*/ 0 h 23"/>
                      <a:gd name="T2" fmla="*/ 0 w 20"/>
                      <a:gd name="T3" fmla="*/ 0 h 23"/>
                      <a:gd name="T4" fmla="*/ 0 w 20"/>
                      <a:gd name="T5" fmla="*/ 0 h 23"/>
                      <a:gd name="T6" fmla="*/ 0 w 20"/>
                      <a:gd name="T7" fmla="*/ 0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0 w 26"/>
                      <a:gd name="T1" fmla="*/ 0 h 22"/>
                      <a:gd name="T2" fmla="*/ 0 w 26"/>
                      <a:gd name="T3" fmla="*/ 0 h 22"/>
                      <a:gd name="T4" fmla="*/ 0 w 26"/>
                      <a:gd name="T5" fmla="*/ 0 h 22"/>
                      <a:gd name="T6" fmla="*/ 0 w 26"/>
                      <a:gd name="T7" fmla="*/ 0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1 w 471"/>
                      <a:gd name="T1" fmla="*/ 1 h 281"/>
                      <a:gd name="T2" fmla="*/ 1 w 471"/>
                      <a:gd name="T3" fmla="*/ 1 h 281"/>
                      <a:gd name="T4" fmla="*/ 1 w 471"/>
                      <a:gd name="T5" fmla="*/ 1 h 281"/>
                      <a:gd name="T6" fmla="*/ 1 w 471"/>
                      <a:gd name="T7" fmla="*/ 1 h 281"/>
                      <a:gd name="T8" fmla="*/ 1 w 471"/>
                      <a:gd name="T9" fmla="*/ 1 h 281"/>
                      <a:gd name="T10" fmla="*/ 0 w 471"/>
                      <a:gd name="T11" fmla="*/ 1 h 281"/>
                      <a:gd name="T12" fmla="*/ 1 w 471"/>
                      <a:gd name="T13" fmla="*/ 1 h 281"/>
                      <a:gd name="T14" fmla="*/ 1 w 471"/>
                      <a:gd name="T15" fmla="*/ 1 h 281"/>
                      <a:gd name="T16" fmla="*/ 1 w 471"/>
                      <a:gd name="T17" fmla="*/ 1 h 281"/>
                      <a:gd name="T18" fmla="*/ 1 w 471"/>
                      <a:gd name="T19" fmla="*/ 1 h 281"/>
                      <a:gd name="T20" fmla="*/ 1 w 471"/>
                      <a:gd name="T21" fmla="*/ 1 h 281"/>
                      <a:gd name="T22" fmla="*/ 1 w 471"/>
                      <a:gd name="T23" fmla="*/ 1 h 281"/>
                      <a:gd name="T24" fmla="*/ 1 w 471"/>
                      <a:gd name="T25" fmla="*/ 1 h 281"/>
                      <a:gd name="T26" fmla="*/ 1 w 471"/>
                      <a:gd name="T27" fmla="*/ 1 h 281"/>
                      <a:gd name="T28" fmla="*/ 1 w 471"/>
                      <a:gd name="T29" fmla="*/ 1 h 281"/>
                      <a:gd name="T30" fmla="*/ 1 w 471"/>
                      <a:gd name="T31" fmla="*/ 1 h 281"/>
                      <a:gd name="T32" fmla="*/ 1 w 471"/>
                      <a:gd name="T33" fmla="*/ 1 h 281"/>
                      <a:gd name="T34" fmla="*/ 1 w 471"/>
                      <a:gd name="T35" fmla="*/ 0 h 281"/>
                      <a:gd name="T36" fmla="*/ 1 w 471"/>
                      <a:gd name="T37" fmla="*/ 1 h 281"/>
                      <a:gd name="T38" fmla="*/ 1 w 471"/>
                      <a:gd name="T39" fmla="*/ 1 h 281"/>
                      <a:gd name="T40" fmla="*/ 1 w 471"/>
                      <a:gd name="T41" fmla="*/ 1 h 281"/>
                      <a:gd name="T42" fmla="*/ 1 w 471"/>
                      <a:gd name="T43" fmla="*/ 1 h 281"/>
                      <a:gd name="T44" fmla="*/ 1 w 471"/>
                      <a:gd name="T45" fmla="*/ 1 h 281"/>
                      <a:gd name="T46" fmla="*/ 1 w 471"/>
                      <a:gd name="T47" fmla="*/ 1 h 281"/>
                      <a:gd name="T48" fmla="*/ 1 w 471"/>
                      <a:gd name="T49" fmla="*/ 1 h 281"/>
                      <a:gd name="T50" fmla="*/ 1 w 471"/>
                      <a:gd name="T51" fmla="*/ 1 h 281"/>
                      <a:gd name="T52" fmla="*/ 1 w 471"/>
                      <a:gd name="T53" fmla="*/ 1 h 281"/>
                      <a:gd name="T54" fmla="*/ 1 w 471"/>
                      <a:gd name="T55" fmla="*/ 1 h 281"/>
                      <a:gd name="T56" fmla="*/ 1 w 471"/>
                      <a:gd name="T57" fmla="*/ 1 h 281"/>
                      <a:gd name="T58" fmla="*/ 1 w 471"/>
                      <a:gd name="T59" fmla="*/ 1 h 281"/>
                      <a:gd name="T60" fmla="*/ 1 w 471"/>
                      <a:gd name="T61" fmla="*/ 1 h 281"/>
                      <a:gd name="T62" fmla="*/ 1 w 471"/>
                      <a:gd name="T63" fmla="*/ 1 h 281"/>
                      <a:gd name="T64" fmla="*/ 1 w 471"/>
                      <a:gd name="T65" fmla="*/ 1 h 281"/>
                      <a:gd name="T66" fmla="*/ 1 w 471"/>
                      <a:gd name="T67" fmla="*/ 1 h 281"/>
                      <a:gd name="T68" fmla="*/ 1 w 471"/>
                      <a:gd name="T69" fmla="*/ 1 h 281"/>
                      <a:gd name="T70" fmla="*/ 1 w 471"/>
                      <a:gd name="T71" fmla="*/ 1 h 281"/>
                      <a:gd name="T72" fmla="*/ 1 w 471"/>
                      <a:gd name="T73" fmla="*/ 1 h 281"/>
                      <a:gd name="T74" fmla="*/ 1 w 471"/>
                      <a:gd name="T75" fmla="*/ 1 h 281"/>
                      <a:gd name="T76" fmla="*/ 1 w 471"/>
                      <a:gd name="T77" fmla="*/ 1 h 281"/>
                      <a:gd name="T78" fmla="*/ 1 w 471"/>
                      <a:gd name="T79" fmla="*/ 1 h 281"/>
                      <a:gd name="T80" fmla="*/ 1 w 471"/>
                      <a:gd name="T81" fmla="*/ 1 h 281"/>
                      <a:gd name="T82" fmla="*/ 1 w 471"/>
                      <a:gd name="T83" fmla="*/ 1 h 281"/>
                      <a:gd name="T84" fmla="*/ 1 w 471"/>
                      <a:gd name="T85" fmla="*/ 1 h 281"/>
                      <a:gd name="T86" fmla="*/ 1 w 471"/>
                      <a:gd name="T87" fmla="*/ 1 h 281"/>
                      <a:gd name="T88" fmla="*/ 1 w 471"/>
                      <a:gd name="T89" fmla="*/ 1 h 281"/>
                      <a:gd name="T90" fmla="*/ 1 w 471"/>
                      <a:gd name="T91" fmla="*/ 1 h 281"/>
                      <a:gd name="T92" fmla="*/ 1 w 471"/>
                      <a:gd name="T93" fmla="*/ 1 h 281"/>
                      <a:gd name="T94" fmla="*/ 1 w 471"/>
                      <a:gd name="T95" fmla="*/ 1 h 281"/>
                      <a:gd name="T96" fmla="*/ 1 w 471"/>
                      <a:gd name="T97" fmla="*/ 1 h 281"/>
                      <a:gd name="T98" fmla="*/ 1 w 471"/>
                      <a:gd name="T99" fmla="*/ 1 h 281"/>
                      <a:gd name="T100" fmla="*/ 1 w 471"/>
                      <a:gd name="T101" fmla="*/ 1 h 281"/>
                      <a:gd name="T102" fmla="*/ 1 w 471"/>
                      <a:gd name="T103" fmla="*/ 1 h 281"/>
                      <a:gd name="T104" fmla="*/ 1 w 471"/>
                      <a:gd name="T105" fmla="*/ 1 h 281"/>
                      <a:gd name="T106" fmla="*/ 1 w 471"/>
                      <a:gd name="T107" fmla="*/ 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0 w 984"/>
                      <a:gd name="T1" fmla="*/ 0 h 844"/>
                      <a:gd name="T2" fmla="*/ 0 w 984"/>
                      <a:gd name="T3" fmla="*/ 0 h 844"/>
                      <a:gd name="T4" fmla="*/ 0 w 984"/>
                      <a:gd name="T5" fmla="*/ 0 h 844"/>
                      <a:gd name="T6" fmla="*/ 0 w 984"/>
                      <a:gd name="T7" fmla="*/ 0 h 844"/>
                      <a:gd name="T8" fmla="*/ 0 w 984"/>
                      <a:gd name="T9" fmla="*/ 0 h 844"/>
                      <a:gd name="T10" fmla="*/ 0 w 984"/>
                      <a:gd name="T11" fmla="*/ 0 h 844"/>
                      <a:gd name="T12" fmla="*/ 0 w 984"/>
                      <a:gd name="T13" fmla="*/ 0 h 844"/>
                      <a:gd name="T14" fmla="*/ 0 w 984"/>
                      <a:gd name="T15" fmla="*/ 0 h 844"/>
                      <a:gd name="T16" fmla="*/ 0 w 984"/>
                      <a:gd name="T17" fmla="*/ 0 h 844"/>
                      <a:gd name="T18" fmla="*/ 0 w 984"/>
                      <a:gd name="T19" fmla="*/ 0 h 844"/>
                      <a:gd name="T20" fmla="*/ 0 w 984"/>
                      <a:gd name="T21" fmla="*/ 0 h 844"/>
                      <a:gd name="T22" fmla="*/ 0 w 984"/>
                      <a:gd name="T23" fmla="*/ 0 h 844"/>
                      <a:gd name="T24" fmla="*/ 0 w 984"/>
                      <a:gd name="T25" fmla="*/ 0 h 844"/>
                      <a:gd name="T26" fmla="*/ 0 w 984"/>
                      <a:gd name="T27" fmla="*/ 0 h 844"/>
                      <a:gd name="T28" fmla="*/ 0 w 984"/>
                      <a:gd name="T29" fmla="*/ 0 h 844"/>
                      <a:gd name="T30" fmla="*/ 0 w 984"/>
                      <a:gd name="T31" fmla="*/ 0 h 844"/>
                      <a:gd name="T32" fmla="*/ 0 w 984"/>
                      <a:gd name="T33" fmla="*/ 0 h 844"/>
                      <a:gd name="T34" fmla="*/ 0 w 984"/>
                      <a:gd name="T35" fmla="*/ 0 h 844"/>
                      <a:gd name="T36" fmla="*/ 0 w 984"/>
                      <a:gd name="T37" fmla="*/ 0 h 844"/>
                      <a:gd name="T38" fmla="*/ 0 w 984"/>
                      <a:gd name="T39" fmla="*/ 0 h 844"/>
                      <a:gd name="T40" fmla="*/ 0 w 984"/>
                      <a:gd name="T41" fmla="*/ 0 h 844"/>
                      <a:gd name="T42" fmla="*/ 0 w 984"/>
                      <a:gd name="T43" fmla="*/ 0 h 844"/>
                      <a:gd name="T44" fmla="*/ 0 w 984"/>
                      <a:gd name="T45" fmla="*/ 0 h 844"/>
                      <a:gd name="T46" fmla="*/ 0 w 984"/>
                      <a:gd name="T47" fmla="*/ 0 h 844"/>
                      <a:gd name="T48" fmla="*/ 0 w 984"/>
                      <a:gd name="T49" fmla="*/ 0 h 844"/>
                      <a:gd name="T50" fmla="*/ 0 w 984"/>
                      <a:gd name="T51" fmla="*/ 0 h 844"/>
                      <a:gd name="T52" fmla="*/ 0 w 984"/>
                      <a:gd name="T53" fmla="*/ 0 h 844"/>
                      <a:gd name="T54" fmla="*/ 0 w 984"/>
                      <a:gd name="T55" fmla="*/ 0 h 844"/>
                      <a:gd name="T56" fmla="*/ 0 w 984"/>
                      <a:gd name="T57" fmla="*/ 0 h 844"/>
                      <a:gd name="T58" fmla="*/ 0 w 984"/>
                      <a:gd name="T59" fmla="*/ 0 h 844"/>
                      <a:gd name="T60" fmla="*/ 0 w 984"/>
                      <a:gd name="T61" fmla="*/ 0 h 844"/>
                      <a:gd name="T62" fmla="*/ 0 w 984"/>
                      <a:gd name="T63" fmla="*/ 0 h 844"/>
                      <a:gd name="T64" fmla="*/ 0 w 984"/>
                      <a:gd name="T65" fmla="*/ 0 h 844"/>
                      <a:gd name="T66" fmla="*/ 0 w 984"/>
                      <a:gd name="T67" fmla="*/ 0 h 844"/>
                      <a:gd name="T68" fmla="*/ 0 w 984"/>
                      <a:gd name="T69" fmla="*/ 0 h 844"/>
                      <a:gd name="T70" fmla="*/ 0 w 984"/>
                      <a:gd name="T71" fmla="*/ 0 h 844"/>
                      <a:gd name="T72" fmla="*/ 0 w 984"/>
                      <a:gd name="T73" fmla="*/ 0 h 844"/>
                      <a:gd name="T74" fmla="*/ 0 w 984"/>
                      <a:gd name="T75" fmla="*/ 0 h 844"/>
                      <a:gd name="T76" fmla="*/ 0 w 984"/>
                      <a:gd name="T77" fmla="*/ 0 h 844"/>
                      <a:gd name="T78" fmla="*/ 0 w 984"/>
                      <a:gd name="T79" fmla="*/ 0 h 844"/>
                      <a:gd name="T80" fmla="*/ 0 w 984"/>
                      <a:gd name="T81" fmla="*/ 0 h 844"/>
                      <a:gd name="T82" fmla="*/ 0 w 984"/>
                      <a:gd name="T83" fmla="*/ 0 h 844"/>
                      <a:gd name="T84" fmla="*/ 0 w 984"/>
                      <a:gd name="T85" fmla="*/ 0 h 844"/>
                      <a:gd name="T86" fmla="*/ 0 w 984"/>
                      <a:gd name="T87" fmla="*/ 0 h 844"/>
                      <a:gd name="T88" fmla="*/ 0 w 984"/>
                      <a:gd name="T89" fmla="*/ 0 h 844"/>
                      <a:gd name="T90" fmla="*/ 0 w 984"/>
                      <a:gd name="T91" fmla="*/ 0 h 844"/>
                      <a:gd name="T92" fmla="*/ 0 w 984"/>
                      <a:gd name="T93" fmla="*/ 0 h 844"/>
                      <a:gd name="T94" fmla="*/ 0 w 984"/>
                      <a:gd name="T95" fmla="*/ 0 h 844"/>
                      <a:gd name="T96" fmla="*/ 0 w 984"/>
                      <a:gd name="T97" fmla="*/ 0 h 844"/>
                      <a:gd name="T98" fmla="*/ 0 w 984"/>
                      <a:gd name="T99" fmla="*/ 0 h 844"/>
                      <a:gd name="T100" fmla="*/ 0 w 984"/>
                      <a:gd name="T101" fmla="*/ 0 h 844"/>
                      <a:gd name="T102" fmla="*/ 0 w 984"/>
                      <a:gd name="T103" fmla="*/ 0 h 844"/>
                      <a:gd name="T104" fmla="*/ 0 w 984"/>
                      <a:gd name="T105" fmla="*/ 0 h 844"/>
                      <a:gd name="T106" fmla="*/ 0 w 984"/>
                      <a:gd name="T107" fmla="*/ 0 h 844"/>
                      <a:gd name="T108" fmla="*/ 0 w 984"/>
                      <a:gd name="T109" fmla="*/ 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0 w 36"/>
                      <a:gd name="T1" fmla="*/ 0 h 48"/>
                      <a:gd name="T2" fmla="*/ 0 w 36"/>
                      <a:gd name="T3" fmla="*/ 0 h 48"/>
                      <a:gd name="T4" fmla="*/ 0 w 36"/>
                      <a:gd name="T5" fmla="*/ 0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0 h 37"/>
                      <a:gd name="T2" fmla="*/ 0 w 36"/>
                      <a:gd name="T3" fmla="*/ 0 h 37"/>
                      <a:gd name="T4" fmla="*/ 0 w 36"/>
                      <a:gd name="T5" fmla="*/ 0 h 37"/>
                      <a:gd name="T6" fmla="*/ 0 w 36"/>
                      <a:gd name="T7" fmla="*/ 0 h 37"/>
                      <a:gd name="T8" fmla="*/ 0 w 36"/>
                      <a:gd name="T9" fmla="*/ 0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0 h 96"/>
                      <a:gd name="T2" fmla="*/ 0 w 170"/>
                      <a:gd name="T3" fmla="*/ 0 h 96"/>
                      <a:gd name="T4" fmla="*/ 0 w 170"/>
                      <a:gd name="T5" fmla="*/ 0 h 96"/>
                      <a:gd name="T6" fmla="*/ 0 w 170"/>
                      <a:gd name="T7" fmla="*/ 0 h 96"/>
                      <a:gd name="T8" fmla="*/ 0 w 170"/>
                      <a:gd name="T9" fmla="*/ 0 h 96"/>
                      <a:gd name="T10" fmla="*/ 0 w 170"/>
                      <a:gd name="T11" fmla="*/ 0 h 96"/>
                      <a:gd name="T12" fmla="*/ 0 w 170"/>
                      <a:gd name="T13" fmla="*/ 0 h 96"/>
                      <a:gd name="T14" fmla="*/ 0 w 170"/>
                      <a:gd name="T15" fmla="*/ 0 h 96"/>
                      <a:gd name="T16" fmla="*/ 0 w 170"/>
                      <a:gd name="T17" fmla="*/ 0 h 96"/>
                      <a:gd name="T18" fmla="*/ 0 w 170"/>
                      <a:gd name="T19" fmla="*/ 0 h 96"/>
                      <a:gd name="T20" fmla="*/ 0 w 170"/>
                      <a:gd name="T21" fmla="*/ 0 h 96"/>
                      <a:gd name="T22" fmla="*/ 0 w 170"/>
                      <a:gd name="T23" fmla="*/ 0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0 w 138"/>
                      <a:gd name="T3" fmla="*/ 0 h 44"/>
                      <a:gd name="T4" fmla="*/ 0 w 138"/>
                      <a:gd name="T5" fmla="*/ 0 h 44"/>
                      <a:gd name="T6" fmla="*/ 0 w 138"/>
                      <a:gd name="T7" fmla="*/ 0 h 44"/>
                      <a:gd name="T8" fmla="*/ 0 w 138"/>
                      <a:gd name="T9" fmla="*/ 0 h 44"/>
                      <a:gd name="T10" fmla="*/ 0 w 138"/>
                      <a:gd name="T11" fmla="*/ 0 h 44"/>
                      <a:gd name="T12" fmla="*/ 0 w 138"/>
                      <a:gd name="T13" fmla="*/ 0 h 44"/>
                      <a:gd name="T14" fmla="*/ 0 w 138"/>
                      <a:gd name="T15" fmla="*/ 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0 w 57"/>
                      <a:gd name="T1" fmla="*/ 0 h 42"/>
                      <a:gd name="T2" fmla="*/ 0 w 57"/>
                      <a:gd name="T3" fmla="*/ 0 h 42"/>
                      <a:gd name="T4" fmla="*/ 0 w 57"/>
                      <a:gd name="T5" fmla="*/ 0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0 w 39"/>
                      <a:gd name="T1" fmla="*/ 0 h 52"/>
                      <a:gd name="T2" fmla="*/ 0 w 39"/>
                      <a:gd name="T3" fmla="*/ 0 h 52"/>
                      <a:gd name="T4" fmla="*/ 0 w 39"/>
                      <a:gd name="T5" fmla="*/ 0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0 w 44"/>
                      <a:gd name="T1" fmla="*/ 0 h 80"/>
                      <a:gd name="T2" fmla="*/ 0 w 44"/>
                      <a:gd name="T3" fmla="*/ 0 h 80"/>
                      <a:gd name="T4" fmla="*/ 0 w 44"/>
                      <a:gd name="T5" fmla="*/ 0 h 80"/>
                      <a:gd name="T6" fmla="*/ 0 w 44"/>
                      <a:gd name="T7" fmla="*/ 0 h 80"/>
                      <a:gd name="T8" fmla="*/ 0 w 44"/>
                      <a:gd name="T9" fmla="*/ 0 h 80"/>
                      <a:gd name="T10" fmla="*/ 0 w 44"/>
                      <a:gd name="T11" fmla="*/ 0 h 80"/>
                      <a:gd name="T12" fmla="*/ 0 w 44"/>
                      <a:gd name="T13" fmla="*/ 0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1 w 323"/>
                      <a:gd name="T1" fmla="*/ 1 h 64"/>
                      <a:gd name="T2" fmla="*/ 1 w 323"/>
                      <a:gd name="T3" fmla="*/ 1 h 64"/>
                      <a:gd name="T4" fmla="*/ 1 w 323"/>
                      <a:gd name="T5" fmla="*/ 0 h 64"/>
                      <a:gd name="T6" fmla="*/ 1 w 323"/>
                      <a:gd name="T7" fmla="*/ 0 h 64"/>
                      <a:gd name="T8" fmla="*/ 1 w 323"/>
                      <a:gd name="T9" fmla="*/ 1 h 64"/>
                      <a:gd name="T10" fmla="*/ 1 w 323"/>
                      <a:gd name="T11" fmla="*/ 1 h 64"/>
                      <a:gd name="T12" fmla="*/ 1 w 323"/>
                      <a:gd name="T13" fmla="*/ 1 h 64"/>
                      <a:gd name="T14" fmla="*/ 1 w 323"/>
                      <a:gd name="T15" fmla="*/ 1 h 64"/>
                      <a:gd name="T16" fmla="*/ 1 w 323"/>
                      <a:gd name="T17" fmla="*/ 1 h 64"/>
                      <a:gd name="T18" fmla="*/ 1 w 323"/>
                      <a:gd name="T19" fmla="*/ 1 h 64"/>
                      <a:gd name="T20" fmla="*/ 1 w 323"/>
                      <a:gd name="T21" fmla="*/ 1 h 64"/>
                      <a:gd name="T22" fmla="*/ 1 w 323"/>
                      <a:gd name="T23" fmla="*/ 1 h 64"/>
                      <a:gd name="T24" fmla="*/ 1 w 323"/>
                      <a:gd name="T25" fmla="*/ 1 h 64"/>
                      <a:gd name="T26" fmla="*/ 1 w 323"/>
                      <a:gd name="T27" fmla="*/ 1 h 64"/>
                      <a:gd name="T28" fmla="*/ 1 w 323"/>
                      <a:gd name="T29" fmla="*/ 1 h 64"/>
                      <a:gd name="T30" fmla="*/ 1 w 323"/>
                      <a:gd name="T31" fmla="*/ 1 h 64"/>
                      <a:gd name="T32" fmla="*/ 1 w 323"/>
                      <a:gd name="T33" fmla="*/ 1 h 64"/>
                      <a:gd name="T34" fmla="*/ 1 w 323"/>
                      <a:gd name="T35" fmla="*/ 1 h 64"/>
                      <a:gd name="T36" fmla="*/ 1 w 323"/>
                      <a:gd name="T37" fmla="*/ 1 h 64"/>
                      <a:gd name="T38" fmla="*/ 1 w 323"/>
                      <a:gd name="T39" fmla="*/ 1 h 64"/>
                      <a:gd name="T40" fmla="*/ 1 w 323"/>
                      <a:gd name="T41" fmla="*/ 1 h 64"/>
                      <a:gd name="T42" fmla="*/ 1 w 323"/>
                      <a:gd name="T43" fmla="*/ 1 h 64"/>
                      <a:gd name="T44" fmla="*/ 1 w 323"/>
                      <a:gd name="T45" fmla="*/ 1 h 64"/>
                      <a:gd name="T46" fmla="*/ 1 w 323"/>
                      <a:gd name="T47" fmla="*/ 1 h 64"/>
                      <a:gd name="T48" fmla="*/ 1 w 323"/>
                      <a:gd name="T49" fmla="*/ 1 h 64"/>
                      <a:gd name="T50" fmla="*/ 1 w 323"/>
                      <a:gd name="T51" fmla="*/ 1 h 64"/>
                      <a:gd name="T52" fmla="*/ 1 w 323"/>
                      <a:gd name="T53" fmla="*/ 0 h 64"/>
                      <a:gd name="T54" fmla="*/ 1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 w 300"/>
                      <a:gd name="T1" fmla="*/ 1 h 31"/>
                      <a:gd name="T2" fmla="*/ 1 w 300"/>
                      <a:gd name="T3" fmla="*/ 1 h 31"/>
                      <a:gd name="T4" fmla="*/ 1 w 300"/>
                      <a:gd name="T5" fmla="*/ 0 h 31"/>
                      <a:gd name="T6" fmla="*/ 1 w 300"/>
                      <a:gd name="T7" fmla="*/ 1 h 31"/>
                      <a:gd name="T8" fmla="*/ 1 w 300"/>
                      <a:gd name="T9" fmla="*/ 1 h 31"/>
                      <a:gd name="T10" fmla="*/ 1 w 300"/>
                      <a:gd name="T11" fmla="*/ 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0 w 30"/>
                      <a:gd name="T1" fmla="*/ 0 h 42"/>
                      <a:gd name="T2" fmla="*/ 0 w 30"/>
                      <a:gd name="T3" fmla="*/ 0 h 42"/>
                      <a:gd name="T4" fmla="*/ 0 w 30"/>
                      <a:gd name="T5" fmla="*/ 0 h 42"/>
                      <a:gd name="T6" fmla="*/ 0 w 30"/>
                      <a:gd name="T7" fmla="*/ 0 h 42"/>
                      <a:gd name="T8" fmla="*/ 0 w 30"/>
                      <a:gd name="T9" fmla="*/ 0 h 42"/>
                      <a:gd name="T10" fmla="*/ 0 w 30"/>
                      <a:gd name="T11" fmla="*/ 0 h 42"/>
                      <a:gd name="T12" fmla="*/ 0 w 30"/>
                      <a:gd name="T13" fmla="*/ 0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0 w 25"/>
                      <a:gd name="T1" fmla="*/ 0 h 16"/>
                      <a:gd name="T2" fmla="*/ 0 w 25"/>
                      <a:gd name="T3" fmla="*/ 0 h 16"/>
                      <a:gd name="T4" fmla="*/ 0 w 25"/>
                      <a:gd name="T5" fmla="*/ 0 h 16"/>
                      <a:gd name="T6" fmla="*/ 0 w 25"/>
                      <a:gd name="T7" fmla="*/ 0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0 w 65"/>
                      <a:gd name="T1" fmla="*/ 0 h 46"/>
                      <a:gd name="T2" fmla="*/ 0 w 65"/>
                      <a:gd name="T3" fmla="*/ 0 h 46"/>
                      <a:gd name="T4" fmla="*/ 0 w 65"/>
                      <a:gd name="T5" fmla="*/ 0 h 46"/>
                      <a:gd name="T6" fmla="*/ 0 w 65"/>
                      <a:gd name="T7" fmla="*/ 0 h 46"/>
                      <a:gd name="T8" fmla="*/ 0 w 65"/>
                      <a:gd name="T9" fmla="*/ 0 h 46"/>
                      <a:gd name="T10" fmla="*/ 0 w 65"/>
                      <a:gd name="T11" fmla="*/ 0 h 46"/>
                      <a:gd name="T12" fmla="*/ 0 w 65"/>
                      <a:gd name="T13" fmla="*/ 0 h 46"/>
                      <a:gd name="T14" fmla="*/ 0 w 65"/>
                      <a:gd name="T15" fmla="*/ 0 h 46"/>
                      <a:gd name="T16" fmla="*/ 0 w 65"/>
                      <a:gd name="T17" fmla="*/ 0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0 h 47"/>
                      <a:gd name="T2" fmla="*/ 0 w 69"/>
                      <a:gd name="T3" fmla="*/ 0 h 47"/>
                      <a:gd name="T4" fmla="*/ 0 w 69"/>
                      <a:gd name="T5" fmla="*/ 0 h 47"/>
                      <a:gd name="T6" fmla="*/ 0 w 69"/>
                      <a:gd name="T7" fmla="*/ 0 h 47"/>
                      <a:gd name="T8" fmla="*/ 0 w 69"/>
                      <a:gd name="T9" fmla="*/ 0 h 47"/>
                      <a:gd name="T10" fmla="*/ 0 w 69"/>
                      <a:gd name="T11" fmla="*/ 0 h 47"/>
                      <a:gd name="T12" fmla="*/ 0 w 69"/>
                      <a:gd name="T13" fmla="*/ 0 h 47"/>
                      <a:gd name="T14" fmla="*/ 0 w 69"/>
                      <a:gd name="T15" fmla="*/ 0 h 47"/>
                      <a:gd name="T16" fmla="*/ 0 w 69"/>
                      <a:gd name="T17" fmla="*/ 0 h 47"/>
                      <a:gd name="T18" fmla="*/ 0 w 69"/>
                      <a:gd name="T19" fmla="*/ 0 h 47"/>
                      <a:gd name="T20" fmla="*/ 0 w 69"/>
                      <a:gd name="T21" fmla="*/ 0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0 w 355"/>
                      <a:gd name="T1" fmla="*/ 0 h 277"/>
                      <a:gd name="T2" fmla="*/ 0 w 355"/>
                      <a:gd name="T3" fmla="*/ 0 h 277"/>
                      <a:gd name="T4" fmla="*/ 0 w 355"/>
                      <a:gd name="T5" fmla="*/ 0 h 277"/>
                      <a:gd name="T6" fmla="*/ 0 w 355"/>
                      <a:gd name="T7" fmla="*/ 0 h 277"/>
                      <a:gd name="T8" fmla="*/ 0 w 355"/>
                      <a:gd name="T9" fmla="*/ 0 h 277"/>
                      <a:gd name="T10" fmla="*/ 0 w 355"/>
                      <a:gd name="T11" fmla="*/ 0 h 277"/>
                      <a:gd name="T12" fmla="*/ 0 w 355"/>
                      <a:gd name="T13" fmla="*/ 0 h 277"/>
                      <a:gd name="T14" fmla="*/ 0 w 355"/>
                      <a:gd name="T15" fmla="*/ 0 h 277"/>
                      <a:gd name="T16" fmla="*/ 0 w 355"/>
                      <a:gd name="T17" fmla="*/ 0 h 277"/>
                      <a:gd name="T18" fmla="*/ 0 w 355"/>
                      <a:gd name="T19" fmla="*/ 0 h 277"/>
                      <a:gd name="T20" fmla="*/ 0 w 355"/>
                      <a:gd name="T21" fmla="*/ 0 h 277"/>
                      <a:gd name="T22" fmla="*/ 0 w 355"/>
                      <a:gd name="T23" fmla="*/ 0 h 277"/>
                      <a:gd name="T24" fmla="*/ 0 w 355"/>
                      <a:gd name="T25" fmla="*/ 0 h 277"/>
                      <a:gd name="T26" fmla="*/ 0 w 355"/>
                      <a:gd name="T27" fmla="*/ 0 h 277"/>
                      <a:gd name="T28" fmla="*/ 0 w 355"/>
                      <a:gd name="T29" fmla="*/ 0 h 277"/>
                      <a:gd name="T30" fmla="*/ 0 w 355"/>
                      <a:gd name="T31" fmla="*/ 0 h 277"/>
                      <a:gd name="T32" fmla="*/ 0 w 355"/>
                      <a:gd name="T33" fmla="*/ 0 h 277"/>
                      <a:gd name="T34" fmla="*/ 0 w 355"/>
                      <a:gd name="T35" fmla="*/ 0 h 277"/>
                      <a:gd name="T36" fmla="*/ 0 w 355"/>
                      <a:gd name="T37" fmla="*/ 0 h 277"/>
                      <a:gd name="T38" fmla="*/ 0 w 355"/>
                      <a:gd name="T39" fmla="*/ 0 h 277"/>
                      <a:gd name="T40" fmla="*/ 0 w 355"/>
                      <a:gd name="T41" fmla="*/ 0 h 277"/>
                      <a:gd name="T42" fmla="*/ 0 w 355"/>
                      <a:gd name="T43" fmla="*/ 0 h 277"/>
                      <a:gd name="T44" fmla="*/ 0 w 355"/>
                      <a:gd name="T45" fmla="*/ 0 h 277"/>
                      <a:gd name="T46" fmla="*/ 0 w 355"/>
                      <a:gd name="T47" fmla="*/ 0 h 277"/>
                      <a:gd name="T48" fmla="*/ 0 w 355"/>
                      <a:gd name="T49" fmla="*/ 0 h 277"/>
                      <a:gd name="T50" fmla="*/ 0 w 355"/>
                      <a:gd name="T51" fmla="*/ 0 h 277"/>
                      <a:gd name="T52" fmla="*/ 0 w 355"/>
                      <a:gd name="T53" fmla="*/ 0 h 277"/>
                      <a:gd name="T54" fmla="*/ 0 w 355"/>
                      <a:gd name="T55" fmla="*/ 0 h 277"/>
                      <a:gd name="T56" fmla="*/ 0 w 355"/>
                      <a:gd name="T57" fmla="*/ 0 h 277"/>
                      <a:gd name="T58" fmla="*/ 0 w 355"/>
                      <a:gd name="T59" fmla="*/ 0 h 277"/>
                      <a:gd name="T60" fmla="*/ 0 w 355"/>
                      <a:gd name="T61" fmla="*/ 0 h 277"/>
                      <a:gd name="T62" fmla="*/ 0 w 355"/>
                      <a:gd name="T63" fmla="*/ 0 h 277"/>
                      <a:gd name="T64" fmla="*/ 0 w 355"/>
                      <a:gd name="T65" fmla="*/ 0 h 277"/>
                      <a:gd name="T66" fmla="*/ 0 w 355"/>
                      <a:gd name="T67" fmla="*/ 0 h 277"/>
                      <a:gd name="T68" fmla="*/ 0 w 355"/>
                      <a:gd name="T69" fmla="*/ 0 h 277"/>
                      <a:gd name="T70" fmla="*/ 0 w 355"/>
                      <a:gd name="T71" fmla="*/ 0 h 277"/>
                      <a:gd name="T72" fmla="*/ 0 w 355"/>
                      <a:gd name="T73" fmla="*/ 0 h 277"/>
                      <a:gd name="T74" fmla="*/ 0 w 355"/>
                      <a:gd name="T75" fmla="*/ 0 h 277"/>
                      <a:gd name="T76" fmla="*/ 0 w 355"/>
                      <a:gd name="T77" fmla="*/ 0 h 277"/>
                      <a:gd name="T78" fmla="*/ 0 w 355"/>
                      <a:gd name="T79" fmla="*/ 0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0 w 156"/>
                      <a:gd name="T1" fmla="*/ 0 h 206"/>
                      <a:gd name="T2" fmla="*/ 0 w 156"/>
                      <a:gd name="T3" fmla="*/ 0 h 206"/>
                      <a:gd name="T4" fmla="*/ 0 w 156"/>
                      <a:gd name="T5" fmla="*/ 0 h 206"/>
                      <a:gd name="T6" fmla="*/ 0 w 156"/>
                      <a:gd name="T7" fmla="*/ 0 h 206"/>
                      <a:gd name="T8" fmla="*/ 0 w 156"/>
                      <a:gd name="T9" fmla="*/ 0 h 206"/>
                      <a:gd name="T10" fmla="*/ 0 w 156"/>
                      <a:gd name="T11" fmla="*/ 0 h 206"/>
                      <a:gd name="T12" fmla="*/ 0 w 156"/>
                      <a:gd name="T13" fmla="*/ 0 h 206"/>
                      <a:gd name="T14" fmla="*/ 0 w 156"/>
                      <a:gd name="T15" fmla="*/ 0 h 206"/>
                      <a:gd name="T16" fmla="*/ 0 w 156"/>
                      <a:gd name="T17" fmla="*/ 0 h 206"/>
                      <a:gd name="T18" fmla="*/ 0 w 156"/>
                      <a:gd name="T19" fmla="*/ 0 h 206"/>
                      <a:gd name="T20" fmla="*/ 0 w 156"/>
                      <a:gd name="T21" fmla="*/ 0 h 206"/>
                      <a:gd name="T22" fmla="*/ 0 w 156"/>
                      <a:gd name="T23" fmla="*/ 0 h 206"/>
                      <a:gd name="T24" fmla="*/ 0 w 156"/>
                      <a:gd name="T25" fmla="*/ 0 h 206"/>
                      <a:gd name="T26" fmla="*/ 0 w 156"/>
                      <a:gd name="T27" fmla="*/ 0 h 206"/>
                      <a:gd name="T28" fmla="*/ 0 w 156"/>
                      <a:gd name="T29" fmla="*/ 0 h 206"/>
                      <a:gd name="T30" fmla="*/ 0 w 156"/>
                      <a:gd name="T31" fmla="*/ 0 h 206"/>
                      <a:gd name="T32" fmla="*/ 0 w 156"/>
                      <a:gd name="T33" fmla="*/ 0 h 206"/>
                      <a:gd name="T34" fmla="*/ 0 w 156"/>
                      <a:gd name="T35" fmla="*/ 0 h 206"/>
                      <a:gd name="T36" fmla="*/ 0 w 156"/>
                      <a:gd name="T37" fmla="*/ 0 h 206"/>
                      <a:gd name="T38" fmla="*/ 0 w 156"/>
                      <a:gd name="T39" fmla="*/ 0 h 206"/>
                      <a:gd name="T40" fmla="*/ 0 w 156"/>
                      <a:gd name="T41" fmla="*/ 0 h 206"/>
                      <a:gd name="T42" fmla="*/ 0 w 156"/>
                      <a:gd name="T43" fmla="*/ 0 h 206"/>
                      <a:gd name="T44" fmla="*/ 0 w 156"/>
                      <a:gd name="T45" fmla="*/ 0 h 206"/>
                      <a:gd name="T46" fmla="*/ 0 w 156"/>
                      <a:gd name="T47" fmla="*/ 0 h 206"/>
                      <a:gd name="T48" fmla="*/ 0 w 156"/>
                      <a:gd name="T49" fmla="*/ 0 h 206"/>
                      <a:gd name="T50" fmla="*/ 0 w 156"/>
                      <a:gd name="T51" fmla="*/ 0 h 206"/>
                      <a:gd name="T52" fmla="*/ 0 w 156"/>
                      <a:gd name="T53" fmla="*/ 0 h 206"/>
                      <a:gd name="T54" fmla="*/ 0 w 156"/>
                      <a:gd name="T55" fmla="*/ 0 h 206"/>
                      <a:gd name="T56" fmla="*/ 0 w 156"/>
                      <a:gd name="T57" fmla="*/ 0 h 206"/>
                      <a:gd name="T58" fmla="*/ 0 w 156"/>
                      <a:gd name="T59" fmla="*/ 0 h 206"/>
                      <a:gd name="T60" fmla="*/ 0 w 156"/>
                      <a:gd name="T61" fmla="*/ 0 h 206"/>
                      <a:gd name="T62" fmla="*/ 0 w 156"/>
                      <a:gd name="T63" fmla="*/ 0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0 w 109"/>
                      <a:gd name="T1" fmla="*/ 0 h 38"/>
                      <a:gd name="T2" fmla="*/ 0 w 109"/>
                      <a:gd name="T3" fmla="*/ 0 h 38"/>
                      <a:gd name="T4" fmla="*/ 0 w 109"/>
                      <a:gd name="T5" fmla="*/ 0 h 38"/>
                      <a:gd name="T6" fmla="*/ 0 w 109"/>
                      <a:gd name="T7" fmla="*/ 0 h 38"/>
                      <a:gd name="T8" fmla="*/ 0 w 109"/>
                      <a:gd name="T9" fmla="*/ 0 h 38"/>
                      <a:gd name="T10" fmla="*/ 0 w 109"/>
                      <a:gd name="T11" fmla="*/ 0 h 38"/>
                      <a:gd name="T12" fmla="*/ 0 w 109"/>
                      <a:gd name="T13" fmla="*/ 0 h 38"/>
                      <a:gd name="T14" fmla="*/ 0 w 109"/>
                      <a:gd name="T15" fmla="*/ 0 h 38"/>
                      <a:gd name="T16" fmla="*/ 0 w 109"/>
                      <a:gd name="T17" fmla="*/ 0 h 38"/>
                      <a:gd name="T18" fmla="*/ 0 w 109"/>
                      <a:gd name="T19" fmla="*/ 0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0 w 76"/>
                      <a:gd name="T1" fmla="*/ 0 h 104"/>
                      <a:gd name="T2" fmla="*/ 0 w 76"/>
                      <a:gd name="T3" fmla="*/ 0 h 104"/>
                      <a:gd name="T4" fmla="*/ 0 w 76"/>
                      <a:gd name="T5" fmla="*/ 0 h 104"/>
                      <a:gd name="T6" fmla="*/ 0 w 76"/>
                      <a:gd name="T7" fmla="*/ 0 h 104"/>
                      <a:gd name="T8" fmla="*/ 0 w 76"/>
                      <a:gd name="T9" fmla="*/ 0 h 104"/>
                      <a:gd name="T10" fmla="*/ 0 w 76"/>
                      <a:gd name="T11" fmla="*/ 0 h 104"/>
                      <a:gd name="T12" fmla="*/ 0 w 76"/>
                      <a:gd name="T13" fmla="*/ 0 h 104"/>
                      <a:gd name="T14" fmla="*/ 0 w 76"/>
                      <a:gd name="T15" fmla="*/ 0 h 104"/>
                      <a:gd name="T16" fmla="*/ 0 w 76"/>
                      <a:gd name="T17" fmla="*/ 0 h 104"/>
                      <a:gd name="T18" fmla="*/ 0 w 76"/>
                      <a:gd name="T19" fmla="*/ 0 h 104"/>
                      <a:gd name="T20" fmla="*/ 0 w 76"/>
                      <a:gd name="T21" fmla="*/ 0 h 104"/>
                      <a:gd name="T22" fmla="*/ 0 w 76"/>
                      <a:gd name="T23" fmla="*/ 0 h 104"/>
                      <a:gd name="T24" fmla="*/ 0 w 76"/>
                      <a:gd name="T25" fmla="*/ 0 h 104"/>
                      <a:gd name="T26" fmla="*/ 0 w 76"/>
                      <a:gd name="T27" fmla="*/ 0 h 104"/>
                      <a:gd name="T28" fmla="*/ 0 w 76"/>
                      <a:gd name="T29" fmla="*/ 0 h 104"/>
                      <a:gd name="T30" fmla="*/ 0 w 76"/>
                      <a:gd name="T31" fmla="*/ 0 h 104"/>
                      <a:gd name="T32" fmla="*/ 0 w 76"/>
                      <a:gd name="T33" fmla="*/ 0 h 104"/>
                      <a:gd name="T34" fmla="*/ 0 w 76"/>
                      <a:gd name="T35" fmla="*/ 0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0 w 37"/>
                      <a:gd name="T1" fmla="*/ 0 h 61"/>
                      <a:gd name="T2" fmla="*/ 0 w 37"/>
                      <a:gd name="T3" fmla="*/ 0 h 61"/>
                      <a:gd name="T4" fmla="*/ 0 w 37"/>
                      <a:gd name="T5" fmla="*/ 0 h 61"/>
                      <a:gd name="T6" fmla="*/ 0 w 37"/>
                      <a:gd name="T7" fmla="*/ 0 h 61"/>
                      <a:gd name="T8" fmla="*/ 0 w 37"/>
                      <a:gd name="T9" fmla="*/ 0 h 61"/>
                      <a:gd name="T10" fmla="*/ 0 w 37"/>
                      <a:gd name="T11" fmla="*/ 0 h 61"/>
                      <a:gd name="T12" fmla="*/ 0 w 37"/>
                      <a:gd name="T13" fmla="*/ 0 h 61"/>
                      <a:gd name="T14" fmla="*/ 0 w 37"/>
                      <a:gd name="T15" fmla="*/ 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0 w 49"/>
                      <a:gd name="T1" fmla="*/ 0 h 29"/>
                      <a:gd name="T2" fmla="*/ 0 w 49"/>
                      <a:gd name="T3" fmla="*/ 0 h 29"/>
                      <a:gd name="T4" fmla="*/ 0 w 49"/>
                      <a:gd name="T5" fmla="*/ 0 h 29"/>
                      <a:gd name="T6" fmla="*/ 0 w 49"/>
                      <a:gd name="T7" fmla="*/ 0 h 29"/>
                      <a:gd name="T8" fmla="*/ 0 w 49"/>
                      <a:gd name="T9" fmla="*/ 0 h 29"/>
                      <a:gd name="T10" fmla="*/ 0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0 w 61"/>
                      <a:gd name="T1" fmla="*/ 0 h 48"/>
                      <a:gd name="T2" fmla="*/ 0 w 61"/>
                      <a:gd name="T3" fmla="*/ 0 h 48"/>
                      <a:gd name="T4" fmla="*/ 0 w 61"/>
                      <a:gd name="T5" fmla="*/ 0 h 48"/>
                      <a:gd name="T6" fmla="*/ 0 w 61"/>
                      <a:gd name="T7" fmla="*/ 0 h 48"/>
                      <a:gd name="T8" fmla="*/ 0 w 61"/>
                      <a:gd name="T9" fmla="*/ 0 h 48"/>
                      <a:gd name="T10" fmla="*/ 0 w 61"/>
                      <a:gd name="T11" fmla="*/ 0 h 48"/>
                      <a:gd name="T12" fmla="*/ 0 w 61"/>
                      <a:gd name="T13" fmla="*/ 0 h 48"/>
                      <a:gd name="T14" fmla="*/ 0 w 61"/>
                      <a:gd name="T15" fmla="*/ 0 h 48"/>
                      <a:gd name="T16" fmla="*/ 0 w 61"/>
                      <a:gd name="T17" fmla="*/ 0 h 48"/>
                      <a:gd name="T18" fmla="*/ 0 w 61"/>
                      <a:gd name="T19" fmla="*/ 0 h 48"/>
                      <a:gd name="T20" fmla="*/ 0 w 61"/>
                      <a:gd name="T21" fmla="*/ 0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0 w 286"/>
                      <a:gd name="T1" fmla="*/ 0 h 182"/>
                      <a:gd name="T2" fmla="*/ 0 w 286"/>
                      <a:gd name="T3" fmla="*/ 0 h 182"/>
                      <a:gd name="T4" fmla="*/ 0 w 286"/>
                      <a:gd name="T5" fmla="*/ 0 h 182"/>
                      <a:gd name="T6" fmla="*/ 0 w 286"/>
                      <a:gd name="T7" fmla="*/ 0 h 182"/>
                      <a:gd name="T8" fmla="*/ 0 w 286"/>
                      <a:gd name="T9" fmla="*/ 0 h 182"/>
                      <a:gd name="T10" fmla="*/ 0 w 286"/>
                      <a:gd name="T11" fmla="*/ 0 h 182"/>
                      <a:gd name="T12" fmla="*/ 0 w 286"/>
                      <a:gd name="T13" fmla="*/ 0 h 182"/>
                      <a:gd name="T14" fmla="*/ 0 w 286"/>
                      <a:gd name="T15" fmla="*/ 0 h 182"/>
                      <a:gd name="T16" fmla="*/ 0 w 286"/>
                      <a:gd name="T17" fmla="*/ 0 h 182"/>
                      <a:gd name="T18" fmla="*/ 0 w 286"/>
                      <a:gd name="T19" fmla="*/ 0 h 182"/>
                      <a:gd name="T20" fmla="*/ 0 w 286"/>
                      <a:gd name="T21" fmla="*/ 0 h 182"/>
                      <a:gd name="T22" fmla="*/ 0 w 286"/>
                      <a:gd name="T23" fmla="*/ 0 h 182"/>
                      <a:gd name="T24" fmla="*/ 0 w 286"/>
                      <a:gd name="T25" fmla="*/ 0 h 182"/>
                      <a:gd name="T26" fmla="*/ 0 w 286"/>
                      <a:gd name="T27" fmla="*/ 0 h 182"/>
                      <a:gd name="T28" fmla="*/ 0 w 286"/>
                      <a:gd name="T29" fmla="*/ 0 h 182"/>
                      <a:gd name="T30" fmla="*/ 0 w 286"/>
                      <a:gd name="T31" fmla="*/ 0 h 182"/>
                      <a:gd name="T32" fmla="*/ 0 w 286"/>
                      <a:gd name="T33" fmla="*/ 0 h 182"/>
                      <a:gd name="T34" fmla="*/ 0 w 286"/>
                      <a:gd name="T35" fmla="*/ 0 h 182"/>
                      <a:gd name="T36" fmla="*/ 0 w 286"/>
                      <a:gd name="T37" fmla="*/ 0 h 182"/>
                      <a:gd name="T38" fmla="*/ 0 w 286"/>
                      <a:gd name="T39" fmla="*/ 0 h 182"/>
                      <a:gd name="T40" fmla="*/ 0 w 286"/>
                      <a:gd name="T41" fmla="*/ 0 h 182"/>
                      <a:gd name="T42" fmla="*/ 0 w 286"/>
                      <a:gd name="T43" fmla="*/ 0 h 182"/>
                      <a:gd name="T44" fmla="*/ 0 w 286"/>
                      <a:gd name="T45" fmla="*/ 0 h 182"/>
                      <a:gd name="T46" fmla="*/ 0 w 286"/>
                      <a:gd name="T47" fmla="*/ 0 h 182"/>
                      <a:gd name="T48" fmla="*/ 0 w 286"/>
                      <a:gd name="T49" fmla="*/ 0 h 182"/>
                      <a:gd name="T50" fmla="*/ 0 w 286"/>
                      <a:gd name="T51" fmla="*/ 0 h 182"/>
                      <a:gd name="T52" fmla="*/ 0 w 286"/>
                      <a:gd name="T53" fmla="*/ 0 h 182"/>
                      <a:gd name="T54" fmla="*/ 0 w 286"/>
                      <a:gd name="T55" fmla="*/ 0 h 182"/>
                      <a:gd name="T56" fmla="*/ 0 w 286"/>
                      <a:gd name="T57" fmla="*/ 0 h 182"/>
                      <a:gd name="T58" fmla="*/ 0 w 286"/>
                      <a:gd name="T59" fmla="*/ 0 h 182"/>
                      <a:gd name="T60" fmla="*/ 0 w 286"/>
                      <a:gd name="T61" fmla="*/ 0 h 182"/>
                      <a:gd name="T62" fmla="*/ 0 w 286"/>
                      <a:gd name="T63" fmla="*/ 0 h 182"/>
                      <a:gd name="T64" fmla="*/ 0 w 286"/>
                      <a:gd name="T65" fmla="*/ 0 h 182"/>
                      <a:gd name="T66" fmla="*/ 0 w 286"/>
                      <a:gd name="T67" fmla="*/ 0 h 182"/>
                      <a:gd name="T68" fmla="*/ 0 w 286"/>
                      <a:gd name="T69" fmla="*/ 0 h 182"/>
                      <a:gd name="T70" fmla="*/ 0 w 286"/>
                      <a:gd name="T71" fmla="*/ 0 h 182"/>
                      <a:gd name="T72" fmla="*/ 0 w 286"/>
                      <a:gd name="T73" fmla="*/ 0 h 182"/>
                      <a:gd name="T74" fmla="*/ 0 w 286"/>
                      <a:gd name="T75" fmla="*/ 0 h 182"/>
                      <a:gd name="T76" fmla="*/ 0 w 286"/>
                      <a:gd name="T77" fmla="*/ 0 h 182"/>
                      <a:gd name="T78" fmla="*/ 0 w 286"/>
                      <a:gd name="T79" fmla="*/ 0 h 182"/>
                      <a:gd name="T80" fmla="*/ 0 w 286"/>
                      <a:gd name="T81" fmla="*/ 0 h 182"/>
                      <a:gd name="T82" fmla="*/ 0 w 286"/>
                      <a:gd name="T83" fmla="*/ 0 h 182"/>
                      <a:gd name="T84" fmla="*/ 0 w 286"/>
                      <a:gd name="T85" fmla="*/ 0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0 w 78"/>
                      <a:gd name="T1" fmla="*/ 0 h 78"/>
                      <a:gd name="T2" fmla="*/ 0 w 78"/>
                      <a:gd name="T3" fmla="*/ 0 h 78"/>
                      <a:gd name="T4" fmla="*/ 0 w 78"/>
                      <a:gd name="T5" fmla="*/ 0 h 78"/>
                      <a:gd name="T6" fmla="*/ 0 w 78"/>
                      <a:gd name="T7" fmla="*/ 0 h 78"/>
                      <a:gd name="T8" fmla="*/ 0 w 78"/>
                      <a:gd name="T9" fmla="*/ 0 h 78"/>
                      <a:gd name="T10" fmla="*/ 0 w 78"/>
                      <a:gd name="T11" fmla="*/ 0 h 78"/>
                      <a:gd name="T12" fmla="*/ 0 w 78"/>
                      <a:gd name="T13" fmla="*/ 0 h 78"/>
                      <a:gd name="T14" fmla="*/ 0 w 78"/>
                      <a:gd name="T15" fmla="*/ 0 h 78"/>
                      <a:gd name="T16" fmla="*/ 0 w 78"/>
                      <a:gd name="T17" fmla="*/ 0 h 78"/>
                      <a:gd name="T18" fmla="*/ 0 w 78"/>
                      <a:gd name="T19" fmla="*/ 0 h 78"/>
                      <a:gd name="T20" fmla="*/ 0 w 78"/>
                      <a:gd name="T21" fmla="*/ 0 h 78"/>
                      <a:gd name="T22" fmla="*/ 0 w 78"/>
                      <a:gd name="T23" fmla="*/ 0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0 w 17"/>
                      <a:gd name="T1" fmla="*/ 0 h 18"/>
                      <a:gd name="T2" fmla="*/ 0 w 17"/>
                      <a:gd name="T3" fmla="*/ 0 h 18"/>
                      <a:gd name="T4" fmla="*/ 0 w 17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0 w 20"/>
                      <a:gd name="T1" fmla="*/ 0 h 15"/>
                      <a:gd name="T2" fmla="*/ 0 w 20"/>
                      <a:gd name="T3" fmla="*/ 0 h 15"/>
                      <a:gd name="T4" fmla="*/ 0 w 20"/>
                      <a:gd name="T5" fmla="*/ 0 h 15"/>
                      <a:gd name="T6" fmla="*/ 0 w 20"/>
                      <a:gd name="T7" fmla="*/ 0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0 h 80"/>
                      <a:gd name="T2" fmla="*/ 0 w 80"/>
                      <a:gd name="T3" fmla="*/ 0 h 80"/>
                      <a:gd name="T4" fmla="*/ 0 w 80"/>
                      <a:gd name="T5" fmla="*/ 0 h 80"/>
                      <a:gd name="T6" fmla="*/ 0 w 80"/>
                      <a:gd name="T7" fmla="*/ 0 h 80"/>
                      <a:gd name="T8" fmla="*/ 0 w 80"/>
                      <a:gd name="T9" fmla="*/ 0 h 80"/>
                      <a:gd name="T10" fmla="*/ 0 w 80"/>
                      <a:gd name="T11" fmla="*/ 0 h 80"/>
                      <a:gd name="T12" fmla="*/ 0 w 80"/>
                      <a:gd name="T13" fmla="*/ 0 h 80"/>
                      <a:gd name="T14" fmla="*/ 0 w 80"/>
                      <a:gd name="T15" fmla="*/ 0 h 80"/>
                      <a:gd name="T16" fmla="*/ 0 w 80"/>
                      <a:gd name="T17" fmla="*/ 0 h 80"/>
                      <a:gd name="T18" fmla="*/ 0 w 80"/>
                      <a:gd name="T19" fmla="*/ 0 h 80"/>
                      <a:gd name="T20" fmla="*/ 0 w 80"/>
                      <a:gd name="T21" fmla="*/ 0 h 80"/>
                      <a:gd name="T22" fmla="*/ 0 w 80"/>
                      <a:gd name="T23" fmla="*/ 0 h 80"/>
                      <a:gd name="T24" fmla="*/ 0 w 80"/>
                      <a:gd name="T25" fmla="*/ 0 h 80"/>
                      <a:gd name="T26" fmla="*/ 0 w 80"/>
                      <a:gd name="T27" fmla="*/ 0 h 80"/>
                      <a:gd name="T28" fmla="*/ 0 w 80"/>
                      <a:gd name="T29" fmla="*/ 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0 w 94"/>
                      <a:gd name="T1" fmla="*/ 0 h 174"/>
                      <a:gd name="T2" fmla="*/ 0 w 94"/>
                      <a:gd name="T3" fmla="*/ 0 h 174"/>
                      <a:gd name="T4" fmla="*/ 0 w 94"/>
                      <a:gd name="T5" fmla="*/ 0 h 174"/>
                      <a:gd name="T6" fmla="*/ 0 w 94"/>
                      <a:gd name="T7" fmla="*/ 0 h 174"/>
                      <a:gd name="T8" fmla="*/ 0 w 94"/>
                      <a:gd name="T9" fmla="*/ 0 h 174"/>
                      <a:gd name="T10" fmla="*/ 0 w 94"/>
                      <a:gd name="T11" fmla="*/ 0 h 174"/>
                      <a:gd name="T12" fmla="*/ 0 w 94"/>
                      <a:gd name="T13" fmla="*/ 0 h 174"/>
                      <a:gd name="T14" fmla="*/ 0 w 94"/>
                      <a:gd name="T15" fmla="*/ 0 h 174"/>
                      <a:gd name="T16" fmla="*/ 0 w 94"/>
                      <a:gd name="T17" fmla="*/ 0 h 174"/>
                      <a:gd name="T18" fmla="*/ 0 w 94"/>
                      <a:gd name="T19" fmla="*/ 0 h 174"/>
                      <a:gd name="T20" fmla="*/ 0 w 94"/>
                      <a:gd name="T21" fmla="*/ 0 h 174"/>
                      <a:gd name="T22" fmla="*/ 0 w 94"/>
                      <a:gd name="T23" fmla="*/ 0 h 174"/>
                      <a:gd name="T24" fmla="*/ 0 w 94"/>
                      <a:gd name="T25" fmla="*/ 0 h 174"/>
                      <a:gd name="T26" fmla="*/ 0 w 94"/>
                      <a:gd name="T27" fmla="*/ 0 h 174"/>
                      <a:gd name="T28" fmla="*/ 0 w 94"/>
                      <a:gd name="T29" fmla="*/ 0 h 174"/>
                      <a:gd name="T30" fmla="*/ 0 w 94"/>
                      <a:gd name="T31" fmla="*/ 0 h 174"/>
                      <a:gd name="T32" fmla="*/ 0 w 94"/>
                      <a:gd name="T33" fmla="*/ 0 h 174"/>
                      <a:gd name="T34" fmla="*/ 0 w 94"/>
                      <a:gd name="T35" fmla="*/ 0 h 174"/>
                      <a:gd name="T36" fmla="*/ 0 w 94"/>
                      <a:gd name="T37" fmla="*/ 0 h 174"/>
                      <a:gd name="T38" fmla="*/ 0 w 94"/>
                      <a:gd name="T39" fmla="*/ 0 h 174"/>
                      <a:gd name="T40" fmla="*/ 0 w 94"/>
                      <a:gd name="T41" fmla="*/ 0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0 w 32"/>
                      <a:gd name="T1" fmla="*/ 0 h 50"/>
                      <a:gd name="T2" fmla="*/ 0 w 32"/>
                      <a:gd name="T3" fmla="*/ 0 h 50"/>
                      <a:gd name="T4" fmla="*/ 0 w 32"/>
                      <a:gd name="T5" fmla="*/ 0 h 50"/>
                      <a:gd name="T6" fmla="*/ 0 w 32"/>
                      <a:gd name="T7" fmla="*/ 0 h 50"/>
                      <a:gd name="T8" fmla="*/ 0 w 32"/>
                      <a:gd name="T9" fmla="*/ 0 h 50"/>
                      <a:gd name="T10" fmla="*/ 0 w 32"/>
                      <a:gd name="T11" fmla="*/ 0 h 50"/>
                      <a:gd name="T12" fmla="*/ 0 w 32"/>
                      <a:gd name="T13" fmla="*/ 0 h 50"/>
                      <a:gd name="T14" fmla="*/ 0 w 32"/>
                      <a:gd name="T15" fmla="*/ 0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0 h 50"/>
                      <a:gd name="T2" fmla="*/ 0 w 43"/>
                      <a:gd name="T3" fmla="*/ 0 h 50"/>
                      <a:gd name="T4" fmla="*/ 0 w 43"/>
                      <a:gd name="T5" fmla="*/ 0 h 50"/>
                      <a:gd name="T6" fmla="*/ 0 w 43"/>
                      <a:gd name="T7" fmla="*/ 0 h 50"/>
                      <a:gd name="T8" fmla="*/ 0 w 43"/>
                      <a:gd name="T9" fmla="*/ 0 h 50"/>
                      <a:gd name="T10" fmla="*/ 0 w 43"/>
                      <a:gd name="T11" fmla="*/ 0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0 h 29"/>
                      <a:gd name="T2" fmla="*/ 0 w 41"/>
                      <a:gd name="T3" fmla="*/ 0 h 29"/>
                      <a:gd name="T4" fmla="*/ 0 w 41"/>
                      <a:gd name="T5" fmla="*/ 0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0 w 47"/>
                      <a:gd name="T1" fmla="*/ 0 h 165"/>
                      <a:gd name="T2" fmla="*/ 0 w 47"/>
                      <a:gd name="T3" fmla="*/ 0 h 165"/>
                      <a:gd name="T4" fmla="*/ 0 w 47"/>
                      <a:gd name="T5" fmla="*/ 0 h 165"/>
                      <a:gd name="T6" fmla="*/ 0 w 47"/>
                      <a:gd name="T7" fmla="*/ 0 h 165"/>
                      <a:gd name="T8" fmla="*/ 0 w 47"/>
                      <a:gd name="T9" fmla="*/ 0 h 165"/>
                      <a:gd name="T10" fmla="*/ 0 w 47"/>
                      <a:gd name="T11" fmla="*/ 0 h 165"/>
                      <a:gd name="T12" fmla="*/ 0 w 47"/>
                      <a:gd name="T13" fmla="*/ 0 h 165"/>
                      <a:gd name="T14" fmla="*/ 0 w 47"/>
                      <a:gd name="T15" fmla="*/ 0 h 165"/>
                      <a:gd name="T16" fmla="*/ 0 w 47"/>
                      <a:gd name="T17" fmla="*/ 0 h 165"/>
                      <a:gd name="T18" fmla="*/ 0 w 47"/>
                      <a:gd name="T19" fmla="*/ 0 h 165"/>
                      <a:gd name="T20" fmla="*/ 0 w 47"/>
                      <a:gd name="T21" fmla="*/ 0 h 165"/>
                      <a:gd name="T22" fmla="*/ 0 w 47"/>
                      <a:gd name="T23" fmla="*/ 0 h 165"/>
                      <a:gd name="T24" fmla="*/ 0 w 47"/>
                      <a:gd name="T25" fmla="*/ 0 h 165"/>
                      <a:gd name="T26" fmla="*/ 0 w 47"/>
                      <a:gd name="T27" fmla="*/ 0 h 165"/>
                      <a:gd name="T28" fmla="*/ 0 w 47"/>
                      <a:gd name="T29" fmla="*/ 0 h 165"/>
                      <a:gd name="T30" fmla="*/ 0 w 47"/>
                      <a:gd name="T31" fmla="*/ 0 h 165"/>
                      <a:gd name="T32" fmla="*/ 0 w 47"/>
                      <a:gd name="T33" fmla="*/ 0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0 w 138"/>
                      <a:gd name="T1" fmla="*/ 0 h 103"/>
                      <a:gd name="T2" fmla="*/ 0 w 138"/>
                      <a:gd name="T3" fmla="*/ 0 h 103"/>
                      <a:gd name="T4" fmla="*/ 0 w 138"/>
                      <a:gd name="T5" fmla="*/ 0 h 103"/>
                      <a:gd name="T6" fmla="*/ 0 w 138"/>
                      <a:gd name="T7" fmla="*/ 0 h 103"/>
                      <a:gd name="T8" fmla="*/ 0 w 138"/>
                      <a:gd name="T9" fmla="*/ 0 h 103"/>
                      <a:gd name="T10" fmla="*/ 0 w 138"/>
                      <a:gd name="T11" fmla="*/ 0 h 103"/>
                      <a:gd name="T12" fmla="*/ 0 w 138"/>
                      <a:gd name="T13" fmla="*/ 0 h 103"/>
                      <a:gd name="T14" fmla="*/ 0 w 138"/>
                      <a:gd name="T15" fmla="*/ 0 h 103"/>
                      <a:gd name="T16" fmla="*/ 0 w 138"/>
                      <a:gd name="T17" fmla="*/ 0 h 103"/>
                      <a:gd name="T18" fmla="*/ 0 w 138"/>
                      <a:gd name="T19" fmla="*/ 0 h 103"/>
                      <a:gd name="T20" fmla="*/ 0 w 138"/>
                      <a:gd name="T21" fmla="*/ 0 h 103"/>
                      <a:gd name="T22" fmla="*/ 0 w 138"/>
                      <a:gd name="T23" fmla="*/ 0 h 103"/>
                      <a:gd name="T24" fmla="*/ 0 w 138"/>
                      <a:gd name="T25" fmla="*/ 0 h 103"/>
                      <a:gd name="T26" fmla="*/ 0 w 138"/>
                      <a:gd name="T27" fmla="*/ 0 h 103"/>
                      <a:gd name="T28" fmla="*/ 0 w 138"/>
                      <a:gd name="T29" fmla="*/ 0 h 103"/>
                      <a:gd name="T30" fmla="*/ 0 w 138"/>
                      <a:gd name="T31" fmla="*/ 0 h 103"/>
                      <a:gd name="T32" fmla="*/ 0 w 138"/>
                      <a:gd name="T33" fmla="*/ 0 h 103"/>
                      <a:gd name="T34" fmla="*/ 0 w 138"/>
                      <a:gd name="T35" fmla="*/ 0 h 103"/>
                      <a:gd name="T36" fmla="*/ 0 w 138"/>
                      <a:gd name="T37" fmla="*/ 0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0 w 188"/>
                      <a:gd name="T1" fmla="*/ 0 h 214"/>
                      <a:gd name="T2" fmla="*/ 0 w 188"/>
                      <a:gd name="T3" fmla="*/ 0 h 214"/>
                      <a:gd name="T4" fmla="*/ 0 w 188"/>
                      <a:gd name="T5" fmla="*/ 0 h 214"/>
                      <a:gd name="T6" fmla="*/ 0 w 188"/>
                      <a:gd name="T7" fmla="*/ 0 h 214"/>
                      <a:gd name="T8" fmla="*/ 0 w 188"/>
                      <a:gd name="T9" fmla="*/ 0 h 214"/>
                      <a:gd name="T10" fmla="*/ 0 w 188"/>
                      <a:gd name="T11" fmla="*/ 0 h 214"/>
                      <a:gd name="T12" fmla="*/ 0 w 188"/>
                      <a:gd name="T13" fmla="*/ 0 h 214"/>
                      <a:gd name="T14" fmla="*/ 0 w 188"/>
                      <a:gd name="T15" fmla="*/ 0 h 214"/>
                      <a:gd name="T16" fmla="*/ 0 w 188"/>
                      <a:gd name="T17" fmla="*/ 0 h 214"/>
                      <a:gd name="T18" fmla="*/ 0 w 188"/>
                      <a:gd name="T19" fmla="*/ 0 h 214"/>
                      <a:gd name="T20" fmla="*/ 0 w 188"/>
                      <a:gd name="T21" fmla="*/ 0 h 214"/>
                      <a:gd name="T22" fmla="*/ 0 w 188"/>
                      <a:gd name="T23" fmla="*/ 0 h 214"/>
                      <a:gd name="T24" fmla="*/ 0 w 188"/>
                      <a:gd name="T25" fmla="*/ 0 h 214"/>
                      <a:gd name="T26" fmla="*/ 0 w 188"/>
                      <a:gd name="T27" fmla="*/ 0 h 214"/>
                      <a:gd name="T28" fmla="*/ 0 w 188"/>
                      <a:gd name="T29" fmla="*/ 0 h 214"/>
                      <a:gd name="T30" fmla="*/ 0 w 188"/>
                      <a:gd name="T31" fmla="*/ 0 h 214"/>
                      <a:gd name="T32" fmla="*/ 0 w 188"/>
                      <a:gd name="T33" fmla="*/ 0 h 214"/>
                      <a:gd name="T34" fmla="*/ 0 w 188"/>
                      <a:gd name="T35" fmla="*/ 0 h 214"/>
                      <a:gd name="T36" fmla="*/ 0 w 188"/>
                      <a:gd name="T37" fmla="*/ 0 h 214"/>
                      <a:gd name="T38" fmla="*/ 0 w 188"/>
                      <a:gd name="T39" fmla="*/ 0 h 214"/>
                      <a:gd name="T40" fmla="*/ 0 w 188"/>
                      <a:gd name="T41" fmla="*/ 0 h 214"/>
                      <a:gd name="T42" fmla="*/ 0 w 188"/>
                      <a:gd name="T43" fmla="*/ 0 h 214"/>
                      <a:gd name="T44" fmla="*/ 0 w 188"/>
                      <a:gd name="T45" fmla="*/ 0 h 214"/>
                      <a:gd name="T46" fmla="*/ 0 w 188"/>
                      <a:gd name="T47" fmla="*/ 0 h 214"/>
                      <a:gd name="T48" fmla="*/ 0 w 188"/>
                      <a:gd name="T49" fmla="*/ 0 h 214"/>
                      <a:gd name="T50" fmla="*/ 0 w 188"/>
                      <a:gd name="T51" fmla="*/ 0 h 214"/>
                      <a:gd name="T52" fmla="*/ 0 w 188"/>
                      <a:gd name="T53" fmla="*/ 0 h 214"/>
                      <a:gd name="T54" fmla="*/ 0 w 188"/>
                      <a:gd name="T55" fmla="*/ 0 h 214"/>
                      <a:gd name="T56" fmla="*/ 0 w 188"/>
                      <a:gd name="T57" fmla="*/ 0 h 214"/>
                      <a:gd name="T58" fmla="*/ 0 w 188"/>
                      <a:gd name="T59" fmla="*/ 0 h 214"/>
                      <a:gd name="T60" fmla="*/ 0 w 188"/>
                      <a:gd name="T61" fmla="*/ 0 h 214"/>
                      <a:gd name="T62" fmla="*/ 0 w 188"/>
                      <a:gd name="T63" fmla="*/ 0 h 214"/>
                      <a:gd name="T64" fmla="*/ 0 w 188"/>
                      <a:gd name="T65" fmla="*/ 0 h 214"/>
                      <a:gd name="T66" fmla="*/ 0 w 188"/>
                      <a:gd name="T67" fmla="*/ 0 h 214"/>
                      <a:gd name="T68" fmla="*/ 0 w 188"/>
                      <a:gd name="T69" fmla="*/ 0 h 214"/>
                      <a:gd name="T70" fmla="*/ 0 w 188"/>
                      <a:gd name="T71" fmla="*/ 0 h 214"/>
                      <a:gd name="T72" fmla="*/ 0 w 188"/>
                      <a:gd name="T73" fmla="*/ 0 h 214"/>
                      <a:gd name="T74" fmla="*/ 0 w 188"/>
                      <a:gd name="T75" fmla="*/ 0 h 214"/>
                      <a:gd name="T76" fmla="*/ 0 w 188"/>
                      <a:gd name="T77" fmla="*/ 0 h 214"/>
                      <a:gd name="T78" fmla="*/ 0 w 188"/>
                      <a:gd name="T79" fmla="*/ 0 h 214"/>
                      <a:gd name="T80" fmla="*/ 0 w 188"/>
                      <a:gd name="T81" fmla="*/ 0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0 h 13"/>
                      <a:gd name="T2" fmla="*/ 0 w 13"/>
                      <a:gd name="T3" fmla="*/ 0 h 13"/>
                      <a:gd name="T4" fmla="*/ 0 w 13"/>
                      <a:gd name="T5" fmla="*/ 0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0 w 812"/>
                      <a:gd name="T1" fmla="*/ 0 h 564"/>
                      <a:gd name="T2" fmla="*/ 0 w 812"/>
                      <a:gd name="T3" fmla="*/ 0 h 564"/>
                      <a:gd name="T4" fmla="*/ 0 w 812"/>
                      <a:gd name="T5" fmla="*/ 0 h 564"/>
                      <a:gd name="T6" fmla="*/ 0 w 812"/>
                      <a:gd name="T7" fmla="*/ 0 h 564"/>
                      <a:gd name="T8" fmla="*/ 0 w 812"/>
                      <a:gd name="T9" fmla="*/ 0 h 564"/>
                      <a:gd name="T10" fmla="*/ 0 w 812"/>
                      <a:gd name="T11" fmla="*/ 0 h 564"/>
                      <a:gd name="T12" fmla="*/ 0 w 812"/>
                      <a:gd name="T13" fmla="*/ 0 h 564"/>
                      <a:gd name="T14" fmla="*/ 0 w 812"/>
                      <a:gd name="T15" fmla="*/ 0 h 564"/>
                      <a:gd name="T16" fmla="*/ 0 w 812"/>
                      <a:gd name="T17" fmla="*/ 0 h 564"/>
                      <a:gd name="T18" fmla="*/ 0 w 812"/>
                      <a:gd name="T19" fmla="*/ 0 h 564"/>
                      <a:gd name="T20" fmla="*/ 0 w 812"/>
                      <a:gd name="T21" fmla="*/ 0 h 564"/>
                      <a:gd name="T22" fmla="*/ 0 w 812"/>
                      <a:gd name="T23" fmla="*/ 0 h 564"/>
                      <a:gd name="T24" fmla="*/ 0 w 812"/>
                      <a:gd name="T25" fmla="*/ 0 h 564"/>
                      <a:gd name="T26" fmla="*/ 0 w 812"/>
                      <a:gd name="T27" fmla="*/ 0 h 564"/>
                      <a:gd name="T28" fmla="*/ 0 w 812"/>
                      <a:gd name="T29" fmla="*/ 0 h 564"/>
                      <a:gd name="T30" fmla="*/ 0 w 812"/>
                      <a:gd name="T31" fmla="*/ 0 h 564"/>
                      <a:gd name="T32" fmla="*/ 0 w 812"/>
                      <a:gd name="T33" fmla="*/ 0 h 564"/>
                      <a:gd name="T34" fmla="*/ 0 w 812"/>
                      <a:gd name="T35" fmla="*/ 0 h 564"/>
                      <a:gd name="T36" fmla="*/ 0 w 812"/>
                      <a:gd name="T37" fmla="*/ 0 h 564"/>
                      <a:gd name="T38" fmla="*/ 0 w 812"/>
                      <a:gd name="T39" fmla="*/ 0 h 564"/>
                      <a:gd name="T40" fmla="*/ 0 w 812"/>
                      <a:gd name="T41" fmla="*/ 0 h 564"/>
                      <a:gd name="T42" fmla="*/ 0 w 812"/>
                      <a:gd name="T43" fmla="*/ 0 h 564"/>
                      <a:gd name="T44" fmla="*/ 0 w 812"/>
                      <a:gd name="T45" fmla="*/ 0 h 564"/>
                      <a:gd name="T46" fmla="*/ 0 w 812"/>
                      <a:gd name="T47" fmla="*/ 0 h 564"/>
                      <a:gd name="T48" fmla="*/ 0 w 812"/>
                      <a:gd name="T49" fmla="*/ 0 h 564"/>
                      <a:gd name="T50" fmla="*/ 0 w 812"/>
                      <a:gd name="T51" fmla="*/ 0 h 564"/>
                      <a:gd name="T52" fmla="*/ 0 w 812"/>
                      <a:gd name="T53" fmla="*/ 0 h 564"/>
                      <a:gd name="T54" fmla="*/ 0 w 812"/>
                      <a:gd name="T55" fmla="*/ 0 h 564"/>
                      <a:gd name="T56" fmla="*/ 0 w 812"/>
                      <a:gd name="T57" fmla="*/ 0 h 564"/>
                      <a:gd name="T58" fmla="*/ 0 w 812"/>
                      <a:gd name="T59" fmla="*/ 0 h 564"/>
                      <a:gd name="T60" fmla="*/ 0 w 812"/>
                      <a:gd name="T61" fmla="*/ 0 h 564"/>
                      <a:gd name="T62" fmla="*/ 0 w 812"/>
                      <a:gd name="T63" fmla="*/ 0 h 564"/>
                      <a:gd name="T64" fmla="*/ 0 w 812"/>
                      <a:gd name="T65" fmla="*/ 0 h 564"/>
                      <a:gd name="T66" fmla="*/ 0 w 812"/>
                      <a:gd name="T67" fmla="*/ 0 h 564"/>
                      <a:gd name="T68" fmla="*/ 0 w 812"/>
                      <a:gd name="T69" fmla="*/ 0 h 564"/>
                      <a:gd name="T70" fmla="*/ 0 w 812"/>
                      <a:gd name="T71" fmla="*/ 0 h 564"/>
                      <a:gd name="T72" fmla="*/ 0 w 812"/>
                      <a:gd name="T73" fmla="*/ 0 h 564"/>
                      <a:gd name="T74" fmla="*/ 0 w 812"/>
                      <a:gd name="T75" fmla="*/ 0 h 564"/>
                      <a:gd name="T76" fmla="*/ 0 w 812"/>
                      <a:gd name="T77" fmla="*/ 0 h 564"/>
                      <a:gd name="T78" fmla="*/ 0 w 812"/>
                      <a:gd name="T79" fmla="*/ 0 h 564"/>
                      <a:gd name="T80" fmla="*/ 0 w 812"/>
                      <a:gd name="T81" fmla="*/ 0 h 564"/>
                      <a:gd name="T82" fmla="*/ 0 w 812"/>
                      <a:gd name="T83" fmla="*/ 0 h 564"/>
                      <a:gd name="T84" fmla="*/ 0 w 812"/>
                      <a:gd name="T85" fmla="*/ 0 h 564"/>
                      <a:gd name="T86" fmla="*/ 0 w 812"/>
                      <a:gd name="T87" fmla="*/ 0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0 w 43"/>
                      <a:gd name="T1" fmla="*/ 0 h 85"/>
                      <a:gd name="T2" fmla="*/ 0 w 43"/>
                      <a:gd name="T3" fmla="*/ 0 h 85"/>
                      <a:gd name="T4" fmla="*/ 0 w 43"/>
                      <a:gd name="T5" fmla="*/ 0 h 85"/>
                      <a:gd name="T6" fmla="*/ 0 w 43"/>
                      <a:gd name="T7" fmla="*/ 0 h 85"/>
                      <a:gd name="T8" fmla="*/ 0 w 43"/>
                      <a:gd name="T9" fmla="*/ 0 h 85"/>
                      <a:gd name="T10" fmla="*/ 0 w 43"/>
                      <a:gd name="T11" fmla="*/ 0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0 w 44"/>
                      <a:gd name="T1" fmla="*/ 0 h 74"/>
                      <a:gd name="T2" fmla="*/ 0 w 44"/>
                      <a:gd name="T3" fmla="*/ 0 h 74"/>
                      <a:gd name="T4" fmla="*/ 0 w 44"/>
                      <a:gd name="T5" fmla="*/ 0 h 74"/>
                      <a:gd name="T6" fmla="*/ 0 w 44"/>
                      <a:gd name="T7" fmla="*/ 0 h 74"/>
                      <a:gd name="T8" fmla="*/ 0 w 44"/>
                      <a:gd name="T9" fmla="*/ 0 h 74"/>
                      <a:gd name="T10" fmla="*/ 0 w 44"/>
                      <a:gd name="T11" fmla="*/ 0 h 74"/>
                      <a:gd name="T12" fmla="*/ 0 w 44"/>
                      <a:gd name="T13" fmla="*/ 0 h 74"/>
                      <a:gd name="T14" fmla="*/ 0 w 44"/>
                      <a:gd name="T15" fmla="*/ 0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0 w 20"/>
                      <a:gd name="T1" fmla="*/ 0 h 30"/>
                      <a:gd name="T2" fmla="*/ 0 w 20"/>
                      <a:gd name="T3" fmla="*/ 0 h 30"/>
                      <a:gd name="T4" fmla="*/ 0 w 20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1 w 682"/>
                      <a:gd name="T1" fmla="*/ 1 h 557"/>
                      <a:gd name="T2" fmla="*/ 1 w 682"/>
                      <a:gd name="T3" fmla="*/ 1 h 557"/>
                      <a:gd name="T4" fmla="*/ 1 w 682"/>
                      <a:gd name="T5" fmla="*/ 1 h 557"/>
                      <a:gd name="T6" fmla="*/ 1 w 682"/>
                      <a:gd name="T7" fmla="*/ 1 h 557"/>
                      <a:gd name="T8" fmla="*/ 1 w 682"/>
                      <a:gd name="T9" fmla="*/ 1 h 557"/>
                      <a:gd name="T10" fmla="*/ 1 w 682"/>
                      <a:gd name="T11" fmla="*/ 1 h 557"/>
                      <a:gd name="T12" fmla="*/ 1 w 682"/>
                      <a:gd name="T13" fmla="*/ 1 h 557"/>
                      <a:gd name="T14" fmla="*/ 1 w 682"/>
                      <a:gd name="T15" fmla="*/ 1 h 557"/>
                      <a:gd name="T16" fmla="*/ 1 w 682"/>
                      <a:gd name="T17" fmla="*/ 1 h 557"/>
                      <a:gd name="T18" fmla="*/ 1 w 682"/>
                      <a:gd name="T19" fmla="*/ 1 h 557"/>
                      <a:gd name="T20" fmla="*/ 1 w 682"/>
                      <a:gd name="T21" fmla="*/ 1 h 557"/>
                      <a:gd name="T22" fmla="*/ 1 w 682"/>
                      <a:gd name="T23" fmla="*/ 1 h 557"/>
                      <a:gd name="T24" fmla="*/ 1 w 682"/>
                      <a:gd name="T25" fmla="*/ 1 h 557"/>
                      <a:gd name="T26" fmla="*/ 1 w 682"/>
                      <a:gd name="T27" fmla="*/ 1 h 557"/>
                      <a:gd name="T28" fmla="*/ 1 w 682"/>
                      <a:gd name="T29" fmla="*/ 1 h 557"/>
                      <a:gd name="T30" fmla="*/ 1 w 682"/>
                      <a:gd name="T31" fmla="*/ 1 h 557"/>
                      <a:gd name="T32" fmla="*/ 1 w 682"/>
                      <a:gd name="T33" fmla="*/ 1 h 557"/>
                      <a:gd name="T34" fmla="*/ 0 w 682"/>
                      <a:gd name="T35" fmla="*/ 1 h 557"/>
                      <a:gd name="T36" fmla="*/ 1 w 682"/>
                      <a:gd name="T37" fmla="*/ 1 h 557"/>
                      <a:gd name="T38" fmla="*/ 1 w 682"/>
                      <a:gd name="T39" fmla="*/ 1 h 557"/>
                      <a:gd name="T40" fmla="*/ 1 w 682"/>
                      <a:gd name="T41" fmla="*/ 1 h 557"/>
                      <a:gd name="T42" fmla="*/ 1 w 682"/>
                      <a:gd name="T43" fmla="*/ 1 h 557"/>
                      <a:gd name="T44" fmla="*/ 1 w 682"/>
                      <a:gd name="T45" fmla="*/ 1 h 557"/>
                      <a:gd name="T46" fmla="*/ 1 w 682"/>
                      <a:gd name="T47" fmla="*/ 1 h 557"/>
                      <a:gd name="T48" fmla="*/ 1 w 682"/>
                      <a:gd name="T49" fmla="*/ 1 h 557"/>
                      <a:gd name="T50" fmla="*/ 1 w 682"/>
                      <a:gd name="T51" fmla="*/ 1 h 557"/>
                      <a:gd name="T52" fmla="*/ 1 w 682"/>
                      <a:gd name="T53" fmla="*/ 0 h 557"/>
                      <a:gd name="T54" fmla="*/ 1 w 682"/>
                      <a:gd name="T55" fmla="*/ 1 h 557"/>
                      <a:gd name="T56" fmla="*/ 1 w 682"/>
                      <a:gd name="T57" fmla="*/ 1 h 557"/>
                      <a:gd name="T58" fmla="*/ 1 w 682"/>
                      <a:gd name="T59" fmla="*/ 1 h 557"/>
                      <a:gd name="T60" fmla="*/ 1 w 682"/>
                      <a:gd name="T61" fmla="*/ 1 h 557"/>
                      <a:gd name="T62" fmla="*/ 1 w 682"/>
                      <a:gd name="T63" fmla="*/ 1 h 557"/>
                      <a:gd name="T64" fmla="*/ 1 w 682"/>
                      <a:gd name="T65" fmla="*/ 1 h 557"/>
                      <a:gd name="T66" fmla="*/ 1 w 682"/>
                      <a:gd name="T67" fmla="*/ 1 h 557"/>
                      <a:gd name="T68" fmla="*/ 1 w 682"/>
                      <a:gd name="T69" fmla="*/ 1 h 557"/>
                      <a:gd name="T70" fmla="*/ 1 w 682"/>
                      <a:gd name="T71" fmla="*/ 1 h 557"/>
                      <a:gd name="T72" fmla="*/ 1 w 682"/>
                      <a:gd name="T73" fmla="*/ 1 h 557"/>
                      <a:gd name="T74" fmla="*/ 1 w 682"/>
                      <a:gd name="T75" fmla="*/ 1 h 557"/>
                      <a:gd name="T76" fmla="*/ 1 w 682"/>
                      <a:gd name="T77" fmla="*/ 1 h 557"/>
                      <a:gd name="T78" fmla="*/ 1 w 682"/>
                      <a:gd name="T79" fmla="*/ 1 h 557"/>
                      <a:gd name="T80" fmla="*/ 1 w 682"/>
                      <a:gd name="T81" fmla="*/ 1 h 557"/>
                      <a:gd name="T82" fmla="*/ 1 w 682"/>
                      <a:gd name="T83" fmla="*/ 1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1 w 257"/>
                      <a:gd name="T1" fmla="*/ 1 h 347"/>
                      <a:gd name="T2" fmla="*/ 1 w 257"/>
                      <a:gd name="T3" fmla="*/ 1 h 347"/>
                      <a:gd name="T4" fmla="*/ 1 w 257"/>
                      <a:gd name="T5" fmla="*/ 1 h 347"/>
                      <a:gd name="T6" fmla="*/ 1 w 257"/>
                      <a:gd name="T7" fmla="*/ 1 h 347"/>
                      <a:gd name="T8" fmla="*/ 1 w 257"/>
                      <a:gd name="T9" fmla="*/ 1 h 347"/>
                      <a:gd name="T10" fmla="*/ 1 w 257"/>
                      <a:gd name="T11" fmla="*/ 1 h 347"/>
                      <a:gd name="T12" fmla="*/ 1 w 257"/>
                      <a:gd name="T13" fmla="*/ 1 h 347"/>
                      <a:gd name="T14" fmla="*/ 1 w 257"/>
                      <a:gd name="T15" fmla="*/ 1 h 347"/>
                      <a:gd name="T16" fmla="*/ 1 w 257"/>
                      <a:gd name="T17" fmla="*/ 1 h 347"/>
                      <a:gd name="T18" fmla="*/ 1 w 257"/>
                      <a:gd name="T19" fmla="*/ 1 h 347"/>
                      <a:gd name="T20" fmla="*/ 1 w 257"/>
                      <a:gd name="T21" fmla="*/ 1 h 347"/>
                      <a:gd name="T22" fmla="*/ 1 w 257"/>
                      <a:gd name="T23" fmla="*/ 1 h 347"/>
                      <a:gd name="T24" fmla="*/ 1 w 257"/>
                      <a:gd name="T25" fmla="*/ 1 h 347"/>
                      <a:gd name="T26" fmla="*/ 0 w 257"/>
                      <a:gd name="T27" fmla="*/ 1 h 347"/>
                      <a:gd name="T28" fmla="*/ 1 w 257"/>
                      <a:gd name="T29" fmla="*/ 1 h 347"/>
                      <a:gd name="T30" fmla="*/ 1 w 257"/>
                      <a:gd name="T31" fmla="*/ 1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0 w 19"/>
                      <a:gd name="T1" fmla="*/ 0 h 37"/>
                      <a:gd name="T2" fmla="*/ 0 w 19"/>
                      <a:gd name="T3" fmla="*/ 0 h 37"/>
                      <a:gd name="T4" fmla="*/ 0 w 19"/>
                      <a:gd name="T5" fmla="*/ 0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0 w 22"/>
                      <a:gd name="T1" fmla="*/ 0 h 20"/>
                      <a:gd name="T2" fmla="*/ 0 w 22"/>
                      <a:gd name="T3" fmla="*/ 0 h 20"/>
                      <a:gd name="T4" fmla="*/ 0 w 22"/>
                      <a:gd name="T5" fmla="*/ 0 h 20"/>
                      <a:gd name="T6" fmla="*/ 0 w 22"/>
                      <a:gd name="T7" fmla="*/ 0 h 20"/>
                      <a:gd name="T8" fmla="*/ 0 w 22"/>
                      <a:gd name="T9" fmla="*/ 0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0 w 57"/>
                      <a:gd name="T1" fmla="*/ 0 h 30"/>
                      <a:gd name="T2" fmla="*/ 0 w 57"/>
                      <a:gd name="T3" fmla="*/ 0 h 30"/>
                      <a:gd name="T4" fmla="*/ 0 w 57"/>
                      <a:gd name="T5" fmla="*/ 0 h 30"/>
                      <a:gd name="T6" fmla="*/ 0 w 57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0 w 693"/>
                      <a:gd name="T1" fmla="*/ 0 h 696"/>
                      <a:gd name="T2" fmla="*/ 0 w 693"/>
                      <a:gd name="T3" fmla="*/ 0 h 696"/>
                      <a:gd name="T4" fmla="*/ 0 w 693"/>
                      <a:gd name="T5" fmla="*/ 0 h 696"/>
                      <a:gd name="T6" fmla="*/ 0 w 693"/>
                      <a:gd name="T7" fmla="*/ 0 h 696"/>
                      <a:gd name="T8" fmla="*/ 0 w 693"/>
                      <a:gd name="T9" fmla="*/ 0 h 696"/>
                      <a:gd name="T10" fmla="*/ 0 w 693"/>
                      <a:gd name="T11" fmla="*/ 0 h 696"/>
                      <a:gd name="T12" fmla="*/ 0 w 693"/>
                      <a:gd name="T13" fmla="*/ 0 h 696"/>
                      <a:gd name="T14" fmla="*/ 0 w 693"/>
                      <a:gd name="T15" fmla="*/ 0 h 696"/>
                      <a:gd name="T16" fmla="*/ 0 w 693"/>
                      <a:gd name="T17" fmla="*/ 0 h 696"/>
                      <a:gd name="T18" fmla="*/ 0 w 693"/>
                      <a:gd name="T19" fmla="*/ 0 h 696"/>
                      <a:gd name="T20" fmla="*/ 0 w 693"/>
                      <a:gd name="T21" fmla="*/ 0 h 696"/>
                      <a:gd name="T22" fmla="*/ 0 w 693"/>
                      <a:gd name="T23" fmla="*/ 0 h 696"/>
                      <a:gd name="T24" fmla="*/ 0 w 693"/>
                      <a:gd name="T25" fmla="*/ 0 h 696"/>
                      <a:gd name="T26" fmla="*/ 0 w 693"/>
                      <a:gd name="T27" fmla="*/ 0 h 696"/>
                      <a:gd name="T28" fmla="*/ 0 w 693"/>
                      <a:gd name="T29" fmla="*/ 0 h 696"/>
                      <a:gd name="T30" fmla="*/ 0 w 693"/>
                      <a:gd name="T31" fmla="*/ 0 h 696"/>
                      <a:gd name="T32" fmla="*/ 0 w 693"/>
                      <a:gd name="T33" fmla="*/ 0 h 696"/>
                      <a:gd name="T34" fmla="*/ 0 w 693"/>
                      <a:gd name="T35" fmla="*/ 0 h 696"/>
                      <a:gd name="T36" fmla="*/ 0 w 693"/>
                      <a:gd name="T37" fmla="*/ 0 h 696"/>
                      <a:gd name="T38" fmla="*/ 0 w 693"/>
                      <a:gd name="T39" fmla="*/ 0 h 696"/>
                      <a:gd name="T40" fmla="*/ 0 w 693"/>
                      <a:gd name="T41" fmla="*/ 0 h 696"/>
                      <a:gd name="T42" fmla="*/ 0 w 693"/>
                      <a:gd name="T43" fmla="*/ 0 h 696"/>
                      <a:gd name="T44" fmla="*/ 0 w 693"/>
                      <a:gd name="T45" fmla="*/ 0 h 696"/>
                      <a:gd name="T46" fmla="*/ 0 w 693"/>
                      <a:gd name="T47" fmla="*/ 0 h 696"/>
                      <a:gd name="T48" fmla="*/ 0 w 693"/>
                      <a:gd name="T49" fmla="*/ 0 h 696"/>
                      <a:gd name="T50" fmla="*/ 0 w 693"/>
                      <a:gd name="T51" fmla="*/ 0 h 696"/>
                      <a:gd name="T52" fmla="*/ 0 w 693"/>
                      <a:gd name="T53" fmla="*/ 0 h 696"/>
                      <a:gd name="T54" fmla="*/ 0 w 693"/>
                      <a:gd name="T55" fmla="*/ 0 h 696"/>
                      <a:gd name="T56" fmla="*/ 0 w 693"/>
                      <a:gd name="T57" fmla="*/ 0 h 696"/>
                      <a:gd name="T58" fmla="*/ 0 w 693"/>
                      <a:gd name="T59" fmla="*/ 0 h 696"/>
                      <a:gd name="T60" fmla="*/ 0 w 693"/>
                      <a:gd name="T61" fmla="*/ 0 h 696"/>
                      <a:gd name="T62" fmla="*/ 0 w 693"/>
                      <a:gd name="T63" fmla="*/ 0 h 696"/>
                      <a:gd name="T64" fmla="*/ 0 w 693"/>
                      <a:gd name="T65" fmla="*/ 0 h 696"/>
                      <a:gd name="T66" fmla="*/ 0 w 693"/>
                      <a:gd name="T67" fmla="*/ 0 h 696"/>
                      <a:gd name="T68" fmla="*/ 0 w 693"/>
                      <a:gd name="T69" fmla="*/ 0 h 696"/>
                      <a:gd name="T70" fmla="*/ 0 w 693"/>
                      <a:gd name="T71" fmla="*/ 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1 w 931"/>
                      <a:gd name="T1" fmla="*/ 0 h 149"/>
                      <a:gd name="T2" fmla="*/ 1 w 931"/>
                      <a:gd name="T3" fmla="*/ 1 h 149"/>
                      <a:gd name="T4" fmla="*/ 1 w 931"/>
                      <a:gd name="T5" fmla="*/ 1 h 149"/>
                      <a:gd name="T6" fmla="*/ 1 w 931"/>
                      <a:gd name="T7" fmla="*/ 1 h 149"/>
                      <a:gd name="T8" fmla="*/ 1 w 931"/>
                      <a:gd name="T9" fmla="*/ 1 h 149"/>
                      <a:gd name="T10" fmla="*/ 0 w 931"/>
                      <a:gd name="T11" fmla="*/ 1 h 149"/>
                      <a:gd name="T12" fmla="*/ 1 w 931"/>
                      <a:gd name="T13" fmla="*/ 1 h 149"/>
                      <a:gd name="T14" fmla="*/ 1 w 931"/>
                      <a:gd name="T15" fmla="*/ 1 h 149"/>
                      <a:gd name="T16" fmla="*/ 1 w 931"/>
                      <a:gd name="T17" fmla="*/ 1 h 149"/>
                      <a:gd name="T18" fmla="*/ 1 w 931"/>
                      <a:gd name="T19" fmla="*/ 1 h 149"/>
                      <a:gd name="T20" fmla="*/ 1 w 931"/>
                      <a:gd name="T21" fmla="*/ 1 h 149"/>
                      <a:gd name="T22" fmla="*/ 1 w 931"/>
                      <a:gd name="T23" fmla="*/ 1 h 149"/>
                      <a:gd name="T24" fmla="*/ 1 w 931"/>
                      <a:gd name="T25" fmla="*/ 1 h 149"/>
                      <a:gd name="T26" fmla="*/ 1 w 931"/>
                      <a:gd name="T27" fmla="*/ 1 h 149"/>
                      <a:gd name="T28" fmla="*/ 1 w 931"/>
                      <a:gd name="T29" fmla="*/ 1 h 149"/>
                      <a:gd name="T30" fmla="*/ 1 w 931"/>
                      <a:gd name="T31" fmla="*/ 1 h 149"/>
                      <a:gd name="T32" fmla="*/ 1 w 931"/>
                      <a:gd name="T33" fmla="*/ 1 h 149"/>
                      <a:gd name="T34" fmla="*/ 1 w 931"/>
                      <a:gd name="T35" fmla="*/ 1 h 149"/>
                      <a:gd name="T36" fmla="*/ 1 w 931"/>
                      <a:gd name="T37" fmla="*/ 1 h 149"/>
                      <a:gd name="T38" fmla="*/ 1 w 931"/>
                      <a:gd name="T39" fmla="*/ 1 h 149"/>
                      <a:gd name="T40" fmla="*/ 1 w 931"/>
                      <a:gd name="T41" fmla="*/ 1 h 149"/>
                      <a:gd name="T42" fmla="*/ 1 w 931"/>
                      <a:gd name="T43" fmla="*/ 1 h 149"/>
                      <a:gd name="T44" fmla="*/ 1 w 931"/>
                      <a:gd name="T45" fmla="*/ 1 h 149"/>
                      <a:gd name="T46" fmla="*/ 1 w 931"/>
                      <a:gd name="T47" fmla="*/ 1 h 149"/>
                      <a:gd name="T48" fmla="*/ 1 w 931"/>
                      <a:gd name="T49" fmla="*/ 1 h 149"/>
                      <a:gd name="T50" fmla="*/ 1 w 931"/>
                      <a:gd name="T51" fmla="*/ 1 h 149"/>
                      <a:gd name="T52" fmla="*/ 1 w 931"/>
                      <a:gd name="T53" fmla="*/ 1 h 149"/>
                      <a:gd name="T54" fmla="*/ 1 w 931"/>
                      <a:gd name="T55" fmla="*/ 1 h 149"/>
                      <a:gd name="T56" fmla="*/ 1 w 931"/>
                      <a:gd name="T57" fmla="*/ 1 h 149"/>
                      <a:gd name="T58" fmla="*/ 1 w 931"/>
                      <a:gd name="T59" fmla="*/ 1 h 149"/>
                      <a:gd name="T60" fmla="*/ 1 w 931"/>
                      <a:gd name="T61" fmla="*/ 1 h 149"/>
                      <a:gd name="T62" fmla="*/ 1 w 931"/>
                      <a:gd name="T63" fmla="*/ 1 h 149"/>
                      <a:gd name="T64" fmla="*/ 1 w 931"/>
                      <a:gd name="T65" fmla="*/ 1 h 149"/>
                      <a:gd name="T66" fmla="*/ 1 w 931"/>
                      <a:gd name="T67" fmla="*/ 1 h 149"/>
                      <a:gd name="T68" fmla="*/ 1 w 931"/>
                      <a:gd name="T69" fmla="*/ 1 h 149"/>
                      <a:gd name="T70" fmla="*/ 1 w 931"/>
                      <a:gd name="T71" fmla="*/ 1 h 149"/>
                      <a:gd name="T72" fmla="*/ 1 w 931"/>
                      <a:gd name="T73" fmla="*/ 1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w 31"/>
                      <a:gd name="T7" fmla="*/ 0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0 w 44"/>
                      <a:gd name="T1" fmla="*/ 0 h 32"/>
                      <a:gd name="T2" fmla="*/ 0 w 44"/>
                      <a:gd name="T3" fmla="*/ 0 h 32"/>
                      <a:gd name="T4" fmla="*/ 0 w 44"/>
                      <a:gd name="T5" fmla="*/ 0 h 32"/>
                      <a:gd name="T6" fmla="*/ 0 w 44"/>
                      <a:gd name="T7" fmla="*/ 0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0 w 76"/>
                      <a:gd name="T1" fmla="*/ 0 h 18"/>
                      <a:gd name="T2" fmla="*/ 0 w 76"/>
                      <a:gd name="T3" fmla="*/ 0 h 18"/>
                      <a:gd name="T4" fmla="*/ 0 w 76"/>
                      <a:gd name="T5" fmla="*/ 0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0 h 44"/>
                      <a:gd name="T2" fmla="*/ 0 w 42"/>
                      <a:gd name="T3" fmla="*/ 0 h 44"/>
                      <a:gd name="T4" fmla="*/ 0 w 42"/>
                      <a:gd name="T5" fmla="*/ 0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0 w 31"/>
                      <a:gd name="T1" fmla="*/ 0 h 30"/>
                      <a:gd name="T2" fmla="*/ 0 w 31"/>
                      <a:gd name="T3" fmla="*/ 0 h 30"/>
                      <a:gd name="T4" fmla="*/ 0 w 31"/>
                      <a:gd name="T5" fmla="*/ 0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 sz="1350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350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6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0938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 b="1" i="1">
          <a:solidFill>
            <a:schemeClr val="tx2"/>
          </a:solidFill>
          <a:latin typeface="Times New Roman" pitchFamily="18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300" i="1">
          <a:solidFill>
            <a:schemeClr val="tx2"/>
          </a:solidFill>
          <a:latin typeface="Times New Roman" pitchFamily="18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sz="21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8"/>
        </a:buBlip>
        <a:defRPr sz="18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cs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cs typeface="Arial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  <a:cs typeface="Arial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0771" y="1809347"/>
            <a:ext cx="6934200" cy="2362200"/>
          </a:xfrm>
        </p:spPr>
        <p:txBody>
          <a:bodyPr/>
          <a:lstStyle/>
          <a:p>
            <a:r>
              <a:rPr lang="en-US" dirty="0"/>
              <a:t>Machine Learning in Business</a:t>
            </a:r>
            <a:br>
              <a:rPr lang="en-US" dirty="0"/>
            </a:br>
            <a:r>
              <a:rPr lang="en-US"/>
              <a:t>3</a:t>
            </a:r>
            <a:r>
              <a:rPr lang="en-US" baseline="30000"/>
              <a:t>rd</a:t>
            </a:r>
            <a:r>
              <a:rPr lang="en-US"/>
              <a:t> Edition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5696" y="4149080"/>
            <a:ext cx="6934200" cy="1295400"/>
          </a:xfrm>
        </p:spPr>
        <p:txBody>
          <a:bodyPr>
            <a:noAutofit/>
          </a:bodyPr>
          <a:lstStyle/>
          <a:p>
            <a:r>
              <a:rPr lang="en-US" sz="3200" dirty="0"/>
              <a:t>Chapter 10</a:t>
            </a:r>
          </a:p>
          <a:p>
            <a:r>
              <a:rPr lang="en-US" sz="3200" dirty="0"/>
              <a:t>Model Interpretability</a:t>
            </a:r>
            <a:endParaRPr lang="en-CA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910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004888"/>
            <a:ext cx="7772400" cy="1143000"/>
          </a:xfrm>
        </p:spPr>
        <p:txBody>
          <a:bodyPr/>
          <a:lstStyle/>
          <a:p>
            <a:r>
              <a:rPr lang="en-US" dirty="0"/>
              <a:t>Why is model interpretability important?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must understand a model to have confidence in it, know when it is appropriate, be aware of its biases,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It is also important to be able to explain the predictions made by the model, e.g.,</a:t>
            </a:r>
          </a:p>
          <a:p>
            <a:pPr lvl="1"/>
            <a:r>
              <a:rPr lang="en-US" dirty="0"/>
              <a:t>Why was someone refused for a loan?</a:t>
            </a:r>
          </a:p>
          <a:p>
            <a:pPr lvl="1"/>
            <a:r>
              <a:rPr lang="en-US" dirty="0"/>
              <a:t>Why is house A worth more than house B</a:t>
            </a:r>
          </a:p>
          <a:p>
            <a:r>
              <a:rPr lang="en-US" dirty="0"/>
              <a:t>The General Data Protection Regulation in the European Union requires model interpretability</a:t>
            </a:r>
          </a:p>
          <a:p>
            <a:pPr lvl="1"/>
            <a:r>
              <a:rPr lang="en-US" dirty="0"/>
              <a:t>Individuals have the right to “meaningful information about the logic involved in, as well as the significance and envisaged consequences of, such processing for the data subject”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655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Amusing Stories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recognition software to distinguish dogs from polar bears</a:t>
            </a:r>
          </a:p>
          <a:p>
            <a:r>
              <a:rPr lang="en-US" dirty="0"/>
              <a:t>Hans: the horse that could do math</a:t>
            </a: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244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White-box vs black-box models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White-box models</a:t>
            </a:r>
          </a:p>
          <a:p>
            <a:pPr lvl="1"/>
            <a:r>
              <a:rPr lang="en-US" i="1" dirty="0"/>
              <a:t>k</a:t>
            </a:r>
            <a:r>
              <a:rPr lang="en-US" dirty="0"/>
              <a:t>-nearest neighbors</a:t>
            </a:r>
          </a:p>
          <a:p>
            <a:pPr lvl="1"/>
            <a:r>
              <a:rPr lang="en-US" dirty="0"/>
              <a:t>Decision trees</a:t>
            </a:r>
          </a:p>
          <a:p>
            <a:pPr lvl="1"/>
            <a:r>
              <a:rPr lang="en-US" dirty="0"/>
              <a:t>Linear regression</a:t>
            </a:r>
          </a:p>
          <a:p>
            <a:r>
              <a:rPr lang="en-US" dirty="0"/>
              <a:t>Black-box models</a:t>
            </a:r>
          </a:p>
          <a:p>
            <a:pPr lvl="1"/>
            <a:r>
              <a:rPr lang="en-US" dirty="0"/>
              <a:t>SVM</a:t>
            </a:r>
          </a:p>
          <a:p>
            <a:pPr lvl="1"/>
            <a:r>
              <a:rPr lang="en-US" dirty="0"/>
              <a:t>Neural networks</a:t>
            </a:r>
          </a:p>
          <a:p>
            <a:pPr lvl="1"/>
            <a:r>
              <a:rPr lang="en-US" dirty="0"/>
              <a:t>Ensemble models</a:t>
            </a:r>
          </a:p>
          <a:p>
            <a:pPr marL="342900" lvl="1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344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(pages 215-219)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weights in a linear regression are easy to understand</a:t>
                </a:r>
              </a:p>
              <a:p>
                <a:r>
                  <a:rPr lang="en-US" dirty="0"/>
                  <a:t>If the value of feature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en-US" dirty="0"/>
                  <a:t> changes by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u</a:t>
                </a:r>
                <a:r>
                  <a:rPr lang="en-US" dirty="0"/>
                  <a:t> the value of the estimate changes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CA" dirty="0"/>
              </a:p>
              <a:p>
                <a:r>
                  <a:rPr lang="en-US" dirty="0"/>
                  <a:t>The bias, </a:t>
                </a:r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a</a:t>
                </a:r>
                <a:r>
                  <a:rPr lang="en-US" dirty="0"/>
                  <a:t>, is more difficult. It is the estimate when all features are zero. But zero values for the features might be impossible.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 better way of expressing the model is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16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CA" sz="1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sz="16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CA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sz="16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CA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CA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CA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CA" sz="1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CA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sz="1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CA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CA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CA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sz="160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CA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CA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CA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CA" sz="16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CA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CA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CA" sz="1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dirty="0"/>
                  <a:t>The bias is then the estimate when all features have their average values </a:t>
                </a:r>
                <a:endParaRPr lang="en-CA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098" b="-414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5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555776" y="2147888"/>
                <a:ext cx="36521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i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2147888"/>
                <a:ext cx="3652154" cy="369332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208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3" y="833508"/>
            <a:ext cx="8212137" cy="1143000"/>
          </a:xfrm>
        </p:spPr>
        <p:txBody>
          <a:bodyPr/>
          <a:lstStyle/>
          <a:p>
            <a:r>
              <a:rPr lang="en-US" sz="2800" dirty="0"/>
              <a:t>Calculating feature contributions in linear regression</a:t>
            </a:r>
            <a:endParaRPr lang="en-C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07404"/>
            <a:ext cx="7772400" cy="4114800"/>
          </a:xfrm>
        </p:spPr>
        <p:txBody>
          <a:bodyPr/>
          <a:lstStyle/>
          <a:p>
            <a:r>
              <a:rPr lang="en-US" dirty="0"/>
              <a:t>We can compare a currently observed feature value with the average feature value to determine the contribution of that feature to the total value.</a:t>
            </a:r>
          </a:p>
          <a:p>
            <a:r>
              <a:rPr lang="en-US" dirty="0"/>
              <a:t>The sum of the contributions equals the difference between the current prediction and the prediction when all features have their average values</a:t>
            </a:r>
          </a:p>
          <a:p>
            <a:r>
              <a:rPr lang="en-US" dirty="0"/>
              <a:t>Results for Iowa house price (Lasso model; first 4 features)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6</a:t>
            </a:fld>
            <a:endParaRPr lang="en-CA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858" y="4365837"/>
            <a:ext cx="6314445" cy="189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5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Dependence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in the Lasso model there is some dependence between features</a:t>
            </a:r>
          </a:p>
          <a:p>
            <a:r>
              <a:rPr lang="en-US" dirty="0"/>
              <a:t>Total basement sq. ft. and first floor sq. ft. are not independent and it may not make sense to consider the effect of changing one without changing the other</a:t>
            </a:r>
          </a:p>
          <a:p>
            <a:r>
              <a:rPr lang="en-US" dirty="0"/>
              <a:t>This is a problem in all models</a:t>
            </a:r>
          </a:p>
          <a:p>
            <a:r>
              <a:rPr lang="en-US" dirty="0"/>
              <a:t>We might be able to group features that should be considered together. Sometimes a PCA is used to create uncorrelated features.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465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(pages 219-222)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927" y="430737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8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21715" y="2348880"/>
                <a:ext cx="7416824" cy="6619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CA" i="0">
                          <a:latin typeface="Cambria Math" panose="02040503050406030204" pitchFamily="18" charset="0"/>
                        </a:rPr>
                        <m:t>rob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Positive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Outcome</m:t>
                          </m:r>
                        </m:e>
                      </m:d>
                      <m:r>
                        <a:rPr lang="en-CA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fName>
                                    <m:e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</m:e>
                                  </m:func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CA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CA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CA" i="0"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15" y="2348880"/>
                <a:ext cx="7416824" cy="6619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46063" y="3314802"/>
                <a:ext cx="8212137" cy="679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CA" i="0">
                          <a:latin typeface="Cambria Math" panose="02040503050406030204" pitchFamily="18" charset="0"/>
                        </a:rPr>
                        <m:t>rob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Negative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Outcome</m:t>
                          </m:r>
                        </m:e>
                      </m:d>
                      <m:r>
                        <a:rPr lang="en-CA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fName>
                                    <m:e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</m:e>
                                  </m:func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CA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CA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CA" i="0"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fName>
                                    <m:e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</m:e>
                                  </m:func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CA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CA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CA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CA" i="0">
                                      <a:latin typeface="Cambria Math" panose="02040503050406030204" pitchFamily="18" charset="0"/>
                                    </a:rPr>
                                    <m:t>+…+</m:t>
                                  </m:r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63" y="3314802"/>
                <a:ext cx="8212137" cy="6796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27584" y="4509120"/>
            <a:ext cx="74887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calculate the sensitivity of these to the feature values but the result is only good for small changes</a:t>
            </a:r>
          </a:p>
          <a:p>
            <a:endParaRPr lang="en-US" dirty="0"/>
          </a:p>
          <a:p>
            <a:r>
              <a:rPr lang="en-US" dirty="0"/>
              <a:t>For large changes we can use the formulas multiple times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12958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Odds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Odds of a positive result is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or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9</a:t>
            </a:fld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24372" y="2628849"/>
                <a:ext cx="6695256" cy="388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exp</m:t>
                    </m:r>
                    <m:d>
                      <m:dPr>
                        <m:begChr m:val="["/>
                        <m:endChr m:val="]"/>
                        <m:ctrlP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CA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CA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CA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CA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CA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CA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CA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CA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+…</m:t>
                        </m:r>
                        <m:r>
                          <a:rPr lang="en-CA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CA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CA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1     against</a:t>
                </a:r>
                <a:endParaRPr lang="en-CA" sz="2000" dirty="0">
                  <a:effectLst/>
                  <a:latin typeface="Cambria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372" y="2628849"/>
                <a:ext cx="6695256" cy="388696"/>
              </a:xfrm>
              <a:prstGeom prst="rect">
                <a:avLst/>
              </a:prstGeom>
              <a:blipFill>
                <a:blip r:embed="rId2"/>
                <a:stretch>
                  <a:fillRect t="-9375" b="-1718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600200" y="3426699"/>
                <a:ext cx="5308579" cy="388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exp</m:t>
                    </m:r>
                    <m:r>
                      <a:rPr lang="en-CA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CA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CA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CA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CA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CA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CA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CA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+…</m:t>
                    </m:r>
                    <m:r>
                      <a:rPr lang="en-CA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CA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1     on</a:t>
                </a:r>
                <a:endParaRPr lang="en-CA" sz="2000" dirty="0">
                  <a:effectLst/>
                  <a:latin typeface="Cambria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3426699"/>
                <a:ext cx="5308579" cy="388696"/>
              </a:xfrm>
              <a:prstGeom prst="rect">
                <a:avLst/>
              </a:prstGeom>
              <a:blipFill>
                <a:blip r:embed="rId3"/>
                <a:stretch>
                  <a:fillRect t="-9375" b="-1718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592528" y="4087861"/>
                <a:ext cx="4886274" cy="6669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CA" i="0">
                          <a:latin typeface="Cambria Math" panose="02040503050406030204" pitchFamily="18" charset="0"/>
                        </a:rPr>
                        <m:t>robability</m:t>
                      </m:r>
                      <m:r>
                        <a:rPr lang="en-CA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odds</m:t>
                          </m:r>
                          <m:r>
                            <a:rPr lang="en-CA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 i="0">
                              <a:latin typeface="Cambria Math" panose="02040503050406030204" pitchFamily="18" charset="0"/>
                            </a:rPr>
                            <m:t>against</m:t>
                          </m:r>
                        </m:den>
                      </m:f>
                      <m:r>
                        <a:rPr lang="en-CA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odds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on</m:t>
                          </m:r>
                        </m:num>
                        <m:den>
                          <m:r>
                            <a:rPr lang="en-CA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odds</m:t>
                          </m:r>
                          <m:r>
                            <a:rPr lang="en-CA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on</m:t>
                          </m:r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528" y="4087861"/>
                <a:ext cx="4886274" cy="6669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38620" y="5191420"/>
            <a:ext cx="6794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are prepared to work with log(odds) we have linearity and can proceed as for linear regression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910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Black-box models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 must be re-run to determine the impact of the change in a feature value on a prediction</a:t>
            </a:r>
          </a:p>
          <a:p>
            <a:r>
              <a:rPr lang="en-US" dirty="0"/>
              <a:t>In general, there is non-linearity so that when changes are made to the feature values the sum of the contributions of the features does not equal the change in the prediction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2006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Dependence Plot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partial dependence plot is the expected prediction as a function of the value of a particular feature.</a:t>
            </a:r>
          </a:p>
          <a:p>
            <a:r>
              <a:rPr lang="en-US" dirty="0"/>
              <a:t>The values of all features, except the one under consideration, are chosen randomly 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8035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Shapley Values (pages 223-225)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Shapley values are a particular way of calculating feature contributions so that the sum of the contributions equals the change that is being explained</a:t>
            </a:r>
          </a:p>
          <a:p>
            <a:r>
              <a:rPr lang="en-US" dirty="0"/>
              <a:t>They are based on the work of Lloyd Shapley in game theory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1545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Features are changed from “average” to “current values”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13</a:t>
            </a:fld>
            <a:endParaRPr lang="en-CA"/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1521515"/>
              </p:ext>
            </p:extLst>
          </p:nvPr>
        </p:nvGraphicFramePr>
        <p:xfrm>
          <a:off x="1635206" y="2636912"/>
          <a:ext cx="4824535" cy="331236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42771">
                  <a:extLst>
                    <a:ext uri="{9D8B030D-6E8A-4147-A177-3AD203B41FA5}">
                      <a16:colId xmlns:a16="http://schemas.microsoft.com/office/drawing/2014/main" val="3922159261"/>
                    </a:ext>
                  </a:extLst>
                </a:gridCol>
                <a:gridCol w="1269944">
                  <a:extLst>
                    <a:ext uri="{9D8B030D-6E8A-4147-A177-3AD203B41FA5}">
                      <a16:colId xmlns:a16="http://schemas.microsoft.com/office/drawing/2014/main" val="1566437274"/>
                    </a:ext>
                  </a:extLst>
                </a:gridCol>
                <a:gridCol w="1141876">
                  <a:extLst>
                    <a:ext uri="{9D8B030D-6E8A-4147-A177-3AD203B41FA5}">
                      <a16:colId xmlns:a16="http://schemas.microsoft.com/office/drawing/2014/main" val="1584716443"/>
                    </a:ext>
                  </a:extLst>
                </a:gridCol>
                <a:gridCol w="1269944">
                  <a:extLst>
                    <a:ext uri="{9D8B030D-6E8A-4147-A177-3AD203B41FA5}">
                      <a16:colId xmlns:a16="http://schemas.microsoft.com/office/drawing/2014/main" val="2236052800"/>
                    </a:ext>
                  </a:extLst>
                </a:gridCol>
              </a:tblGrid>
              <a:tr h="684101"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Feature 1 Value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Feature 2 Value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Feature 3 Value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Prediction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5248321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Average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Average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Average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100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820541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Average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Average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Current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120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648695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Average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Current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Average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125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9330308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Average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Current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Current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130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1091519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Current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Average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Average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110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8922550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Current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Average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Current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128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9321232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Current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Current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Average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137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046027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Current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Current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effectLst/>
                        </a:rPr>
                        <a:t>Current</a:t>
                      </a:r>
                      <a:endParaRPr lang="en-CA" sz="160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9017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effectLst/>
                        </a:rPr>
                        <a:t>140</a:t>
                      </a:r>
                      <a:endParaRPr lang="en-CA" sz="1600" dirty="0">
                        <a:effectLst/>
                        <a:latin typeface="Cambria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9587820"/>
                  </a:ext>
                </a:extLst>
              </a:tr>
            </a:tbl>
          </a:graphicData>
        </a:graphic>
      </p:graphicFrame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2862263" y="33496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8890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08491"/>
            <a:ext cx="7772400" cy="1143000"/>
          </a:xfrm>
        </p:spPr>
        <p:txBody>
          <a:bodyPr/>
          <a:lstStyle/>
          <a:p>
            <a:r>
              <a:rPr lang="en-US" sz="2800" dirty="0"/>
              <a:t>Consider all the sequences in which changes can happen and average the contributions </a:t>
            </a:r>
            <a:endParaRPr lang="en-CA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14</a:t>
            </a:fld>
            <a:endParaRPr lang="en-CA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Total contribution = 40 which is the total change in the prediction</a:t>
            </a:r>
            <a:endParaRPr lang="en-CA" dirty="0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152150"/>
              </p:ext>
            </p:extLst>
          </p:nvPr>
        </p:nvGraphicFramePr>
        <p:xfrm>
          <a:off x="1043608" y="2583694"/>
          <a:ext cx="6671008" cy="26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105521" imgH="1632558" progId="Word.Document.12">
                  <p:embed/>
                </p:oleObj>
              </mc:Choice>
              <mc:Fallback>
                <p:oleObj name="Document" r:id="rId2" imgW="4105521" imgH="1632558" progId="Word.Document.12">
                  <p:embed/>
                  <p:pic>
                    <p:nvPicPr>
                      <p:cNvPr id="16" name="Object 1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3608" y="2583694"/>
                        <a:ext cx="6671008" cy="260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5687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Shapley values when used as contributions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ea typeface="Calibri" panose="020F0502020204030204" pitchFamily="34" charset="0"/>
              </a:rPr>
              <a:t>If a feature never changes the prediction, its contribution is zero. </a:t>
            </a:r>
          </a:p>
          <a:p>
            <a:r>
              <a:rPr lang="en-CA" dirty="0">
                <a:ea typeface="Calibri" panose="020F0502020204030204" pitchFamily="34" charset="0"/>
              </a:rPr>
              <a:t>If two features are symmetrical in that they affect the prediction in the same way, they have the same contribution. </a:t>
            </a:r>
          </a:p>
          <a:p>
            <a:r>
              <a:rPr lang="en-CA" dirty="0">
                <a:ea typeface="Calibri" panose="020F0502020204030204" pitchFamily="34" charset="0"/>
              </a:rPr>
              <a:t>For an ensemble model where predictions are the average of predictions given by several underlying models, the Shapley value is the average of the Shapley values for the underlying models. </a:t>
            </a:r>
          </a:p>
          <a:p>
            <a:r>
              <a:rPr lang="en-US" dirty="0">
                <a:ea typeface="Calibri" panose="020F0502020204030204" pitchFamily="34" charset="0"/>
              </a:rPr>
              <a:t>Calculation time increases exponentially with the number of features</a:t>
            </a:r>
            <a:endParaRPr lang="en-CA" dirty="0">
              <a:ea typeface="Calibri" panose="020F0502020204030204" pitchFamily="34" charset="0"/>
            </a:endParaRPr>
          </a:p>
          <a:p>
            <a:endParaRPr lang="en-CA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CA" sz="2800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3610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LIME (page 226)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LIME tries to understand a black-box model by fitting a simpler model to data that is close to the currently observed data</a:t>
            </a:r>
          </a:p>
          <a:p>
            <a:r>
              <a:rPr lang="en-US" dirty="0"/>
              <a:t>Procedure is:</a:t>
            </a:r>
          </a:p>
          <a:p>
            <a:pPr lvl="1"/>
            <a:r>
              <a:rPr lang="en-US" dirty="0"/>
              <a:t>Perturb feature values to get a samples</a:t>
            </a:r>
          </a:p>
          <a:p>
            <a:pPr lvl="1"/>
            <a:r>
              <a:rPr lang="en-US" dirty="0"/>
              <a:t>Run black-box model to get predictions for samples</a:t>
            </a:r>
          </a:p>
          <a:p>
            <a:pPr lvl="1"/>
            <a:r>
              <a:rPr lang="en-US" dirty="0"/>
              <a:t>Train an easy to interpret model such as linear regression or decision trees to fit the data set that is created from samples and predictions</a:t>
            </a:r>
          </a:p>
          <a:p>
            <a:pPr lvl="1"/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in Business 3rd Ed. Copyright © John C. Hull 2021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9D778-5668-409F-BE61-8F31D5437AFC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9467774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Global 2">
      <a:dk1>
        <a:srgbClr val="000000"/>
      </a:dk1>
      <a:lt1>
        <a:srgbClr val="FFFFFF"/>
      </a:lt1>
      <a:dk2>
        <a:srgbClr val="CC6600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973533-2150-4791-90A7-A4AFFBFE7A62}"/>
</file>

<file path=customXml/itemProps2.xml><?xml version="1.0" encoding="utf-8"?>
<ds:datastoreItem xmlns:ds="http://schemas.openxmlformats.org/officeDocument/2006/customXml" ds:itemID="{9C634A4A-3C50-47E7-8F27-C412489FD841}"/>
</file>

<file path=customXml/itemProps3.xml><?xml version="1.0" encoding="utf-8"?>
<ds:datastoreItem xmlns:ds="http://schemas.openxmlformats.org/officeDocument/2006/customXml" ds:itemID="{9D34EDAD-E1FC-4D8D-A799-5ECB2110B992}"/>
</file>

<file path=docProps/app.xml><?xml version="1.0" encoding="utf-8"?>
<Properties xmlns="http://schemas.openxmlformats.org/officeDocument/2006/extended-properties" xmlns:vt="http://schemas.openxmlformats.org/officeDocument/2006/docPropsVTypes">
  <Template>Chapter 2</Template>
  <TotalTime>2597</TotalTime>
  <Words>1118</Words>
  <Application>Microsoft Office PowerPoint</Application>
  <PresentationFormat>On-screen Show (4:3)</PresentationFormat>
  <Paragraphs>156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</vt:lpstr>
      <vt:lpstr>Cambria Math</vt:lpstr>
      <vt:lpstr>Tahoma</vt:lpstr>
      <vt:lpstr>Times New Roman</vt:lpstr>
      <vt:lpstr>Global</vt:lpstr>
      <vt:lpstr>Document</vt:lpstr>
      <vt:lpstr>Machine Learning in Business 3rd Edition</vt:lpstr>
      <vt:lpstr>Why is model interpretability important?</vt:lpstr>
      <vt:lpstr>Amusing Stories</vt:lpstr>
      <vt:lpstr>White-box vs black-box models</vt:lpstr>
      <vt:lpstr>Linear Regression (pages 215-219)</vt:lpstr>
      <vt:lpstr>Calculating feature contributions in linear regression</vt:lpstr>
      <vt:lpstr>Feature Dependence</vt:lpstr>
      <vt:lpstr>Logistic Regression (pages 219-222)</vt:lpstr>
      <vt:lpstr>Odds</vt:lpstr>
      <vt:lpstr>Black-box models</vt:lpstr>
      <vt:lpstr>Partial Dependence Plot</vt:lpstr>
      <vt:lpstr>Shapley Values (pages 223-225)</vt:lpstr>
      <vt:lpstr>Example: Features are changed from “average” to “current values”</vt:lpstr>
      <vt:lpstr>Consider all the sequences in which changes can happen and average the contributions </vt:lpstr>
      <vt:lpstr>Properties of Shapley values when used as contributions</vt:lpstr>
      <vt:lpstr>LIME (page 226)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</dc:title>
  <dc:subject>Machine Learning in Business</dc:subject>
  <dc:creator>hull</dc:creator>
  <cp:keywords>Chapter 7</cp:keywords>
  <dc:description>Copyright 2019 by John C. Hull. All Rights Reserved. Published 2019.</dc:description>
  <cp:lastModifiedBy>John Hull</cp:lastModifiedBy>
  <cp:revision>110</cp:revision>
  <dcterms:created xsi:type="dcterms:W3CDTF">2019-07-16T22:03:37Z</dcterms:created>
  <dcterms:modified xsi:type="dcterms:W3CDTF">2021-05-28T16:57:22Z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