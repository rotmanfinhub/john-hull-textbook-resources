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s/slide9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20.xml" ContentType="application/vnd.openxmlformats-officedocument.presentationml.slide+xml"/>
  <Override PartName="/ppt/slides/slide22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7.xml" ContentType="application/vnd.openxmlformats-officedocument.presentationml.slide+xml"/>
  <Override PartName="/ppt/slides/slide21.xml" ContentType="application/vnd.openxmlformats-officedocument.presentationml.slide+xml"/>
  <Override PartName="/ppt/slideMasters/slideMaster1.xml" ContentType="application/vnd.openxmlformats-officedocument.presentationml.slideMaster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1.xml" ContentType="application/vnd.openxmlformats-officedocument.presentationml.notesSlide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11.xml" ContentType="application/vnd.openxmlformats-officedocument.presentationml.notesSlide+xml"/>
  <Override PartName="/ppt/slideLayouts/slideLayout9.xml" ContentType="application/vnd.openxmlformats-officedocument.presentationml.slideLayout+xml"/>
  <Override PartName="/ppt/notesSlides/notesSlide5.xml" ContentType="application/vnd.openxmlformats-officedocument.presentationml.notesSlide+xml"/>
  <Override PartName="/ppt/slideLayouts/slideLayout12.xml" ContentType="application/vnd.openxmlformats-officedocument.presentationml.slideLayout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8.xml" ContentType="application/vnd.openxmlformats-officedocument.presentationml.notesSlide+xml"/>
  <Override PartName="/ppt/slideLayouts/slideLayout8.xml" ContentType="application/vnd.openxmlformats-officedocument.presentationml.slideLayout+xml"/>
  <Override PartName="/ppt/notesSlides/notesSlide12.xml" ContentType="application/vnd.openxmlformats-officedocument.presentationml.notesSlide+xml"/>
  <Override PartName="/ppt/notesSlides/notesSlide3.xml" ContentType="application/vnd.openxmlformats-officedocument.presentationml.notesSlide+xml"/>
  <Override PartName="/ppt/slideLayouts/slideLayout2.xml" ContentType="application/vnd.openxmlformats-officedocument.presentationml.slideLayout+xml"/>
  <Override PartName="/ppt/slideLayouts/slideLayout7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4.xml" ContentType="application/vnd.openxmlformats-officedocument.presentationml.notesSlide+xml"/>
  <Override PartName="/ppt/slideLayouts/slideLayout1.xml" ContentType="application/vnd.openxmlformats-officedocument.presentationml.slideLayout+xml"/>
  <Override PartName="/ppt/notesSlides/notesSlide13.xml" ContentType="application/vnd.openxmlformats-officedocument.presentationml.notesSlide+xml"/>
  <Override PartName="/ppt/slideLayouts/slideLayout6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harts/chart1.xml" ContentType="application/vnd.openxmlformats-officedocument.drawingml.chart+xml"/>
  <Override PartName="/ppt/theme/themeOverride1.xml" ContentType="application/vnd.openxmlformats-officedocument.themeOverride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9" r:id="rId1"/>
  </p:sldMasterIdLst>
  <p:notesMasterIdLst>
    <p:notesMasterId r:id="rId26"/>
  </p:notesMasterIdLst>
  <p:handoutMasterIdLst>
    <p:handoutMasterId r:id="rId27"/>
  </p:handoutMasterIdLst>
  <p:sldIdLst>
    <p:sldId id="284" r:id="rId2"/>
    <p:sldId id="277" r:id="rId3"/>
    <p:sldId id="279" r:id="rId4"/>
    <p:sldId id="278" r:id="rId5"/>
    <p:sldId id="258" r:id="rId6"/>
    <p:sldId id="280" r:id="rId7"/>
    <p:sldId id="289" r:id="rId8"/>
    <p:sldId id="261" r:id="rId9"/>
    <p:sldId id="275" r:id="rId10"/>
    <p:sldId id="295" r:id="rId11"/>
    <p:sldId id="292" r:id="rId12"/>
    <p:sldId id="263" r:id="rId13"/>
    <p:sldId id="270" r:id="rId14"/>
    <p:sldId id="293" r:id="rId15"/>
    <p:sldId id="294" r:id="rId16"/>
    <p:sldId id="268" r:id="rId17"/>
    <p:sldId id="296" r:id="rId18"/>
    <p:sldId id="269" r:id="rId19"/>
    <p:sldId id="283" r:id="rId20"/>
    <p:sldId id="274" r:id="rId21"/>
    <p:sldId id="290" r:id="rId22"/>
    <p:sldId id="276" r:id="rId23"/>
    <p:sldId id="272" r:id="rId24"/>
    <p:sldId id="273" r:id="rId25"/>
  </p:sldIdLst>
  <p:sldSz cx="9144000" cy="6858000" type="letter"/>
  <p:notesSz cx="6858000" cy="92075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581" autoAdjust="0"/>
  </p:normalViewPr>
  <p:slideViewPr>
    <p:cSldViewPr>
      <p:cViewPr varScale="1">
        <p:scale>
          <a:sx n="122" d="100"/>
          <a:sy n="122" d="100"/>
        </p:scale>
        <p:origin x="1206" y="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customXml" Target="../customXml/item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customXml" Target="../customXml/item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customXml" Target="../customXml/item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handoutMaster" Target="handoutMasters/handoutMaster1.xml"/><Relationship Id="rId30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charts/_rels/chart1.xml.rels><?xml version="1.0" encoding="UTF-8" standalone="yes"?>
<Relationships xmlns="http://schemas.openxmlformats.org/package/2006/relationships"><Relationship Id="rId2" Type="http://schemas.openxmlformats.org/officeDocument/2006/relationships/oleObject" Target="file:///E:\Fundamentals9e\Figures\Figure_13_5.xls" TargetMode="External"/><Relationship Id="rId1" Type="http://schemas.openxmlformats.org/officeDocument/2006/relationships/themeOverride" Target="../theme/themeOverrid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scatterChart>
        <c:scatterStyle val="smoothMarker"/>
        <c:varyColors val="0"/>
        <c:ser>
          <c:idx val="0"/>
          <c:order val="0"/>
          <c:tx>
            <c:strRef>
              <c:f>table!$B$1</c:f>
              <c:strCache>
                <c:ptCount val="1"/>
                <c:pt idx="0">
                  <c:v>Adj Close</c:v>
                </c:pt>
              </c:strCache>
            </c:strRef>
          </c:tx>
          <c:spPr>
            <a:ln w="6350">
              <a:solidFill>
                <a:srgbClr val="002060"/>
              </a:solidFill>
            </a:ln>
          </c:spPr>
          <c:marker>
            <c:symbol val="none"/>
          </c:marker>
          <c:xVal>
            <c:numRef>
              <c:f>table!$A$2:$A$2907</c:f>
              <c:numCache>
                <c:formatCode>m/d/yyyy</c:formatCode>
                <c:ptCount val="2906"/>
                <c:pt idx="0">
                  <c:v>37988</c:v>
                </c:pt>
                <c:pt idx="1">
                  <c:v>37991</c:v>
                </c:pt>
                <c:pt idx="2">
                  <c:v>37992</c:v>
                </c:pt>
                <c:pt idx="3">
                  <c:v>37993</c:v>
                </c:pt>
                <c:pt idx="4">
                  <c:v>37994</c:v>
                </c:pt>
                <c:pt idx="5">
                  <c:v>37995</c:v>
                </c:pt>
                <c:pt idx="6">
                  <c:v>37998</c:v>
                </c:pt>
                <c:pt idx="7">
                  <c:v>37999</c:v>
                </c:pt>
                <c:pt idx="8">
                  <c:v>38000</c:v>
                </c:pt>
                <c:pt idx="9">
                  <c:v>38001</c:v>
                </c:pt>
                <c:pt idx="10">
                  <c:v>38002</c:v>
                </c:pt>
                <c:pt idx="11">
                  <c:v>38006</c:v>
                </c:pt>
                <c:pt idx="12">
                  <c:v>38007</c:v>
                </c:pt>
                <c:pt idx="13">
                  <c:v>38008</c:v>
                </c:pt>
                <c:pt idx="14">
                  <c:v>38009</c:v>
                </c:pt>
                <c:pt idx="15">
                  <c:v>38012</c:v>
                </c:pt>
                <c:pt idx="16">
                  <c:v>38013</c:v>
                </c:pt>
                <c:pt idx="17">
                  <c:v>38014</c:v>
                </c:pt>
                <c:pt idx="18">
                  <c:v>38015</c:v>
                </c:pt>
                <c:pt idx="19">
                  <c:v>38016</c:v>
                </c:pt>
                <c:pt idx="20">
                  <c:v>38019</c:v>
                </c:pt>
                <c:pt idx="21">
                  <c:v>38020</c:v>
                </c:pt>
                <c:pt idx="22">
                  <c:v>38021</c:v>
                </c:pt>
                <c:pt idx="23">
                  <c:v>38022</c:v>
                </c:pt>
                <c:pt idx="24">
                  <c:v>38023</c:v>
                </c:pt>
                <c:pt idx="25">
                  <c:v>38026</c:v>
                </c:pt>
                <c:pt idx="26">
                  <c:v>38027</c:v>
                </c:pt>
                <c:pt idx="27">
                  <c:v>38028</c:v>
                </c:pt>
                <c:pt idx="28">
                  <c:v>38029</c:v>
                </c:pt>
                <c:pt idx="29">
                  <c:v>38030</c:v>
                </c:pt>
                <c:pt idx="30">
                  <c:v>38034</c:v>
                </c:pt>
                <c:pt idx="31">
                  <c:v>38035</c:v>
                </c:pt>
                <c:pt idx="32">
                  <c:v>38036</c:v>
                </c:pt>
                <c:pt idx="33">
                  <c:v>38037</c:v>
                </c:pt>
                <c:pt idx="34">
                  <c:v>38040</c:v>
                </c:pt>
                <c:pt idx="35">
                  <c:v>38041</c:v>
                </c:pt>
                <c:pt idx="36">
                  <c:v>38042</c:v>
                </c:pt>
                <c:pt idx="37">
                  <c:v>38043</c:v>
                </c:pt>
                <c:pt idx="38">
                  <c:v>38044</c:v>
                </c:pt>
                <c:pt idx="39">
                  <c:v>38047</c:v>
                </c:pt>
                <c:pt idx="40">
                  <c:v>38048</c:v>
                </c:pt>
                <c:pt idx="41">
                  <c:v>38049</c:v>
                </c:pt>
                <c:pt idx="42">
                  <c:v>38050</c:v>
                </c:pt>
                <c:pt idx="43">
                  <c:v>38051</c:v>
                </c:pt>
                <c:pt idx="44">
                  <c:v>38054</c:v>
                </c:pt>
                <c:pt idx="45">
                  <c:v>38055</c:v>
                </c:pt>
                <c:pt idx="46">
                  <c:v>38056</c:v>
                </c:pt>
                <c:pt idx="47">
                  <c:v>38057</c:v>
                </c:pt>
                <c:pt idx="48">
                  <c:v>38058</c:v>
                </c:pt>
                <c:pt idx="49">
                  <c:v>38061</c:v>
                </c:pt>
                <c:pt idx="50">
                  <c:v>38062</c:v>
                </c:pt>
                <c:pt idx="51">
                  <c:v>38063</c:v>
                </c:pt>
                <c:pt idx="52">
                  <c:v>38064</c:v>
                </c:pt>
                <c:pt idx="53">
                  <c:v>38065</c:v>
                </c:pt>
                <c:pt idx="54">
                  <c:v>38068</c:v>
                </c:pt>
                <c:pt idx="55">
                  <c:v>38069</c:v>
                </c:pt>
                <c:pt idx="56">
                  <c:v>38070</c:v>
                </c:pt>
                <c:pt idx="57">
                  <c:v>38071</c:v>
                </c:pt>
                <c:pt idx="58">
                  <c:v>38072</c:v>
                </c:pt>
                <c:pt idx="59">
                  <c:v>38075</c:v>
                </c:pt>
                <c:pt idx="60">
                  <c:v>38076</c:v>
                </c:pt>
                <c:pt idx="61">
                  <c:v>38077</c:v>
                </c:pt>
                <c:pt idx="62">
                  <c:v>38078</c:v>
                </c:pt>
                <c:pt idx="63">
                  <c:v>38079</c:v>
                </c:pt>
                <c:pt idx="64">
                  <c:v>38082</c:v>
                </c:pt>
                <c:pt idx="65">
                  <c:v>38083</c:v>
                </c:pt>
                <c:pt idx="66">
                  <c:v>38084</c:v>
                </c:pt>
                <c:pt idx="67">
                  <c:v>38085</c:v>
                </c:pt>
                <c:pt idx="68">
                  <c:v>38089</c:v>
                </c:pt>
                <c:pt idx="69">
                  <c:v>38090</c:v>
                </c:pt>
                <c:pt idx="70">
                  <c:v>38091</c:v>
                </c:pt>
                <c:pt idx="71">
                  <c:v>38092</c:v>
                </c:pt>
                <c:pt idx="72">
                  <c:v>38093</c:v>
                </c:pt>
                <c:pt idx="73">
                  <c:v>38096</c:v>
                </c:pt>
                <c:pt idx="74">
                  <c:v>38097</c:v>
                </c:pt>
                <c:pt idx="75">
                  <c:v>38098</c:v>
                </c:pt>
                <c:pt idx="76">
                  <c:v>38099</c:v>
                </c:pt>
                <c:pt idx="77">
                  <c:v>38100</c:v>
                </c:pt>
                <c:pt idx="78">
                  <c:v>38103</c:v>
                </c:pt>
                <c:pt idx="79">
                  <c:v>38104</c:v>
                </c:pt>
                <c:pt idx="80">
                  <c:v>38105</c:v>
                </c:pt>
                <c:pt idx="81">
                  <c:v>38106</c:v>
                </c:pt>
                <c:pt idx="82">
                  <c:v>38107</c:v>
                </c:pt>
                <c:pt idx="83">
                  <c:v>38110</c:v>
                </c:pt>
                <c:pt idx="84">
                  <c:v>38111</c:v>
                </c:pt>
                <c:pt idx="85">
                  <c:v>38112</c:v>
                </c:pt>
                <c:pt idx="86">
                  <c:v>38113</c:v>
                </c:pt>
                <c:pt idx="87">
                  <c:v>38114</c:v>
                </c:pt>
                <c:pt idx="88">
                  <c:v>38117</c:v>
                </c:pt>
                <c:pt idx="89">
                  <c:v>38118</c:v>
                </c:pt>
                <c:pt idx="90">
                  <c:v>38119</c:v>
                </c:pt>
                <c:pt idx="91">
                  <c:v>38120</c:v>
                </c:pt>
                <c:pt idx="92">
                  <c:v>38121</c:v>
                </c:pt>
                <c:pt idx="93">
                  <c:v>38124</c:v>
                </c:pt>
                <c:pt idx="94">
                  <c:v>38125</c:v>
                </c:pt>
                <c:pt idx="95">
                  <c:v>38126</c:v>
                </c:pt>
                <c:pt idx="96">
                  <c:v>38127</c:v>
                </c:pt>
                <c:pt idx="97">
                  <c:v>38128</c:v>
                </c:pt>
                <c:pt idx="98">
                  <c:v>38131</c:v>
                </c:pt>
                <c:pt idx="99">
                  <c:v>38132</c:v>
                </c:pt>
                <c:pt idx="100">
                  <c:v>38133</c:v>
                </c:pt>
                <c:pt idx="101">
                  <c:v>38134</c:v>
                </c:pt>
                <c:pt idx="102">
                  <c:v>38135</c:v>
                </c:pt>
                <c:pt idx="103">
                  <c:v>38139</c:v>
                </c:pt>
                <c:pt idx="104">
                  <c:v>38140</c:v>
                </c:pt>
                <c:pt idx="105">
                  <c:v>38141</c:v>
                </c:pt>
                <c:pt idx="106">
                  <c:v>38142</c:v>
                </c:pt>
                <c:pt idx="107">
                  <c:v>38145</c:v>
                </c:pt>
                <c:pt idx="108">
                  <c:v>38146</c:v>
                </c:pt>
                <c:pt idx="109">
                  <c:v>38147</c:v>
                </c:pt>
                <c:pt idx="110">
                  <c:v>38148</c:v>
                </c:pt>
                <c:pt idx="111">
                  <c:v>38152</c:v>
                </c:pt>
                <c:pt idx="112">
                  <c:v>38153</c:v>
                </c:pt>
                <c:pt idx="113">
                  <c:v>38154</c:v>
                </c:pt>
                <c:pt idx="114">
                  <c:v>38155</c:v>
                </c:pt>
                <c:pt idx="115">
                  <c:v>38156</c:v>
                </c:pt>
                <c:pt idx="116">
                  <c:v>38159</c:v>
                </c:pt>
                <c:pt idx="117">
                  <c:v>38160</c:v>
                </c:pt>
                <c:pt idx="118">
                  <c:v>38161</c:v>
                </c:pt>
                <c:pt idx="119">
                  <c:v>38162</c:v>
                </c:pt>
                <c:pt idx="120">
                  <c:v>38163</c:v>
                </c:pt>
                <c:pt idx="121">
                  <c:v>38166</c:v>
                </c:pt>
                <c:pt idx="122">
                  <c:v>38167</c:v>
                </c:pt>
                <c:pt idx="123">
                  <c:v>38168</c:v>
                </c:pt>
                <c:pt idx="124">
                  <c:v>38169</c:v>
                </c:pt>
                <c:pt idx="125">
                  <c:v>38170</c:v>
                </c:pt>
                <c:pt idx="126">
                  <c:v>38174</c:v>
                </c:pt>
                <c:pt idx="127">
                  <c:v>38175</c:v>
                </c:pt>
                <c:pt idx="128">
                  <c:v>38176</c:v>
                </c:pt>
                <c:pt idx="129">
                  <c:v>38177</c:v>
                </c:pt>
                <c:pt idx="130">
                  <c:v>38180</c:v>
                </c:pt>
                <c:pt idx="131">
                  <c:v>38181</c:v>
                </c:pt>
                <c:pt idx="132">
                  <c:v>38182</c:v>
                </c:pt>
                <c:pt idx="133">
                  <c:v>38183</c:v>
                </c:pt>
                <c:pt idx="134">
                  <c:v>38184</c:v>
                </c:pt>
                <c:pt idx="135">
                  <c:v>38187</c:v>
                </c:pt>
                <c:pt idx="136">
                  <c:v>38188</c:v>
                </c:pt>
                <c:pt idx="137">
                  <c:v>38189</c:v>
                </c:pt>
                <c:pt idx="138">
                  <c:v>38190</c:v>
                </c:pt>
                <c:pt idx="139">
                  <c:v>38191</c:v>
                </c:pt>
                <c:pt idx="140">
                  <c:v>38194</c:v>
                </c:pt>
                <c:pt idx="141">
                  <c:v>38195</c:v>
                </c:pt>
                <c:pt idx="142">
                  <c:v>38196</c:v>
                </c:pt>
                <c:pt idx="143">
                  <c:v>38197</c:v>
                </c:pt>
                <c:pt idx="144">
                  <c:v>38198</c:v>
                </c:pt>
                <c:pt idx="145">
                  <c:v>38201</c:v>
                </c:pt>
                <c:pt idx="146">
                  <c:v>38202</c:v>
                </c:pt>
                <c:pt idx="147">
                  <c:v>38203</c:v>
                </c:pt>
                <c:pt idx="148">
                  <c:v>38204</c:v>
                </c:pt>
                <c:pt idx="149">
                  <c:v>38205</c:v>
                </c:pt>
                <c:pt idx="150">
                  <c:v>38208</c:v>
                </c:pt>
                <c:pt idx="151">
                  <c:v>38209</c:v>
                </c:pt>
                <c:pt idx="152">
                  <c:v>38210</c:v>
                </c:pt>
                <c:pt idx="153">
                  <c:v>38211</c:v>
                </c:pt>
                <c:pt idx="154">
                  <c:v>38212</c:v>
                </c:pt>
                <c:pt idx="155">
                  <c:v>38215</c:v>
                </c:pt>
                <c:pt idx="156">
                  <c:v>38216</c:v>
                </c:pt>
                <c:pt idx="157">
                  <c:v>38217</c:v>
                </c:pt>
                <c:pt idx="158">
                  <c:v>38218</c:v>
                </c:pt>
                <c:pt idx="159">
                  <c:v>38219</c:v>
                </c:pt>
                <c:pt idx="160">
                  <c:v>38222</c:v>
                </c:pt>
                <c:pt idx="161">
                  <c:v>38223</c:v>
                </c:pt>
                <c:pt idx="162">
                  <c:v>38224</c:v>
                </c:pt>
                <c:pt idx="163">
                  <c:v>38225</c:v>
                </c:pt>
                <c:pt idx="164">
                  <c:v>38226</c:v>
                </c:pt>
                <c:pt idx="165">
                  <c:v>38229</c:v>
                </c:pt>
                <c:pt idx="166">
                  <c:v>38230</c:v>
                </c:pt>
                <c:pt idx="167">
                  <c:v>38231</c:v>
                </c:pt>
                <c:pt idx="168">
                  <c:v>38232</c:v>
                </c:pt>
                <c:pt idx="169">
                  <c:v>38233</c:v>
                </c:pt>
                <c:pt idx="170">
                  <c:v>38237</c:v>
                </c:pt>
                <c:pt idx="171">
                  <c:v>38238</c:v>
                </c:pt>
                <c:pt idx="172">
                  <c:v>38239</c:v>
                </c:pt>
                <c:pt idx="173">
                  <c:v>38240</c:v>
                </c:pt>
                <c:pt idx="174">
                  <c:v>38243</c:v>
                </c:pt>
                <c:pt idx="175">
                  <c:v>38244</c:v>
                </c:pt>
                <c:pt idx="176">
                  <c:v>38245</c:v>
                </c:pt>
                <c:pt idx="177">
                  <c:v>38246</c:v>
                </c:pt>
                <c:pt idx="178">
                  <c:v>38247</c:v>
                </c:pt>
                <c:pt idx="179">
                  <c:v>38250</c:v>
                </c:pt>
                <c:pt idx="180">
                  <c:v>38251</c:v>
                </c:pt>
                <c:pt idx="181">
                  <c:v>38252</c:v>
                </c:pt>
                <c:pt idx="182">
                  <c:v>38253</c:v>
                </c:pt>
                <c:pt idx="183">
                  <c:v>38254</c:v>
                </c:pt>
                <c:pt idx="184">
                  <c:v>38257</c:v>
                </c:pt>
                <c:pt idx="185">
                  <c:v>38258</c:v>
                </c:pt>
                <c:pt idx="186">
                  <c:v>38259</c:v>
                </c:pt>
                <c:pt idx="187">
                  <c:v>38260</c:v>
                </c:pt>
                <c:pt idx="188">
                  <c:v>38261</c:v>
                </c:pt>
                <c:pt idx="189">
                  <c:v>38264</c:v>
                </c:pt>
                <c:pt idx="190">
                  <c:v>38265</c:v>
                </c:pt>
                <c:pt idx="191">
                  <c:v>38266</c:v>
                </c:pt>
                <c:pt idx="192">
                  <c:v>38267</c:v>
                </c:pt>
                <c:pt idx="193">
                  <c:v>38268</c:v>
                </c:pt>
                <c:pt idx="194">
                  <c:v>38271</c:v>
                </c:pt>
                <c:pt idx="195">
                  <c:v>38272</c:v>
                </c:pt>
                <c:pt idx="196">
                  <c:v>38273</c:v>
                </c:pt>
                <c:pt idx="197">
                  <c:v>38274</c:v>
                </c:pt>
                <c:pt idx="198">
                  <c:v>38275</c:v>
                </c:pt>
                <c:pt idx="199">
                  <c:v>38278</c:v>
                </c:pt>
                <c:pt idx="200">
                  <c:v>38279</c:v>
                </c:pt>
                <c:pt idx="201">
                  <c:v>38280</c:v>
                </c:pt>
                <c:pt idx="202">
                  <c:v>38281</c:v>
                </c:pt>
                <c:pt idx="203">
                  <c:v>38282</c:v>
                </c:pt>
                <c:pt idx="204">
                  <c:v>38285</c:v>
                </c:pt>
                <c:pt idx="205">
                  <c:v>38286</c:v>
                </c:pt>
                <c:pt idx="206">
                  <c:v>38287</c:v>
                </c:pt>
                <c:pt idx="207">
                  <c:v>38288</c:v>
                </c:pt>
                <c:pt idx="208">
                  <c:v>38289</c:v>
                </c:pt>
                <c:pt idx="209">
                  <c:v>38292</c:v>
                </c:pt>
                <c:pt idx="210">
                  <c:v>38293</c:v>
                </c:pt>
                <c:pt idx="211">
                  <c:v>38294</c:v>
                </c:pt>
                <c:pt idx="212">
                  <c:v>38295</c:v>
                </c:pt>
                <c:pt idx="213">
                  <c:v>38296</c:v>
                </c:pt>
                <c:pt idx="214">
                  <c:v>38299</c:v>
                </c:pt>
                <c:pt idx="215">
                  <c:v>38300</c:v>
                </c:pt>
                <c:pt idx="216">
                  <c:v>38301</c:v>
                </c:pt>
                <c:pt idx="217">
                  <c:v>38302</c:v>
                </c:pt>
                <c:pt idx="218">
                  <c:v>38303</c:v>
                </c:pt>
                <c:pt idx="219">
                  <c:v>38306</c:v>
                </c:pt>
                <c:pt idx="220">
                  <c:v>38307</c:v>
                </c:pt>
                <c:pt idx="221">
                  <c:v>38308</c:v>
                </c:pt>
                <c:pt idx="222">
                  <c:v>38309</c:v>
                </c:pt>
                <c:pt idx="223">
                  <c:v>38310</c:v>
                </c:pt>
                <c:pt idx="224">
                  <c:v>38313</c:v>
                </c:pt>
                <c:pt idx="225">
                  <c:v>38314</c:v>
                </c:pt>
                <c:pt idx="226">
                  <c:v>38315</c:v>
                </c:pt>
                <c:pt idx="227">
                  <c:v>38317</c:v>
                </c:pt>
                <c:pt idx="228">
                  <c:v>38320</c:v>
                </c:pt>
                <c:pt idx="229">
                  <c:v>38321</c:v>
                </c:pt>
                <c:pt idx="230">
                  <c:v>38322</c:v>
                </c:pt>
                <c:pt idx="231">
                  <c:v>38323</c:v>
                </c:pt>
                <c:pt idx="232">
                  <c:v>38324</c:v>
                </c:pt>
                <c:pt idx="233">
                  <c:v>38327</c:v>
                </c:pt>
                <c:pt idx="234">
                  <c:v>38328</c:v>
                </c:pt>
                <c:pt idx="235">
                  <c:v>38329</c:v>
                </c:pt>
                <c:pt idx="236">
                  <c:v>38330</c:v>
                </c:pt>
                <c:pt idx="237">
                  <c:v>38331</c:v>
                </c:pt>
                <c:pt idx="238">
                  <c:v>38334</c:v>
                </c:pt>
                <c:pt idx="239">
                  <c:v>38335</c:v>
                </c:pt>
                <c:pt idx="240">
                  <c:v>38336</c:v>
                </c:pt>
                <c:pt idx="241">
                  <c:v>38337</c:v>
                </c:pt>
                <c:pt idx="242">
                  <c:v>38338</c:v>
                </c:pt>
                <c:pt idx="243">
                  <c:v>38341</c:v>
                </c:pt>
                <c:pt idx="244">
                  <c:v>38342</c:v>
                </c:pt>
                <c:pt idx="245">
                  <c:v>38343</c:v>
                </c:pt>
                <c:pt idx="246">
                  <c:v>38344</c:v>
                </c:pt>
                <c:pt idx="247">
                  <c:v>38348</c:v>
                </c:pt>
                <c:pt idx="248">
                  <c:v>38349</c:v>
                </c:pt>
                <c:pt idx="249">
                  <c:v>38350</c:v>
                </c:pt>
                <c:pt idx="250">
                  <c:v>38351</c:v>
                </c:pt>
                <c:pt idx="251">
                  <c:v>38352</c:v>
                </c:pt>
                <c:pt idx="252">
                  <c:v>38355</c:v>
                </c:pt>
                <c:pt idx="253">
                  <c:v>38356</c:v>
                </c:pt>
                <c:pt idx="254">
                  <c:v>38357</c:v>
                </c:pt>
                <c:pt idx="255">
                  <c:v>38358</c:v>
                </c:pt>
                <c:pt idx="256">
                  <c:v>38359</c:v>
                </c:pt>
                <c:pt idx="257">
                  <c:v>38362</c:v>
                </c:pt>
                <c:pt idx="258">
                  <c:v>38363</c:v>
                </c:pt>
                <c:pt idx="259">
                  <c:v>38364</c:v>
                </c:pt>
                <c:pt idx="260">
                  <c:v>38365</c:v>
                </c:pt>
                <c:pt idx="261">
                  <c:v>38366</c:v>
                </c:pt>
                <c:pt idx="262">
                  <c:v>38370</c:v>
                </c:pt>
                <c:pt idx="263">
                  <c:v>38371</c:v>
                </c:pt>
                <c:pt idx="264">
                  <c:v>38372</c:v>
                </c:pt>
                <c:pt idx="265">
                  <c:v>38373</c:v>
                </c:pt>
                <c:pt idx="266">
                  <c:v>38376</c:v>
                </c:pt>
                <c:pt idx="267">
                  <c:v>38377</c:v>
                </c:pt>
                <c:pt idx="268">
                  <c:v>38378</c:v>
                </c:pt>
                <c:pt idx="269">
                  <c:v>38379</c:v>
                </c:pt>
                <c:pt idx="270">
                  <c:v>38380</c:v>
                </c:pt>
                <c:pt idx="271">
                  <c:v>38383</c:v>
                </c:pt>
                <c:pt idx="272">
                  <c:v>38384</c:v>
                </c:pt>
                <c:pt idx="273">
                  <c:v>38385</c:v>
                </c:pt>
                <c:pt idx="274">
                  <c:v>38386</c:v>
                </c:pt>
                <c:pt idx="275">
                  <c:v>38387</c:v>
                </c:pt>
                <c:pt idx="276">
                  <c:v>38390</c:v>
                </c:pt>
                <c:pt idx="277">
                  <c:v>38391</c:v>
                </c:pt>
                <c:pt idx="278">
                  <c:v>38392</c:v>
                </c:pt>
                <c:pt idx="279">
                  <c:v>38393</c:v>
                </c:pt>
                <c:pt idx="280">
                  <c:v>38394</c:v>
                </c:pt>
                <c:pt idx="281">
                  <c:v>38397</c:v>
                </c:pt>
                <c:pt idx="282">
                  <c:v>38398</c:v>
                </c:pt>
                <c:pt idx="283">
                  <c:v>38399</c:v>
                </c:pt>
                <c:pt idx="284">
                  <c:v>38400</c:v>
                </c:pt>
                <c:pt idx="285">
                  <c:v>38401</c:v>
                </c:pt>
                <c:pt idx="286">
                  <c:v>38405</c:v>
                </c:pt>
                <c:pt idx="287">
                  <c:v>38406</c:v>
                </c:pt>
                <c:pt idx="288">
                  <c:v>38407</c:v>
                </c:pt>
                <c:pt idx="289">
                  <c:v>38408</c:v>
                </c:pt>
                <c:pt idx="290">
                  <c:v>38411</c:v>
                </c:pt>
                <c:pt idx="291">
                  <c:v>38412</c:v>
                </c:pt>
                <c:pt idx="292">
                  <c:v>38413</c:v>
                </c:pt>
                <c:pt idx="293">
                  <c:v>38414</c:v>
                </c:pt>
                <c:pt idx="294">
                  <c:v>38415</c:v>
                </c:pt>
                <c:pt idx="295">
                  <c:v>38418</c:v>
                </c:pt>
                <c:pt idx="296">
                  <c:v>38419</c:v>
                </c:pt>
                <c:pt idx="297">
                  <c:v>38420</c:v>
                </c:pt>
                <c:pt idx="298">
                  <c:v>38421</c:v>
                </c:pt>
                <c:pt idx="299">
                  <c:v>38422</c:v>
                </c:pt>
                <c:pt idx="300">
                  <c:v>38425</c:v>
                </c:pt>
                <c:pt idx="301">
                  <c:v>38426</c:v>
                </c:pt>
                <c:pt idx="302">
                  <c:v>38427</c:v>
                </c:pt>
                <c:pt idx="303">
                  <c:v>38428</c:v>
                </c:pt>
                <c:pt idx="304">
                  <c:v>38429</c:v>
                </c:pt>
                <c:pt idx="305">
                  <c:v>38432</c:v>
                </c:pt>
                <c:pt idx="306">
                  <c:v>38433</c:v>
                </c:pt>
                <c:pt idx="307">
                  <c:v>38434</c:v>
                </c:pt>
                <c:pt idx="308">
                  <c:v>38435</c:v>
                </c:pt>
                <c:pt idx="309">
                  <c:v>38439</c:v>
                </c:pt>
                <c:pt idx="310">
                  <c:v>38440</c:v>
                </c:pt>
                <c:pt idx="311">
                  <c:v>38441</c:v>
                </c:pt>
                <c:pt idx="312">
                  <c:v>38442</c:v>
                </c:pt>
                <c:pt idx="313">
                  <c:v>38443</c:v>
                </c:pt>
                <c:pt idx="314">
                  <c:v>38446</c:v>
                </c:pt>
                <c:pt idx="315">
                  <c:v>38447</c:v>
                </c:pt>
                <c:pt idx="316">
                  <c:v>38448</c:v>
                </c:pt>
                <c:pt idx="317">
                  <c:v>38449</c:v>
                </c:pt>
                <c:pt idx="318">
                  <c:v>38450</c:v>
                </c:pt>
                <c:pt idx="319">
                  <c:v>38453</c:v>
                </c:pt>
                <c:pt idx="320">
                  <c:v>38454</c:v>
                </c:pt>
                <c:pt idx="321">
                  <c:v>38455</c:v>
                </c:pt>
                <c:pt idx="322">
                  <c:v>38456</c:v>
                </c:pt>
                <c:pt idx="323">
                  <c:v>38457</c:v>
                </c:pt>
                <c:pt idx="324">
                  <c:v>38460</c:v>
                </c:pt>
                <c:pt idx="325">
                  <c:v>38461</c:v>
                </c:pt>
                <c:pt idx="326">
                  <c:v>38462</c:v>
                </c:pt>
                <c:pt idx="327">
                  <c:v>38463</c:v>
                </c:pt>
                <c:pt idx="328">
                  <c:v>38464</c:v>
                </c:pt>
                <c:pt idx="329">
                  <c:v>38467</c:v>
                </c:pt>
                <c:pt idx="330">
                  <c:v>38468</c:v>
                </c:pt>
                <c:pt idx="331">
                  <c:v>38469</c:v>
                </c:pt>
                <c:pt idx="332">
                  <c:v>38470</c:v>
                </c:pt>
                <c:pt idx="333">
                  <c:v>38471</c:v>
                </c:pt>
                <c:pt idx="334">
                  <c:v>38474</c:v>
                </c:pt>
                <c:pt idx="335">
                  <c:v>38475</c:v>
                </c:pt>
                <c:pt idx="336">
                  <c:v>38476</c:v>
                </c:pt>
                <c:pt idx="337">
                  <c:v>38477</c:v>
                </c:pt>
                <c:pt idx="338">
                  <c:v>38478</c:v>
                </c:pt>
                <c:pt idx="339">
                  <c:v>38481</c:v>
                </c:pt>
                <c:pt idx="340">
                  <c:v>38482</c:v>
                </c:pt>
                <c:pt idx="341">
                  <c:v>38483</c:v>
                </c:pt>
                <c:pt idx="342">
                  <c:v>38484</c:v>
                </c:pt>
                <c:pt idx="343">
                  <c:v>38485</c:v>
                </c:pt>
                <c:pt idx="344">
                  <c:v>38488</c:v>
                </c:pt>
                <c:pt idx="345">
                  <c:v>38489</c:v>
                </c:pt>
                <c:pt idx="346">
                  <c:v>38490</c:v>
                </c:pt>
                <c:pt idx="347">
                  <c:v>38491</c:v>
                </c:pt>
                <c:pt idx="348">
                  <c:v>38492</c:v>
                </c:pt>
                <c:pt idx="349">
                  <c:v>38495</c:v>
                </c:pt>
                <c:pt idx="350">
                  <c:v>38496</c:v>
                </c:pt>
                <c:pt idx="351">
                  <c:v>38497</c:v>
                </c:pt>
                <c:pt idx="352">
                  <c:v>38498</c:v>
                </c:pt>
                <c:pt idx="353">
                  <c:v>38499</c:v>
                </c:pt>
                <c:pt idx="354">
                  <c:v>38503</c:v>
                </c:pt>
                <c:pt idx="355">
                  <c:v>38504</c:v>
                </c:pt>
                <c:pt idx="356">
                  <c:v>38505</c:v>
                </c:pt>
                <c:pt idx="357">
                  <c:v>38506</c:v>
                </c:pt>
                <c:pt idx="358">
                  <c:v>38509</c:v>
                </c:pt>
                <c:pt idx="359">
                  <c:v>38510</c:v>
                </c:pt>
                <c:pt idx="360">
                  <c:v>38511</c:v>
                </c:pt>
                <c:pt idx="361">
                  <c:v>38512</c:v>
                </c:pt>
                <c:pt idx="362">
                  <c:v>38513</c:v>
                </c:pt>
                <c:pt idx="363">
                  <c:v>38516</c:v>
                </c:pt>
                <c:pt idx="364">
                  <c:v>38517</c:v>
                </c:pt>
                <c:pt idx="365">
                  <c:v>38518</c:v>
                </c:pt>
                <c:pt idx="366">
                  <c:v>38519</c:v>
                </c:pt>
                <c:pt idx="367">
                  <c:v>38520</c:v>
                </c:pt>
                <c:pt idx="368">
                  <c:v>38523</c:v>
                </c:pt>
                <c:pt idx="369">
                  <c:v>38524</c:v>
                </c:pt>
                <c:pt idx="370">
                  <c:v>38525</c:v>
                </c:pt>
                <c:pt idx="371">
                  <c:v>38526</c:v>
                </c:pt>
                <c:pt idx="372">
                  <c:v>38527</c:v>
                </c:pt>
                <c:pt idx="373">
                  <c:v>38530</c:v>
                </c:pt>
                <c:pt idx="374">
                  <c:v>38531</c:v>
                </c:pt>
                <c:pt idx="375">
                  <c:v>38532</c:v>
                </c:pt>
                <c:pt idx="376">
                  <c:v>38533</c:v>
                </c:pt>
                <c:pt idx="377">
                  <c:v>38534</c:v>
                </c:pt>
                <c:pt idx="378">
                  <c:v>38538</c:v>
                </c:pt>
                <c:pt idx="379">
                  <c:v>38539</c:v>
                </c:pt>
                <c:pt idx="380">
                  <c:v>38540</c:v>
                </c:pt>
                <c:pt idx="381">
                  <c:v>38541</c:v>
                </c:pt>
                <c:pt idx="382">
                  <c:v>38544</c:v>
                </c:pt>
                <c:pt idx="383">
                  <c:v>38545</c:v>
                </c:pt>
                <c:pt idx="384">
                  <c:v>38546</c:v>
                </c:pt>
                <c:pt idx="385">
                  <c:v>38547</c:v>
                </c:pt>
                <c:pt idx="386">
                  <c:v>38548</c:v>
                </c:pt>
                <c:pt idx="387">
                  <c:v>38551</c:v>
                </c:pt>
                <c:pt idx="388">
                  <c:v>38552</c:v>
                </c:pt>
                <c:pt idx="389">
                  <c:v>38553</c:v>
                </c:pt>
                <c:pt idx="390">
                  <c:v>38554</c:v>
                </c:pt>
                <c:pt idx="391">
                  <c:v>38555</c:v>
                </c:pt>
                <c:pt idx="392">
                  <c:v>38558</c:v>
                </c:pt>
                <c:pt idx="393">
                  <c:v>38559</c:v>
                </c:pt>
                <c:pt idx="394">
                  <c:v>38560</c:v>
                </c:pt>
                <c:pt idx="395">
                  <c:v>38561</c:v>
                </c:pt>
                <c:pt idx="396">
                  <c:v>38562</c:v>
                </c:pt>
                <c:pt idx="397">
                  <c:v>38565</c:v>
                </c:pt>
                <c:pt idx="398">
                  <c:v>38566</c:v>
                </c:pt>
                <c:pt idx="399">
                  <c:v>38567</c:v>
                </c:pt>
                <c:pt idx="400">
                  <c:v>38568</c:v>
                </c:pt>
                <c:pt idx="401">
                  <c:v>38569</c:v>
                </c:pt>
                <c:pt idx="402">
                  <c:v>38572</c:v>
                </c:pt>
                <c:pt idx="403">
                  <c:v>38573</c:v>
                </c:pt>
                <c:pt idx="404">
                  <c:v>38574</c:v>
                </c:pt>
                <c:pt idx="405">
                  <c:v>38575</c:v>
                </c:pt>
                <c:pt idx="406">
                  <c:v>38576</c:v>
                </c:pt>
                <c:pt idx="407">
                  <c:v>38579</c:v>
                </c:pt>
                <c:pt idx="408">
                  <c:v>38580</c:v>
                </c:pt>
                <c:pt idx="409">
                  <c:v>38581</c:v>
                </c:pt>
                <c:pt idx="410">
                  <c:v>38582</c:v>
                </c:pt>
                <c:pt idx="411">
                  <c:v>38583</c:v>
                </c:pt>
                <c:pt idx="412">
                  <c:v>38586</c:v>
                </c:pt>
                <c:pt idx="413">
                  <c:v>38587</c:v>
                </c:pt>
                <c:pt idx="414">
                  <c:v>38588</c:v>
                </c:pt>
                <c:pt idx="415">
                  <c:v>38589</c:v>
                </c:pt>
                <c:pt idx="416">
                  <c:v>38590</c:v>
                </c:pt>
                <c:pt idx="417">
                  <c:v>38593</c:v>
                </c:pt>
                <c:pt idx="418">
                  <c:v>38594</c:v>
                </c:pt>
                <c:pt idx="419">
                  <c:v>38595</c:v>
                </c:pt>
                <c:pt idx="420">
                  <c:v>38596</c:v>
                </c:pt>
                <c:pt idx="421">
                  <c:v>38597</c:v>
                </c:pt>
                <c:pt idx="422">
                  <c:v>38601</c:v>
                </c:pt>
                <c:pt idx="423">
                  <c:v>38602</c:v>
                </c:pt>
                <c:pt idx="424">
                  <c:v>38603</c:v>
                </c:pt>
                <c:pt idx="425">
                  <c:v>38604</c:v>
                </c:pt>
                <c:pt idx="426">
                  <c:v>38607</c:v>
                </c:pt>
                <c:pt idx="427">
                  <c:v>38608</c:v>
                </c:pt>
                <c:pt idx="428">
                  <c:v>38609</c:v>
                </c:pt>
                <c:pt idx="429">
                  <c:v>38610</c:v>
                </c:pt>
                <c:pt idx="430">
                  <c:v>38611</c:v>
                </c:pt>
                <c:pt idx="431">
                  <c:v>38614</c:v>
                </c:pt>
                <c:pt idx="432">
                  <c:v>38615</c:v>
                </c:pt>
                <c:pt idx="433">
                  <c:v>38616</c:v>
                </c:pt>
                <c:pt idx="434">
                  <c:v>38617</c:v>
                </c:pt>
                <c:pt idx="435">
                  <c:v>38618</c:v>
                </c:pt>
                <c:pt idx="436">
                  <c:v>38621</c:v>
                </c:pt>
                <c:pt idx="437">
                  <c:v>38622</c:v>
                </c:pt>
                <c:pt idx="438">
                  <c:v>38623</c:v>
                </c:pt>
                <c:pt idx="439">
                  <c:v>38624</c:v>
                </c:pt>
                <c:pt idx="440">
                  <c:v>38625</c:v>
                </c:pt>
                <c:pt idx="441">
                  <c:v>38628</c:v>
                </c:pt>
                <c:pt idx="442">
                  <c:v>38629</c:v>
                </c:pt>
                <c:pt idx="443">
                  <c:v>38630</c:v>
                </c:pt>
                <c:pt idx="444">
                  <c:v>38631</c:v>
                </c:pt>
                <c:pt idx="445">
                  <c:v>38632</c:v>
                </c:pt>
                <c:pt idx="446">
                  <c:v>38635</c:v>
                </c:pt>
                <c:pt idx="447">
                  <c:v>38636</c:v>
                </c:pt>
                <c:pt idx="448">
                  <c:v>38637</c:v>
                </c:pt>
                <c:pt idx="449">
                  <c:v>38638</c:v>
                </c:pt>
                <c:pt idx="450">
                  <c:v>38639</c:v>
                </c:pt>
                <c:pt idx="451">
                  <c:v>38642</c:v>
                </c:pt>
                <c:pt idx="452">
                  <c:v>38643</c:v>
                </c:pt>
                <c:pt idx="453">
                  <c:v>38644</c:v>
                </c:pt>
                <c:pt idx="454">
                  <c:v>38645</c:v>
                </c:pt>
                <c:pt idx="455">
                  <c:v>38646</c:v>
                </c:pt>
                <c:pt idx="456">
                  <c:v>38649</c:v>
                </c:pt>
                <c:pt idx="457">
                  <c:v>38650</c:v>
                </c:pt>
                <c:pt idx="458">
                  <c:v>38651</c:v>
                </c:pt>
                <c:pt idx="459">
                  <c:v>38652</c:v>
                </c:pt>
                <c:pt idx="460">
                  <c:v>38653</c:v>
                </c:pt>
                <c:pt idx="461">
                  <c:v>38656</c:v>
                </c:pt>
                <c:pt idx="462">
                  <c:v>38657</c:v>
                </c:pt>
                <c:pt idx="463">
                  <c:v>38658</c:v>
                </c:pt>
                <c:pt idx="464">
                  <c:v>38659</c:v>
                </c:pt>
                <c:pt idx="465">
                  <c:v>38660</c:v>
                </c:pt>
                <c:pt idx="466">
                  <c:v>38663</c:v>
                </c:pt>
                <c:pt idx="467">
                  <c:v>38664</c:v>
                </c:pt>
                <c:pt idx="468">
                  <c:v>38665</c:v>
                </c:pt>
                <c:pt idx="469">
                  <c:v>38666</c:v>
                </c:pt>
                <c:pt idx="470">
                  <c:v>38667</c:v>
                </c:pt>
                <c:pt idx="471">
                  <c:v>38670</c:v>
                </c:pt>
                <c:pt idx="472">
                  <c:v>38671</c:v>
                </c:pt>
                <c:pt idx="473">
                  <c:v>38672</c:v>
                </c:pt>
                <c:pt idx="474">
                  <c:v>38673</c:v>
                </c:pt>
                <c:pt idx="475">
                  <c:v>38674</c:v>
                </c:pt>
                <c:pt idx="476">
                  <c:v>38677</c:v>
                </c:pt>
                <c:pt idx="477">
                  <c:v>38678</c:v>
                </c:pt>
                <c:pt idx="478">
                  <c:v>38679</c:v>
                </c:pt>
                <c:pt idx="479">
                  <c:v>38681</c:v>
                </c:pt>
                <c:pt idx="480">
                  <c:v>38684</c:v>
                </c:pt>
                <c:pt idx="481">
                  <c:v>38685</c:v>
                </c:pt>
                <c:pt idx="482">
                  <c:v>38686</c:v>
                </c:pt>
                <c:pt idx="483">
                  <c:v>38687</c:v>
                </c:pt>
                <c:pt idx="484">
                  <c:v>38688</c:v>
                </c:pt>
                <c:pt idx="485">
                  <c:v>38691</c:v>
                </c:pt>
                <c:pt idx="486">
                  <c:v>38692</c:v>
                </c:pt>
                <c:pt idx="487">
                  <c:v>38693</c:v>
                </c:pt>
                <c:pt idx="488">
                  <c:v>38694</c:v>
                </c:pt>
                <c:pt idx="489">
                  <c:v>38695</c:v>
                </c:pt>
                <c:pt idx="490">
                  <c:v>38698</c:v>
                </c:pt>
                <c:pt idx="491">
                  <c:v>38699</c:v>
                </c:pt>
                <c:pt idx="492">
                  <c:v>38700</c:v>
                </c:pt>
                <c:pt idx="493">
                  <c:v>38701</c:v>
                </c:pt>
                <c:pt idx="494">
                  <c:v>38702</c:v>
                </c:pt>
                <c:pt idx="495">
                  <c:v>38705</c:v>
                </c:pt>
                <c:pt idx="496">
                  <c:v>38706</c:v>
                </c:pt>
                <c:pt idx="497">
                  <c:v>38707</c:v>
                </c:pt>
                <c:pt idx="498">
                  <c:v>38708</c:v>
                </c:pt>
                <c:pt idx="499">
                  <c:v>38709</c:v>
                </c:pt>
                <c:pt idx="500">
                  <c:v>38713</c:v>
                </c:pt>
                <c:pt idx="501">
                  <c:v>38714</c:v>
                </c:pt>
                <c:pt idx="502">
                  <c:v>38715</c:v>
                </c:pt>
                <c:pt idx="503">
                  <c:v>38716</c:v>
                </c:pt>
                <c:pt idx="504">
                  <c:v>38720</c:v>
                </c:pt>
                <c:pt idx="505">
                  <c:v>38721</c:v>
                </c:pt>
                <c:pt idx="506">
                  <c:v>38722</c:v>
                </c:pt>
                <c:pt idx="507">
                  <c:v>38723</c:v>
                </c:pt>
                <c:pt idx="508">
                  <c:v>38726</c:v>
                </c:pt>
                <c:pt idx="509">
                  <c:v>38727</c:v>
                </c:pt>
                <c:pt idx="510">
                  <c:v>38728</c:v>
                </c:pt>
                <c:pt idx="511">
                  <c:v>38729</c:v>
                </c:pt>
                <c:pt idx="512">
                  <c:v>38730</c:v>
                </c:pt>
                <c:pt idx="513">
                  <c:v>38734</c:v>
                </c:pt>
                <c:pt idx="514">
                  <c:v>38735</c:v>
                </c:pt>
                <c:pt idx="515">
                  <c:v>38736</c:v>
                </c:pt>
                <c:pt idx="516">
                  <c:v>38737</c:v>
                </c:pt>
                <c:pt idx="517">
                  <c:v>38740</c:v>
                </c:pt>
                <c:pt idx="518">
                  <c:v>38741</c:v>
                </c:pt>
                <c:pt idx="519">
                  <c:v>38742</c:v>
                </c:pt>
                <c:pt idx="520">
                  <c:v>38743</c:v>
                </c:pt>
                <c:pt idx="521">
                  <c:v>38744</c:v>
                </c:pt>
                <c:pt idx="522">
                  <c:v>38747</c:v>
                </c:pt>
                <c:pt idx="523">
                  <c:v>38748</c:v>
                </c:pt>
                <c:pt idx="524">
                  <c:v>38749</c:v>
                </c:pt>
                <c:pt idx="525">
                  <c:v>38750</c:v>
                </c:pt>
                <c:pt idx="526">
                  <c:v>38751</c:v>
                </c:pt>
                <c:pt idx="527">
                  <c:v>38754</c:v>
                </c:pt>
                <c:pt idx="528">
                  <c:v>38755</c:v>
                </c:pt>
                <c:pt idx="529">
                  <c:v>38756</c:v>
                </c:pt>
                <c:pt idx="530">
                  <c:v>38757</c:v>
                </c:pt>
                <c:pt idx="531">
                  <c:v>38758</c:v>
                </c:pt>
                <c:pt idx="532">
                  <c:v>38761</c:v>
                </c:pt>
                <c:pt idx="533">
                  <c:v>38762</c:v>
                </c:pt>
                <c:pt idx="534">
                  <c:v>38763</c:v>
                </c:pt>
                <c:pt idx="535">
                  <c:v>38764</c:v>
                </c:pt>
                <c:pt idx="536">
                  <c:v>38765</c:v>
                </c:pt>
                <c:pt idx="537">
                  <c:v>38769</c:v>
                </c:pt>
                <c:pt idx="538">
                  <c:v>38770</c:v>
                </c:pt>
                <c:pt idx="539">
                  <c:v>38771</c:v>
                </c:pt>
                <c:pt idx="540">
                  <c:v>38772</c:v>
                </c:pt>
                <c:pt idx="541">
                  <c:v>38775</c:v>
                </c:pt>
                <c:pt idx="542">
                  <c:v>38776</c:v>
                </c:pt>
                <c:pt idx="543">
                  <c:v>38777</c:v>
                </c:pt>
                <c:pt idx="544">
                  <c:v>38778</c:v>
                </c:pt>
                <c:pt idx="545">
                  <c:v>38779</c:v>
                </c:pt>
                <c:pt idx="546">
                  <c:v>38782</c:v>
                </c:pt>
                <c:pt idx="547">
                  <c:v>38783</c:v>
                </c:pt>
                <c:pt idx="548">
                  <c:v>38784</c:v>
                </c:pt>
                <c:pt idx="549">
                  <c:v>38785</c:v>
                </c:pt>
                <c:pt idx="550">
                  <c:v>38786</c:v>
                </c:pt>
                <c:pt idx="551">
                  <c:v>38789</c:v>
                </c:pt>
                <c:pt idx="552">
                  <c:v>38790</c:v>
                </c:pt>
                <c:pt idx="553">
                  <c:v>38791</c:v>
                </c:pt>
                <c:pt idx="554">
                  <c:v>38792</c:v>
                </c:pt>
                <c:pt idx="555">
                  <c:v>38793</c:v>
                </c:pt>
                <c:pt idx="556">
                  <c:v>38796</c:v>
                </c:pt>
                <c:pt idx="557">
                  <c:v>38797</c:v>
                </c:pt>
                <c:pt idx="558">
                  <c:v>38798</c:v>
                </c:pt>
                <c:pt idx="559">
                  <c:v>38799</c:v>
                </c:pt>
                <c:pt idx="560">
                  <c:v>38800</c:v>
                </c:pt>
                <c:pt idx="561">
                  <c:v>38803</c:v>
                </c:pt>
                <c:pt idx="562">
                  <c:v>38804</c:v>
                </c:pt>
                <c:pt idx="563">
                  <c:v>38805</c:v>
                </c:pt>
                <c:pt idx="564">
                  <c:v>38806</c:v>
                </c:pt>
                <c:pt idx="565">
                  <c:v>38807</c:v>
                </c:pt>
                <c:pt idx="566">
                  <c:v>38810</c:v>
                </c:pt>
                <c:pt idx="567">
                  <c:v>38811</c:v>
                </c:pt>
                <c:pt idx="568">
                  <c:v>38812</c:v>
                </c:pt>
                <c:pt idx="569">
                  <c:v>38813</c:v>
                </c:pt>
                <c:pt idx="570">
                  <c:v>38814</c:v>
                </c:pt>
                <c:pt idx="571">
                  <c:v>38817</c:v>
                </c:pt>
                <c:pt idx="572">
                  <c:v>38818</c:v>
                </c:pt>
                <c:pt idx="573">
                  <c:v>38819</c:v>
                </c:pt>
                <c:pt idx="574">
                  <c:v>38820</c:v>
                </c:pt>
                <c:pt idx="575">
                  <c:v>38824</c:v>
                </c:pt>
                <c:pt idx="576">
                  <c:v>38825</c:v>
                </c:pt>
                <c:pt idx="577">
                  <c:v>38826</c:v>
                </c:pt>
                <c:pt idx="578">
                  <c:v>38827</c:v>
                </c:pt>
                <c:pt idx="579">
                  <c:v>38828</c:v>
                </c:pt>
                <c:pt idx="580">
                  <c:v>38831</c:v>
                </c:pt>
                <c:pt idx="581">
                  <c:v>38832</c:v>
                </c:pt>
                <c:pt idx="582">
                  <c:v>38833</c:v>
                </c:pt>
                <c:pt idx="583">
                  <c:v>38834</c:v>
                </c:pt>
                <c:pt idx="584">
                  <c:v>38835</c:v>
                </c:pt>
                <c:pt idx="585">
                  <c:v>38838</c:v>
                </c:pt>
                <c:pt idx="586">
                  <c:v>38839</c:v>
                </c:pt>
                <c:pt idx="587">
                  <c:v>38840</c:v>
                </c:pt>
                <c:pt idx="588">
                  <c:v>38841</c:v>
                </c:pt>
                <c:pt idx="589">
                  <c:v>38842</c:v>
                </c:pt>
                <c:pt idx="590">
                  <c:v>38845</c:v>
                </c:pt>
                <c:pt idx="591">
                  <c:v>38846</c:v>
                </c:pt>
                <c:pt idx="592">
                  <c:v>38847</c:v>
                </c:pt>
                <c:pt idx="593">
                  <c:v>38848</c:v>
                </c:pt>
                <c:pt idx="594">
                  <c:v>38849</c:v>
                </c:pt>
                <c:pt idx="595">
                  <c:v>38852</c:v>
                </c:pt>
                <c:pt idx="596">
                  <c:v>38853</c:v>
                </c:pt>
                <c:pt idx="597">
                  <c:v>38854</c:v>
                </c:pt>
                <c:pt idx="598">
                  <c:v>38855</c:v>
                </c:pt>
                <c:pt idx="599">
                  <c:v>38856</c:v>
                </c:pt>
                <c:pt idx="600">
                  <c:v>38859</c:v>
                </c:pt>
                <c:pt idx="601">
                  <c:v>38860</c:v>
                </c:pt>
                <c:pt idx="602">
                  <c:v>38861</c:v>
                </c:pt>
                <c:pt idx="603">
                  <c:v>38862</c:v>
                </c:pt>
                <c:pt idx="604">
                  <c:v>38863</c:v>
                </c:pt>
                <c:pt idx="605">
                  <c:v>38867</c:v>
                </c:pt>
                <c:pt idx="606">
                  <c:v>38868</c:v>
                </c:pt>
                <c:pt idx="607">
                  <c:v>38869</c:v>
                </c:pt>
                <c:pt idx="608">
                  <c:v>38870</c:v>
                </c:pt>
                <c:pt idx="609">
                  <c:v>38873</c:v>
                </c:pt>
                <c:pt idx="610">
                  <c:v>38874</c:v>
                </c:pt>
                <c:pt idx="611">
                  <c:v>38875</c:v>
                </c:pt>
                <c:pt idx="612">
                  <c:v>38876</c:v>
                </c:pt>
                <c:pt idx="613">
                  <c:v>38877</c:v>
                </c:pt>
                <c:pt idx="614">
                  <c:v>38880</c:v>
                </c:pt>
                <c:pt idx="615">
                  <c:v>38881</c:v>
                </c:pt>
                <c:pt idx="616">
                  <c:v>38882</c:v>
                </c:pt>
                <c:pt idx="617">
                  <c:v>38883</c:v>
                </c:pt>
                <c:pt idx="618">
                  <c:v>38884</c:v>
                </c:pt>
                <c:pt idx="619">
                  <c:v>38887</c:v>
                </c:pt>
                <c:pt idx="620">
                  <c:v>38888</c:v>
                </c:pt>
                <c:pt idx="621">
                  <c:v>38889</c:v>
                </c:pt>
                <c:pt idx="622">
                  <c:v>38890</c:v>
                </c:pt>
                <c:pt idx="623">
                  <c:v>38891</c:v>
                </c:pt>
                <c:pt idx="624">
                  <c:v>38894</c:v>
                </c:pt>
                <c:pt idx="625">
                  <c:v>38895</c:v>
                </c:pt>
                <c:pt idx="626">
                  <c:v>38896</c:v>
                </c:pt>
                <c:pt idx="627">
                  <c:v>38897</c:v>
                </c:pt>
                <c:pt idx="628">
                  <c:v>38898</c:v>
                </c:pt>
                <c:pt idx="629">
                  <c:v>38901</c:v>
                </c:pt>
                <c:pt idx="630">
                  <c:v>38903</c:v>
                </c:pt>
                <c:pt idx="631">
                  <c:v>38904</c:v>
                </c:pt>
                <c:pt idx="632">
                  <c:v>38905</c:v>
                </c:pt>
                <c:pt idx="633">
                  <c:v>38908</c:v>
                </c:pt>
                <c:pt idx="634">
                  <c:v>38909</c:v>
                </c:pt>
                <c:pt idx="635">
                  <c:v>38910</c:v>
                </c:pt>
                <c:pt idx="636">
                  <c:v>38911</c:v>
                </c:pt>
                <c:pt idx="637">
                  <c:v>38912</c:v>
                </c:pt>
                <c:pt idx="638">
                  <c:v>38915</c:v>
                </c:pt>
                <c:pt idx="639">
                  <c:v>38916</c:v>
                </c:pt>
                <c:pt idx="640">
                  <c:v>38917</c:v>
                </c:pt>
                <c:pt idx="641">
                  <c:v>38918</c:v>
                </c:pt>
                <c:pt idx="642">
                  <c:v>38919</c:v>
                </c:pt>
                <c:pt idx="643">
                  <c:v>38922</c:v>
                </c:pt>
                <c:pt idx="644">
                  <c:v>38923</c:v>
                </c:pt>
                <c:pt idx="645">
                  <c:v>38924</c:v>
                </c:pt>
                <c:pt idx="646">
                  <c:v>38925</c:v>
                </c:pt>
                <c:pt idx="647">
                  <c:v>38926</c:v>
                </c:pt>
                <c:pt idx="648">
                  <c:v>38929</c:v>
                </c:pt>
                <c:pt idx="649">
                  <c:v>38930</c:v>
                </c:pt>
                <c:pt idx="650">
                  <c:v>38931</c:v>
                </c:pt>
                <c:pt idx="651">
                  <c:v>38932</c:v>
                </c:pt>
                <c:pt idx="652">
                  <c:v>38933</c:v>
                </c:pt>
                <c:pt idx="653">
                  <c:v>38936</c:v>
                </c:pt>
                <c:pt idx="654">
                  <c:v>38937</c:v>
                </c:pt>
                <c:pt idx="655">
                  <c:v>38938</c:v>
                </c:pt>
                <c:pt idx="656">
                  <c:v>38939</c:v>
                </c:pt>
                <c:pt idx="657">
                  <c:v>38940</c:v>
                </c:pt>
                <c:pt idx="658">
                  <c:v>38943</c:v>
                </c:pt>
                <c:pt idx="659">
                  <c:v>38944</c:v>
                </c:pt>
                <c:pt idx="660">
                  <c:v>38945</c:v>
                </c:pt>
                <c:pt idx="661">
                  <c:v>38946</c:v>
                </c:pt>
                <c:pt idx="662">
                  <c:v>38947</c:v>
                </c:pt>
                <c:pt idx="663">
                  <c:v>38950</c:v>
                </c:pt>
                <c:pt idx="664">
                  <c:v>38951</c:v>
                </c:pt>
                <c:pt idx="665">
                  <c:v>38952</c:v>
                </c:pt>
                <c:pt idx="666">
                  <c:v>38953</c:v>
                </c:pt>
                <c:pt idx="667">
                  <c:v>38954</c:v>
                </c:pt>
                <c:pt idx="668">
                  <c:v>38957</c:v>
                </c:pt>
                <c:pt idx="669">
                  <c:v>38958</c:v>
                </c:pt>
                <c:pt idx="670">
                  <c:v>38959</c:v>
                </c:pt>
                <c:pt idx="671">
                  <c:v>38960</c:v>
                </c:pt>
                <c:pt idx="672">
                  <c:v>38961</c:v>
                </c:pt>
                <c:pt idx="673">
                  <c:v>38965</c:v>
                </c:pt>
                <c:pt idx="674">
                  <c:v>38966</c:v>
                </c:pt>
                <c:pt idx="675">
                  <c:v>38967</c:v>
                </c:pt>
                <c:pt idx="676">
                  <c:v>38968</c:v>
                </c:pt>
                <c:pt idx="677">
                  <c:v>38971</c:v>
                </c:pt>
                <c:pt idx="678">
                  <c:v>38972</c:v>
                </c:pt>
                <c:pt idx="679">
                  <c:v>38973</c:v>
                </c:pt>
                <c:pt idx="680">
                  <c:v>38974</c:v>
                </c:pt>
                <c:pt idx="681">
                  <c:v>38975</c:v>
                </c:pt>
                <c:pt idx="682">
                  <c:v>38978</c:v>
                </c:pt>
                <c:pt idx="683">
                  <c:v>38979</c:v>
                </c:pt>
                <c:pt idx="684">
                  <c:v>38980</c:v>
                </c:pt>
                <c:pt idx="685">
                  <c:v>38981</c:v>
                </c:pt>
                <c:pt idx="686">
                  <c:v>38982</c:v>
                </c:pt>
                <c:pt idx="687">
                  <c:v>38985</c:v>
                </c:pt>
                <c:pt idx="688">
                  <c:v>38986</c:v>
                </c:pt>
                <c:pt idx="689">
                  <c:v>38987</c:v>
                </c:pt>
                <c:pt idx="690">
                  <c:v>38988</c:v>
                </c:pt>
                <c:pt idx="691">
                  <c:v>38989</c:v>
                </c:pt>
                <c:pt idx="692">
                  <c:v>38992</c:v>
                </c:pt>
                <c:pt idx="693">
                  <c:v>38993</c:v>
                </c:pt>
                <c:pt idx="694">
                  <c:v>38994</c:v>
                </c:pt>
                <c:pt idx="695">
                  <c:v>38995</c:v>
                </c:pt>
                <c:pt idx="696">
                  <c:v>38996</c:v>
                </c:pt>
                <c:pt idx="697">
                  <c:v>38999</c:v>
                </c:pt>
                <c:pt idx="698">
                  <c:v>39000</c:v>
                </c:pt>
                <c:pt idx="699">
                  <c:v>39001</c:v>
                </c:pt>
                <c:pt idx="700">
                  <c:v>39002</c:v>
                </c:pt>
                <c:pt idx="701">
                  <c:v>39003</c:v>
                </c:pt>
                <c:pt idx="702">
                  <c:v>39006</c:v>
                </c:pt>
                <c:pt idx="703">
                  <c:v>39007</c:v>
                </c:pt>
                <c:pt idx="704">
                  <c:v>39008</c:v>
                </c:pt>
                <c:pt idx="705">
                  <c:v>39009</c:v>
                </c:pt>
                <c:pt idx="706">
                  <c:v>39010</c:v>
                </c:pt>
                <c:pt idx="707">
                  <c:v>39013</c:v>
                </c:pt>
                <c:pt idx="708">
                  <c:v>39014</c:v>
                </c:pt>
                <c:pt idx="709">
                  <c:v>39015</c:v>
                </c:pt>
                <c:pt idx="710">
                  <c:v>39016</c:v>
                </c:pt>
                <c:pt idx="711">
                  <c:v>39017</c:v>
                </c:pt>
                <c:pt idx="712">
                  <c:v>39020</c:v>
                </c:pt>
                <c:pt idx="713">
                  <c:v>39021</c:v>
                </c:pt>
                <c:pt idx="714">
                  <c:v>39022</c:v>
                </c:pt>
                <c:pt idx="715">
                  <c:v>39023</c:v>
                </c:pt>
                <c:pt idx="716">
                  <c:v>39024</c:v>
                </c:pt>
                <c:pt idx="717">
                  <c:v>39027</c:v>
                </c:pt>
                <c:pt idx="718">
                  <c:v>39028</c:v>
                </c:pt>
                <c:pt idx="719">
                  <c:v>39029</c:v>
                </c:pt>
                <c:pt idx="720">
                  <c:v>39030</c:v>
                </c:pt>
                <c:pt idx="721">
                  <c:v>39031</c:v>
                </c:pt>
                <c:pt idx="722">
                  <c:v>39034</c:v>
                </c:pt>
                <c:pt idx="723">
                  <c:v>39035</c:v>
                </c:pt>
                <c:pt idx="724">
                  <c:v>39036</c:v>
                </c:pt>
                <c:pt idx="725">
                  <c:v>39037</c:v>
                </c:pt>
                <c:pt idx="726">
                  <c:v>39038</c:v>
                </c:pt>
                <c:pt idx="727">
                  <c:v>39041</c:v>
                </c:pt>
                <c:pt idx="728">
                  <c:v>39042</c:v>
                </c:pt>
                <c:pt idx="729">
                  <c:v>39043</c:v>
                </c:pt>
                <c:pt idx="730">
                  <c:v>39045</c:v>
                </c:pt>
                <c:pt idx="731">
                  <c:v>39048</c:v>
                </c:pt>
                <c:pt idx="732">
                  <c:v>39049</c:v>
                </c:pt>
                <c:pt idx="733">
                  <c:v>39050</c:v>
                </c:pt>
                <c:pt idx="734">
                  <c:v>39051</c:v>
                </c:pt>
                <c:pt idx="735">
                  <c:v>39052</c:v>
                </c:pt>
                <c:pt idx="736">
                  <c:v>39055</c:v>
                </c:pt>
                <c:pt idx="737">
                  <c:v>39056</c:v>
                </c:pt>
                <c:pt idx="738">
                  <c:v>39057</c:v>
                </c:pt>
                <c:pt idx="739">
                  <c:v>39058</c:v>
                </c:pt>
                <c:pt idx="740">
                  <c:v>39059</c:v>
                </c:pt>
                <c:pt idx="741">
                  <c:v>39062</c:v>
                </c:pt>
                <c:pt idx="742">
                  <c:v>39063</c:v>
                </c:pt>
                <c:pt idx="743">
                  <c:v>39064</c:v>
                </c:pt>
                <c:pt idx="744">
                  <c:v>39065</c:v>
                </c:pt>
                <c:pt idx="745">
                  <c:v>39066</c:v>
                </c:pt>
                <c:pt idx="746">
                  <c:v>39069</c:v>
                </c:pt>
                <c:pt idx="747">
                  <c:v>39070</c:v>
                </c:pt>
                <c:pt idx="748">
                  <c:v>39071</c:v>
                </c:pt>
                <c:pt idx="749">
                  <c:v>39072</c:v>
                </c:pt>
                <c:pt idx="750">
                  <c:v>39073</c:v>
                </c:pt>
                <c:pt idx="751">
                  <c:v>39077</c:v>
                </c:pt>
                <c:pt idx="752">
                  <c:v>39078</c:v>
                </c:pt>
                <c:pt idx="753">
                  <c:v>39079</c:v>
                </c:pt>
                <c:pt idx="754">
                  <c:v>39080</c:v>
                </c:pt>
                <c:pt idx="755">
                  <c:v>39085</c:v>
                </c:pt>
                <c:pt idx="756">
                  <c:v>39086</c:v>
                </c:pt>
                <c:pt idx="757">
                  <c:v>39087</c:v>
                </c:pt>
                <c:pt idx="758">
                  <c:v>39090</c:v>
                </c:pt>
                <c:pt idx="759">
                  <c:v>39091</c:v>
                </c:pt>
                <c:pt idx="760">
                  <c:v>39092</c:v>
                </c:pt>
                <c:pt idx="761">
                  <c:v>39093</c:v>
                </c:pt>
                <c:pt idx="762">
                  <c:v>39094</c:v>
                </c:pt>
                <c:pt idx="763">
                  <c:v>39098</c:v>
                </c:pt>
                <c:pt idx="764">
                  <c:v>39099</c:v>
                </c:pt>
                <c:pt idx="765">
                  <c:v>39100</c:v>
                </c:pt>
                <c:pt idx="766">
                  <c:v>39101</c:v>
                </c:pt>
                <c:pt idx="767">
                  <c:v>39104</c:v>
                </c:pt>
                <c:pt idx="768">
                  <c:v>39105</c:v>
                </c:pt>
                <c:pt idx="769">
                  <c:v>39106</c:v>
                </c:pt>
                <c:pt idx="770">
                  <c:v>39107</c:v>
                </c:pt>
                <c:pt idx="771">
                  <c:v>39108</c:v>
                </c:pt>
                <c:pt idx="772">
                  <c:v>39111</c:v>
                </c:pt>
                <c:pt idx="773">
                  <c:v>39112</c:v>
                </c:pt>
                <c:pt idx="774">
                  <c:v>39113</c:v>
                </c:pt>
                <c:pt idx="775">
                  <c:v>39114</c:v>
                </c:pt>
                <c:pt idx="776">
                  <c:v>39115</c:v>
                </c:pt>
                <c:pt idx="777">
                  <c:v>39118</c:v>
                </c:pt>
                <c:pt idx="778">
                  <c:v>39119</c:v>
                </c:pt>
                <c:pt idx="779">
                  <c:v>39120</c:v>
                </c:pt>
                <c:pt idx="780">
                  <c:v>39121</c:v>
                </c:pt>
                <c:pt idx="781">
                  <c:v>39122</c:v>
                </c:pt>
                <c:pt idx="782">
                  <c:v>39125</c:v>
                </c:pt>
                <c:pt idx="783">
                  <c:v>39126</c:v>
                </c:pt>
                <c:pt idx="784">
                  <c:v>39127</c:v>
                </c:pt>
                <c:pt idx="785">
                  <c:v>39128</c:v>
                </c:pt>
                <c:pt idx="786">
                  <c:v>39129</c:v>
                </c:pt>
                <c:pt idx="787">
                  <c:v>39133</c:v>
                </c:pt>
                <c:pt idx="788">
                  <c:v>39134</c:v>
                </c:pt>
                <c:pt idx="789">
                  <c:v>39135</c:v>
                </c:pt>
                <c:pt idx="790">
                  <c:v>39136</c:v>
                </c:pt>
                <c:pt idx="791">
                  <c:v>39139</c:v>
                </c:pt>
                <c:pt idx="792">
                  <c:v>39140</c:v>
                </c:pt>
                <c:pt idx="793">
                  <c:v>39141</c:v>
                </c:pt>
                <c:pt idx="794">
                  <c:v>39142</c:v>
                </c:pt>
                <c:pt idx="795">
                  <c:v>39143</c:v>
                </c:pt>
                <c:pt idx="796">
                  <c:v>39146</c:v>
                </c:pt>
                <c:pt idx="797">
                  <c:v>39147</c:v>
                </c:pt>
                <c:pt idx="798">
                  <c:v>39148</c:v>
                </c:pt>
                <c:pt idx="799">
                  <c:v>39149</c:v>
                </c:pt>
                <c:pt idx="800">
                  <c:v>39150</c:v>
                </c:pt>
                <c:pt idx="801">
                  <c:v>39153</c:v>
                </c:pt>
                <c:pt idx="802">
                  <c:v>39154</c:v>
                </c:pt>
                <c:pt idx="803">
                  <c:v>39155</c:v>
                </c:pt>
                <c:pt idx="804">
                  <c:v>39156</c:v>
                </c:pt>
                <c:pt idx="805">
                  <c:v>39157</c:v>
                </c:pt>
                <c:pt idx="806">
                  <c:v>39160</c:v>
                </c:pt>
                <c:pt idx="807">
                  <c:v>39161</c:v>
                </c:pt>
                <c:pt idx="808">
                  <c:v>39162</c:v>
                </c:pt>
                <c:pt idx="809">
                  <c:v>39163</c:v>
                </c:pt>
                <c:pt idx="810">
                  <c:v>39164</c:v>
                </c:pt>
                <c:pt idx="811">
                  <c:v>39167</c:v>
                </c:pt>
                <c:pt idx="812">
                  <c:v>39168</c:v>
                </c:pt>
                <c:pt idx="813">
                  <c:v>39169</c:v>
                </c:pt>
                <c:pt idx="814">
                  <c:v>39170</c:v>
                </c:pt>
                <c:pt idx="815">
                  <c:v>39171</c:v>
                </c:pt>
                <c:pt idx="816">
                  <c:v>39174</c:v>
                </c:pt>
                <c:pt idx="817">
                  <c:v>39175</c:v>
                </c:pt>
                <c:pt idx="818">
                  <c:v>39176</c:v>
                </c:pt>
                <c:pt idx="819">
                  <c:v>39177</c:v>
                </c:pt>
                <c:pt idx="820">
                  <c:v>39181</c:v>
                </c:pt>
                <c:pt idx="821">
                  <c:v>39182</c:v>
                </c:pt>
                <c:pt idx="822">
                  <c:v>39183</c:v>
                </c:pt>
                <c:pt idx="823">
                  <c:v>39184</c:v>
                </c:pt>
                <c:pt idx="824">
                  <c:v>39185</c:v>
                </c:pt>
                <c:pt idx="825">
                  <c:v>39188</c:v>
                </c:pt>
                <c:pt idx="826">
                  <c:v>39189</c:v>
                </c:pt>
                <c:pt idx="827">
                  <c:v>39190</c:v>
                </c:pt>
                <c:pt idx="828">
                  <c:v>39191</c:v>
                </c:pt>
                <c:pt idx="829">
                  <c:v>39192</c:v>
                </c:pt>
                <c:pt idx="830">
                  <c:v>39195</c:v>
                </c:pt>
                <c:pt idx="831">
                  <c:v>39196</c:v>
                </c:pt>
                <c:pt idx="832">
                  <c:v>39197</c:v>
                </c:pt>
                <c:pt idx="833">
                  <c:v>39198</c:v>
                </c:pt>
                <c:pt idx="834">
                  <c:v>39199</c:v>
                </c:pt>
                <c:pt idx="835">
                  <c:v>39202</c:v>
                </c:pt>
                <c:pt idx="836">
                  <c:v>39203</c:v>
                </c:pt>
                <c:pt idx="837">
                  <c:v>39204</c:v>
                </c:pt>
                <c:pt idx="838">
                  <c:v>39205</c:v>
                </c:pt>
                <c:pt idx="839">
                  <c:v>39206</c:v>
                </c:pt>
                <c:pt idx="840">
                  <c:v>39209</c:v>
                </c:pt>
                <c:pt idx="841">
                  <c:v>39210</c:v>
                </c:pt>
                <c:pt idx="842">
                  <c:v>39211</c:v>
                </c:pt>
                <c:pt idx="843">
                  <c:v>39212</c:v>
                </c:pt>
                <c:pt idx="844">
                  <c:v>39213</c:v>
                </c:pt>
                <c:pt idx="845">
                  <c:v>39216</c:v>
                </c:pt>
                <c:pt idx="846">
                  <c:v>39217</c:v>
                </c:pt>
                <c:pt idx="847">
                  <c:v>39218</c:v>
                </c:pt>
                <c:pt idx="848">
                  <c:v>39219</c:v>
                </c:pt>
                <c:pt idx="849">
                  <c:v>39220</c:v>
                </c:pt>
                <c:pt idx="850">
                  <c:v>39223</c:v>
                </c:pt>
                <c:pt idx="851">
                  <c:v>39224</c:v>
                </c:pt>
                <c:pt idx="852">
                  <c:v>39225</c:v>
                </c:pt>
                <c:pt idx="853">
                  <c:v>39226</c:v>
                </c:pt>
                <c:pt idx="854">
                  <c:v>39227</c:v>
                </c:pt>
                <c:pt idx="855">
                  <c:v>39231</c:v>
                </c:pt>
                <c:pt idx="856">
                  <c:v>39232</c:v>
                </c:pt>
                <c:pt idx="857">
                  <c:v>39233</c:v>
                </c:pt>
                <c:pt idx="858">
                  <c:v>39234</c:v>
                </c:pt>
                <c:pt idx="859">
                  <c:v>39237</c:v>
                </c:pt>
                <c:pt idx="860">
                  <c:v>39238</c:v>
                </c:pt>
                <c:pt idx="861">
                  <c:v>39239</c:v>
                </c:pt>
                <c:pt idx="862">
                  <c:v>39240</c:v>
                </c:pt>
                <c:pt idx="863">
                  <c:v>39241</c:v>
                </c:pt>
                <c:pt idx="864">
                  <c:v>39244</c:v>
                </c:pt>
                <c:pt idx="865">
                  <c:v>39245</c:v>
                </c:pt>
                <c:pt idx="866">
                  <c:v>39246</c:v>
                </c:pt>
                <c:pt idx="867">
                  <c:v>39247</c:v>
                </c:pt>
                <c:pt idx="868">
                  <c:v>39248</c:v>
                </c:pt>
                <c:pt idx="869">
                  <c:v>39251</c:v>
                </c:pt>
                <c:pt idx="870">
                  <c:v>39252</c:v>
                </c:pt>
                <c:pt idx="871">
                  <c:v>39253</c:v>
                </c:pt>
                <c:pt idx="872">
                  <c:v>39254</c:v>
                </c:pt>
                <c:pt idx="873">
                  <c:v>39255</c:v>
                </c:pt>
                <c:pt idx="874">
                  <c:v>39258</c:v>
                </c:pt>
                <c:pt idx="875">
                  <c:v>39259</c:v>
                </c:pt>
                <c:pt idx="876">
                  <c:v>39260</c:v>
                </c:pt>
                <c:pt idx="877">
                  <c:v>39261</c:v>
                </c:pt>
                <c:pt idx="878">
                  <c:v>39262</c:v>
                </c:pt>
                <c:pt idx="879">
                  <c:v>39265</c:v>
                </c:pt>
                <c:pt idx="880">
                  <c:v>39266</c:v>
                </c:pt>
                <c:pt idx="881">
                  <c:v>39268</c:v>
                </c:pt>
                <c:pt idx="882">
                  <c:v>39269</c:v>
                </c:pt>
                <c:pt idx="883">
                  <c:v>39272</c:v>
                </c:pt>
                <c:pt idx="884">
                  <c:v>39273</c:v>
                </c:pt>
                <c:pt idx="885">
                  <c:v>39274</c:v>
                </c:pt>
                <c:pt idx="886">
                  <c:v>39275</c:v>
                </c:pt>
                <c:pt idx="887">
                  <c:v>39276</c:v>
                </c:pt>
                <c:pt idx="888">
                  <c:v>39279</c:v>
                </c:pt>
                <c:pt idx="889">
                  <c:v>39280</c:v>
                </c:pt>
                <c:pt idx="890">
                  <c:v>39281</c:v>
                </c:pt>
                <c:pt idx="891">
                  <c:v>39282</c:v>
                </c:pt>
                <c:pt idx="892">
                  <c:v>39283</c:v>
                </c:pt>
                <c:pt idx="893">
                  <c:v>39286</c:v>
                </c:pt>
                <c:pt idx="894">
                  <c:v>39287</c:v>
                </c:pt>
                <c:pt idx="895">
                  <c:v>39288</c:v>
                </c:pt>
                <c:pt idx="896">
                  <c:v>39289</c:v>
                </c:pt>
                <c:pt idx="897">
                  <c:v>39290</c:v>
                </c:pt>
                <c:pt idx="898">
                  <c:v>39293</c:v>
                </c:pt>
                <c:pt idx="899">
                  <c:v>39294</c:v>
                </c:pt>
                <c:pt idx="900">
                  <c:v>39295</c:v>
                </c:pt>
                <c:pt idx="901">
                  <c:v>39296</c:v>
                </c:pt>
                <c:pt idx="902">
                  <c:v>39297</c:v>
                </c:pt>
                <c:pt idx="903">
                  <c:v>39300</c:v>
                </c:pt>
                <c:pt idx="904">
                  <c:v>39301</c:v>
                </c:pt>
                <c:pt idx="905">
                  <c:v>39302</c:v>
                </c:pt>
                <c:pt idx="906">
                  <c:v>39303</c:v>
                </c:pt>
                <c:pt idx="907">
                  <c:v>39304</c:v>
                </c:pt>
                <c:pt idx="908">
                  <c:v>39307</c:v>
                </c:pt>
                <c:pt idx="909">
                  <c:v>39308</c:v>
                </c:pt>
                <c:pt idx="910">
                  <c:v>39309</c:v>
                </c:pt>
                <c:pt idx="911">
                  <c:v>39310</c:v>
                </c:pt>
                <c:pt idx="912">
                  <c:v>39311</c:v>
                </c:pt>
                <c:pt idx="913">
                  <c:v>39314</c:v>
                </c:pt>
                <c:pt idx="914">
                  <c:v>39315</c:v>
                </c:pt>
                <c:pt idx="915">
                  <c:v>39316</c:v>
                </c:pt>
                <c:pt idx="916">
                  <c:v>39317</c:v>
                </c:pt>
                <c:pt idx="917">
                  <c:v>39318</c:v>
                </c:pt>
                <c:pt idx="918">
                  <c:v>39321</c:v>
                </c:pt>
                <c:pt idx="919">
                  <c:v>39322</c:v>
                </c:pt>
                <c:pt idx="920">
                  <c:v>39323</c:v>
                </c:pt>
                <c:pt idx="921">
                  <c:v>39324</c:v>
                </c:pt>
                <c:pt idx="922">
                  <c:v>39325</c:v>
                </c:pt>
                <c:pt idx="923">
                  <c:v>39329</c:v>
                </c:pt>
                <c:pt idx="924">
                  <c:v>39330</c:v>
                </c:pt>
                <c:pt idx="925">
                  <c:v>39331</c:v>
                </c:pt>
                <c:pt idx="926">
                  <c:v>39332</c:v>
                </c:pt>
                <c:pt idx="927">
                  <c:v>39335</c:v>
                </c:pt>
                <c:pt idx="928">
                  <c:v>39336</c:v>
                </c:pt>
                <c:pt idx="929">
                  <c:v>39337</c:v>
                </c:pt>
                <c:pt idx="930">
                  <c:v>39338</c:v>
                </c:pt>
                <c:pt idx="931">
                  <c:v>39339</c:v>
                </c:pt>
                <c:pt idx="932">
                  <c:v>39342</c:v>
                </c:pt>
                <c:pt idx="933">
                  <c:v>39343</c:v>
                </c:pt>
                <c:pt idx="934">
                  <c:v>39344</c:v>
                </c:pt>
                <c:pt idx="935">
                  <c:v>39345</c:v>
                </c:pt>
                <c:pt idx="936">
                  <c:v>39346</c:v>
                </c:pt>
                <c:pt idx="937">
                  <c:v>39349</c:v>
                </c:pt>
                <c:pt idx="938">
                  <c:v>39350</c:v>
                </c:pt>
                <c:pt idx="939">
                  <c:v>39351</c:v>
                </c:pt>
                <c:pt idx="940">
                  <c:v>39352</c:v>
                </c:pt>
                <c:pt idx="941">
                  <c:v>39353</c:v>
                </c:pt>
                <c:pt idx="942">
                  <c:v>39356</c:v>
                </c:pt>
                <c:pt idx="943">
                  <c:v>39357</c:v>
                </c:pt>
                <c:pt idx="944">
                  <c:v>39358</c:v>
                </c:pt>
                <c:pt idx="945">
                  <c:v>39359</c:v>
                </c:pt>
                <c:pt idx="946">
                  <c:v>39360</c:v>
                </c:pt>
                <c:pt idx="947">
                  <c:v>39363</c:v>
                </c:pt>
                <c:pt idx="948">
                  <c:v>39364</c:v>
                </c:pt>
                <c:pt idx="949">
                  <c:v>39365</c:v>
                </c:pt>
                <c:pt idx="950">
                  <c:v>39366</c:v>
                </c:pt>
                <c:pt idx="951">
                  <c:v>39367</c:v>
                </c:pt>
                <c:pt idx="952">
                  <c:v>39370</c:v>
                </c:pt>
                <c:pt idx="953">
                  <c:v>39371</c:v>
                </c:pt>
                <c:pt idx="954">
                  <c:v>39372</c:v>
                </c:pt>
                <c:pt idx="955">
                  <c:v>39373</c:v>
                </c:pt>
                <c:pt idx="956">
                  <c:v>39374</c:v>
                </c:pt>
                <c:pt idx="957">
                  <c:v>39377</c:v>
                </c:pt>
                <c:pt idx="958">
                  <c:v>39378</c:v>
                </c:pt>
                <c:pt idx="959">
                  <c:v>39379</c:v>
                </c:pt>
                <c:pt idx="960">
                  <c:v>39380</c:v>
                </c:pt>
                <c:pt idx="961">
                  <c:v>39381</c:v>
                </c:pt>
                <c:pt idx="962">
                  <c:v>39384</c:v>
                </c:pt>
                <c:pt idx="963">
                  <c:v>39385</c:v>
                </c:pt>
                <c:pt idx="964">
                  <c:v>39386</c:v>
                </c:pt>
                <c:pt idx="965">
                  <c:v>39387</c:v>
                </c:pt>
                <c:pt idx="966">
                  <c:v>39388</c:v>
                </c:pt>
                <c:pt idx="967">
                  <c:v>39391</c:v>
                </c:pt>
                <c:pt idx="968">
                  <c:v>39392</c:v>
                </c:pt>
                <c:pt idx="969">
                  <c:v>39393</c:v>
                </c:pt>
                <c:pt idx="970">
                  <c:v>39394</c:v>
                </c:pt>
                <c:pt idx="971">
                  <c:v>39395</c:v>
                </c:pt>
                <c:pt idx="972">
                  <c:v>39398</c:v>
                </c:pt>
                <c:pt idx="973">
                  <c:v>39399</c:v>
                </c:pt>
                <c:pt idx="974">
                  <c:v>39400</c:v>
                </c:pt>
                <c:pt idx="975">
                  <c:v>39401</c:v>
                </c:pt>
                <c:pt idx="976">
                  <c:v>39402</c:v>
                </c:pt>
                <c:pt idx="977">
                  <c:v>39405</c:v>
                </c:pt>
                <c:pt idx="978">
                  <c:v>39406</c:v>
                </c:pt>
                <c:pt idx="979">
                  <c:v>39407</c:v>
                </c:pt>
                <c:pt idx="980">
                  <c:v>39409</c:v>
                </c:pt>
                <c:pt idx="981">
                  <c:v>39412</c:v>
                </c:pt>
                <c:pt idx="982">
                  <c:v>39413</c:v>
                </c:pt>
                <c:pt idx="983">
                  <c:v>39414</c:v>
                </c:pt>
                <c:pt idx="984">
                  <c:v>39415</c:v>
                </c:pt>
                <c:pt idx="985">
                  <c:v>39416</c:v>
                </c:pt>
                <c:pt idx="986">
                  <c:v>39419</c:v>
                </c:pt>
                <c:pt idx="987">
                  <c:v>39420</c:v>
                </c:pt>
                <c:pt idx="988">
                  <c:v>39421</c:v>
                </c:pt>
                <c:pt idx="989">
                  <c:v>39422</c:v>
                </c:pt>
                <c:pt idx="990">
                  <c:v>39423</c:v>
                </c:pt>
                <c:pt idx="991">
                  <c:v>39426</c:v>
                </c:pt>
                <c:pt idx="992">
                  <c:v>39427</c:v>
                </c:pt>
                <c:pt idx="993">
                  <c:v>39428</c:v>
                </c:pt>
                <c:pt idx="994">
                  <c:v>39429</c:v>
                </c:pt>
                <c:pt idx="995">
                  <c:v>39430</c:v>
                </c:pt>
                <c:pt idx="996">
                  <c:v>39433</c:v>
                </c:pt>
                <c:pt idx="997">
                  <c:v>39434</c:v>
                </c:pt>
                <c:pt idx="998">
                  <c:v>39435</c:v>
                </c:pt>
                <c:pt idx="999">
                  <c:v>39436</c:v>
                </c:pt>
                <c:pt idx="1000">
                  <c:v>39437</c:v>
                </c:pt>
                <c:pt idx="1001">
                  <c:v>39440</c:v>
                </c:pt>
                <c:pt idx="1002">
                  <c:v>39442</c:v>
                </c:pt>
                <c:pt idx="1003">
                  <c:v>39443</c:v>
                </c:pt>
                <c:pt idx="1004">
                  <c:v>39444</c:v>
                </c:pt>
                <c:pt idx="1005">
                  <c:v>39447</c:v>
                </c:pt>
                <c:pt idx="1006">
                  <c:v>39449</c:v>
                </c:pt>
                <c:pt idx="1007">
                  <c:v>39450</c:v>
                </c:pt>
                <c:pt idx="1008">
                  <c:v>39451</c:v>
                </c:pt>
                <c:pt idx="1009">
                  <c:v>39454</c:v>
                </c:pt>
                <c:pt idx="1010">
                  <c:v>39455</c:v>
                </c:pt>
                <c:pt idx="1011">
                  <c:v>39456</c:v>
                </c:pt>
                <c:pt idx="1012">
                  <c:v>39457</c:v>
                </c:pt>
                <c:pt idx="1013">
                  <c:v>39458</c:v>
                </c:pt>
                <c:pt idx="1014">
                  <c:v>39461</c:v>
                </c:pt>
                <c:pt idx="1015">
                  <c:v>39462</c:v>
                </c:pt>
                <c:pt idx="1016">
                  <c:v>39463</c:v>
                </c:pt>
                <c:pt idx="1017">
                  <c:v>39464</c:v>
                </c:pt>
                <c:pt idx="1018">
                  <c:v>39465</c:v>
                </c:pt>
                <c:pt idx="1019">
                  <c:v>39469</c:v>
                </c:pt>
                <c:pt idx="1020">
                  <c:v>39470</c:v>
                </c:pt>
                <c:pt idx="1021">
                  <c:v>39471</c:v>
                </c:pt>
                <c:pt idx="1022">
                  <c:v>39472</c:v>
                </c:pt>
                <c:pt idx="1023">
                  <c:v>39475</c:v>
                </c:pt>
                <c:pt idx="1024">
                  <c:v>39476</c:v>
                </c:pt>
                <c:pt idx="1025">
                  <c:v>39477</c:v>
                </c:pt>
                <c:pt idx="1026">
                  <c:v>39478</c:v>
                </c:pt>
                <c:pt idx="1027">
                  <c:v>39479</c:v>
                </c:pt>
                <c:pt idx="1028">
                  <c:v>39482</c:v>
                </c:pt>
                <c:pt idx="1029">
                  <c:v>39483</c:v>
                </c:pt>
                <c:pt idx="1030">
                  <c:v>39484</c:v>
                </c:pt>
                <c:pt idx="1031">
                  <c:v>39485</c:v>
                </c:pt>
                <c:pt idx="1032">
                  <c:v>39486</c:v>
                </c:pt>
                <c:pt idx="1033">
                  <c:v>39489</c:v>
                </c:pt>
                <c:pt idx="1034">
                  <c:v>39490</c:v>
                </c:pt>
                <c:pt idx="1035">
                  <c:v>39491</c:v>
                </c:pt>
                <c:pt idx="1036">
                  <c:v>39492</c:v>
                </c:pt>
                <c:pt idx="1037">
                  <c:v>39493</c:v>
                </c:pt>
                <c:pt idx="1038">
                  <c:v>39497</c:v>
                </c:pt>
                <c:pt idx="1039">
                  <c:v>39498</c:v>
                </c:pt>
                <c:pt idx="1040">
                  <c:v>39499</c:v>
                </c:pt>
                <c:pt idx="1041">
                  <c:v>39500</c:v>
                </c:pt>
                <c:pt idx="1042">
                  <c:v>39503</c:v>
                </c:pt>
                <c:pt idx="1043">
                  <c:v>39504</c:v>
                </c:pt>
                <c:pt idx="1044">
                  <c:v>39505</c:v>
                </c:pt>
                <c:pt idx="1045">
                  <c:v>39506</c:v>
                </c:pt>
                <c:pt idx="1046">
                  <c:v>39507</c:v>
                </c:pt>
                <c:pt idx="1047">
                  <c:v>39510</c:v>
                </c:pt>
                <c:pt idx="1048">
                  <c:v>39511</c:v>
                </c:pt>
                <c:pt idx="1049">
                  <c:v>39512</c:v>
                </c:pt>
                <c:pt idx="1050">
                  <c:v>39513</c:v>
                </c:pt>
                <c:pt idx="1051">
                  <c:v>39514</c:v>
                </c:pt>
                <c:pt idx="1052">
                  <c:v>39517</c:v>
                </c:pt>
                <c:pt idx="1053">
                  <c:v>39518</c:v>
                </c:pt>
                <c:pt idx="1054">
                  <c:v>39519</c:v>
                </c:pt>
                <c:pt idx="1055">
                  <c:v>39520</c:v>
                </c:pt>
                <c:pt idx="1056">
                  <c:v>39521</c:v>
                </c:pt>
                <c:pt idx="1057">
                  <c:v>39524</c:v>
                </c:pt>
                <c:pt idx="1058">
                  <c:v>39525</c:v>
                </c:pt>
                <c:pt idx="1059">
                  <c:v>39526</c:v>
                </c:pt>
                <c:pt idx="1060">
                  <c:v>39527</c:v>
                </c:pt>
                <c:pt idx="1061">
                  <c:v>39531</c:v>
                </c:pt>
                <c:pt idx="1062">
                  <c:v>39532</c:v>
                </c:pt>
                <c:pt idx="1063">
                  <c:v>39533</c:v>
                </c:pt>
                <c:pt idx="1064">
                  <c:v>39534</c:v>
                </c:pt>
                <c:pt idx="1065">
                  <c:v>39535</c:v>
                </c:pt>
                <c:pt idx="1066">
                  <c:v>39538</c:v>
                </c:pt>
                <c:pt idx="1067">
                  <c:v>39539</c:v>
                </c:pt>
                <c:pt idx="1068">
                  <c:v>39540</c:v>
                </c:pt>
                <c:pt idx="1069">
                  <c:v>39541</c:v>
                </c:pt>
                <c:pt idx="1070">
                  <c:v>39542</c:v>
                </c:pt>
                <c:pt idx="1071">
                  <c:v>39545</c:v>
                </c:pt>
                <c:pt idx="1072">
                  <c:v>39546</c:v>
                </c:pt>
                <c:pt idx="1073">
                  <c:v>39547</c:v>
                </c:pt>
                <c:pt idx="1074">
                  <c:v>39548</c:v>
                </c:pt>
                <c:pt idx="1075">
                  <c:v>39549</c:v>
                </c:pt>
                <c:pt idx="1076">
                  <c:v>39552</c:v>
                </c:pt>
                <c:pt idx="1077">
                  <c:v>39553</c:v>
                </c:pt>
                <c:pt idx="1078">
                  <c:v>39554</c:v>
                </c:pt>
                <c:pt idx="1079">
                  <c:v>39555</c:v>
                </c:pt>
                <c:pt idx="1080">
                  <c:v>39556</c:v>
                </c:pt>
                <c:pt idx="1081">
                  <c:v>39559</c:v>
                </c:pt>
                <c:pt idx="1082">
                  <c:v>39560</c:v>
                </c:pt>
                <c:pt idx="1083">
                  <c:v>39561</c:v>
                </c:pt>
                <c:pt idx="1084">
                  <c:v>39562</c:v>
                </c:pt>
                <c:pt idx="1085">
                  <c:v>39563</c:v>
                </c:pt>
                <c:pt idx="1086">
                  <c:v>39566</c:v>
                </c:pt>
                <c:pt idx="1087">
                  <c:v>39567</c:v>
                </c:pt>
                <c:pt idx="1088">
                  <c:v>39568</c:v>
                </c:pt>
                <c:pt idx="1089">
                  <c:v>39569</c:v>
                </c:pt>
                <c:pt idx="1090">
                  <c:v>39570</c:v>
                </c:pt>
                <c:pt idx="1091">
                  <c:v>39573</c:v>
                </c:pt>
                <c:pt idx="1092">
                  <c:v>39574</c:v>
                </c:pt>
                <c:pt idx="1093">
                  <c:v>39575</c:v>
                </c:pt>
                <c:pt idx="1094">
                  <c:v>39576</c:v>
                </c:pt>
                <c:pt idx="1095">
                  <c:v>39577</c:v>
                </c:pt>
                <c:pt idx="1096">
                  <c:v>39580</c:v>
                </c:pt>
                <c:pt idx="1097">
                  <c:v>39581</c:v>
                </c:pt>
                <c:pt idx="1098">
                  <c:v>39582</c:v>
                </c:pt>
                <c:pt idx="1099">
                  <c:v>39583</c:v>
                </c:pt>
                <c:pt idx="1100">
                  <c:v>39584</c:v>
                </c:pt>
                <c:pt idx="1101">
                  <c:v>39587</c:v>
                </c:pt>
                <c:pt idx="1102">
                  <c:v>39588</c:v>
                </c:pt>
                <c:pt idx="1103">
                  <c:v>39589</c:v>
                </c:pt>
                <c:pt idx="1104">
                  <c:v>39590</c:v>
                </c:pt>
                <c:pt idx="1105">
                  <c:v>39591</c:v>
                </c:pt>
                <c:pt idx="1106">
                  <c:v>39595</c:v>
                </c:pt>
                <c:pt idx="1107">
                  <c:v>39596</c:v>
                </c:pt>
                <c:pt idx="1108">
                  <c:v>39597</c:v>
                </c:pt>
                <c:pt idx="1109">
                  <c:v>39598</c:v>
                </c:pt>
                <c:pt idx="1110">
                  <c:v>39601</c:v>
                </c:pt>
                <c:pt idx="1111">
                  <c:v>39602</c:v>
                </c:pt>
                <c:pt idx="1112">
                  <c:v>39603</c:v>
                </c:pt>
                <c:pt idx="1113">
                  <c:v>39604</c:v>
                </c:pt>
                <c:pt idx="1114">
                  <c:v>39605</c:v>
                </c:pt>
                <c:pt idx="1115">
                  <c:v>39608</c:v>
                </c:pt>
                <c:pt idx="1116">
                  <c:v>39609</c:v>
                </c:pt>
                <c:pt idx="1117">
                  <c:v>39610</c:v>
                </c:pt>
                <c:pt idx="1118">
                  <c:v>39611</c:v>
                </c:pt>
                <c:pt idx="1119">
                  <c:v>39612</c:v>
                </c:pt>
                <c:pt idx="1120">
                  <c:v>39615</c:v>
                </c:pt>
                <c:pt idx="1121">
                  <c:v>39616</c:v>
                </c:pt>
                <c:pt idx="1122">
                  <c:v>39617</c:v>
                </c:pt>
                <c:pt idx="1123">
                  <c:v>39618</c:v>
                </c:pt>
                <c:pt idx="1124">
                  <c:v>39619</c:v>
                </c:pt>
                <c:pt idx="1125">
                  <c:v>39622</c:v>
                </c:pt>
                <c:pt idx="1126">
                  <c:v>39623</c:v>
                </c:pt>
                <c:pt idx="1127">
                  <c:v>39624</c:v>
                </c:pt>
                <c:pt idx="1128">
                  <c:v>39625</c:v>
                </c:pt>
                <c:pt idx="1129">
                  <c:v>39626</c:v>
                </c:pt>
                <c:pt idx="1130">
                  <c:v>39629</c:v>
                </c:pt>
                <c:pt idx="1131">
                  <c:v>39630</c:v>
                </c:pt>
                <c:pt idx="1132">
                  <c:v>39631</c:v>
                </c:pt>
                <c:pt idx="1133">
                  <c:v>39632</c:v>
                </c:pt>
                <c:pt idx="1134">
                  <c:v>39636</c:v>
                </c:pt>
                <c:pt idx="1135">
                  <c:v>39637</c:v>
                </c:pt>
                <c:pt idx="1136">
                  <c:v>39638</c:v>
                </c:pt>
                <c:pt idx="1137">
                  <c:v>39639</c:v>
                </c:pt>
                <c:pt idx="1138">
                  <c:v>39640</c:v>
                </c:pt>
                <c:pt idx="1139">
                  <c:v>39643</c:v>
                </c:pt>
                <c:pt idx="1140">
                  <c:v>39644</c:v>
                </c:pt>
                <c:pt idx="1141">
                  <c:v>39645</c:v>
                </c:pt>
                <c:pt idx="1142">
                  <c:v>39646</c:v>
                </c:pt>
                <c:pt idx="1143">
                  <c:v>39647</c:v>
                </c:pt>
                <c:pt idx="1144">
                  <c:v>39650</c:v>
                </c:pt>
                <c:pt idx="1145">
                  <c:v>39651</c:v>
                </c:pt>
                <c:pt idx="1146">
                  <c:v>39652</c:v>
                </c:pt>
                <c:pt idx="1147">
                  <c:v>39653</c:v>
                </c:pt>
                <c:pt idx="1148">
                  <c:v>39654</c:v>
                </c:pt>
                <c:pt idx="1149">
                  <c:v>39657</c:v>
                </c:pt>
                <c:pt idx="1150">
                  <c:v>39658</c:v>
                </c:pt>
                <c:pt idx="1151">
                  <c:v>39659</c:v>
                </c:pt>
                <c:pt idx="1152">
                  <c:v>39660</c:v>
                </c:pt>
                <c:pt idx="1153">
                  <c:v>39661</c:v>
                </c:pt>
                <c:pt idx="1154">
                  <c:v>39664</c:v>
                </c:pt>
                <c:pt idx="1155">
                  <c:v>39665</c:v>
                </c:pt>
                <c:pt idx="1156">
                  <c:v>39666</c:v>
                </c:pt>
                <c:pt idx="1157">
                  <c:v>39667</c:v>
                </c:pt>
                <c:pt idx="1158">
                  <c:v>39668</c:v>
                </c:pt>
                <c:pt idx="1159">
                  <c:v>39671</c:v>
                </c:pt>
                <c:pt idx="1160">
                  <c:v>39672</c:v>
                </c:pt>
                <c:pt idx="1161">
                  <c:v>39673</c:v>
                </c:pt>
                <c:pt idx="1162">
                  <c:v>39674</c:v>
                </c:pt>
                <c:pt idx="1163">
                  <c:v>39675</c:v>
                </c:pt>
                <c:pt idx="1164">
                  <c:v>39678</c:v>
                </c:pt>
                <c:pt idx="1165">
                  <c:v>39679</c:v>
                </c:pt>
                <c:pt idx="1166">
                  <c:v>39680</c:v>
                </c:pt>
                <c:pt idx="1167">
                  <c:v>39681</c:v>
                </c:pt>
                <c:pt idx="1168">
                  <c:v>39682</c:v>
                </c:pt>
                <c:pt idx="1169">
                  <c:v>39685</c:v>
                </c:pt>
                <c:pt idx="1170">
                  <c:v>39686</c:v>
                </c:pt>
                <c:pt idx="1171">
                  <c:v>39687</c:v>
                </c:pt>
                <c:pt idx="1172">
                  <c:v>39688</c:v>
                </c:pt>
                <c:pt idx="1173">
                  <c:v>39689</c:v>
                </c:pt>
                <c:pt idx="1174">
                  <c:v>39693</c:v>
                </c:pt>
                <c:pt idx="1175">
                  <c:v>39694</c:v>
                </c:pt>
                <c:pt idx="1176">
                  <c:v>39695</c:v>
                </c:pt>
                <c:pt idx="1177">
                  <c:v>39696</c:v>
                </c:pt>
                <c:pt idx="1178">
                  <c:v>39699</c:v>
                </c:pt>
                <c:pt idx="1179">
                  <c:v>39700</c:v>
                </c:pt>
                <c:pt idx="1180">
                  <c:v>39701</c:v>
                </c:pt>
                <c:pt idx="1181">
                  <c:v>39702</c:v>
                </c:pt>
                <c:pt idx="1182">
                  <c:v>39703</c:v>
                </c:pt>
                <c:pt idx="1183">
                  <c:v>39706</c:v>
                </c:pt>
                <c:pt idx="1184">
                  <c:v>39707</c:v>
                </c:pt>
                <c:pt idx="1185">
                  <c:v>39708</c:v>
                </c:pt>
                <c:pt idx="1186">
                  <c:v>39709</c:v>
                </c:pt>
                <c:pt idx="1187">
                  <c:v>39710</c:v>
                </c:pt>
                <c:pt idx="1188">
                  <c:v>39713</c:v>
                </c:pt>
                <c:pt idx="1189">
                  <c:v>39714</c:v>
                </c:pt>
                <c:pt idx="1190">
                  <c:v>39715</c:v>
                </c:pt>
                <c:pt idx="1191">
                  <c:v>39716</c:v>
                </c:pt>
                <c:pt idx="1192">
                  <c:v>39717</c:v>
                </c:pt>
                <c:pt idx="1193">
                  <c:v>39720</c:v>
                </c:pt>
                <c:pt idx="1194">
                  <c:v>39721</c:v>
                </c:pt>
                <c:pt idx="1195">
                  <c:v>39722</c:v>
                </c:pt>
                <c:pt idx="1196">
                  <c:v>39723</c:v>
                </c:pt>
                <c:pt idx="1197">
                  <c:v>39724</c:v>
                </c:pt>
                <c:pt idx="1198">
                  <c:v>39727</c:v>
                </c:pt>
                <c:pt idx="1199">
                  <c:v>39728</c:v>
                </c:pt>
                <c:pt idx="1200">
                  <c:v>39729</c:v>
                </c:pt>
                <c:pt idx="1201">
                  <c:v>39730</c:v>
                </c:pt>
                <c:pt idx="1202">
                  <c:v>39731</c:v>
                </c:pt>
                <c:pt idx="1203">
                  <c:v>39734</c:v>
                </c:pt>
                <c:pt idx="1204">
                  <c:v>39735</c:v>
                </c:pt>
                <c:pt idx="1205">
                  <c:v>39736</c:v>
                </c:pt>
                <c:pt idx="1206">
                  <c:v>39737</c:v>
                </c:pt>
                <c:pt idx="1207">
                  <c:v>39738</c:v>
                </c:pt>
                <c:pt idx="1208">
                  <c:v>39741</c:v>
                </c:pt>
                <c:pt idx="1209">
                  <c:v>39742</c:v>
                </c:pt>
                <c:pt idx="1210">
                  <c:v>39743</c:v>
                </c:pt>
                <c:pt idx="1211">
                  <c:v>39744</c:v>
                </c:pt>
                <c:pt idx="1212">
                  <c:v>39745</c:v>
                </c:pt>
                <c:pt idx="1213">
                  <c:v>39748</c:v>
                </c:pt>
                <c:pt idx="1214">
                  <c:v>39749</c:v>
                </c:pt>
                <c:pt idx="1215">
                  <c:v>39750</c:v>
                </c:pt>
                <c:pt idx="1216">
                  <c:v>39751</c:v>
                </c:pt>
                <c:pt idx="1217">
                  <c:v>39752</c:v>
                </c:pt>
                <c:pt idx="1218">
                  <c:v>39755</c:v>
                </c:pt>
                <c:pt idx="1219">
                  <c:v>39756</c:v>
                </c:pt>
                <c:pt idx="1220">
                  <c:v>39757</c:v>
                </c:pt>
                <c:pt idx="1221">
                  <c:v>39758</c:v>
                </c:pt>
                <c:pt idx="1222">
                  <c:v>39759</c:v>
                </c:pt>
                <c:pt idx="1223">
                  <c:v>39762</c:v>
                </c:pt>
                <c:pt idx="1224">
                  <c:v>39763</c:v>
                </c:pt>
                <c:pt idx="1225">
                  <c:v>39764</c:v>
                </c:pt>
                <c:pt idx="1226">
                  <c:v>39765</c:v>
                </c:pt>
                <c:pt idx="1227">
                  <c:v>39766</c:v>
                </c:pt>
                <c:pt idx="1228">
                  <c:v>39769</c:v>
                </c:pt>
                <c:pt idx="1229">
                  <c:v>39770</c:v>
                </c:pt>
                <c:pt idx="1230">
                  <c:v>39771</c:v>
                </c:pt>
                <c:pt idx="1231">
                  <c:v>39772</c:v>
                </c:pt>
                <c:pt idx="1232">
                  <c:v>39773</c:v>
                </c:pt>
                <c:pt idx="1233">
                  <c:v>39776</c:v>
                </c:pt>
                <c:pt idx="1234">
                  <c:v>39777</c:v>
                </c:pt>
                <c:pt idx="1235">
                  <c:v>39778</c:v>
                </c:pt>
                <c:pt idx="1236">
                  <c:v>39780</c:v>
                </c:pt>
                <c:pt idx="1237">
                  <c:v>39783</c:v>
                </c:pt>
                <c:pt idx="1238">
                  <c:v>39784</c:v>
                </c:pt>
                <c:pt idx="1239">
                  <c:v>39785</c:v>
                </c:pt>
                <c:pt idx="1240">
                  <c:v>39786</c:v>
                </c:pt>
                <c:pt idx="1241">
                  <c:v>39787</c:v>
                </c:pt>
                <c:pt idx="1242">
                  <c:v>39790</c:v>
                </c:pt>
                <c:pt idx="1243">
                  <c:v>39791</c:v>
                </c:pt>
                <c:pt idx="1244">
                  <c:v>39792</c:v>
                </c:pt>
                <c:pt idx="1245">
                  <c:v>39793</c:v>
                </c:pt>
                <c:pt idx="1246">
                  <c:v>39794</c:v>
                </c:pt>
                <c:pt idx="1247">
                  <c:v>39797</c:v>
                </c:pt>
                <c:pt idx="1248">
                  <c:v>39798</c:v>
                </c:pt>
                <c:pt idx="1249">
                  <c:v>39799</c:v>
                </c:pt>
                <c:pt idx="1250">
                  <c:v>39800</c:v>
                </c:pt>
                <c:pt idx="1251">
                  <c:v>39801</c:v>
                </c:pt>
                <c:pt idx="1252">
                  <c:v>39804</c:v>
                </c:pt>
                <c:pt idx="1253">
                  <c:v>39805</c:v>
                </c:pt>
                <c:pt idx="1254">
                  <c:v>39806</c:v>
                </c:pt>
                <c:pt idx="1255">
                  <c:v>39808</c:v>
                </c:pt>
                <c:pt idx="1256">
                  <c:v>39811</c:v>
                </c:pt>
                <c:pt idx="1257">
                  <c:v>39812</c:v>
                </c:pt>
                <c:pt idx="1258">
                  <c:v>39813</c:v>
                </c:pt>
                <c:pt idx="1259">
                  <c:v>39815</c:v>
                </c:pt>
                <c:pt idx="1260">
                  <c:v>39818</c:v>
                </c:pt>
                <c:pt idx="1261">
                  <c:v>39819</c:v>
                </c:pt>
                <c:pt idx="1262">
                  <c:v>39820</c:v>
                </c:pt>
                <c:pt idx="1263">
                  <c:v>39821</c:v>
                </c:pt>
                <c:pt idx="1264">
                  <c:v>39822</c:v>
                </c:pt>
                <c:pt idx="1265">
                  <c:v>39825</c:v>
                </c:pt>
                <c:pt idx="1266">
                  <c:v>39826</c:v>
                </c:pt>
                <c:pt idx="1267">
                  <c:v>39827</c:v>
                </c:pt>
                <c:pt idx="1268">
                  <c:v>39828</c:v>
                </c:pt>
                <c:pt idx="1269">
                  <c:v>39829</c:v>
                </c:pt>
                <c:pt idx="1270">
                  <c:v>39833</c:v>
                </c:pt>
                <c:pt idx="1271">
                  <c:v>39834</c:v>
                </c:pt>
                <c:pt idx="1272">
                  <c:v>39835</c:v>
                </c:pt>
                <c:pt idx="1273">
                  <c:v>39836</c:v>
                </c:pt>
                <c:pt idx="1274">
                  <c:v>39839</c:v>
                </c:pt>
                <c:pt idx="1275">
                  <c:v>39840</c:v>
                </c:pt>
                <c:pt idx="1276">
                  <c:v>39841</c:v>
                </c:pt>
                <c:pt idx="1277">
                  <c:v>39842</c:v>
                </c:pt>
                <c:pt idx="1278">
                  <c:v>39843</c:v>
                </c:pt>
                <c:pt idx="1279">
                  <c:v>39846</c:v>
                </c:pt>
                <c:pt idx="1280">
                  <c:v>39847</c:v>
                </c:pt>
                <c:pt idx="1281">
                  <c:v>39848</c:v>
                </c:pt>
                <c:pt idx="1282">
                  <c:v>39849</c:v>
                </c:pt>
                <c:pt idx="1283">
                  <c:v>39850</c:v>
                </c:pt>
                <c:pt idx="1284">
                  <c:v>39853</c:v>
                </c:pt>
                <c:pt idx="1285">
                  <c:v>39854</c:v>
                </c:pt>
                <c:pt idx="1286">
                  <c:v>39855</c:v>
                </c:pt>
                <c:pt idx="1287">
                  <c:v>39856</c:v>
                </c:pt>
                <c:pt idx="1288">
                  <c:v>39857</c:v>
                </c:pt>
                <c:pt idx="1289">
                  <c:v>39861</c:v>
                </c:pt>
                <c:pt idx="1290">
                  <c:v>39862</c:v>
                </c:pt>
                <c:pt idx="1291">
                  <c:v>39863</c:v>
                </c:pt>
                <c:pt idx="1292">
                  <c:v>39864</c:v>
                </c:pt>
                <c:pt idx="1293">
                  <c:v>39867</c:v>
                </c:pt>
                <c:pt idx="1294">
                  <c:v>39868</c:v>
                </c:pt>
                <c:pt idx="1295">
                  <c:v>39869</c:v>
                </c:pt>
                <c:pt idx="1296">
                  <c:v>39870</c:v>
                </c:pt>
                <c:pt idx="1297">
                  <c:v>39871</c:v>
                </c:pt>
                <c:pt idx="1298">
                  <c:v>39874</c:v>
                </c:pt>
                <c:pt idx="1299">
                  <c:v>39875</c:v>
                </c:pt>
                <c:pt idx="1300">
                  <c:v>39876</c:v>
                </c:pt>
                <c:pt idx="1301">
                  <c:v>39877</c:v>
                </c:pt>
                <c:pt idx="1302">
                  <c:v>39878</c:v>
                </c:pt>
                <c:pt idx="1303">
                  <c:v>39881</c:v>
                </c:pt>
                <c:pt idx="1304">
                  <c:v>39882</c:v>
                </c:pt>
                <c:pt idx="1305">
                  <c:v>39883</c:v>
                </c:pt>
                <c:pt idx="1306">
                  <c:v>39884</c:v>
                </c:pt>
                <c:pt idx="1307">
                  <c:v>39885</c:v>
                </c:pt>
                <c:pt idx="1308">
                  <c:v>39888</c:v>
                </c:pt>
                <c:pt idx="1309">
                  <c:v>39889</c:v>
                </c:pt>
                <c:pt idx="1310">
                  <c:v>39890</c:v>
                </c:pt>
                <c:pt idx="1311">
                  <c:v>39891</c:v>
                </c:pt>
                <c:pt idx="1312">
                  <c:v>39892</c:v>
                </c:pt>
                <c:pt idx="1313">
                  <c:v>39895</c:v>
                </c:pt>
                <c:pt idx="1314">
                  <c:v>39896</c:v>
                </c:pt>
                <c:pt idx="1315">
                  <c:v>39897</c:v>
                </c:pt>
                <c:pt idx="1316">
                  <c:v>39898</c:v>
                </c:pt>
                <c:pt idx="1317">
                  <c:v>39899</c:v>
                </c:pt>
                <c:pt idx="1318">
                  <c:v>39902</c:v>
                </c:pt>
                <c:pt idx="1319">
                  <c:v>39903</c:v>
                </c:pt>
                <c:pt idx="1320">
                  <c:v>39904</c:v>
                </c:pt>
                <c:pt idx="1321">
                  <c:v>39905</c:v>
                </c:pt>
                <c:pt idx="1322">
                  <c:v>39906</c:v>
                </c:pt>
                <c:pt idx="1323">
                  <c:v>39909</c:v>
                </c:pt>
                <c:pt idx="1324">
                  <c:v>39910</c:v>
                </c:pt>
                <c:pt idx="1325">
                  <c:v>39911</c:v>
                </c:pt>
                <c:pt idx="1326">
                  <c:v>39912</c:v>
                </c:pt>
                <c:pt idx="1327">
                  <c:v>39916</c:v>
                </c:pt>
                <c:pt idx="1328">
                  <c:v>39917</c:v>
                </c:pt>
                <c:pt idx="1329">
                  <c:v>39918</c:v>
                </c:pt>
                <c:pt idx="1330">
                  <c:v>39919</c:v>
                </c:pt>
                <c:pt idx="1331">
                  <c:v>39920</c:v>
                </c:pt>
                <c:pt idx="1332">
                  <c:v>39923</c:v>
                </c:pt>
                <c:pt idx="1333">
                  <c:v>39924</c:v>
                </c:pt>
                <c:pt idx="1334">
                  <c:v>39925</c:v>
                </c:pt>
                <c:pt idx="1335">
                  <c:v>39926</c:v>
                </c:pt>
                <c:pt idx="1336">
                  <c:v>39927</c:v>
                </c:pt>
                <c:pt idx="1337">
                  <c:v>39930</c:v>
                </c:pt>
                <c:pt idx="1338">
                  <c:v>39931</c:v>
                </c:pt>
                <c:pt idx="1339">
                  <c:v>39932</c:v>
                </c:pt>
                <c:pt idx="1340">
                  <c:v>39933</c:v>
                </c:pt>
                <c:pt idx="1341">
                  <c:v>39934</c:v>
                </c:pt>
                <c:pt idx="1342">
                  <c:v>39937</c:v>
                </c:pt>
                <c:pt idx="1343">
                  <c:v>39938</c:v>
                </c:pt>
                <c:pt idx="1344">
                  <c:v>39939</c:v>
                </c:pt>
                <c:pt idx="1345">
                  <c:v>39940</c:v>
                </c:pt>
                <c:pt idx="1346">
                  <c:v>39941</c:v>
                </c:pt>
                <c:pt idx="1347">
                  <c:v>39944</c:v>
                </c:pt>
                <c:pt idx="1348">
                  <c:v>39945</c:v>
                </c:pt>
                <c:pt idx="1349">
                  <c:v>39946</c:v>
                </c:pt>
                <c:pt idx="1350">
                  <c:v>39947</c:v>
                </c:pt>
                <c:pt idx="1351">
                  <c:v>39948</c:v>
                </c:pt>
                <c:pt idx="1352">
                  <c:v>39951</c:v>
                </c:pt>
                <c:pt idx="1353">
                  <c:v>39952</c:v>
                </c:pt>
                <c:pt idx="1354">
                  <c:v>39953</c:v>
                </c:pt>
                <c:pt idx="1355">
                  <c:v>39954</c:v>
                </c:pt>
                <c:pt idx="1356">
                  <c:v>39955</c:v>
                </c:pt>
                <c:pt idx="1357">
                  <c:v>39959</c:v>
                </c:pt>
                <c:pt idx="1358">
                  <c:v>39960</c:v>
                </c:pt>
                <c:pt idx="1359">
                  <c:v>39961</c:v>
                </c:pt>
                <c:pt idx="1360">
                  <c:v>39962</c:v>
                </c:pt>
                <c:pt idx="1361">
                  <c:v>39965</c:v>
                </c:pt>
                <c:pt idx="1362">
                  <c:v>39966</c:v>
                </c:pt>
                <c:pt idx="1363">
                  <c:v>39967</c:v>
                </c:pt>
                <c:pt idx="1364">
                  <c:v>39968</c:v>
                </c:pt>
                <c:pt idx="1365">
                  <c:v>39969</c:v>
                </c:pt>
                <c:pt idx="1366">
                  <c:v>39972</c:v>
                </c:pt>
                <c:pt idx="1367">
                  <c:v>39973</c:v>
                </c:pt>
                <c:pt idx="1368">
                  <c:v>39974</c:v>
                </c:pt>
                <c:pt idx="1369">
                  <c:v>39975</c:v>
                </c:pt>
                <c:pt idx="1370">
                  <c:v>39976</c:v>
                </c:pt>
                <c:pt idx="1371">
                  <c:v>39979</c:v>
                </c:pt>
                <c:pt idx="1372">
                  <c:v>39980</c:v>
                </c:pt>
                <c:pt idx="1373">
                  <c:v>39981</c:v>
                </c:pt>
                <c:pt idx="1374">
                  <c:v>39982</c:v>
                </c:pt>
                <c:pt idx="1375">
                  <c:v>39983</c:v>
                </c:pt>
                <c:pt idx="1376">
                  <c:v>39986</c:v>
                </c:pt>
                <c:pt idx="1377">
                  <c:v>39987</c:v>
                </c:pt>
                <c:pt idx="1378">
                  <c:v>39988</c:v>
                </c:pt>
                <c:pt idx="1379">
                  <c:v>39989</c:v>
                </c:pt>
                <c:pt idx="1380">
                  <c:v>39990</c:v>
                </c:pt>
                <c:pt idx="1381">
                  <c:v>39993</c:v>
                </c:pt>
                <c:pt idx="1382">
                  <c:v>39994</c:v>
                </c:pt>
                <c:pt idx="1383">
                  <c:v>39995</c:v>
                </c:pt>
                <c:pt idx="1384">
                  <c:v>39996</c:v>
                </c:pt>
                <c:pt idx="1385">
                  <c:v>40000</c:v>
                </c:pt>
                <c:pt idx="1386">
                  <c:v>40001</c:v>
                </c:pt>
                <c:pt idx="1387">
                  <c:v>40002</c:v>
                </c:pt>
                <c:pt idx="1388">
                  <c:v>40003</c:v>
                </c:pt>
                <c:pt idx="1389">
                  <c:v>40004</c:v>
                </c:pt>
                <c:pt idx="1390">
                  <c:v>40007</c:v>
                </c:pt>
                <c:pt idx="1391">
                  <c:v>40008</c:v>
                </c:pt>
                <c:pt idx="1392">
                  <c:v>40009</c:v>
                </c:pt>
                <c:pt idx="1393">
                  <c:v>40010</c:v>
                </c:pt>
                <c:pt idx="1394">
                  <c:v>40011</c:v>
                </c:pt>
                <c:pt idx="1395">
                  <c:v>40014</c:v>
                </c:pt>
                <c:pt idx="1396">
                  <c:v>40015</c:v>
                </c:pt>
                <c:pt idx="1397">
                  <c:v>40016</c:v>
                </c:pt>
                <c:pt idx="1398">
                  <c:v>40017</c:v>
                </c:pt>
                <c:pt idx="1399">
                  <c:v>40018</c:v>
                </c:pt>
                <c:pt idx="1400">
                  <c:v>40021</c:v>
                </c:pt>
                <c:pt idx="1401">
                  <c:v>40022</c:v>
                </c:pt>
                <c:pt idx="1402">
                  <c:v>40023</c:v>
                </c:pt>
                <c:pt idx="1403">
                  <c:v>40024</c:v>
                </c:pt>
                <c:pt idx="1404">
                  <c:v>40025</c:v>
                </c:pt>
                <c:pt idx="1405">
                  <c:v>40028</c:v>
                </c:pt>
                <c:pt idx="1406">
                  <c:v>40029</c:v>
                </c:pt>
                <c:pt idx="1407">
                  <c:v>40030</c:v>
                </c:pt>
                <c:pt idx="1408">
                  <c:v>40031</c:v>
                </c:pt>
                <c:pt idx="1409">
                  <c:v>40032</c:v>
                </c:pt>
                <c:pt idx="1410">
                  <c:v>40035</c:v>
                </c:pt>
                <c:pt idx="1411">
                  <c:v>40036</c:v>
                </c:pt>
                <c:pt idx="1412">
                  <c:v>40037</c:v>
                </c:pt>
                <c:pt idx="1413">
                  <c:v>40038</c:v>
                </c:pt>
                <c:pt idx="1414">
                  <c:v>40039</c:v>
                </c:pt>
                <c:pt idx="1415">
                  <c:v>40042</c:v>
                </c:pt>
                <c:pt idx="1416">
                  <c:v>40043</c:v>
                </c:pt>
                <c:pt idx="1417">
                  <c:v>40044</c:v>
                </c:pt>
                <c:pt idx="1418">
                  <c:v>40045</c:v>
                </c:pt>
                <c:pt idx="1419">
                  <c:v>40046</c:v>
                </c:pt>
                <c:pt idx="1420">
                  <c:v>40049</c:v>
                </c:pt>
                <c:pt idx="1421">
                  <c:v>40050</c:v>
                </c:pt>
                <c:pt idx="1422">
                  <c:v>40051</c:v>
                </c:pt>
                <c:pt idx="1423">
                  <c:v>40052</c:v>
                </c:pt>
                <c:pt idx="1424">
                  <c:v>40053</c:v>
                </c:pt>
                <c:pt idx="1425">
                  <c:v>40056</c:v>
                </c:pt>
                <c:pt idx="1426">
                  <c:v>40057</c:v>
                </c:pt>
                <c:pt idx="1427">
                  <c:v>40058</c:v>
                </c:pt>
                <c:pt idx="1428">
                  <c:v>40059</c:v>
                </c:pt>
                <c:pt idx="1429">
                  <c:v>40060</c:v>
                </c:pt>
                <c:pt idx="1430">
                  <c:v>40064</c:v>
                </c:pt>
                <c:pt idx="1431">
                  <c:v>40065</c:v>
                </c:pt>
                <c:pt idx="1432">
                  <c:v>40066</c:v>
                </c:pt>
                <c:pt idx="1433">
                  <c:v>40067</c:v>
                </c:pt>
                <c:pt idx="1434">
                  <c:v>40070</c:v>
                </c:pt>
                <c:pt idx="1435">
                  <c:v>40071</c:v>
                </c:pt>
                <c:pt idx="1436">
                  <c:v>40072</c:v>
                </c:pt>
                <c:pt idx="1437">
                  <c:v>40073</c:v>
                </c:pt>
                <c:pt idx="1438">
                  <c:v>40074</c:v>
                </c:pt>
                <c:pt idx="1439">
                  <c:v>40077</c:v>
                </c:pt>
                <c:pt idx="1440">
                  <c:v>40078</c:v>
                </c:pt>
                <c:pt idx="1441">
                  <c:v>40079</c:v>
                </c:pt>
                <c:pt idx="1442">
                  <c:v>40080</c:v>
                </c:pt>
                <c:pt idx="1443">
                  <c:v>40081</c:v>
                </c:pt>
                <c:pt idx="1444">
                  <c:v>40084</c:v>
                </c:pt>
                <c:pt idx="1445">
                  <c:v>40085</c:v>
                </c:pt>
                <c:pt idx="1446">
                  <c:v>40086</c:v>
                </c:pt>
                <c:pt idx="1447">
                  <c:v>40087</c:v>
                </c:pt>
                <c:pt idx="1448">
                  <c:v>40088</c:v>
                </c:pt>
                <c:pt idx="1449">
                  <c:v>40091</c:v>
                </c:pt>
                <c:pt idx="1450">
                  <c:v>40092</c:v>
                </c:pt>
                <c:pt idx="1451">
                  <c:v>40093</c:v>
                </c:pt>
                <c:pt idx="1452">
                  <c:v>40094</c:v>
                </c:pt>
                <c:pt idx="1453">
                  <c:v>40095</c:v>
                </c:pt>
                <c:pt idx="1454">
                  <c:v>40098</c:v>
                </c:pt>
                <c:pt idx="1455">
                  <c:v>40099</c:v>
                </c:pt>
                <c:pt idx="1456">
                  <c:v>40100</c:v>
                </c:pt>
                <c:pt idx="1457">
                  <c:v>40101</c:v>
                </c:pt>
                <c:pt idx="1458">
                  <c:v>40102</c:v>
                </c:pt>
                <c:pt idx="1459">
                  <c:v>40105</c:v>
                </c:pt>
                <c:pt idx="1460">
                  <c:v>40106</c:v>
                </c:pt>
                <c:pt idx="1461">
                  <c:v>40107</c:v>
                </c:pt>
                <c:pt idx="1462">
                  <c:v>40108</c:v>
                </c:pt>
                <c:pt idx="1463">
                  <c:v>40109</c:v>
                </c:pt>
                <c:pt idx="1464">
                  <c:v>40112</c:v>
                </c:pt>
                <c:pt idx="1465">
                  <c:v>40113</c:v>
                </c:pt>
                <c:pt idx="1466">
                  <c:v>40114</c:v>
                </c:pt>
                <c:pt idx="1467">
                  <c:v>40115</c:v>
                </c:pt>
                <c:pt idx="1468">
                  <c:v>40116</c:v>
                </c:pt>
                <c:pt idx="1469">
                  <c:v>40119</c:v>
                </c:pt>
                <c:pt idx="1470">
                  <c:v>40120</c:v>
                </c:pt>
                <c:pt idx="1471">
                  <c:v>40121</c:v>
                </c:pt>
                <c:pt idx="1472">
                  <c:v>40122</c:v>
                </c:pt>
                <c:pt idx="1473">
                  <c:v>40123</c:v>
                </c:pt>
                <c:pt idx="1474">
                  <c:v>40126</c:v>
                </c:pt>
                <c:pt idx="1475">
                  <c:v>40127</c:v>
                </c:pt>
                <c:pt idx="1476">
                  <c:v>40128</c:v>
                </c:pt>
                <c:pt idx="1477">
                  <c:v>40129</c:v>
                </c:pt>
                <c:pt idx="1478">
                  <c:v>40130</c:v>
                </c:pt>
                <c:pt idx="1479">
                  <c:v>40133</c:v>
                </c:pt>
                <c:pt idx="1480">
                  <c:v>40134</c:v>
                </c:pt>
                <c:pt idx="1481">
                  <c:v>40135</c:v>
                </c:pt>
                <c:pt idx="1482">
                  <c:v>40136</c:v>
                </c:pt>
                <c:pt idx="1483">
                  <c:v>40137</c:v>
                </c:pt>
                <c:pt idx="1484">
                  <c:v>40140</c:v>
                </c:pt>
                <c:pt idx="1485">
                  <c:v>40141</c:v>
                </c:pt>
                <c:pt idx="1486">
                  <c:v>40142</c:v>
                </c:pt>
                <c:pt idx="1487">
                  <c:v>40144</c:v>
                </c:pt>
                <c:pt idx="1488">
                  <c:v>40147</c:v>
                </c:pt>
                <c:pt idx="1489">
                  <c:v>40148</c:v>
                </c:pt>
                <c:pt idx="1490">
                  <c:v>40149</c:v>
                </c:pt>
                <c:pt idx="1491">
                  <c:v>40150</c:v>
                </c:pt>
                <c:pt idx="1492">
                  <c:v>40151</c:v>
                </c:pt>
                <c:pt idx="1493">
                  <c:v>40154</c:v>
                </c:pt>
                <c:pt idx="1494">
                  <c:v>40155</c:v>
                </c:pt>
                <c:pt idx="1495">
                  <c:v>40156</c:v>
                </c:pt>
                <c:pt idx="1496">
                  <c:v>40157</c:v>
                </c:pt>
                <c:pt idx="1497">
                  <c:v>40158</c:v>
                </c:pt>
                <c:pt idx="1498">
                  <c:v>40161</c:v>
                </c:pt>
                <c:pt idx="1499">
                  <c:v>40162</c:v>
                </c:pt>
                <c:pt idx="1500">
                  <c:v>40163</c:v>
                </c:pt>
                <c:pt idx="1501">
                  <c:v>40164</c:v>
                </c:pt>
                <c:pt idx="1502">
                  <c:v>40165</c:v>
                </c:pt>
                <c:pt idx="1503">
                  <c:v>40168</c:v>
                </c:pt>
                <c:pt idx="1504">
                  <c:v>40169</c:v>
                </c:pt>
                <c:pt idx="1505">
                  <c:v>40170</c:v>
                </c:pt>
                <c:pt idx="1506">
                  <c:v>40171</c:v>
                </c:pt>
                <c:pt idx="1507">
                  <c:v>40175</c:v>
                </c:pt>
                <c:pt idx="1508">
                  <c:v>40176</c:v>
                </c:pt>
                <c:pt idx="1509">
                  <c:v>40177</c:v>
                </c:pt>
                <c:pt idx="1510">
                  <c:v>40178</c:v>
                </c:pt>
                <c:pt idx="1511">
                  <c:v>40182</c:v>
                </c:pt>
                <c:pt idx="1512">
                  <c:v>40183</c:v>
                </c:pt>
                <c:pt idx="1513">
                  <c:v>40184</c:v>
                </c:pt>
                <c:pt idx="1514">
                  <c:v>40185</c:v>
                </c:pt>
                <c:pt idx="1515">
                  <c:v>40186</c:v>
                </c:pt>
                <c:pt idx="1516">
                  <c:v>40189</c:v>
                </c:pt>
                <c:pt idx="1517">
                  <c:v>40190</c:v>
                </c:pt>
                <c:pt idx="1518">
                  <c:v>40191</c:v>
                </c:pt>
                <c:pt idx="1519">
                  <c:v>40192</c:v>
                </c:pt>
                <c:pt idx="1520">
                  <c:v>40193</c:v>
                </c:pt>
                <c:pt idx="1521">
                  <c:v>40197</c:v>
                </c:pt>
                <c:pt idx="1522">
                  <c:v>40198</c:v>
                </c:pt>
                <c:pt idx="1523">
                  <c:v>40199</c:v>
                </c:pt>
                <c:pt idx="1524">
                  <c:v>40200</c:v>
                </c:pt>
                <c:pt idx="1525">
                  <c:v>40203</c:v>
                </c:pt>
                <c:pt idx="1526">
                  <c:v>40204</c:v>
                </c:pt>
                <c:pt idx="1527">
                  <c:v>40205</c:v>
                </c:pt>
                <c:pt idx="1528">
                  <c:v>40206</c:v>
                </c:pt>
                <c:pt idx="1529">
                  <c:v>40207</c:v>
                </c:pt>
                <c:pt idx="1530">
                  <c:v>40210</c:v>
                </c:pt>
                <c:pt idx="1531">
                  <c:v>40211</c:v>
                </c:pt>
                <c:pt idx="1532">
                  <c:v>40212</c:v>
                </c:pt>
                <c:pt idx="1533">
                  <c:v>40213</c:v>
                </c:pt>
                <c:pt idx="1534">
                  <c:v>40214</c:v>
                </c:pt>
                <c:pt idx="1535">
                  <c:v>40217</c:v>
                </c:pt>
                <c:pt idx="1536">
                  <c:v>40218</c:v>
                </c:pt>
                <c:pt idx="1537">
                  <c:v>40219</c:v>
                </c:pt>
                <c:pt idx="1538">
                  <c:v>40220</c:v>
                </c:pt>
                <c:pt idx="1539">
                  <c:v>40221</c:v>
                </c:pt>
                <c:pt idx="1540">
                  <c:v>40225</c:v>
                </c:pt>
                <c:pt idx="1541">
                  <c:v>40226</c:v>
                </c:pt>
                <c:pt idx="1542">
                  <c:v>40227</c:v>
                </c:pt>
                <c:pt idx="1543">
                  <c:v>40228</c:v>
                </c:pt>
                <c:pt idx="1544">
                  <c:v>40231</c:v>
                </c:pt>
                <c:pt idx="1545">
                  <c:v>40232</c:v>
                </c:pt>
                <c:pt idx="1546">
                  <c:v>40233</c:v>
                </c:pt>
                <c:pt idx="1547">
                  <c:v>40234</c:v>
                </c:pt>
                <c:pt idx="1548">
                  <c:v>40235</c:v>
                </c:pt>
                <c:pt idx="1549">
                  <c:v>40238</c:v>
                </c:pt>
                <c:pt idx="1550">
                  <c:v>40239</c:v>
                </c:pt>
                <c:pt idx="1551">
                  <c:v>40240</c:v>
                </c:pt>
                <c:pt idx="1552">
                  <c:v>40241</c:v>
                </c:pt>
                <c:pt idx="1553">
                  <c:v>40242</c:v>
                </c:pt>
                <c:pt idx="1554">
                  <c:v>40245</c:v>
                </c:pt>
                <c:pt idx="1555">
                  <c:v>40246</c:v>
                </c:pt>
                <c:pt idx="1556">
                  <c:v>40247</c:v>
                </c:pt>
                <c:pt idx="1557">
                  <c:v>40248</c:v>
                </c:pt>
                <c:pt idx="1558">
                  <c:v>40249</c:v>
                </c:pt>
                <c:pt idx="1559">
                  <c:v>40252</c:v>
                </c:pt>
                <c:pt idx="1560">
                  <c:v>40253</c:v>
                </c:pt>
                <c:pt idx="1561">
                  <c:v>40254</c:v>
                </c:pt>
                <c:pt idx="1562">
                  <c:v>40255</c:v>
                </c:pt>
                <c:pt idx="1563">
                  <c:v>40256</c:v>
                </c:pt>
                <c:pt idx="1564">
                  <c:v>40259</c:v>
                </c:pt>
                <c:pt idx="1565">
                  <c:v>40260</c:v>
                </c:pt>
                <c:pt idx="1566">
                  <c:v>40261</c:v>
                </c:pt>
                <c:pt idx="1567">
                  <c:v>40262</c:v>
                </c:pt>
                <c:pt idx="1568">
                  <c:v>40263</c:v>
                </c:pt>
                <c:pt idx="1569">
                  <c:v>40266</c:v>
                </c:pt>
                <c:pt idx="1570">
                  <c:v>40267</c:v>
                </c:pt>
                <c:pt idx="1571">
                  <c:v>40268</c:v>
                </c:pt>
                <c:pt idx="1572">
                  <c:v>40269</c:v>
                </c:pt>
                <c:pt idx="1573">
                  <c:v>40273</c:v>
                </c:pt>
                <c:pt idx="1574">
                  <c:v>40274</c:v>
                </c:pt>
                <c:pt idx="1575">
                  <c:v>40275</c:v>
                </c:pt>
                <c:pt idx="1576">
                  <c:v>40276</c:v>
                </c:pt>
                <c:pt idx="1577">
                  <c:v>40277</c:v>
                </c:pt>
                <c:pt idx="1578">
                  <c:v>40280</c:v>
                </c:pt>
                <c:pt idx="1579">
                  <c:v>40281</c:v>
                </c:pt>
                <c:pt idx="1580">
                  <c:v>40282</c:v>
                </c:pt>
                <c:pt idx="1581">
                  <c:v>40283</c:v>
                </c:pt>
                <c:pt idx="1582">
                  <c:v>40284</c:v>
                </c:pt>
                <c:pt idx="1583">
                  <c:v>40287</c:v>
                </c:pt>
                <c:pt idx="1584">
                  <c:v>40288</c:v>
                </c:pt>
                <c:pt idx="1585">
                  <c:v>40289</c:v>
                </c:pt>
                <c:pt idx="1586">
                  <c:v>40290</c:v>
                </c:pt>
                <c:pt idx="1587">
                  <c:v>40291</c:v>
                </c:pt>
                <c:pt idx="1588">
                  <c:v>40294</c:v>
                </c:pt>
                <c:pt idx="1589">
                  <c:v>40295</c:v>
                </c:pt>
                <c:pt idx="1590">
                  <c:v>40296</c:v>
                </c:pt>
                <c:pt idx="1591">
                  <c:v>40297</c:v>
                </c:pt>
                <c:pt idx="1592">
                  <c:v>40298</c:v>
                </c:pt>
                <c:pt idx="1593">
                  <c:v>40301</c:v>
                </c:pt>
                <c:pt idx="1594">
                  <c:v>40302</c:v>
                </c:pt>
                <c:pt idx="1595">
                  <c:v>40303</c:v>
                </c:pt>
                <c:pt idx="1596">
                  <c:v>40304</c:v>
                </c:pt>
                <c:pt idx="1597">
                  <c:v>40305</c:v>
                </c:pt>
                <c:pt idx="1598">
                  <c:v>40308</c:v>
                </c:pt>
                <c:pt idx="1599">
                  <c:v>40309</c:v>
                </c:pt>
                <c:pt idx="1600">
                  <c:v>40310</c:v>
                </c:pt>
                <c:pt idx="1601">
                  <c:v>40311</c:v>
                </c:pt>
                <c:pt idx="1602">
                  <c:v>40312</c:v>
                </c:pt>
                <c:pt idx="1603">
                  <c:v>40315</c:v>
                </c:pt>
                <c:pt idx="1604">
                  <c:v>40316</c:v>
                </c:pt>
                <c:pt idx="1605">
                  <c:v>40317</c:v>
                </c:pt>
                <c:pt idx="1606">
                  <c:v>40318</c:v>
                </c:pt>
                <c:pt idx="1607">
                  <c:v>40319</c:v>
                </c:pt>
                <c:pt idx="1608">
                  <c:v>40322</c:v>
                </c:pt>
                <c:pt idx="1609">
                  <c:v>40323</c:v>
                </c:pt>
                <c:pt idx="1610">
                  <c:v>40324</c:v>
                </c:pt>
                <c:pt idx="1611">
                  <c:v>40325</c:v>
                </c:pt>
                <c:pt idx="1612">
                  <c:v>40326</c:v>
                </c:pt>
                <c:pt idx="1613">
                  <c:v>40330</c:v>
                </c:pt>
                <c:pt idx="1614">
                  <c:v>40331</c:v>
                </c:pt>
                <c:pt idx="1615">
                  <c:v>40332</c:v>
                </c:pt>
                <c:pt idx="1616">
                  <c:v>40333</c:v>
                </c:pt>
                <c:pt idx="1617">
                  <c:v>40336</c:v>
                </c:pt>
                <c:pt idx="1618">
                  <c:v>40337</c:v>
                </c:pt>
                <c:pt idx="1619">
                  <c:v>40338</c:v>
                </c:pt>
                <c:pt idx="1620">
                  <c:v>40339</c:v>
                </c:pt>
                <c:pt idx="1621">
                  <c:v>40340</c:v>
                </c:pt>
                <c:pt idx="1622">
                  <c:v>40343</c:v>
                </c:pt>
                <c:pt idx="1623">
                  <c:v>40344</c:v>
                </c:pt>
                <c:pt idx="1624">
                  <c:v>40345</c:v>
                </c:pt>
                <c:pt idx="1625">
                  <c:v>40346</c:v>
                </c:pt>
                <c:pt idx="1626">
                  <c:v>40347</c:v>
                </c:pt>
                <c:pt idx="1627">
                  <c:v>40350</c:v>
                </c:pt>
                <c:pt idx="1628">
                  <c:v>40351</c:v>
                </c:pt>
                <c:pt idx="1629">
                  <c:v>40352</c:v>
                </c:pt>
                <c:pt idx="1630">
                  <c:v>40353</c:v>
                </c:pt>
                <c:pt idx="1631">
                  <c:v>40354</c:v>
                </c:pt>
                <c:pt idx="1632">
                  <c:v>40357</c:v>
                </c:pt>
                <c:pt idx="1633">
                  <c:v>40358</c:v>
                </c:pt>
                <c:pt idx="1634">
                  <c:v>40359</c:v>
                </c:pt>
                <c:pt idx="1635">
                  <c:v>40360</c:v>
                </c:pt>
                <c:pt idx="1636">
                  <c:v>40361</c:v>
                </c:pt>
                <c:pt idx="1637">
                  <c:v>40365</c:v>
                </c:pt>
                <c:pt idx="1638">
                  <c:v>40366</c:v>
                </c:pt>
                <c:pt idx="1639">
                  <c:v>40367</c:v>
                </c:pt>
                <c:pt idx="1640">
                  <c:v>40368</c:v>
                </c:pt>
                <c:pt idx="1641">
                  <c:v>40371</c:v>
                </c:pt>
                <c:pt idx="1642">
                  <c:v>40372</c:v>
                </c:pt>
                <c:pt idx="1643">
                  <c:v>40373</c:v>
                </c:pt>
                <c:pt idx="1644">
                  <c:v>40374</c:v>
                </c:pt>
                <c:pt idx="1645">
                  <c:v>40375</c:v>
                </c:pt>
                <c:pt idx="1646">
                  <c:v>40378</c:v>
                </c:pt>
                <c:pt idx="1647">
                  <c:v>40379</c:v>
                </c:pt>
                <c:pt idx="1648">
                  <c:v>40380</c:v>
                </c:pt>
                <c:pt idx="1649">
                  <c:v>40381</c:v>
                </c:pt>
                <c:pt idx="1650">
                  <c:v>40382</c:v>
                </c:pt>
                <c:pt idx="1651">
                  <c:v>40385</c:v>
                </c:pt>
                <c:pt idx="1652">
                  <c:v>40386</c:v>
                </c:pt>
                <c:pt idx="1653">
                  <c:v>40387</c:v>
                </c:pt>
                <c:pt idx="1654">
                  <c:v>40388</c:v>
                </c:pt>
                <c:pt idx="1655">
                  <c:v>40389</c:v>
                </c:pt>
                <c:pt idx="1656">
                  <c:v>40392</c:v>
                </c:pt>
                <c:pt idx="1657">
                  <c:v>40393</c:v>
                </c:pt>
                <c:pt idx="1658">
                  <c:v>40394</c:v>
                </c:pt>
                <c:pt idx="1659">
                  <c:v>40395</c:v>
                </c:pt>
                <c:pt idx="1660">
                  <c:v>40396</c:v>
                </c:pt>
                <c:pt idx="1661">
                  <c:v>40399</c:v>
                </c:pt>
                <c:pt idx="1662">
                  <c:v>40400</c:v>
                </c:pt>
                <c:pt idx="1663">
                  <c:v>40401</c:v>
                </c:pt>
                <c:pt idx="1664">
                  <c:v>40402</c:v>
                </c:pt>
                <c:pt idx="1665">
                  <c:v>40403</c:v>
                </c:pt>
                <c:pt idx="1666">
                  <c:v>40406</c:v>
                </c:pt>
                <c:pt idx="1667">
                  <c:v>40407</c:v>
                </c:pt>
                <c:pt idx="1668">
                  <c:v>40408</c:v>
                </c:pt>
                <c:pt idx="1669">
                  <c:v>40409</c:v>
                </c:pt>
                <c:pt idx="1670">
                  <c:v>40410</c:v>
                </c:pt>
                <c:pt idx="1671">
                  <c:v>40413</c:v>
                </c:pt>
                <c:pt idx="1672">
                  <c:v>40414</c:v>
                </c:pt>
                <c:pt idx="1673">
                  <c:v>40415</c:v>
                </c:pt>
                <c:pt idx="1674">
                  <c:v>40416</c:v>
                </c:pt>
                <c:pt idx="1675">
                  <c:v>40417</c:v>
                </c:pt>
                <c:pt idx="1676">
                  <c:v>40420</c:v>
                </c:pt>
                <c:pt idx="1677">
                  <c:v>40421</c:v>
                </c:pt>
                <c:pt idx="1678">
                  <c:v>40422</c:v>
                </c:pt>
                <c:pt idx="1679">
                  <c:v>40423</c:v>
                </c:pt>
                <c:pt idx="1680">
                  <c:v>40424</c:v>
                </c:pt>
                <c:pt idx="1681">
                  <c:v>40428</c:v>
                </c:pt>
                <c:pt idx="1682">
                  <c:v>40429</c:v>
                </c:pt>
                <c:pt idx="1683">
                  <c:v>40430</c:v>
                </c:pt>
                <c:pt idx="1684">
                  <c:v>40431</c:v>
                </c:pt>
                <c:pt idx="1685">
                  <c:v>40434</c:v>
                </c:pt>
                <c:pt idx="1686">
                  <c:v>40435</c:v>
                </c:pt>
                <c:pt idx="1687">
                  <c:v>40436</c:v>
                </c:pt>
                <c:pt idx="1688">
                  <c:v>40437</c:v>
                </c:pt>
                <c:pt idx="1689">
                  <c:v>40438</c:v>
                </c:pt>
                <c:pt idx="1690">
                  <c:v>40441</c:v>
                </c:pt>
                <c:pt idx="1691">
                  <c:v>40442</c:v>
                </c:pt>
                <c:pt idx="1692">
                  <c:v>40443</c:v>
                </c:pt>
                <c:pt idx="1693">
                  <c:v>40444</c:v>
                </c:pt>
                <c:pt idx="1694">
                  <c:v>40445</c:v>
                </c:pt>
                <c:pt idx="1695">
                  <c:v>40448</c:v>
                </c:pt>
                <c:pt idx="1696">
                  <c:v>40449</c:v>
                </c:pt>
                <c:pt idx="1697">
                  <c:v>40450</c:v>
                </c:pt>
                <c:pt idx="1698">
                  <c:v>40451</c:v>
                </c:pt>
                <c:pt idx="1699">
                  <c:v>40452</c:v>
                </c:pt>
                <c:pt idx="1700">
                  <c:v>40455</c:v>
                </c:pt>
                <c:pt idx="1701">
                  <c:v>40456</c:v>
                </c:pt>
                <c:pt idx="1702">
                  <c:v>40457</c:v>
                </c:pt>
                <c:pt idx="1703">
                  <c:v>40458</c:v>
                </c:pt>
                <c:pt idx="1704">
                  <c:v>40459</c:v>
                </c:pt>
                <c:pt idx="1705">
                  <c:v>40462</c:v>
                </c:pt>
                <c:pt idx="1706">
                  <c:v>40463</c:v>
                </c:pt>
                <c:pt idx="1707">
                  <c:v>40464</c:v>
                </c:pt>
                <c:pt idx="1708">
                  <c:v>40465</c:v>
                </c:pt>
                <c:pt idx="1709">
                  <c:v>40466</c:v>
                </c:pt>
                <c:pt idx="1710">
                  <c:v>40469</c:v>
                </c:pt>
                <c:pt idx="1711">
                  <c:v>40470</c:v>
                </c:pt>
                <c:pt idx="1712">
                  <c:v>40471</c:v>
                </c:pt>
                <c:pt idx="1713">
                  <c:v>40472</c:v>
                </c:pt>
                <c:pt idx="1714">
                  <c:v>40473</c:v>
                </c:pt>
                <c:pt idx="1715">
                  <c:v>40476</c:v>
                </c:pt>
                <c:pt idx="1716">
                  <c:v>40477</c:v>
                </c:pt>
                <c:pt idx="1717">
                  <c:v>40478</c:v>
                </c:pt>
                <c:pt idx="1718">
                  <c:v>40479</c:v>
                </c:pt>
                <c:pt idx="1719">
                  <c:v>40480</c:v>
                </c:pt>
                <c:pt idx="1720">
                  <c:v>40483</c:v>
                </c:pt>
                <c:pt idx="1721">
                  <c:v>40484</c:v>
                </c:pt>
                <c:pt idx="1722">
                  <c:v>40485</c:v>
                </c:pt>
                <c:pt idx="1723">
                  <c:v>40486</c:v>
                </c:pt>
                <c:pt idx="1724">
                  <c:v>40487</c:v>
                </c:pt>
                <c:pt idx="1725">
                  <c:v>40490</c:v>
                </c:pt>
                <c:pt idx="1726">
                  <c:v>40491</c:v>
                </c:pt>
                <c:pt idx="1727">
                  <c:v>40492</c:v>
                </c:pt>
                <c:pt idx="1728">
                  <c:v>40493</c:v>
                </c:pt>
                <c:pt idx="1729">
                  <c:v>40494</c:v>
                </c:pt>
                <c:pt idx="1730">
                  <c:v>40497</c:v>
                </c:pt>
                <c:pt idx="1731">
                  <c:v>40498</c:v>
                </c:pt>
                <c:pt idx="1732">
                  <c:v>40499</c:v>
                </c:pt>
                <c:pt idx="1733">
                  <c:v>40500</c:v>
                </c:pt>
                <c:pt idx="1734">
                  <c:v>40501</c:v>
                </c:pt>
                <c:pt idx="1735">
                  <c:v>40504</c:v>
                </c:pt>
                <c:pt idx="1736">
                  <c:v>40505</c:v>
                </c:pt>
                <c:pt idx="1737">
                  <c:v>40506</c:v>
                </c:pt>
                <c:pt idx="1738">
                  <c:v>40508</c:v>
                </c:pt>
                <c:pt idx="1739">
                  <c:v>40511</c:v>
                </c:pt>
                <c:pt idx="1740">
                  <c:v>40512</c:v>
                </c:pt>
                <c:pt idx="1741">
                  <c:v>40513</c:v>
                </c:pt>
                <c:pt idx="1742">
                  <c:v>40514</c:v>
                </c:pt>
                <c:pt idx="1743">
                  <c:v>40515</c:v>
                </c:pt>
                <c:pt idx="1744">
                  <c:v>40518</c:v>
                </c:pt>
                <c:pt idx="1745">
                  <c:v>40519</c:v>
                </c:pt>
                <c:pt idx="1746">
                  <c:v>40520</c:v>
                </c:pt>
                <c:pt idx="1747">
                  <c:v>40521</c:v>
                </c:pt>
                <c:pt idx="1748">
                  <c:v>40522</c:v>
                </c:pt>
                <c:pt idx="1749">
                  <c:v>40525</c:v>
                </c:pt>
                <c:pt idx="1750">
                  <c:v>40526</c:v>
                </c:pt>
                <c:pt idx="1751">
                  <c:v>40527</c:v>
                </c:pt>
                <c:pt idx="1752">
                  <c:v>40528</c:v>
                </c:pt>
                <c:pt idx="1753">
                  <c:v>40529</c:v>
                </c:pt>
                <c:pt idx="1754">
                  <c:v>40532</c:v>
                </c:pt>
                <c:pt idx="1755">
                  <c:v>40533</c:v>
                </c:pt>
                <c:pt idx="1756">
                  <c:v>40534</c:v>
                </c:pt>
                <c:pt idx="1757">
                  <c:v>40535</c:v>
                </c:pt>
                <c:pt idx="1758">
                  <c:v>40539</c:v>
                </c:pt>
                <c:pt idx="1759">
                  <c:v>40540</c:v>
                </c:pt>
                <c:pt idx="1760">
                  <c:v>40541</c:v>
                </c:pt>
                <c:pt idx="1761">
                  <c:v>40542</c:v>
                </c:pt>
                <c:pt idx="1762">
                  <c:v>40543</c:v>
                </c:pt>
                <c:pt idx="1763">
                  <c:v>40546</c:v>
                </c:pt>
                <c:pt idx="1764">
                  <c:v>40547</c:v>
                </c:pt>
                <c:pt idx="1765">
                  <c:v>40548</c:v>
                </c:pt>
                <c:pt idx="1766">
                  <c:v>40549</c:v>
                </c:pt>
                <c:pt idx="1767">
                  <c:v>40550</c:v>
                </c:pt>
                <c:pt idx="1768">
                  <c:v>40553</c:v>
                </c:pt>
                <c:pt idx="1769">
                  <c:v>40554</c:v>
                </c:pt>
                <c:pt idx="1770">
                  <c:v>40555</c:v>
                </c:pt>
                <c:pt idx="1771">
                  <c:v>40556</c:v>
                </c:pt>
                <c:pt idx="1772">
                  <c:v>40557</c:v>
                </c:pt>
                <c:pt idx="1773">
                  <c:v>40561</c:v>
                </c:pt>
                <c:pt idx="1774">
                  <c:v>40562</c:v>
                </c:pt>
                <c:pt idx="1775">
                  <c:v>40563</c:v>
                </c:pt>
                <c:pt idx="1776">
                  <c:v>40564</c:v>
                </c:pt>
                <c:pt idx="1777">
                  <c:v>40567</c:v>
                </c:pt>
                <c:pt idx="1778">
                  <c:v>40568</c:v>
                </c:pt>
                <c:pt idx="1779">
                  <c:v>40569</c:v>
                </c:pt>
                <c:pt idx="1780">
                  <c:v>40570</c:v>
                </c:pt>
                <c:pt idx="1781">
                  <c:v>40571</c:v>
                </c:pt>
                <c:pt idx="1782">
                  <c:v>40574</c:v>
                </c:pt>
                <c:pt idx="1783">
                  <c:v>40575</c:v>
                </c:pt>
                <c:pt idx="1784">
                  <c:v>40576</c:v>
                </c:pt>
                <c:pt idx="1785">
                  <c:v>40577</c:v>
                </c:pt>
                <c:pt idx="1786">
                  <c:v>40578</c:v>
                </c:pt>
                <c:pt idx="1787">
                  <c:v>40581</c:v>
                </c:pt>
                <c:pt idx="1788">
                  <c:v>40582</c:v>
                </c:pt>
                <c:pt idx="1789">
                  <c:v>40583</c:v>
                </c:pt>
                <c:pt idx="1790">
                  <c:v>40584</c:v>
                </c:pt>
                <c:pt idx="1791">
                  <c:v>40585</c:v>
                </c:pt>
                <c:pt idx="1792">
                  <c:v>40588</c:v>
                </c:pt>
                <c:pt idx="1793">
                  <c:v>40589</c:v>
                </c:pt>
                <c:pt idx="1794">
                  <c:v>40590</c:v>
                </c:pt>
                <c:pt idx="1795">
                  <c:v>40591</c:v>
                </c:pt>
                <c:pt idx="1796">
                  <c:v>40592</c:v>
                </c:pt>
                <c:pt idx="1797">
                  <c:v>40596</c:v>
                </c:pt>
                <c:pt idx="1798">
                  <c:v>40597</c:v>
                </c:pt>
                <c:pt idx="1799">
                  <c:v>40598</c:v>
                </c:pt>
                <c:pt idx="1800">
                  <c:v>40599</c:v>
                </c:pt>
                <c:pt idx="1801">
                  <c:v>40602</c:v>
                </c:pt>
                <c:pt idx="1802">
                  <c:v>40603</c:v>
                </c:pt>
                <c:pt idx="1803">
                  <c:v>40604</c:v>
                </c:pt>
                <c:pt idx="1804">
                  <c:v>40605</c:v>
                </c:pt>
                <c:pt idx="1805">
                  <c:v>40606</c:v>
                </c:pt>
                <c:pt idx="1806">
                  <c:v>40609</c:v>
                </c:pt>
                <c:pt idx="1807">
                  <c:v>40610</c:v>
                </c:pt>
                <c:pt idx="1808">
                  <c:v>40611</c:v>
                </c:pt>
                <c:pt idx="1809">
                  <c:v>40612</c:v>
                </c:pt>
                <c:pt idx="1810">
                  <c:v>40613</c:v>
                </c:pt>
                <c:pt idx="1811">
                  <c:v>40616</c:v>
                </c:pt>
                <c:pt idx="1812">
                  <c:v>40617</c:v>
                </c:pt>
                <c:pt idx="1813">
                  <c:v>40618</c:v>
                </c:pt>
                <c:pt idx="1814">
                  <c:v>40619</c:v>
                </c:pt>
                <c:pt idx="1815">
                  <c:v>40620</c:v>
                </c:pt>
                <c:pt idx="1816">
                  <c:v>40623</c:v>
                </c:pt>
                <c:pt idx="1817">
                  <c:v>40624</c:v>
                </c:pt>
                <c:pt idx="1818">
                  <c:v>40625</c:v>
                </c:pt>
                <c:pt idx="1819">
                  <c:v>40626</c:v>
                </c:pt>
                <c:pt idx="1820">
                  <c:v>40627</c:v>
                </c:pt>
                <c:pt idx="1821">
                  <c:v>40630</c:v>
                </c:pt>
                <c:pt idx="1822">
                  <c:v>40631</c:v>
                </c:pt>
                <c:pt idx="1823">
                  <c:v>40632</c:v>
                </c:pt>
                <c:pt idx="1824">
                  <c:v>40633</c:v>
                </c:pt>
                <c:pt idx="1825">
                  <c:v>40634</c:v>
                </c:pt>
                <c:pt idx="1826">
                  <c:v>40637</c:v>
                </c:pt>
                <c:pt idx="1827">
                  <c:v>40638</c:v>
                </c:pt>
                <c:pt idx="1828">
                  <c:v>40639</c:v>
                </c:pt>
                <c:pt idx="1829">
                  <c:v>40640</c:v>
                </c:pt>
                <c:pt idx="1830">
                  <c:v>40641</c:v>
                </c:pt>
                <c:pt idx="1831">
                  <c:v>40644</c:v>
                </c:pt>
                <c:pt idx="1832">
                  <c:v>40645</c:v>
                </c:pt>
                <c:pt idx="1833">
                  <c:v>40646</c:v>
                </c:pt>
                <c:pt idx="1834">
                  <c:v>40647</c:v>
                </c:pt>
                <c:pt idx="1835">
                  <c:v>40648</c:v>
                </c:pt>
                <c:pt idx="1836">
                  <c:v>40651</c:v>
                </c:pt>
                <c:pt idx="1837">
                  <c:v>40652</c:v>
                </c:pt>
                <c:pt idx="1838">
                  <c:v>40653</c:v>
                </c:pt>
                <c:pt idx="1839">
                  <c:v>40654</c:v>
                </c:pt>
                <c:pt idx="1840">
                  <c:v>40658</c:v>
                </c:pt>
                <c:pt idx="1841">
                  <c:v>40659</c:v>
                </c:pt>
                <c:pt idx="1842">
                  <c:v>40660</c:v>
                </c:pt>
                <c:pt idx="1843">
                  <c:v>40661</c:v>
                </c:pt>
                <c:pt idx="1844">
                  <c:v>40662</c:v>
                </c:pt>
                <c:pt idx="1845">
                  <c:v>40665</c:v>
                </c:pt>
                <c:pt idx="1846">
                  <c:v>40666</c:v>
                </c:pt>
                <c:pt idx="1847">
                  <c:v>40667</c:v>
                </c:pt>
                <c:pt idx="1848">
                  <c:v>40668</c:v>
                </c:pt>
                <c:pt idx="1849">
                  <c:v>40669</c:v>
                </c:pt>
                <c:pt idx="1850">
                  <c:v>40672</c:v>
                </c:pt>
                <c:pt idx="1851">
                  <c:v>40673</c:v>
                </c:pt>
                <c:pt idx="1852">
                  <c:v>40674</c:v>
                </c:pt>
                <c:pt idx="1853">
                  <c:v>40675</c:v>
                </c:pt>
                <c:pt idx="1854">
                  <c:v>40676</c:v>
                </c:pt>
                <c:pt idx="1855">
                  <c:v>40679</c:v>
                </c:pt>
                <c:pt idx="1856">
                  <c:v>40680</c:v>
                </c:pt>
                <c:pt idx="1857">
                  <c:v>40681</c:v>
                </c:pt>
                <c:pt idx="1858">
                  <c:v>40682</c:v>
                </c:pt>
                <c:pt idx="1859">
                  <c:v>40683</c:v>
                </c:pt>
                <c:pt idx="1860">
                  <c:v>40686</c:v>
                </c:pt>
                <c:pt idx="1861">
                  <c:v>40687</c:v>
                </c:pt>
                <c:pt idx="1862">
                  <c:v>40688</c:v>
                </c:pt>
                <c:pt idx="1863">
                  <c:v>40689</c:v>
                </c:pt>
                <c:pt idx="1864">
                  <c:v>40690</c:v>
                </c:pt>
                <c:pt idx="1865">
                  <c:v>40694</c:v>
                </c:pt>
                <c:pt idx="1866">
                  <c:v>40695</c:v>
                </c:pt>
                <c:pt idx="1867">
                  <c:v>40696</c:v>
                </c:pt>
                <c:pt idx="1868">
                  <c:v>40697</c:v>
                </c:pt>
                <c:pt idx="1869">
                  <c:v>40700</c:v>
                </c:pt>
                <c:pt idx="1870">
                  <c:v>40701</c:v>
                </c:pt>
                <c:pt idx="1871">
                  <c:v>40702</c:v>
                </c:pt>
                <c:pt idx="1872">
                  <c:v>40703</c:v>
                </c:pt>
                <c:pt idx="1873">
                  <c:v>40704</c:v>
                </c:pt>
                <c:pt idx="1874">
                  <c:v>40707</c:v>
                </c:pt>
                <c:pt idx="1875">
                  <c:v>40708</c:v>
                </c:pt>
                <c:pt idx="1876">
                  <c:v>40709</c:v>
                </c:pt>
                <c:pt idx="1877">
                  <c:v>40710</c:v>
                </c:pt>
                <c:pt idx="1878">
                  <c:v>40711</c:v>
                </c:pt>
                <c:pt idx="1879">
                  <c:v>40714</c:v>
                </c:pt>
                <c:pt idx="1880">
                  <c:v>40715</c:v>
                </c:pt>
                <c:pt idx="1881">
                  <c:v>40716</c:v>
                </c:pt>
                <c:pt idx="1882">
                  <c:v>40717</c:v>
                </c:pt>
                <c:pt idx="1883">
                  <c:v>40718</c:v>
                </c:pt>
                <c:pt idx="1884">
                  <c:v>40721</c:v>
                </c:pt>
                <c:pt idx="1885">
                  <c:v>40722</c:v>
                </c:pt>
                <c:pt idx="1886">
                  <c:v>40723</c:v>
                </c:pt>
                <c:pt idx="1887">
                  <c:v>40724</c:v>
                </c:pt>
                <c:pt idx="1888">
                  <c:v>40725</c:v>
                </c:pt>
                <c:pt idx="1889">
                  <c:v>40729</c:v>
                </c:pt>
                <c:pt idx="1890">
                  <c:v>40730</c:v>
                </c:pt>
                <c:pt idx="1891">
                  <c:v>40731</c:v>
                </c:pt>
                <c:pt idx="1892">
                  <c:v>40732</c:v>
                </c:pt>
                <c:pt idx="1893">
                  <c:v>40735</c:v>
                </c:pt>
                <c:pt idx="1894">
                  <c:v>40736</c:v>
                </c:pt>
                <c:pt idx="1895">
                  <c:v>40737</c:v>
                </c:pt>
                <c:pt idx="1896">
                  <c:v>40738</c:v>
                </c:pt>
                <c:pt idx="1897">
                  <c:v>40739</c:v>
                </c:pt>
                <c:pt idx="1898">
                  <c:v>40742</c:v>
                </c:pt>
                <c:pt idx="1899">
                  <c:v>40743</c:v>
                </c:pt>
                <c:pt idx="1900">
                  <c:v>40744</c:v>
                </c:pt>
                <c:pt idx="1901">
                  <c:v>40745</c:v>
                </c:pt>
                <c:pt idx="1902">
                  <c:v>40746</c:v>
                </c:pt>
                <c:pt idx="1903">
                  <c:v>40749</c:v>
                </c:pt>
                <c:pt idx="1904">
                  <c:v>40750</c:v>
                </c:pt>
                <c:pt idx="1905">
                  <c:v>40751</c:v>
                </c:pt>
                <c:pt idx="1906">
                  <c:v>40752</c:v>
                </c:pt>
                <c:pt idx="1907">
                  <c:v>40753</c:v>
                </c:pt>
                <c:pt idx="1908">
                  <c:v>40756</c:v>
                </c:pt>
                <c:pt idx="1909">
                  <c:v>40757</c:v>
                </c:pt>
                <c:pt idx="1910">
                  <c:v>40758</c:v>
                </c:pt>
                <c:pt idx="1911">
                  <c:v>40759</c:v>
                </c:pt>
                <c:pt idx="1912">
                  <c:v>40760</c:v>
                </c:pt>
                <c:pt idx="1913">
                  <c:v>40763</c:v>
                </c:pt>
                <c:pt idx="1914">
                  <c:v>40764</c:v>
                </c:pt>
                <c:pt idx="1915">
                  <c:v>40765</c:v>
                </c:pt>
                <c:pt idx="1916">
                  <c:v>40766</c:v>
                </c:pt>
                <c:pt idx="1917">
                  <c:v>40767</c:v>
                </c:pt>
                <c:pt idx="1918">
                  <c:v>40770</c:v>
                </c:pt>
                <c:pt idx="1919">
                  <c:v>40771</c:v>
                </c:pt>
                <c:pt idx="1920">
                  <c:v>40772</c:v>
                </c:pt>
                <c:pt idx="1921">
                  <c:v>40773</c:v>
                </c:pt>
                <c:pt idx="1922">
                  <c:v>40774</c:v>
                </c:pt>
                <c:pt idx="1923">
                  <c:v>40777</c:v>
                </c:pt>
                <c:pt idx="1924">
                  <c:v>40778</c:v>
                </c:pt>
                <c:pt idx="1925">
                  <c:v>40779</c:v>
                </c:pt>
                <c:pt idx="1926">
                  <c:v>40780</c:v>
                </c:pt>
                <c:pt idx="1927">
                  <c:v>40781</c:v>
                </c:pt>
                <c:pt idx="1928">
                  <c:v>40784</c:v>
                </c:pt>
                <c:pt idx="1929">
                  <c:v>40785</c:v>
                </c:pt>
                <c:pt idx="1930">
                  <c:v>40786</c:v>
                </c:pt>
                <c:pt idx="1931">
                  <c:v>40787</c:v>
                </c:pt>
                <c:pt idx="1932">
                  <c:v>40788</c:v>
                </c:pt>
                <c:pt idx="1933">
                  <c:v>40792</c:v>
                </c:pt>
                <c:pt idx="1934">
                  <c:v>40793</c:v>
                </c:pt>
                <c:pt idx="1935">
                  <c:v>40794</c:v>
                </c:pt>
                <c:pt idx="1936">
                  <c:v>40795</c:v>
                </c:pt>
                <c:pt idx="1937">
                  <c:v>40798</c:v>
                </c:pt>
                <c:pt idx="1938">
                  <c:v>40799</c:v>
                </c:pt>
                <c:pt idx="1939">
                  <c:v>40800</c:v>
                </c:pt>
                <c:pt idx="1940">
                  <c:v>40801</c:v>
                </c:pt>
                <c:pt idx="1941">
                  <c:v>40802</c:v>
                </c:pt>
                <c:pt idx="1942">
                  <c:v>40805</c:v>
                </c:pt>
                <c:pt idx="1943">
                  <c:v>40806</c:v>
                </c:pt>
                <c:pt idx="1944">
                  <c:v>40807</c:v>
                </c:pt>
                <c:pt idx="1945">
                  <c:v>40808</c:v>
                </c:pt>
                <c:pt idx="1946">
                  <c:v>40809</c:v>
                </c:pt>
                <c:pt idx="1947">
                  <c:v>40812</c:v>
                </c:pt>
                <c:pt idx="1948">
                  <c:v>40813</c:v>
                </c:pt>
                <c:pt idx="1949">
                  <c:v>40814</c:v>
                </c:pt>
                <c:pt idx="1950">
                  <c:v>40815</c:v>
                </c:pt>
                <c:pt idx="1951">
                  <c:v>40816</c:v>
                </c:pt>
                <c:pt idx="1952">
                  <c:v>40819</c:v>
                </c:pt>
                <c:pt idx="1953">
                  <c:v>40820</c:v>
                </c:pt>
                <c:pt idx="1954">
                  <c:v>40821</c:v>
                </c:pt>
                <c:pt idx="1955">
                  <c:v>40822</c:v>
                </c:pt>
                <c:pt idx="1956">
                  <c:v>40823</c:v>
                </c:pt>
                <c:pt idx="1957">
                  <c:v>40826</c:v>
                </c:pt>
                <c:pt idx="1958">
                  <c:v>40827</c:v>
                </c:pt>
                <c:pt idx="1959">
                  <c:v>40828</c:v>
                </c:pt>
                <c:pt idx="1960">
                  <c:v>40829</c:v>
                </c:pt>
                <c:pt idx="1961">
                  <c:v>40830</c:v>
                </c:pt>
                <c:pt idx="1962">
                  <c:v>40833</c:v>
                </c:pt>
                <c:pt idx="1963">
                  <c:v>40834</c:v>
                </c:pt>
                <c:pt idx="1964">
                  <c:v>40835</c:v>
                </c:pt>
                <c:pt idx="1965">
                  <c:v>40836</c:v>
                </c:pt>
                <c:pt idx="1966">
                  <c:v>40837</c:v>
                </c:pt>
                <c:pt idx="1967">
                  <c:v>40840</c:v>
                </c:pt>
                <c:pt idx="1968">
                  <c:v>40841</c:v>
                </c:pt>
                <c:pt idx="1969">
                  <c:v>40842</c:v>
                </c:pt>
                <c:pt idx="1970">
                  <c:v>40843</c:v>
                </c:pt>
                <c:pt idx="1971">
                  <c:v>40844</c:v>
                </c:pt>
                <c:pt idx="1972">
                  <c:v>40847</c:v>
                </c:pt>
                <c:pt idx="1973">
                  <c:v>40848</c:v>
                </c:pt>
                <c:pt idx="1974">
                  <c:v>40849</c:v>
                </c:pt>
                <c:pt idx="1975">
                  <c:v>40850</c:v>
                </c:pt>
                <c:pt idx="1976">
                  <c:v>40851</c:v>
                </c:pt>
                <c:pt idx="1977">
                  <c:v>40854</c:v>
                </c:pt>
                <c:pt idx="1978">
                  <c:v>40855</c:v>
                </c:pt>
                <c:pt idx="1979">
                  <c:v>40856</c:v>
                </c:pt>
                <c:pt idx="1980">
                  <c:v>40857</c:v>
                </c:pt>
                <c:pt idx="1981">
                  <c:v>40858</c:v>
                </c:pt>
                <c:pt idx="1982">
                  <c:v>40861</c:v>
                </c:pt>
                <c:pt idx="1983">
                  <c:v>40862</c:v>
                </c:pt>
                <c:pt idx="1984">
                  <c:v>40863</c:v>
                </c:pt>
                <c:pt idx="1985">
                  <c:v>40864</c:v>
                </c:pt>
                <c:pt idx="1986">
                  <c:v>40865</c:v>
                </c:pt>
                <c:pt idx="1987">
                  <c:v>40868</c:v>
                </c:pt>
                <c:pt idx="1988">
                  <c:v>40869</c:v>
                </c:pt>
                <c:pt idx="1989">
                  <c:v>40870</c:v>
                </c:pt>
                <c:pt idx="1990">
                  <c:v>40872</c:v>
                </c:pt>
                <c:pt idx="1991">
                  <c:v>40875</c:v>
                </c:pt>
                <c:pt idx="1992">
                  <c:v>40876</c:v>
                </c:pt>
                <c:pt idx="1993">
                  <c:v>40877</c:v>
                </c:pt>
                <c:pt idx="1994">
                  <c:v>40878</c:v>
                </c:pt>
                <c:pt idx="1995">
                  <c:v>40879</c:v>
                </c:pt>
                <c:pt idx="1996">
                  <c:v>40882</c:v>
                </c:pt>
                <c:pt idx="1997">
                  <c:v>40883</c:v>
                </c:pt>
                <c:pt idx="1998">
                  <c:v>40884</c:v>
                </c:pt>
                <c:pt idx="1999">
                  <c:v>40885</c:v>
                </c:pt>
                <c:pt idx="2000">
                  <c:v>40886</c:v>
                </c:pt>
                <c:pt idx="2001">
                  <c:v>40889</c:v>
                </c:pt>
                <c:pt idx="2002">
                  <c:v>40890</c:v>
                </c:pt>
                <c:pt idx="2003">
                  <c:v>40891</c:v>
                </c:pt>
                <c:pt idx="2004">
                  <c:v>40892</c:v>
                </c:pt>
                <c:pt idx="2005">
                  <c:v>40893</c:v>
                </c:pt>
                <c:pt idx="2006">
                  <c:v>40896</c:v>
                </c:pt>
                <c:pt idx="2007">
                  <c:v>40897</c:v>
                </c:pt>
                <c:pt idx="2008">
                  <c:v>40898</c:v>
                </c:pt>
                <c:pt idx="2009">
                  <c:v>40899</c:v>
                </c:pt>
                <c:pt idx="2010">
                  <c:v>40900</c:v>
                </c:pt>
                <c:pt idx="2011">
                  <c:v>40904</c:v>
                </c:pt>
                <c:pt idx="2012">
                  <c:v>40905</c:v>
                </c:pt>
                <c:pt idx="2013">
                  <c:v>40906</c:v>
                </c:pt>
                <c:pt idx="2014">
                  <c:v>40907</c:v>
                </c:pt>
                <c:pt idx="2015">
                  <c:v>40911</c:v>
                </c:pt>
                <c:pt idx="2016">
                  <c:v>40912</c:v>
                </c:pt>
                <c:pt idx="2017">
                  <c:v>40913</c:v>
                </c:pt>
                <c:pt idx="2018">
                  <c:v>40914</c:v>
                </c:pt>
                <c:pt idx="2019">
                  <c:v>40917</c:v>
                </c:pt>
                <c:pt idx="2020">
                  <c:v>40918</c:v>
                </c:pt>
                <c:pt idx="2021">
                  <c:v>40919</c:v>
                </c:pt>
                <c:pt idx="2022">
                  <c:v>40920</c:v>
                </c:pt>
                <c:pt idx="2023">
                  <c:v>40921</c:v>
                </c:pt>
                <c:pt idx="2024">
                  <c:v>40925</c:v>
                </c:pt>
                <c:pt idx="2025">
                  <c:v>40926</c:v>
                </c:pt>
                <c:pt idx="2026">
                  <c:v>40927</c:v>
                </c:pt>
                <c:pt idx="2027">
                  <c:v>40928</c:v>
                </c:pt>
                <c:pt idx="2028">
                  <c:v>40931</c:v>
                </c:pt>
                <c:pt idx="2029">
                  <c:v>40932</c:v>
                </c:pt>
                <c:pt idx="2030">
                  <c:v>40933</c:v>
                </c:pt>
                <c:pt idx="2031">
                  <c:v>40934</c:v>
                </c:pt>
                <c:pt idx="2032">
                  <c:v>40935</c:v>
                </c:pt>
                <c:pt idx="2033">
                  <c:v>40938</c:v>
                </c:pt>
                <c:pt idx="2034">
                  <c:v>40939</c:v>
                </c:pt>
                <c:pt idx="2035">
                  <c:v>40940</c:v>
                </c:pt>
                <c:pt idx="2036">
                  <c:v>40941</c:v>
                </c:pt>
                <c:pt idx="2037">
                  <c:v>40942</c:v>
                </c:pt>
                <c:pt idx="2038">
                  <c:v>40945</c:v>
                </c:pt>
                <c:pt idx="2039">
                  <c:v>40946</c:v>
                </c:pt>
                <c:pt idx="2040">
                  <c:v>40947</c:v>
                </c:pt>
                <c:pt idx="2041">
                  <c:v>40948</c:v>
                </c:pt>
                <c:pt idx="2042">
                  <c:v>40949</c:v>
                </c:pt>
                <c:pt idx="2043">
                  <c:v>40952</c:v>
                </c:pt>
                <c:pt idx="2044">
                  <c:v>40953</c:v>
                </c:pt>
                <c:pt idx="2045">
                  <c:v>40954</c:v>
                </c:pt>
                <c:pt idx="2046">
                  <c:v>40955</c:v>
                </c:pt>
                <c:pt idx="2047">
                  <c:v>40956</c:v>
                </c:pt>
                <c:pt idx="2048">
                  <c:v>40960</c:v>
                </c:pt>
                <c:pt idx="2049">
                  <c:v>40961</c:v>
                </c:pt>
                <c:pt idx="2050">
                  <c:v>40962</c:v>
                </c:pt>
                <c:pt idx="2051">
                  <c:v>40963</c:v>
                </c:pt>
                <c:pt idx="2052">
                  <c:v>40966</c:v>
                </c:pt>
                <c:pt idx="2053">
                  <c:v>40967</c:v>
                </c:pt>
                <c:pt idx="2054">
                  <c:v>40968</c:v>
                </c:pt>
                <c:pt idx="2055">
                  <c:v>40969</c:v>
                </c:pt>
                <c:pt idx="2056">
                  <c:v>40970</c:v>
                </c:pt>
                <c:pt idx="2057">
                  <c:v>40973</c:v>
                </c:pt>
                <c:pt idx="2058">
                  <c:v>40974</c:v>
                </c:pt>
                <c:pt idx="2059">
                  <c:v>40975</c:v>
                </c:pt>
                <c:pt idx="2060">
                  <c:v>40976</c:v>
                </c:pt>
                <c:pt idx="2061">
                  <c:v>40977</c:v>
                </c:pt>
                <c:pt idx="2062">
                  <c:v>40980</c:v>
                </c:pt>
                <c:pt idx="2063">
                  <c:v>40981</c:v>
                </c:pt>
                <c:pt idx="2064">
                  <c:v>40982</c:v>
                </c:pt>
                <c:pt idx="2065">
                  <c:v>40983</c:v>
                </c:pt>
                <c:pt idx="2066">
                  <c:v>40984</c:v>
                </c:pt>
                <c:pt idx="2067">
                  <c:v>40987</c:v>
                </c:pt>
                <c:pt idx="2068">
                  <c:v>40988</c:v>
                </c:pt>
                <c:pt idx="2069">
                  <c:v>40989</c:v>
                </c:pt>
                <c:pt idx="2070">
                  <c:v>40990</c:v>
                </c:pt>
                <c:pt idx="2071">
                  <c:v>40991</c:v>
                </c:pt>
                <c:pt idx="2072">
                  <c:v>40994</c:v>
                </c:pt>
                <c:pt idx="2073">
                  <c:v>40995</c:v>
                </c:pt>
                <c:pt idx="2074">
                  <c:v>40996</c:v>
                </c:pt>
                <c:pt idx="2075">
                  <c:v>40997</c:v>
                </c:pt>
                <c:pt idx="2076">
                  <c:v>40998</c:v>
                </c:pt>
                <c:pt idx="2077">
                  <c:v>41001</c:v>
                </c:pt>
                <c:pt idx="2078">
                  <c:v>41002</c:v>
                </c:pt>
                <c:pt idx="2079">
                  <c:v>41003</c:v>
                </c:pt>
                <c:pt idx="2080">
                  <c:v>41004</c:v>
                </c:pt>
                <c:pt idx="2081">
                  <c:v>41008</c:v>
                </c:pt>
                <c:pt idx="2082">
                  <c:v>41009</c:v>
                </c:pt>
                <c:pt idx="2083">
                  <c:v>41010</c:v>
                </c:pt>
                <c:pt idx="2084">
                  <c:v>41011</c:v>
                </c:pt>
                <c:pt idx="2085">
                  <c:v>41012</c:v>
                </c:pt>
                <c:pt idx="2086">
                  <c:v>41015</c:v>
                </c:pt>
                <c:pt idx="2087">
                  <c:v>41016</c:v>
                </c:pt>
                <c:pt idx="2088">
                  <c:v>41017</c:v>
                </c:pt>
                <c:pt idx="2089">
                  <c:v>41018</c:v>
                </c:pt>
                <c:pt idx="2090">
                  <c:v>41019</c:v>
                </c:pt>
                <c:pt idx="2091">
                  <c:v>41022</c:v>
                </c:pt>
                <c:pt idx="2092">
                  <c:v>41023</c:v>
                </c:pt>
                <c:pt idx="2093">
                  <c:v>41024</c:v>
                </c:pt>
                <c:pt idx="2094">
                  <c:v>41025</c:v>
                </c:pt>
                <c:pt idx="2095">
                  <c:v>41026</c:v>
                </c:pt>
                <c:pt idx="2096">
                  <c:v>41029</c:v>
                </c:pt>
                <c:pt idx="2097">
                  <c:v>41030</c:v>
                </c:pt>
                <c:pt idx="2098">
                  <c:v>41031</c:v>
                </c:pt>
                <c:pt idx="2099">
                  <c:v>41032</c:v>
                </c:pt>
                <c:pt idx="2100">
                  <c:v>41033</c:v>
                </c:pt>
                <c:pt idx="2101">
                  <c:v>41036</c:v>
                </c:pt>
                <c:pt idx="2102">
                  <c:v>41037</c:v>
                </c:pt>
                <c:pt idx="2103">
                  <c:v>41038</c:v>
                </c:pt>
                <c:pt idx="2104">
                  <c:v>41039</c:v>
                </c:pt>
                <c:pt idx="2105">
                  <c:v>41040</c:v>
                </c:pt>
                <c:pt idx="2106">
                  <c:v>41043</c:v>
                </c:pt>
                <c:pt idx="2107">
                  <c:v>41044</c:v>
                </c:pt>
                <c:pt idx="2108">
                  <c:v>41045</c:v>
                </c:pt>
                <c:pt idx="2109">
                  <c:v>41046</c:v>
                </c:pt>
                <c:pt idx="2110">
                  <c:v>41047</c:v>
                </c:pt>
                <c:pt idx="2111">
                  <c:v>41050</c:v>
                </c:pt>
                <c:pt idx="2112">
                  <c:v>41051</c:v>
                </c:pt>
                <c:pt idx="2113">
                  <c:v>41052</c:v>
                </c:pt>
                <c:pt idx="2114">
                  <c:v>41053</c:v>
                </c:pt>
                <c:pt idx="2115">
                  <c:v>41054</c:v>
                </c:pt>
                <c:pt idx="2116">
                  <c:v>41058</c:v>
                </c:pt>
                <c:pt idx="2117">
                  <c:v>41059</c:v>
                </c:pt>
                <c:pt idx="2118">
                  <c:v>41060</c:v>
                </c:pt>
                <c:pt idx="2119">
                  <c:v>41061</c:v>
                </c:pt>
                <c:pt idx="2120">
                  <c:v>41064</c:v>
                </c:pt>
                <c:pt idx="2121">
                  <c:v>41065</c:v>
                </c:pt>
                <c:pt idx="2122">
                  <c:v>41066</c:v>
                </c:pt>
                <c:pt idx="2123">
                  <c:v>41067</c:v>
                </c:pt>
                <c:pt idx="2124">
                  <c:v>41068</c:v>
                </c:pt>
                <c:pt idx="2125">
                  <c:v>41071</c:v>
                </c:pt>
                <c:pt idx="2126">
                  <c:v>41072</c:v>
                </c:pt>
                <c:pt idx="2127">
                  <c:v>41073</c:v>
                </c:pt>
                <c:pt idx="2128">
                  <c:v>41074</c:v>
                </c:pt>
                <c:pt idx="2129">
                  <c:v>41075</c:v>
                </c:pt>
                <c:pt idx="2130">
                  <c:v>41078</c:v>
                </c:pt>
                <c:pt idx="2131">
                  <c:v>41079</c:v>
                </c:pt>
                <c:pt idx="2132">
                  <c:v>41080</c:v>
                </c:pt>
                <c:pt idx="2133">
                  <c:v>41081</c:v>
                </c:pt>
                <c:pt idx="2134">
                  <c:v>41082</c:v>
                </c:pt>
                <c:pt idx="2135">
                  <c:v>41085</c:v>
                </c:pt>
                <c:pt idx="2136">
                  <c:v>41086</c:v>
                </c:pt>
                <c:pt idx="2137">
                  <c:v>41087</c:v>
                </c:pt>
                <c:pt idx="2138">
                  <c:v>41088</c:v>
                </c:pt>
                <c:pt idx="2139">
                  <c:v>41089</c:v>
                </c:pt>
                <c:pt idx="2140">
                  <c:v>41092</c:v>
                </c:pt>
                <c:pt idx="2141">
                  <c:v>41093</c:v>
                </c:pt>
                <c:pt idx="2142">
                  <c:v>41095</c:v>
                </c:pt>
                <c:pt idx="2143">
                  <c:v>41096</c:v>
                </c:pt>
                <c:pt idx="2144">
                  <c:v>41099</c:v>
                </c:pt>
                <c:pt idx="2145">
                  <c:v>41100</c:v>
                </c:pt>
                <c:pt idx="2146">
                  <c:v>41101</c:v>
                </c:pt>
                <c:pt idx="2147">
                  <c:v>41102</c:v>
                </c:pt>
                <c:pt idx="2148">
                  <c:v>41103</c:v>
                </c:pt>
                <c:pt idx="2149">
                  <c:v>41106</c:v>
                </c:pt>
                <c:pt idx="2150">
                  <c:v>41107</c:v>
                </c:pt>
                <c:pt idx="2151">
                  <c:v>41108</c:v>
                </c:pt>
                <c:pt idx="2152">
                  <c:v>41109</c:v>
                </c:pt>
                <c:pt idx="2153">
                  <c:v>41110</c:v>
                </c:pt>
                <c:pt idx="2154">
                  <c:v>41113</c:v>
                </c:pt>
                <c:pt idx="2155">
                  <c:v>41114</c:v>
                </c:pt>
                <c:pt idx="2156">
                  <c:v>41115</c:v>
                </c:pt>
                <c:pt idx="2157">
                  <c:v>41116</c:v>
                </c:pt>
                <c:pt idx="2158">
                  <c:v>41117</c:v>
                </c:pt>
                <c:pt idx="2159">
                  <c:v>41120</c:v>
                </c:pt>
                <c:pt idx="2160">
                  <c:v>41121</c:v>
                </c:pt>
                <c:pt idx="2161">
                  <c:v>41122</c:v>
                </c:pt>
                <c:pt idx="2162">
                  <c:v>41123</c:v>
                </c:pt>
                <c:pt idx="2163">
                  <c:v>41124</c:v>
                </c:pt>
                <c:pt idx="2164">
                  <c:v>41127</c:v>
                </c:pt>
                <c:pt idx="2165">
                  <c:v>41128</c:v>
                </c:pt>
                <c:pt idx="2166">
                  <c:v>41129</c:v>
                </c:pt>
                <c:pt idx="2167">
                  <c:v>41130</c:v>
                </c:pt>
                <c:pt idx="2168">
                  <c:v>41131</c:v>
                </c:pt>
                <c:pt idx="2169">
                  <c:v>41134</c:v>
                </c:pt>
                <c:pt idx="2170">
                  <c:v>41135</c:v>
                </c:pt>
                <c:pt idx="2171">
                  <c:v>41136</c:v>
                </c:pt>
                <c:pt idx="2172">
                  <c:v>41137</c:v>
                </c:pt>
                <c:pt idx="2173">
                  <c:v>41138</c:v>
                </c:pt>
                <c:pt idx="2174">
                  <c:v>41141</c:v>
                </c:pt>
                <c:pt idx="2175">
                  <c:v>41142</c:v>
                </c:pt>
                <c:pt idx="2176">
                  <c:v>41143</c:v>
                </c:pt>
                <c:pt idx="2177">
                  <c:v>41144</c:v>
                </c:pt>
                <c:pt idx="2178">
                  <c:v>41145</c:v>
                </c:pt>
                <c:pt idx="2179">
                  <c:v>41148</c:v>
                </c:pt>
                <c:pt idx="2180">
                  <c:v>41149</c:v>
                </c:pt>
                <c:pt idx="2181">
                  <c:v>41150</c:v>
                </c:pt>
                <c:pt idx="2182">
                  <c:v>41151</c:v>
                </c:pt>
                <c:pt idx="2183">
                  <c:v>41152</c:v>
                </c:pt>
                <c:pt idx="2184">
                  <c:v>41156</c:v>
                </c:pt>
                <c:pt idx="2185">
                  <c:v>41157</c:v>
                </c:pt>
                <c:pt idx="2186">
                  <c:v>41158</c:v>
                </c:pt>
                <c:pt idx="2187">
                  <c:v>41159</c:v>
                </c:pt>
                <c:pt idx="2188">
                  <c:v>41162</c:v>
                </c:pt>
                <c:pt idx="2189">
                  <c:v>41163</c:v>
                </c:pt>
                <c:pt idx="2190">
                  <c:v>41164</c:v>
                </c:pt>
                <c:pt idx="2191">
                  <c:v>41165</c:v>
                </c:pt>
                <c:pt idx="2192">
                  <c:v>41166</c:v>
                </c:pt>
                <c:pt idx="2193">
                  <c:v>41169</c:v>
                </c:pt>
                <c:pt idx="2194">
                  <c:v>41170</c:v>
                </c:pt>
                <c:pt idx="2195">
                  <c:v>41171</c:v>
                </c:pt>
                <c:pt idx="2196">
                  <c:v>41172</c:v>
                </c:pt>
                <c:pt idx="2197">
                  <c:v>41173</c:v>
                </c:pt>
                <c:pt idx="2198">
                  <c:v>41176</c:v>
                </c:pt>
                <c:pt idx="2199">
                  <c:v>41177</c:v>
                </c:pt>
                <c:pt idx="2200">
                  <c:v>41178</c:v>
                </c:pt>
                <c:pt idx="2201">
                  <c:v>41179</c:v>
                </c:pt>
                <c:pt idx="2202">
                  <c:v>41180</c:v>
                </c:pt>
                <c:pt idx="2203">
                  <c:v>41183</c:v>
                </c:pt>
                <c:pt idx="2204">
                  <c:v>41184</c:v>
                </c:pt>
                <c:pt idx="2205">
                  <c:v>41185</c:v>
                </c:pt>
                <c:pt idx="2206">
                  <c:v>41186</c:v>
                </c:pt>
                <c:pt idx="2207">
                  <c:v>41187</c:v>
                </c:pt>
                <c:pt idx="2208">
                  <c:v>41190</c:v>
                </c:pt>
                <c:pt idx="2209">
                  <c:v>41191</c:v>
                </c:pt>
                <c:pt idx="2210">
                  <c:v>41192</c:v>
                </c:pt>
                <c:pt idx="2211">
                  <c:v>41193</c:v>
                </c:pt>
                <c:pt idx="2212">
                  <c:v>41194</c:v>
                </c:pt>
                <c:pt idx="2213">
                  <c:v>41197</c:v>
                </c:pt>
                <c:pt idx="2214">
                  <c:v>41198</c:v>
                </c:pt>
                <c:pt idx="2215">
                  <c:v>41199</c:v>
                </c:pt>
                <c:pt idx="2216">
                  <c:v>41200</c:v>
                </c:pt>
                <c:pt idx="2217">
                  <c:v>41201</c:v>
                </c:pt>
                <c:pt idx="2218">
                  <c:v>41204</c:v>
                </c:pt>
                <c:pt idx="2219">
                  <c:v>41205</c:v>
                </c:pt>
                <c:pt idx="2220">
                  <c:v>41206</c:v>
                </c:pt>
                <c:pt idx="2221">
                  <c:v>41207</c:v>
                </c:pt>
                <c:pt idx="2222">
                  <c:v>41208</c:v>
                </c:pt>
                <c:pt idx="2223">
                  <c:v>41213</c:v>
                </c:pt>
                <c:pt idx="2224">
                  <c:v>41214</c:v>
                </c:pt>
                <c:pt idx="2225">
                  <c:v>41215</c:v>
                </c:pt>
                <c:pt idx="2226">
                  <c:v>41218</c:v>
                </c:pt>
                <c:pt idx="2227">
                  <c:v>41219</c:v>
                </c:pt>
                <c:pt idx="2228">
                  <c:v>41220</c:v>
                </c:pt>
                <c:pt idx="2229">
                  <c:v>41221</c:v>
                </c:pt>
                <c:pt idx="2230">
                  <c:v>41222</c:v>
                </c:pt>
                <c:pt idx="2231">
                  <c:v>41225</c:v>
                </c:pt>
                <c:pt idx="2232">
                  <c:v>41226</c:v>
                </c:pt>
                <c:pt idx="2233">
                  <c:v>41227</c:v>
                </c:pt>
                <c:pt idx="2234">
                  <c:v>41228</c:v>
                </c:pt>
                <c:pt idx="2235">
                  <c:v>41229</c:v>
                </c:pt>
                <c:pt idx="2236">
                  <c:v>41232</c:v>
                </c:pt>
                <c:pt idx="2237">
                  <c:v>41233</c:v>
                </c:pt>
                <c:pt idx="2238">
                  <c:v>41234</c:v>
                </c:pt>
                <c:pt idx="2239">
                  <c:v>41236</c:v>
                </c:pt>
                <c:pt idx="2240">
                  <c:v>41239</c:v>
                </c:pt>
                <c:pt idx="2241">
                  <c:v>41240</c:v>
                </c:pt>
                <c:pt idx="2242">
                  <c:v>41241</c:v>
                </c:pt>
                <c:pt idx="2243">
                  <c:v>41242</c:v>
                </c:pt>
                <c:pt idx="2244">
                  <c:v>41243</c:v>
                </c:pt>
                <c:pt idx="2245">
                  <c:v>41246</c:v>
                </c:pt>
                <c:pt idx="2246">
                  <c:v>41247</c:v>
                </c:pt>
                <c:pt idx="2247">
                  <c:v>41248</c:v>
                </c:pt>
                <c:pt idx="2248">
                  <c:v>41249</c:v>
                </c:pt>
                <c:pt idx="2249">
                  <c:v>41250</c:v>
                </c:pt>
                <c:pt idx="2250">
                  <c:v>41253</c:v>
                </c:pt>
                <c:pt idx="2251">
                  <c:v>41254</c:v>
                </c:pt>
                <c:pt idx="2252">
                  <c:v>41255</c:v>
                </c:pt>
                <c:pt idx="2253">
                  <c:v>41256</c:v>
                </c:pt>
                <c:pt idx="2254">
                  <c:v>41257</c:v>
                </c:pt>
                <c:pt idx="2255">
                  <c:v>41260</c:v>
                </c:pt>
                <c:pt idx="2256">
                  <c:v>41261</c:v>
                </c:pt>
                <c:pt idx="2257">
                  <c:v>41262</c:v>
                </c:pt>
                <c:pt idx="2258">
                  <c:v>41263</c:v>
                </c:pt>
                <c:pt idx="2259">
                  <c:v>41264</c:v>
                </c:pt>
                <c:pt idx="2260">
                  <c:v>41267</c:v>
                </c:pt>
                <c:pt idx="2261">
                  <c:v>41269</c:v>
                </c:pt>
                <c:pt idx="2262">
                  <c:v>41270</c:v>
                </c:pt>
                <c:pt idx="2263">
                  <c:v>41271</c:v>
                </c:pt>
                <c:pt idx="2264">
                  <c:v>41274</c:v>
                </c:pt>
                <c:pt idx="2265">
                  <c:v>41276</c:v>
                </c:pt>
                <c:pt idx="2266">
                  <c:v>41277</c:v>
                </c:pt>
                <c:pt idx="2267">
                  <c:v>41278</c:v>
                </c:pt>
                <c:pt idx="2268">
                  <c:v>41281</c:v>
                </c:pt>
                <c:pt idx="2269">
                  <c:v>41282</c:v>
                </c:pt>
                <c:pt idx="2270">
                  <c:v>41283</c:v>
                </c:pt>
                <c:pt idx="2271">
                  <c:v>41284</c:v>
                </c:pt>
                <c:pt idx="2272">
                  <c:v>41285</c:v>
                </c:pt>
                <c:pt idx="2273">
                  <c:v>41288</c:v>
                </c:pt>
                <c:pt idx="2274">
                  <c:v>41289</c:v>
                </c:pt>
                <c:pt idx="2275">
                  <c:v>41290</c:v>
                </c:pt>
                <c:pt idx="2276">
                  <c:v>41291</c:v>
                </c:pt>
                <c:pt idx="2277">
                  <c:v>41292</c:v>
                </c:pt>
                <c:pt idx="2278">
                  <c:v>41296</c:v>
                </c:pt>
                <c:pt idx="2279">
                  <c:v>41297</c:v>
                </c:pt>
                <c:pt idx="2280">
                  <c:v>41298</c:v>
                </c:pt>
                <c:pt idx="2281">
                  <c:v>41299</c:v>
                </c:pt>
                <c:pt idx="2282">
                  <c:v>41302</c:v>
                </c:pt>
                <c:pt idx="2283">
                  <c:v>41303</c:v>
                </c:pt>
                <c:pt idx="2284">
                  <c:v>41304</c:v>
                </c:pt>
                <c:pt idx="2285">
                  <c:v>41305</c:v>
                </c:pt>
                <c:pt idx="2286">
                  <c:v>41306</c:v>
                </c:pt>
                <c:pt idx="2287">
                  <c:v>41309</c:v>
                </c:pt>
                <c:pt idx="2288">
                  <c:v>41310</c:v>
                </c:pt>
                <c:pt idx="2289">
                  <c:v>41311</c:v>
                </c:pt>
                <c:pt idx="2290">
                  <c:v>41312</c:v>
                </c:pt>
                <c:pt idx="2291">
                  <c:v>41313</c:v>
                </c:pt>
                <c:pt idx="2292">
                  <c:v>41316</c:v>
                </c:pt>
                <c:pt idx="2293">
                  <c:v>41317</c:v>
                </c:pt>
                <c:pt idx="2294">
                  <c:v>41318</c:v>
                </c:pt>
                <c:pt idx="2295">
                  <c:v>41319</c:v>
                </c:pt>
                <c:pt idx="2296">
                  <c:v>41320</c:v>
                </c:pt>
                <c:pt idx="2297">
                  <c:v>41324</c:v>
                </c:pt>
                <c:pt idx="2298">
                  <c:v>41325</c:v>
                </c:pt>
                <c:pt idx="2299">
                  <c:v>41326</c:v>
                </c:pt>
                <c:pt idx="2300">
                  <c:v>41327</c:v>
                </c:pt>
                <c:pt idx="2301">
                  <c:v>41330</c:v>
                </c:pt>
                <c:pt idx="2302">
                  <c:v>41331</c:v>
                </c:pt>
                <c:pt idx="2303">
                  <c:v>41332</c:v>
                </c:pt>
                <c:pt idx="2304">
                  <c:v>41333</c:v>
                </c:pt>
                <c:pt idx="2305">
                  <c:v>41334</c:v>
                </c:pt>
                <c:pt idx="2306">
                  <c:v>41337</c:v>
                </c:pt>
                <c:pt idx="2307">
                  <c:v>41338</c:v>
                </c:pt>
                <c:pt idx="2308">
                  <c:v>41339</c:v>
                </c:pt>
                <c:pt idx="2309">
                  <c:v>41340</c:v>
                </c:pt>
                <c:pt idx="2310">
                  <c:v>41341</c:v>
                </c:pt>
                <c:pt idx="2311">
                  <c:v>41344</c:v>
                </c:pt>
                <c:pt idx="2312">
                  <c:v>41345</c:v>
                </c:pt>
                <c:pt idx="2313">
                  <c:v>41346</c:v>
                </c:pt>
                <c:pt idx="2314">
                  <c:v>41347</c:v>
                </c:pt>
                <c:pt idx="2315">
                  <c:v>41348</c:v>
                </c:pt>
                <c:pt idx="2316">
                  <c:v>41351</c:v>
                </c:pt>
                <c:pt idx="2317">
                  <c:v>41352</c:v>
                </c:pt>
                <c:pt idx="2318">
                  <c:v>41353</c:v>
                </c:pt>
                <c:pt idx="2319">
                  <c:v>41354</c:v>
                </c:pt>
                <c:pt idx="2320">
                  <c:v>41355</c:v>
                </c:pt>
                <c:pt idx="2321">
                  <c:v>41358</c:v>
                </c:pt>
                <c:pt idx="2322">
                  <c:v>41359</c:v>
                </c:pt>
                <c:pt idx="2323">
                  <c:v>41360</c:v>
                </c:pt>
                <c:pt idx="2324">
                  <c:v>41361</c:v>
                </c:pt>
                <c:pt idx="2325">
                  <c:v>41365</c:v>
                </c:pt>
                <c:pt idx="2326">
                  <c:v>41366</c:v>
                </c:pt>
                <c:pt idx="2327">
                  <c:v>41367</c:v>
                </c:pt>
                <c:pt idx="2328">
                  <c:v>41368</c:v>
                </c:pt>
                <c:pt idx="2329">
                  <c:v>41369</c:v>
                </c:pt>
                <c:pt idx="2330">
                  <c:v>41372</c:v>
                </c:pt>
                <c:pt idx="2331">
                  <c:v>41373</c:v>
                </c:pt>
                <c:pt idx="2332">
                  <c:v>41374</c:v>
                </c:pt>
                <c:pt idx="2333">
                  <c:v>41375</c:v>
                </c:pt>
                <c:pt idx="2334">
                  <c:v>41376</c:v>
                </c:pt>
                <c:pt idx="2335">
                  <c:v>41379</c:v>
                </c:pt>
                <c:pt idx="2336">
                  <c:v>41380</c:v>
                </c:pt>
                <c:pt idx="2337">
                  <c:v>41381</c:v>
                </c:pt>
                <c:pt idx="2338">
                  <c:v>41382</c:v>
                </c:pt>
                <c:pt idx="2339">
                  <c:v>41383</c:v>
                </c:pt>
                <c:pt idx="2340">
                  <c:v>41386</c:v>
                </c:pt>
                <c:pt idx="2341">
                  <c:v>41387</c:v>
                </c:pt>
                <c:pt idx="2342">
                  <c:v>41388</c:v>
                </c:pt>
                <c:pt idx="2343">
                  <c:v>41389</c:v>
                </c:pt>
                <c:pt idx="2344">
                  <c:v>41390</c:v>
                </c:pt>
                <c:pt idx="2345">
                  <c:v>41393</c:v>
                </c:pt>
                <c:pt idx="2346">
                  <c:v>41394</c:v>
                </c:pt>
                <c:pt idx="2347">
                  <c:v>41395</c:v>
                </c:pt>
                <c:pt idx="2348">
                  <c:v>41396</c:v>
                </c:pt>
                <c:pt idx="2349">
                  <c:v>41397</c:v>
                </c:pt>
                <c:pt idx="2350">
                  <c:v>41400</c:v>
                </c:pt>
                <c:pt idx="2351">
                  <c:v>41401</c:v>
                </c:pt>
                <c:pt idx="2352">
                  <c:v>41402</c:v>
                </c:pt>
                <c:pt idx="2353">
                  <c:v>41403</c:v>
                </c:pt>
                <c:pt idx="2354">
                  <c:v>41404</c:v>
                </c:pt>
                <c:pt idx="2355">
                  <c:v>41407</c:v>
                </c:pt>
                <c:pt idx="2356">
                  <c:v>41408</c:v>
                </c:pt>
                <c:pt idx="2357">
                  <c:v>41409</c:v>
                </c:pt>
                <c:pt idx="2358">
                  <c:v>41410</c:v>
                </c:pt>
                <c:pt idx="2359">
                  <c:v>41411</c:v>
                </c:pt>
                <c:pt idx="2360">
                  <c:v>41414</c:v>
                </c:pt>
                <c:pt idx="2361">
                  <c:v>41415</c:v>
                </c:pt>
                <c:pt idx="2362">
                  <c:v>41416</c:v>
                </c:pt>
                <c:pt idx="2363">
                  <c:v>41417</c:v>
                </c:pt>
                <c:pt idx="2364">
                  <c:v>41418</c:v>
                </c:pt>
                <c:pt idx="2365">
                  <c:v>41422</c:v>
                </c:pt>
                <c:pt idx="2366">
                  <c:v>41423</c:v>
                </c:pt>
                <c:pt idx="2367">
                  <c:v>41424</c:v>
                </c:pt>
                <c:pt idx="2368">
                  <c:v>41425</c:v>
                </c:pt>
                <c:pt idx="2369">
                  <c:v>41428</c:v>
                </c:pt>
                <c:pt idx="2370">
                  <c:v>41429</c:v>
                </c:pt>
                <c:pt idx="2371">
                  <c:v>41430</c:v>
                </c:pt>
                <c:pt idx="2372">
                  <c:v>41431</c:v>
                </c:pt>
                <c:pt idx="2373">
                  <c:v>41432</c:v>
                </c:pt>
                <c:pt idx="2374">
                  <c:v>41435</c:v>
                </c:pt>
                <c:pt idx="2375">
                  <c:v>41436</c:v>
                </c:pt>
                <c:pt idx="2376">
                  <c:v>41437</c:v>
                </c:pt>
                <c:pt idx="2377">
                  <c:v>41438</c:v>
                </c:pt>
                <c:pt idx="2378">
                  <c:v>41439</c:v>
                </c:pt>
                <c:pt idx="2379">
                  <c:v>41442</c:v>
                </c:pt>
                <c:pt idx="2380">
                  <c:v>41443</c:v>
                </c:pt>
                <c:pt idx="2381">
                  <c:v>41444</c:v>
                </c:pt>
                <c:pt idx="2382">
                  <c:v>41445</c:v>
                </c:pt>
                <c:pt idx="2383">
                  <c:v>41446</c:v>
                </c:pt>
                <c:pt idx="2384">
                  <c:v>41449</c:v>
                </c:pt>
                <c:pt idx="2385">
                  <c:v>41450</c:v>
                </c:pt>
                <c:pt idx="2386">
                  <c:v>41451</c:v>
                </c:pt>
                <c:pt idx="2387">
                  <c:v>41452</c:v>
                </c:pt>
                <c:pt idx="2388">
                  <c:v>41453</c:v>
                </c:pt>
                <c:pt idx="2389">
                  <c:v>41456</c:v>
                </c:pt>
                <c:pt idx="2390">
                  <c:v>41457</c:v>
                </c:pt>
                <c:pt idx="2391">
                  <c:v>41458</c:v>
                </c:pt>
                <c:pt idx="2392">
                  <c:v>41460</c:v>
                </c:pt>
                <c:pt idx="2393">
                  <c:v>41463</c:v>
                </c:pt>
                <c:pt idx="2394">
                  <c:v>41464</c:v>
                </c:pt>
                <c:pt idx="2395">
                  <c:v>41465</c:v>
                </c:pt>
                <c:pt idx="2396">
                  <c:v>41466</c:v>
                </c:pt>
                <c:pt idx="2397">
                  <c:v>41467</c:v>
                </c:pt>
                <c:pt idx="2398">
                  <c:v>41470</c:v>
                </c:pt>
                <c:pt idx="2399">
                  <c:v>41471</c:v>
                </c:pt>
                <c:pt idx="2400">
                  <c:v>41472</c:v>
                </c:pt>
                <c:pt idx="2401">
                  <c:v>41473</c:v>
                </c:pt>
                <c:pt idx="2402">
                  <c:v>41474</c:v>
                </c:pt>
                <c:pt idx="2403">
                  <c:v>41477</c:v>
                </c:pt>
                <c:pt idx="2404">
                  <c:v>41478</c:v>
                </c:pt>
                <c:pt idx="2405">
                  <c:v>41479</c:v>
                </c:pt>
                <c:pt idx="2406">
                  <c:v>41480</c:v>
                </c:pt>
                <c:pt idx="2407">
                  <c:v>41481</c:v>
                </c:pt>
                <c:pt idx="2408">
                  <c:v>41484</c:v>
                </c:pt>
                <c:pt idx="2409">
                  <c:v>41485</c:v>
                </c:pt>
                <c:pt idx="2410">
                  <c:v>41486</c:v>
                </c:pt>
                <c:pt idx="2411">
                  <c:v>41487</c:v>
                </c:pt>
                <c:pt idx="2412">
                  <c:v>41488</c:v>
                </c:pt>
                <c:pt idx="2413">
                  <c:v>41491</c:v>
                </c:pt>
                <c:pt idx="2414">
                  <c:v>41492</c:v>
                </c:pt>
                <c:pt idx="2415">
                  <c:v>41493</c:v>
                </c:pt>
                <c:pt idx="2416">
                  <c:v>41494</c:v>
                </c:pt>
                <c:pt idx="2417">
                  <c:v>41495</c:v>
                </c:pt>
                <c:pt idx="2418">
                  <c:v>41498</c:v>
                </c:pt>
                <c:pt idx="2419">
                  <c:v>41499</c:v>
                </c:pt>
                <c:pt idx="2420">
                  <c:v>41500</c:v>
                </c:pt>
                <c:pt idx="2421">
                  <c:v>41501</c:v>
                </c:pt>
                <c:pt idx="2422">
                  <c:v>41502</c:v>
                </c:pt>
                <c:pt idx="2423">
                  <c:v>41505</c:v>
                </c:pt>
                <c:pt idx="2424">
                  <c:v>41506</c:v>
                </c:pt>
                <c:pt idx="2425">
                  <c:v>41507</c:v>
                </c:pt>
                <c:pt idx="2426">
                  <c:v>41508</c:v>
                </c:pt>
                <c:pt idx="2427">
                  <c:v>41509</c:v>
                </c:pt>
                <c:pt idx="2428">
                  <c:v>41512</c:v>
                </c:pt>
                <c:pt idx="2429">
                  <c:v>41513</c:v>
                </c:pt>
                <c:pt idx="2430">
                  <c:v>41514</c:v>
                </c:pt>
                <c:pt idx="2431">
                  <c:v>41515</c:v>
                </c:pt>
                <c:pt idx="2432">
                  <c:v>41516</c:v>
                </c:pt>
                <c:pt idx="2433">
                  <c:v>41520</c:v>
                </c:pt>
                <c:pt idx="2434">
                  <c:v>41521</c:v>
                </c:pt>
                <c:pt idx="2435">
                  <c:v>41522</c:v>
                </c:pt>
                <c:pt idx="2436">
                  <c:v>41523</c:v>
                </c:pt>
                <c:pt idx="2437">
                  <c:v>41526</c:v>
                </c:pt>
                <c:pt idx="2438">
                  <c:v>41527</c:v>
                </c:pt>
                <c:pt idx="2439">
                  <c:v>41528</c:v>
                </c:pt>
                <c:pt idx="2440">
                  <c:v>41529</c:v>
                </c:pt>
                <c:pt idx="2441">
                  <c:v>41530</c:v>
                </c:pt>
                <c:pt idx="2442">
                  <c:v>41533</c:v>
                </c:pt>
                <c:pt idx="2443">
                  <c:v>41534</c:v>
                </c:pt>
                <c:pt idx="2444">
                  <c:v>41535</c:v>
                </c:pt>
                <c:pt idx="2445">
                  <c:v>41536</c:v>
                </c:pt>
                <c:pt idx="2446">
                  <c:v>41537</c:v>
                </c:pt>
                <c:pt idx="2447">
                  <c:v>41540</c:v>
                </c:pt>
                <c:pt idx="2448">
                  <c:v>41541</c:v>
                </c:pt>
                <c:pt idx="2449">
                  <c:v>41542</c:v>
                </c:pt>
                <c:pt idx="2450">
                  <c:v>41543</c:v>
                </c:pt>
                <c:pt idx="2451">
                  <c:v>41544</c:v>
                </c:pt>
                <c:pt idx="2452">
                  <c:v>41547</c:v>
                </c:pt>
                <c:pt idx="2453">
                  <c:v>41548</c:v>
                </c:pt>
                <c:pt idx="2454">
                  <c:v>41549</c:v>
                </c:pt>
                <c:pt idx="2455">
                  <c:v>41550</c:v>
                </c:pt>
                <c:pt idx="2456">
                  <c:v>41551</c:v>
                </c:pt>
                <c:pt idx="2457">
                  <c:v>41554</c:v>
                </c:pt>
                <c:pt idx="2458">
                  <c:v>41555</c:v>
                </c:pt>
                <c:pt idx="2459">
                  <c:v>41556</c:v>
                </c:pt>
                <c:pt idx="2460">
                  <c:v>41557</c:v>
                </c:pt>
                <c:pt idx="2461">
                  <c:v>41558</c:v>
                </c:pt>
                <c:pt idx="2462">
                  <c:v>41561</c:v>
                </c:pt>
                <c:pt idx="2463">
                  <c:v>41562</c:v>
                </c:pt>
                <c:pt idx="2464">
                  <c:v>41563</c:v>
                </c:pt>
                <c:pt idx="2465">
                  <c:v>41564</c:v>
                </c:pt>
                <c:pt idx="2466">
                  <c:v>41565</c:v>
                </c:pt>
                <c:pt idx="2467">
                  <c:v>41568</c:v>
                </c:pt>
                <c:pt idx="2468">
                  <c:v>41569</c:v>
                </c:pt>
                <c:pt idx="2469">
                  <c:v>41570</c:v>
                </c:pt>
                <c:pt idx="2470">
                  <c:v>41571</c:v>
                </c:pt>
                <c:pt idx="2471">
                  <c:v>41572</c:v>
                </c:pt>
                <c:pt idx="2472">
                  <c:v>41575</c:v>
                </c:pt>
                <c:pt idx="2473">
                  <c:v>41576</c:v>
                </c:pt>
                <c:pt idx="2474">
                  <c:v>41577</c:v>
                </c:pt>
                <c:pt idx="2475">
                  <c:v>41578</c:v>
                </c:pt>
                <c:pt idx="2476">
                  <c:v>41579</c:v>
                </c:pt>
                <c:pt idx="2477">
                  <c:v>41582</c:v>
                </c:pt>
                <c:pt idx="2478">
                  <c:v>41583</c:v>
                </c:pt>
                <c:pt idx="2479">
                  <c:v>41584</c:v>
                </c:pt>
                <c:pt idx="2480">
                  <c:v>41585</c:v>
                </c:pt>
                <c:pt idx="2481">
                  <c:v>41586</c:v>
                </c:pt>
                <c:pt idx="2482">
                  <c:v>41589</c:v>
                </c:pt>
                <c:pt idx="2483">
                  <c:v>41590</c:v>
                </c:pt>
                <c:pt idx="2484">
                  <c:v>41591</c:v>
                </c:pt>
                <c:pt idx="2485">
                  <c:v>41592</c:v>
                </c:pt>
                <c:pt idx="2486">
                  <c:v>41593</c:v>
                </c:pt>
                <c:pt idx="2487">
                  <c:v>41596</c:v>
                </c:pt>
                <c:pt idx="2488">
                  <c:v>41597</c:v>
                </c:pt>
                <c:pt idx="2489">
                  <c:v>41598</c:v>
                </c:pt>
                <c:pt idx="2490">
                  <c:v>41599</c:v>
                </c:pt>
                <c:pt idx="2491">
                  <c:v>41600</c:v>
                </c:pt>
                <c:pt idx="2492">
                  <c:v>41603</c:v>
                </c:pt>
                <c:pt idx="2493">
                  <c:v>41604</c:v>
                </c:pt>
                <c:pt idx="2494">
                  <c:v>41605</c:v>
                </c:pt>
                <c:pt idx="2495">
                  <c:v>41607</c:v>
                </c:pt>
                <c:pt idx="2496">
                  <c:v>41610</c:v>
                </c:pt>
                <c:pt idx="2497">
                  <c:v>41611</c:v>
                </c:pt>
                <c:pt idx="2498">
                  <c:v>41612</c:v>
                </c:pt>
                <c:pt idx="2499">
                  <c:v>41613</c:v>
                </c:pt>
                <c:pt idx="2500">
                  <c:v>41614</c:v>
                </c:pt>
                <c:pt idx="2501">
                  <c:v>41617</c:v>
                </c:pt>
                <c:pt idx="2502">
                  <c:v>41618</c:v>
                </c:pt>
                <c:pt idx="2503">
                  <c:v>41619</c:v>
                </c:pt>
                <c:pt idx="2504">
                  <c:v>41620</c:v>
                </c:pt>
                <c:pt idx="2505">
                  <c:v>41621</c:v>
                </c:pt>
                <c:pt idx="2506">
                  <c:v>41624</c:v>
                </c:pt>
                <c:pt idx="2507">
                  <c:v>41625</c:v>
                </c:pt>
                <c:pt idx="2508">
                  <c:v>41626</c:v>
                </c:pt>
                <c:pt idx="2509">
                  <c:v>41627</c:v>
                </c:pt>
                <c:pt idx="2510">
                  <c:v>41628</c:v>
                </c:pt>
                <c:pt idx="2511">
                  <c:v>41631</c:v>
                </c:pt>
                <c:pt idx="2512">
                  <c:v>41632</c:v>
                </c:pt>
                <c:pt idx="2513">
                  <c:v>41634</c:v>
                </c:pt>
                <c:pt idx="2514">
                  <c:v>41635</c:v>
                </c:pt>
                <c:pt idx="2515">
                  <c:v>41638</c:v>
                </c:pt>
                <c:pt idx="2516">
                  <c:v>41639</c:v>
                </c:pt>
                <c:pt idx="2517">
                  <c:v>41641</c:v>
                </c:pt>
                <c:pt idx="2518">
                  <c:v>41642</c:v>
                </c:pt>
                <c:pt idx="2519">
                  <c:v>41645</c:v>
                </c:pt>
                <c:pt idx="2520">
                  <c:v>41646</c:v>
                </c:pt>
                <c:pt idx="2521">
                  <c:v>41647</c:v>
                </c:pt>
                <c:pt idx="2522">
                  <c:v>41648</c:v>
                </c:pt>
                <c:pt idx="2523">
                  <c:v>41649</c:v>
                </c:pt>
                <c:pt idx="2524">
                  <c:v>41652</c:v>
                </c:pt>
                <c:pt idx="2525">
                  <c:v>41653</c:v>
                </c:pt>
                <c:pt idx="2526">
                  <c:v>41654</c:v>
                </c:pt>
                <c:pt idx="2527">
                  <c:v>41655</c:v>
                </c:pt>
                <c:pt idx="2528">
                  <c:v>41656</c:v>
                </c:pt>
                <c:pt idx="2529">
                  <c:v>41660</c:v>
                </c:pt>
                <c:pt idx="2530">
                  <c:v>41661</c:v>
                </c:pt>
                <c:pt idx="2531">
                  <c:v>41662</c:v>
                </c:pt>
                <c:pt idx="2532">
                  <c:v>41663</c:v>
                </c:pt>
                <c:pt idx="2533">
                  <c:v>41666</c:v>
                </c:pt>
                <c:pt idx="2534">
                  <c:v>41667</c:v>
                </c:pt>
                <c:pt idx="2535">
                  <c:v>41668</c:v>
                </c:pt>
                <c:pt idx="2536">
                  <c:v>41669</c:v>
                </c:pt>
                <c:pt idx="2537">
                  <c:v>41670</c:v>
                </c:pt>
                <c:pt idx="2538">
                  <c:v>41673</c:v>
                </c:pt>
                <c:pt idx="2539">
                  <c:v>41674</c:v>
                </c:pt>
                <c:pt idx="2540">
                  <c:v>41675</c:v>
                </c:pt>
                <c:pt idx="2541">
                  <c:v>41676</c:v>
                </c:pt>
                <c:pt idx="2542">
                  <c:v>41677</c:v>
                </c:pt>
                <c:pt idx="2543">
                  <c:v>41680</c:v>
                </c:pt>
                <c:pt idx="2544">
                  <c:v>41681</c:v>
                </c:pt>
                <c:pt idx="2545">
                  <c:v>41682</c:v>
                </c:pt>
                <c:pt idx="2546">
                  <c:v>41683</c:v>
                </c:pt>
                <c:pt idx="2547">
                  <c:v>41684</c:v>
                </c:pt>
                <c:pt idx="2548">
                  <c:v>41688</c:v>
                </c:pt>
                <c:pt idx="2549">
                  <c:v>41689</c:v>
                </c:pt>
                <c:pt idx="2550">
                  <c:v>41690</c:v>
                </c:pt>
                <c:pt idx="2551">
                  <c:v>41691</c:v>
                </c:pt>
                <c:pt idx="2552">
                  <c:v>41694</c:v>
                </c:pt>
                <c:pt idx="2553">
                  <c:v>41695</c:v>
                </c:pt>
                <c:pt idx="2554">
                  <c:v>41696</c:v>
                </c:pt>
                <c:pt idx="2555">
                  <c:v>41697</c:v>
                </c:pt>
                <c:pt idx="2556">
                  <c:v>41698</c:v>
                </c:pt>
                <c:pt idx="2557">
                  <c:v>41701</c:v>
                </c:pt>
                <c:pt idx="2558">
                  <c:v>41702</c:v>
                </c:pt>
                <c:pt idx="2559">
                  <c:v>41703</c:v>
                </c:pt>
                <c:pt idx="2560">
                  <c:v>41704</c:v>
                </c:pt>
                <c:pt idx="2561">
                  <c:v>41705</c:v>
                </c:pt>
                <c:pt idx="2562">
                  <c:v>41708</c:v>
                </c:pt>
                <c:pt idx="2563">
                  <c:v>41709</c:v>
                </c:pt>
                <c:pt idx="2564">
                  <c:v>41710</c:v>
                </c:pt>
                <c:pt idx="2565">
                  <c:v>41711</c:v>
                </c:pt>
                <c:pt idx="2566">
                  <c:v>41712</c:v>
                </c:pt>
                <c:pt idx="2567">
                  <c:v>41715</c:v>
                </c:pt>
                <c:pt idx="2568">
                  <c:v>41716</c:v>
                </c:pt>
                <c:pt idx="2569">
                  <c:v>41717</c:v>
                </c:pt>
                <c:pt idx="2570">
                  <c:v>41718</c:v>
                </c:pt>
                <c:pt idx="2571">
                  <c:v>41719</c:v>
                </c:pt>
                <c:pt idx="2572">
                  <c:v>41722</c:v>
                </c:pt>
                <c:pt idx="2573">
                  <c:v>41723</c:v>
                </c:pt>
                <c:pt idx="2574">
                  <c:v>41724</c:v>
                </c:pt>
                <c:pt idx="2575">
                  <c:v>41725</c:v>
                </c:pt>
                <c:pt idx="2576">
                  <c:v>41726</c:v>
                </c:pt>
                <c:pt idx="2577">
                  <c:v>41729</c:v>
                </c:pt>
                <c:pt idx="2578">
                  <c:v>41730</c:v>
                </c:pt>
                <c:pt idx="2579">
                  <c:v>41731</c:v>
                </c:pt>
                <c:pt idx="2580">
                  <c:v>41732</c:v>
                </c:pt>
                <c:pt idx="2581">
                  <c:v>41733</c:v>
                </c:pt>
                <c:pt idx="2582">
                  <c:v>41736</c:v>
                </c:pt>
                <c:pt idx="2583">
                  <c:v>41737</c:v>
                </c:pt>
                <c:pt idx="2584">
                  <c:v>41738</c:v>
                </c:pt>
                <c:pt idx="2585">
                  <c:v>41739</c:v>
                </c:pt>
                <c:pt idx="2586">
                  <c:v>41740</c:v>
                </c:pt>
                <c:pt idx="2587">
                  <c:v>41743</c:v>
                </c:pt>
                <c:pt idx="2588">
                  <c:v>41744</c:v>
                </c:pt>
                <c:pt idx="2589">
                  <c:v>41745</c:v>
                </c:pt>
                <c:pt idx="2590">
                  <c:v>41746</c:v>
                </c:pt>
                <c:pt idx="2591">
                  <c:v>41750</c:v>
                </c:pt>
                <c:pt idx="2592">
                  <c:v>41751</c:v>
                </c:pt>
                <c:pt idx="2593">
                  <c:v>41752</c:v>
                </c:pt>
                <c:pt idx="2594">
                  <c:v>41753</c:v>
                </c:pt>
                <c:pt idx="2595">
                  <c:v>41754</c:v>
                </c:pt>
                <c:pt idx="2596">
                  <c:v>41757</c:v>
                </c:pt>
                <c:pt idx="2597">
                  <c:v>41758</c:v>
                </c:pt>
                <c:pt idx="2598">
                  <c:v>41759</c:v>
                </c:pt>
                <c:pt idx="2599">
                  <c:v>41760</c:v>
                </c:pt>
                <c:pt idx="2600">
                  <c:v>41761</c:v>
                </c:pt>
                <c:pt idx="2601">
                  <c:v>41764</c:v>
                </c:pt>
                <c:pt idx="2602">
                  <c:v>41765</c:v>
                </c:pt>
                <c:pt idx="2603">
                  <c:v>41766</c:v>
                </c:pt>
                <c:pt idx="2604">
                  <c:v>41767</c:v>
                </c:pt>
                <c:pt idx="2605">
                  <c:v>41768</c:v>
                </c:pt>
                <c:pt idx="2606">
                  <c:v>41771</c:v>
                </c:pt>
                <c:pt idx="2607">
                  <c:v>41772</c:v>
                </c:pt>
                <c:pt idx="2608">
                  <c:v>41773</c:v>
                </c:pt>
                <c:pt idx="2609">
                  <c:v>41774</c:v>
                </c:pt>
                <c:pt idx="2610">
                  <c:v>41775</c:v>
                </c:pt>
                <c:pt idx="2611">
                  <c:v>41778</c:v>
                </c:pt>
                <c:pt idx="2612">
                  <c:v>41779</c:v>
                </c:pt>
                <c:pt idx="2613">
                  <c:v>41780</c:v>
                </c:pt>
                <c:pt idx="2614">
                  <c:v>41781</c:v>
                </c:pt>
                <c:pt idx="2615">
                  <c:v>41782</c:v>
                </c:pt>
                <c:pt idx="2616">
                  <c:v>41786</c:v>
                </c:pt>
                <c:pt idx="2617">
                  <c:v>41787</c:v>
                </c:pt>
                <c:pt idx="2618">
                  <c:v>41788</c:v>
                </c:pt>
                <c:pt idx="2619">
                  <c:v>41789</c:v>
                </c:pt>
                <c:pt idx="2620">
                  <c:v>41792</c:v>
                </c:pt>
                <c:pt idx="2621">
                  <c:v>41793</c:v>
                </c:pt>
                <c:pt idx="2622">
                  <c:v>41794</c:v>
                </c:pt>
                <c:pt idx="2623">
                  <c:v>41795</c:v>
                </c:pt>
                <c:pt idx="2624">
                  <c:v>41796</c:v>
                </c:pt>
                <c:pt idx="2625">
                  <c:v>41799</c:v>
                </c:pt>
                <c:pt idx="2626">
                  <c:v>41800</c:v>
                </c:pt>
                <c:pt idx="2627">
                  <c:v>41801</c:v>
                </c:pt>
                <c:pt idx="2628">
                  <c:v>41802</c:v>
                </c:pt>
                <c:pt idx="2629">
                  <c:v>41803</c:v>
                </c:pt>
                <c:pt idx="2630">
                  <c:v>41806</c:v>
                </c:pt>
                <c:pt idx="2631">
                  <c:v>41807</c:v>
                </c:pt>
                <c:pt idx="2632">
                  <c:v>41808</c:v>
                </c:pt>
                <c:pt idx="2633">
                  <c:v>41809</c:v>
                </c:pt>
                <c:pt idx="2634">
                  <c:v>41810</c:v>
                </c:pt>
                <c:pt idx="2635">
                  <c:v>41813</c:v>
                </c:pt>
                <c:pt idx="2636">
                  <c:v>41814</c:v>
                </c:pt>
                <c:pt idx="2637">
                  <c:v>41815</c:v>
                </c:pt>
                <c:pt idx="2638">
                  <c:v>41816</c:v>
                </c:pt>
                <c:pt idx="2639">
                  <c:v>41817</c:v>
                </c:pt>
                <c:pt idx="2640">
                  <c:v>41820</c:v>
                </c:pt>
                <c:pt idx="2641">
                  <c:v>41821</c:v>
                </c:pt>
                <c:pt idx="2642">
                  <c:v>41822</c:v>
                </c:pt>
                <c:pt idx="2643">
                  <c:v>41823</c:v>
                </c:pt>
                <c:pt idx="2644">
                  <c:v>41827</c:v>
                </c:pt>
                <c:pt idx="2645">
                  <c:v>41828</c:v>
                </c:pt>
                <c:pt idx="2646">
                  <c:v>41829</c:v>
                </c:pt>
                <c:pt idx="2647">
                  <c:v>41830</c:v>
                </c:pt>
                <c:pt idx="2648">
                  <c:v>41831</c:v>
                </c:pt>
                <c:pt idx="2649">
                  <c:v>41834</c:v>
                </c:pt>
                <c:pt idx="2650">
                  <c:v>41835</c:v>
                </c:pt>
                <c:pt idx="2651">
                  <c:v>41836</c:v>
                </c:pt>
                <c:pt idx="2652">
                  <c:v>41837</c:v>
                </c:pt>
                <c:pt idx="2653">
                  <c:v>41838</c:v>
                </c:pt>
                <c:pt idx="2654">
                  <c:v>41841</c:v>
                </c:pt>
                <c:pt idx="2655">
                  <c:v>41842</c:v>
                </c:pt>
                <c:pt idx="2656">
                  <c:v>41843</c:v>
                </c:pt>
                <c:pt idx="2657">
                  <c:v>41844</c:v>
                </c:pt>
                <c:pt idx="2658">
                  <c:v>41845</c:v>
                </c:pt>
                <c:pt idx="2659">
                  <c:v>41848</c:v>
                </c:pt>
                <c:pt idx="2660">
                  <c:v>41849</c:v>
                </c:pt>
                <c:pt idx="2661">
                  <c:v>41850</c:v>
                </c:pt>
                <c:pt idx="2662">
                  <c:v>41851</c:v>
                </c:pt>
                <c:pt idx="2663">
                  <c:v>41852</c:v>
                </c:pt>
                <c:pt idx="2664">
                  <c:v>41855</c:v>
                </c:pt>
                <c:pt idx="2665">
                  <c:v>41856</c:v>
                </c:pt>
                <c:pt idx="2666">
                  <c:v>41857</c:v>
                </c:pt>
                <c:pt idx="2667">
                  <c:v>41858</c:v>
                </c:pt>
                <c:pt idx="2668">
                  <c:v>41859</c:v>
                </c:pt>
                <c:pt idx="2669">
                  <c:v>41862</c:v>
                </c:pt>
                <c:pt idx="2670">
                  <c:v>41863</c:v>
                </c:pt>
                <c:pt idx="2671">
                  <c:v>41864</c:v>
                </c:pt>
                <c:pt idx="2672">
                  <c:v>41865</c:v>
                </c:pt>
                <c:pt idx="2673">
                  <c:v>41866</c:v>
                </c:pt>
                <c:pt idx="2674">
                  <c:v>41869</c:v>
                </c:pt>
                <c:pt idx="2675">
                  <c:v>41870</c:v>
                </c:pt>
                <c:pt idx="2676">
                  <c:v>41871</c:v>
                </c:pt>
                <c:pt idx="2677">
                  <c:v>41872</c:v>
                </c:pt>
                <c:pt idx="2678">
                  <c:v>41873</c:v>
                </c:pt>
                <c:pt idx="2679">
                  <c:v>41876</c:v>
                </c:pt>
                <c:pt idx="2680">
                  <c:v>41877</c:v>
                </c:pt>
                <c:pt idx="2681">
                  <c:v>41878</c:v>
                </c:pt>
                <c:pt idx="2682">
                  <c:v>41879</c:v>
                </c:pt>
                <c:pt idx="2683">
                  <c:v>41880</c:v>
                </c:pt>
                <c:pt idx="2684">
                  <c:v>41884</c:v>
                </c:pt>
                <c:pt idx="2685">
                  <c:v>41885</c:v>
                </c:pt>
                <c:pt idx="2686">
                  <c:v>41886</c:v>
                </c:pt>
                <c:pt idx="2687">
                  <c:v>41887</c:v>
                </c:pt>
                <c:pt idx="2688">
                  <c:v>41890</c:v>
                </c:pt>
                <c:pt idx="2689">
                  <c:v>41891</c:v>
                </c:pt>
                <c:pt idx="2690">
                  <c:v>41892</c:v>
                </c:pt>
                <c:pt idx="2691">
                  <c:v>41893</c:v>
                </c:pt>
                <c:pt idx="2692">
                  <c:v>41894</c:v>
                </c:pt>
                <c:pt idx="2693">
                  <c:v>41897</c:v>
                </c:pt>
                <c:pt idx="2694">
                  <c:v>41898</c:v>
                </c:pt>
                <c:pt idx="2695">
                  <c:v>41899</c:v>
                </c:pt>
                <c:pt idx="2696">
                  <c:v>41900</c:v>
                </c:pt>
                <c:pt idx="2697">
                  <c:v>41901</c:v>
                </c:pt>
                <c:pt idx="2698">
                  <c:v>41904</c:v>
                </c:pt>
                <c:pt idx="2699">
                  <c:v>41905</c:v>
                </c:pt>
                <c:pt idx="2700">
                  <c:v>41906</c:v>
                </c:pt>
                <c:pt idx="2701">
                  <c:v>41907</c:v>
                </c:pt>
                <c:pt idx="2702">
                  <c:v>41908</c:v>
                </c:pt>
                <c:pt idx="2703">
                  <c:v>41911</c:v>
                </c:pt>
                <c:pt idx="2704">
                  <c:v>41912</c:v>
                </c:pt>
                <c:pt idx="2705">
                  <c:v>41913</c:v>
                </c:pt>
                <c:pt idx="2706">
                  <c:v>41914</c:v>
                </c:pt>
                <c:pt idx="2707">
                  <c:v>41915</c:v>
                </c:pt>
                <c:pt idx="2708">
                  <c:v>41918</c:v>
                </c:pt>
                <c:pt idx="2709">
                  <c:v>41919</c:v>
                </c:pt>
                <c:pt idx="2710">
                  <c:v>41920</c:v>
                </c:pt>
                <c:pt idx="2711">
                  <c:v>41921</c:v>
                </c:pt>
                <c:pt idx="2712">
                  <c:v>41922</c:v>
                </c:pt>
                <c:pt idx="2713">
                  <c:v>41925</c:v>
                </c:pt>
                <c:pt idx="2714">
                  <c:v>41926</c:v>
                </c:pt>
                <c:pt idx="2715">
                  <c:v>41927</c:v>
                </c:pt>
                <c:pt idx="2716">
                  <c:v>41928</c:v>
                </c:pt>
                <c:pt idx="2717">
                  <c:v>41929</c:v>
                </c:pt>
                <c:pt idx="2718">
                  <c:v>41932</c:v>
                </c:pt>
                <c:pt idx="2719">
                  <c:v>41933</c:v>
                </c:pt>
                <c:pt idx="2720">
                  <c:v>41934</c:v>
                </c:pt>
                <c:pt idx="2721">
                  <c:v>41935</c:v>
                </c:pt>
                <c:pt idx="2722">
                  <c:v>41936</c:v>
                </c:pt>
                <c:pt idx="2723">
                  <c:v>41939</c:v>
                </c:pt>
                <c:pt idx="2724">
                  <c:v>41940</c:v>
                </c:pt>
                <c:pt idx="2725">
                  <c:v>41941</c:v>
                </c:pt>
                <c:pt idx="2726">
                  <c:v>41942</c:v>
                </c:pt>
                <c:pt idx="2727">
                  <c:v>41943</c:v>
                </c:pt>
                <c:pt idx="2728">
                  <c:v>41946</c:v>
                </c:pt>
                <c:pt idx="2729">
                  <c:v>41947</c:v>
                </c:pt>
                <c:pt idx="2730">
                  <c:v>41948</c:v>
                </c:pt>
                <c:pt idx="2731">
                  <c:v>41949</c:v>
                </c:pt>
                <c:pt idx="2732">
                  <c:v>41950</c:v>
                </c:pt>
                <c:pt idx="2733">
                  <c:v>41953</c:v>
                </c:pt>
                <c:pt idx="2734">
                  <c:v>41954</c:v>
                </c:pt>
                <c:pt idx="2735">
                  <c:v>41955</c:v>
                </c:pt>
                <c:pt idx="2736">
                  <c:v>41956</c:v>
                </c:pt>
                <c:pt idx="2737">
                  <c:v>41957</c:v>
                </c:pt>
                <c:pt idx="2738">
                  <c:v>41960</c:v>
                </c:pt>
                <c:pt idx="2739">
                  <c:v>41961</c:v>
                </c:pt>
                <c:pt idx="2740">
                  <c:v>41962</c:v>
                </c:pt>
                <c:pt idx="2741">
                  <c:v>41963</c:v>
                </c:pt>
                <c:pt idx="2742">
                  <c:v>41964</c:v>
                </c:pt>
                <c:pt idx="2743">
                  <c:v>41967</c:v>
                </c:pt>
                <c:pt idx="2744">
                  <c:v>41968</c:v>
                </c:pt>
                <c:pt idx="2745">
                  <c:v>41969</c:v>
                </c:pt>
                <c:pt idx="2746">
                  <c:v>41971</c:v>
                </c:pt>
                <c:pt idx="2747">
                  <c:v>41974</c:v>
                </c:pt>
                <c:pt idx="2748">
                  <c:v>41975</c:v>
                </c:pt>
                <c:pt idx="2749">
                  <c:v>41976</c:v>
                </c:pt>
                <c:pt idx="2750">
                  <c:v>41977</c:v>
                </c:pt>
                <c:pt idx="2751">
                  <c:v>41978</c:v>
                </c:pt>
                <c:pt idx="2752">
                  <c:v>41981</c:v>
                </c:pt>
                <c:pt idx="2753">
                  <c:v>41982</c:v>
                </c:pt>
                <c:pt idx="2754">
                  <c:v>41983</c:v>
                </c:pt>
                <c:pt idx="2755">
                  <c:v>41984</c:v>
                </c:pt>
                <c:pt idx="2756">
                  <c:v>41985</c:v>
                </c:pt>
                <c:pt idx="2757">
                  <c:v>41988</c:v>
                </c:pt>
                <c:pt idx="2758">
                  <c:v>41989</c:v>
                </c:pt>
                <c:pt idx="2759">
                  <c:v>41990</c:v>
                </c:pt>
                <c:pt idx="2760">
                  <c:v>41991</c:v>
                </c:pt>
                <c:pt idx="2761">
                  <c:v>41992</c:v>
                </c:pt>
                <c:pt idx="2762">
                  <c:v>41995</c:v>
                </c:pt>
                <c:pt idx="2763">
                  <c:v>41996</c:v>
                </c:pt>
                <c:pt idx="2764">
                  <c:v>41997</c:v>
                </c:pt>
                <c:pt idx="2765">
                  <c:v>41999</c:v>
                </c:pt>
                <c:pt idx="2766">
                  <c:v>42002</c:v>
                </c:pt>
                <c:pt idx="2767">
                  <c:v>42003</c:v>
                </c:pt>
                <c:pt idx="2768">
                  <c:v>42004</c:v>
                </c:pt>
                <c:pt idx="2769">
                  <c:v>42006</c:v>
                </c:pt>
                <c:pt idx="2770">
                  <c:v>42009</c:v>
                </c:pt>
                <c:pt idx="2771">
                  <c:v>42010</c:v>
                </c:pt>
                <c:pt idx="2772">
                  <c:v>42011</c:v>
                </c:pt>
                <c:pt idx="2773">
                  <c:v>42012</c:v>
                </c:pt>
                <c:pt idx="2774">
                  <c:v>42013</c:v>
                </c:pt>
                <c:pt idx="2775">
                  <c:v>42016</c:v>
                </c:pt>
                <c:pt idx="2776">
                  <c:v>42017</c:v>
                </c:pt>
                <c:pt idx="2777">
                  <c:v>42018</c:v>
                </c:pt>
                <c:pt idx="2778">
                  <c:v>42019</c:v>
                </c:pt>
                <c:pt idx="2779">
                  <c:v>42020</c:v>
                </c:pt>
                <c:pt idx="2780">
                  <c:v>42024</c:v>
                </c:pt>
                <c:pt idx="2781">
                  <c:v>42025</c:v>
                </c:pt>
                <c:pt idx="2782">
                  <c:v>42026</c:v>
                </c:pt>
                <c:pt idx="2783">
                  <c:v>42027</c:v>
                </c:pt>
                <c:pt idx="2784">
                  <c:v>42030</c:v>
                </c:pt>
                <c:pt idx="2785">
                  <c:v>42031</c:v>
                </c:pt>
                <c:pt idx="2786">
                  <c:v>42032</c:v>
                </c:pt>
                <c:pt idx="2787">
                  <c:v>42033</c:v>
                </c:pt>
                <c:pt idx="2788">
                  <c:v>42034</c:v>
                </c:pt>
                <c:pt idx="2789">
                  <c:v>42037</c:v>
                </c:pt>
                <c:pt idx="2790">
                  <c:v>42038</c:v>
                </c:pt>
                <c:pt idx="2791">
                  <c:v>42039</c:v>
                </c:pt>
                <c:pt idx="2792">
                  <c:v>42040</c:v>
                </c:pt>
                <c:pt idx="2793">
                  <c:v>42041</c:v>
                </c:pt>
                <c:pt idx="2794">
                  <c:v>42044</c:v>
                </c:pt>
                <c:pt idx="2795">
                  <c:v>42045</c:v>
                </c:pt>
                <c:pt idx="2796">
                  <c:v>42046</c:v>
                </c:pt>
                <c:pt idx="2797">
                  <c:v>42047</c:v>
                </c:pt>
                <c:pt idx="2798">
                  <c:v>42048</c:v>
                </c:pt>
                <c:pt idx="2799">
                  <c:v>42052</c:v>
                </c:pt>
                <c:pt idx="2800">
                  <c:v>42053</c:v>
                </c:pt>
                <c:pt idx="2801">
                  <c:v>42054</c:v>
                </c:pt>
                <c:pt idx="2802">
                  <c:v>42055</c:v>
                </c:pt>
                <c:pt idx="2803">
                  <c:v>42058</c:v>
                </c:pt>
                <c:pt idx="2804">
                  <c:v>42059</c:v>
                </c:pt>
                <c:pt idx="2805">
                  <c:v>42060</c:v>
                </c:pt>
                <c:pt idx="2806">
                  <c:v>42061</c:v>
                </c:pt>
                <c:pt idx="2807">
                  <c:v>42062</c:v>
                </c:pt>
                <c:pt idx="2808">
                  <c:v>42065</c:v>
                </c:pt>
                <c:pt idx="2809">
                  <c:v>42066</c:v>
                </c:pt>
                <c:pt idx="2810">
                  <c:v>42067</c:v>
                </c:pt>
                <c:pt idx="2811">
                  <c:v>42068</c:v>
                </c:pt>
                <c:pt idx="2812">
                  <c:v>42069</c:v>
                </c:pt>
                <c:pt idx="2813">
                  <c:v>42072</c:v>
                </c:pt>
                <c:pt idx="2814">
                  <c:v>42073</c:v>
                </c:pt>
                <c:pt idx="2815">
                  <c:v>42074</c:v>
                </c:pt>
                <c:pt idx="2816">
                  <c:v>42075</c:v>
                </c:pt>
                <c:pt idx="2817">
                  <c:v>42076</c:v>
                </c:pt>
                <c:pt idx="2818">
                  <c:v>42079</c:v>
                </c:pt>
                <c:pt idx="2819">
                  <c:v>42080</c:v>
                </c:pt>
                <c:pt idx="2820">
                  <c:v>42081</c:v>
                </c:pt>
                <c:pt idx="2821">
                  <c:v>42082</c:v>
                </c:pt>
                <c:pt idx="2822">
                  <c:v>42083</c:v>
                </c:pt>
                <c:pt idx="2823">
                  <c:v>42086</c:v>
                </c:pt>
                <c:pt idx="2824">
                  <c:v>42087</c:v>
                </c:pt>
                <c:pt idx="2825">
                  <c:v>42088</c:v>
                </c:pt>
                <c:pt idx="2826">
                  <c:v>42089</c:v>
                </c:pt>
                <c:pt idx="2827">
                  <c:v>42090</c:v>
                </c:pt>
                <c:pt idx="2828">
                  <c:v>42093</c:v>
                </c:pt>
                <c:pt idx="2829">
                  <c:v>42094</c:v>
                </c:pt>
                <c:pt idx="2830">
                  <c:v>42095</c:v>
                </c:pt>
                <c:pt idx="2831">
                  <c:v>42096</c:v>
                </c:pt>
                <c:pt idx="2832">
                  <c:v>42100</c:v>
                </c:pt>
                <c:pt idx="2833">
                  <c:v>42101</c:v>
                </c:pt>
                <c:pt idx="2834">
                  <c:v>42102</c:v>
                </c:pt>
                <c:pt idx="2835">
                  <c:v>42103</c:v>
                </c:pt>
                <c:pt idx="2836">
                  <c:v>42104</c:v>
                </c:pt>
                <c:pt idx="2837">
                  <c:v>42107</c:v>
                </c:pt>
                <c:pt idx="2838">
                  <c:v>42108</c:v>
                </c:pt>
                <c:pt idx="2839">
                  <c:v>42109</c:v>
                </c:pt>
                <c:pt idx="2840">
                  <c:v>42110</c:v>
                </c:pt>
                <c:pt idx="2841">
                  <c:v>42111</c:v>
                </c:pt>
                <c:pt idx="2842">
                  <c:v>42114</c:v>
                </c:pt>
                <c:pt idx="2843">
                  <c:v>42115</c:v>
                </c:pt>
                <c:pt idx="2844">
                  <c:v>42116</c:v>
                </c:pt>
                <c:pt idx="2845">
                  <c:v>42117</c:v>
                </c:pt>
                <c:pt idx="2846">
                  <c:v>42118</c:v>
                </c:pt>
                <c:pt idx="2847">
                  <c:v>42121</c:v>
                </c:pt>
                <c:pt idx="2848">
                  <c:v>42122</c:v>
                </c:pt>
                <c:pt idx="2849">
                  <c:v>42123</c:v>
                </c:pt>
                <c:pt idx="2850">
                  <c:v>42124</c:v>
                </c:pt>
                <c:pt idx="2851">
                  <c:v>42125</c:v>
                </c:pt>
                <c:pt idx="2852">
                  <c:v>42128</c:v>
                </c:pt>
                <c:pt idx="2853">
                  <c:v>42129</c:v>
                </c:pt>
                <c:pt idx="2854">
                  <c:v>42130</c:v>
                </c:pt>
                <c:pt idx="2855">
                  <c:v>42131</c:v>
                </c:pt>
                <c:pt idx="2856">
                  <c:v>42132</c:v>
                </c:pt>
                <c:pt idx="2857">
                  <c:v>42135</c:v>
                </c:pt>
                <c:pt idx="2858">
                  <c:v>42136</c:v>
                </c:pt>
                <c:pt idx="2859">
                  <c:v>42137</c:v>
                </c:pt>
                <c:pt idx="2860">
                  <c:v>42138</c:v>
                </c:pt>
                <c:pt idx="2861">
                  <c:v>42139</c:v>
                </c:pt>
                <c:pt idx="2862">
                  <c:v>42142</c:v>
                </c:pt>
                <c:pt idx="2863">
                  <c:v>42143</c:v>
                </c:pt>
                <c:pt idx="2864">
                  <c:v>42144</c:v>
                </c:pt>
                <c:pt idx="2865">
                  <c:v>42145</c:v>
                </c:pt>
                <c:pt idx="2866">
                  <c:v>42146</c:v>
                </c:pt>
                <c:pt idx="2867">
                  <c:v>42150</c:v>
                </c:pt>
                <c:pt idx="2868">
                  <c:v>42151</c:v>
                </c:pt>
                <c:pt idx="2869">
                  <c:v>42152</c:v>
                </c:pt>
                <c:pt idx="2870">
                  <c:v>42153</c:v>
                </c:pt>
                <c:pt idx="2871">
                  <c:v>42156</c:v>
                </c:pt>
                <c:pt idx="2872">
                  <c:v>42157</c:v>
                </c:pt>
                <c:pt idx="2873">
                  <c:v>42158</c:v>
                </c:pt>
                <c:pt idx="2874">
                  <c:v>42159</c:v>
                </c:pt>
                <c:pt idx="2875">
                  <c:v>42160</c:v>
                </c:pt>
                <c:pt idx="2876">
                  <c:v>42163</c:v>
                </c:pt>
                <c:pt idx="2877">
                  <c:v>42164</c:v>
                </c:pt>
                <c:pt idx="2878">
                  <c:v>42165</c:v>
                </c:pt>
                <c:pt idx="2879">
                  <c:v>42166</c:v>
                </c:pt>
                <c:pt idx="2880">
                  <c:v>42167</c:v>
                </c:pt>
                <c:pt idx="2881">
                  <c:v>42170</c:v>
                </c:pt>
                <c:pt idx="2882">
                  <c:v>42171</c:v>
                </c:pt>
                <c:pt idx="2883">
                  <c:v>42172</c:v>
                </c:pt>
                <c:pt idx="2884">
                  <c:v>42173</c:v>
                </c:pt>
                <c:pt idx="2885">
                  <c:v>42174</c:v>
                </c:pt>
                <c:pt idx="2886">
                  <c:v>42177</c:v>
                </c:pt>
                <c:pt idx="2887">
                  <c:v>42178</c:v>
                </c:pt>
                <c:pt idx="2888">
                  <c:v>42179</c:v>
                </c:pt>
                <c:pt idx="2889">
                  <c:v>42180</c:v>
                </c:pt>
                <c:pt idx="2890">
                  <c:v>42181</c:v>
                </c:pt>
                <c:pt idx="2891">
                  <c:v>42184</c:v>
                </c:pt>
                <c:pt idx="2892">
                  <c:v>42185</c:v>
                </c:pt>
                <c:pt idx="2893">
                  <c:v>42186</c:v>
                </c:pt>
                <c:pt idx="2894">
                  <c:v>42187</c:v>
                </c:pt>
                <c:pt idx="2895">
                  <c:v>42191</c:v>
                </c:pt>
                <c:pt idx="2896">
                  <c:v>42192</c:v>
                </c:pt>
                <c:pt idx="2897">
                  <c:v>42193</c:v>
                </c:pt>
                <c:pt idx="2898">
                  <c:v>42194</c:v>
                </c:pt>
                <c:pt idx="2899">
                  <c:v>42195</c:v>
                </c:pt>
                <c:pt idx="2900">
                  <c:v>42198</c:v>
                </c:pt>
                <c:pt idx="2901">
                  <c:v>42199</c:v>
                </c:pt>
                <c:pt idx="2902">
                  <c:v>42200</c:v>
                </c:pt>
                <c:pt idx="2903">
                  <c:v>42201</c:v>
                </c:pt>
                <c:pt idx="2904">
                  <c:v>42202</c:v>
                </c:pt>
                <c:pt idx="2905">
                  <c:v>42205</c:v>
                </c:pt>
              </c:numCache>
            </c:numRef>
          </c:xVal>
          <c:yVal>
            <c:numRef>
              <c:f>table!$B$2:$B$2907</c:f>
              <c:numCache>
                <c:formatCode>General</c:formatCode>
                <c:ptCount val="2906"/>
                <c:pt idx="0">
                  <c:v>18.22</c:v>
                </c:pt>
                <c:pt idx="1">
                  <c:v>17.489999999999998</c:v>
                </c:pt>
                <c:pt idx="2">
                  <c:v>16.73</c:v>
                </c:pt>
                <c:pt idx="3">
                  <c:v>15.5</c:v>
                </c:pt>
                <c:pt idx="4">
                  <c:v>15.61</c:v>
                </c:pt>
                <c:pt idx="5">
                  <c:v>16.75</c:v>
                </c:pt>
                <c:pt idx="6">
                  <c:v>16.82</c:v>
                </c:pt>
                <c:pt idx="7">
                  <c:v>18.04</c:v>
                </c:pt>
                <c:pt idx="8">
                  <c:v>16.75</c:v>
                </c:pt>
                <c:pt idx="9">
                  <c:v>15.56</c:v>
                </c:pt>
                <c:pt idx="10">
                  <c:v>15</c:v>
                </c:pt>
                <c:pt idx="11">
                  <c:v>15.21</c:v>
                </c:pt>
                <c:pt idx="12">
                  <c:v>14.34</c:v>
                </c:pt>
                <c:pt idx="13">
                  <c:v>14.71</c:v>
                </c:pt>
                <c:pt idx="14">
                  <c:v>14.84</c:v>
                </c:pt>
                <c:pt idx="15">
                  <c:v>14.55</c:v>
                </c:pt>
                <c:pt idx="16">
                  <c:v>15.35</c:v>
                </c:pt>
                <c:pt idx="17">
                  <c:v>16.78</c:v>
                </c:pt>
                <c:pt idx="18">
                  <c:v>17.14</c:v>
                </c:pt>
                <c:pt idx="19">
                  <c:v>16.63</c:v>
                </c:pt>
                <c:pt idx="20">
                  <c:v>17.11</c:v>
                </c:pt>
                <c:pt idx="21">
                  <c:v>17.34</c:v>
                </c:pt>
                <c:pt idx="22">
                  <c:v>17.87</c:v>
                </c:pt>
                <c:pt idx="23">
                  <c:v>17.71</c:v>
                </c:pt>
                <c:pt idx="24">
                  <c:v>16</c:v>
                </c:pt>
                <c:pt idx="25">
                  <c:v>16.39</c:v>
                </c:pt>
                <c:pt idx="26">
                  <c:v>15.94</c:v>
                </c:pt>
                <c:pt idx="27">
                  <c:v>15.39</c:v>
                </c:pt>
                <c:pt idx="28">
                  <c:v>15.31</c:v>
                </c:pt>
                <c:pt idx="29">
                  <c:v>15.58</c:v>
                </c:pt>
                <c:pt idx="30">
                  <c:v>15.4</c:v>
                </c:pt>
                <c:pt idx="31">
                  <c:v>15.59</c:v>
                </c:pt>
                <c:pt idx="32">
                  <c:v>15.8</c:v>
                </c:pt>
                <c:pt idx="33">
                  <c:v>16.04</c:v>
                </c:pt>
                <c:pt idx="34">
                  <c:v>16.29</c:v>
                </c:pt>
                <c:pt idx="35">
                  <c:v>15.9</c:v>
                </c:pt>
                <c:pt idx="36">
                  <c:v>14.93</c:v>
                </c:pt>
                <c:pt idx="37">
                  <c:v>14.83</c:v>
                </c:pt>
                <c:pt idx="38">
                  <c:v>14.55</c:v>
                </c:pt>
                <c:pt idx="39">
                  <c:v>14.44</c:v>
                </c:pt>
                <c:pt idx="40">
                  <c:v>14.86</c:v>
                </c:pt>
                <c:pt idx="41">
                  <c:v>14.55</c:v>
                </c:pt>
                <c:pt idx="42">
                  <c:v>14.4</c:v>
                </c:pt>
                <c:pt idx="43">
                  <c:v>14.48</c:v>
                </c:pt>
                <c:pt idx="44">
                  <c:v>15.79</c:v>
                </c:pt>
                <c:pt idx="45">
                  <c:v>16.600000000000001</c:v>
                </c:pt>
                <c:pt idx="46">
                  <c:v>18.670000000000002</c:v>
                </c:pt>
                <c:pt idx="47">
                  <c:v>20.67</c:v>
                </c:pt>
                <c:pt idx="48">
                  <c:v>18.3</c:v>
                </c:pt>
                <c:pt idx="49">
                  <c:v>21.13</c:v>
                </c:pt>
                <c:pt idx="50">
                  <c:v>20.34</c:v>
                </c:pt>
                <c:pt idx="51">
                  <c:v>18.11</c:v>
                </c:pt>
                <c:pt idx="52">
                  <c:v>18.53</c:v>
                </c:pt>
                <c:pt idx="53">
                  <c:v>19.149999999999999</c:v>
                </c:pt>
                <c:pt idx="54">
                  <c:v>21.58</c:v>
                </c:pt>
                <c:pt idx="55">
                  <c:v>20.67</c:v>
                </c:pt>
                <c:pt idx="56">
                  <c:v>19.809999999999999</c:v>
                </c:pt>
                <c:pt idx="57">
                  <c:v>17.88</c:v>
                </c:pt>
                <c:pt idx="58">
                  <c:v>17.329999999999998</c:v>
                </c:pt>
                <c:pt idx="59">
                  <c:v>16.5</c:v>
                </c:pt>
                <c:pt idx="60">
                  <c:v>16.28</c:v>
                </c:pt>
                <c:pt idx="61">
                  <c:v>16.739999999999998</c:v>
                </c:pt>
                <c:pt idx="62">
                  <c:v>16.649999999999999</c:v>
                </c:pt>
                <c:pt idx="63">
                  <c:v>15.64</c:v>
                </c:pt>
                <c:pt idx="64">
                  <c:v>14.97</c:v>
                </c:pt>
                <c:pt idx="65">
                  <c:v>15.32</c:v>
                </c:pt>
                <c:pt idx="66">
                  <c:v>15.76</c:v>
                </c:pt>
                <c:pt idx="67">
                  <c:v>16.260000000000002</c:v>
                </c:pt>
                <c:pt idx="68">
                  <c:v>15.28</c:v>
                </c:pt>
                <c:pt idx="69">
                  <c:v>17.260000000000002</c:v>
                </c:pt>
                <c:pt idx="70">
                  <c:v>15.62</c:v>
                </c:pt>
                <c:pt idx="71">
                  <c:v>15.74</c:v>
                </c:pt>
                <c:pt idx="72">
                  <c:v>14.94</c:v>
                </c:pt>
                <c:pt idx="73">
                  <c:v>15.42</c:v>
                </c:pt>
                <c:pt idx="74">
                  <c:v>16.670000000000002</c:v>
                </c:pt>
                <c:pt idx="75">
                  <c:v>15.6</c:v>
                </c:pt>
                <c:pt idx="76">
                  <c:v>14.61</c:v>
                </c:pt>
                <c:pt idx="77">
                  <c:v>14.01</c:v>
                </c:pt>
                <c:pt idx="78">
                  <c:v>14.77</c:v>
                </c:pt>
                <c:pt idx="79">
                  <c:v>15.07</c:v>
                </c:pt>
                <c:pt idx="80">
                  <c:v>16.29</c:v>
                </c:pt>
                <c:pt idx="81">
                  <c:v>16.600000000000001</c:v>
                </c:pt>
                <c:pt idx="82">
                  <c:v>17.190000000000001</c:v>
                </c:pt>
                <c:pt idx="83">
                  <c:v>16.62</c:v>
                </c:pt>
                <c:pt idx="84">
                  <c:v>16.55</c:v>
                </c:pt>
                <c:pt idx="85">
                  <c:v>15.77</c:v>
                </c:pt>
                <c:pt idx="86">
                  <c:v>17.05</c:v>
                </c:pt>
                <c:pt idx="87">
                  <c:v>18.13</c:v>
                </c:pt>
                <c:pt idx="88">
                  <c:v>19.77</c:v>
                </c:pt>
                <c:pt idx="89">
                  <c:v>18.57</c:v>
                </c:pt>
                <c:pt idx="90">
                  <c:v>18.14</c:v>
                </c:pt>
                <c:pt idx="91">
                  <c:v>18.86</c:v>
                </c:pt>
                <c:pt idx="92">
                  <c:v>18.47</c:v>
                </c:pt>
                <c:pt idx="93">
                  <c:v>19.96</c:v>
                </c:pt>
                <c:pt idx="94">
                  <c:v>19.329999999999998</c:v>
                </c:pt>
                <c:pt idx="95">
                  <c:v>18.93</c:v>
                </c:pt>
                <c:pt idx="96">
                  <c:v>18.670000000000002</c:v>
                </c:pt>
                <c:pt idx="97">
                  <c:v>18.489999999999998</c:v>
                </c:pt>
                <c:pt idx="98">
                  <c:v>18.079999999999998</c:v>
                </c:pt>
                <c:pt idx="99">
                  <c:v>15.96</c:v>
                </c:pt>
                <c:pt idx="100">
                  <c:v>15.97</c:v>
                </c:pt>
                <c:pt idx="101">
                  <c:v>15.28</c:v>
                </c:pt>
                <c:pt idx="102">
                  <c:v>15.5</c:v>
                </c:pt>
                <c:pt idx="103">
                  <c:v>16.3</c:v>
                </c:pt>
                <c:pt idx="104">
                  <c:v>16.079999999999998</c:v>
                </c:pt>
                <c:pt idx="105">
                  <c:v>17.03</c:v>
                </c:pt>
                <c:pt idx="106">
                  <c:v>16.78</c:v>
                </c:pt>
                <c:pt idx="107">
                  <c:v>15.39</c:v>
                </c:pt>
                <c:pt idx="108">
                  <c:v>15.01</c:v>
                </c:pt>
                <c:pt idx="109">
                  <c:v>15.39</c:v>
                </c:pt>
                <c:pt idx="110">
                  <c:v>15.04</c:v>
                </c:pt>
                <c:pt idx="111">
                  <c:v>16.07</c:v>
                </c:pt>
                <c:pt idx="112">
                  <c:v>15.05</c:v>
                </c:pt>
                <c:pt idx="113">
                  <c:v>14.79</c:v>
                </c:pt>
                <c:pt idx="114">
                  <c:v>15.15</c:v>
                </c:pt>
                <c:pt idx="115">
                  <c:v>14.99</c:v>
                </c:pt>
                <c:pt idx="116">
                  <c:v>15.26</c:v>
                </c:pt>
                <c:pt idx="117">
                  <c:v>14.31</c:v>
                </c:pt>
                <c:pt idx="118">
                  <c:v>13.98</c:v>
                </c:pt>
                <c:pt idx="119">
                  <c:v>14.81</c:v>
                </c:pt>
                <c:pt idx="120">
                  <c:v>15.19</c:v>
                </c:pt>
                <c:pt idx="121">
                  <c:v>16.07</c:v>
                </c:pt>
                <c:pt idx="122">
                  <c:v>15.47</c:v>
                </c:pt>
                <c:pt idx="123">
                  <c:v>14.34</c:v>
                </c:pt>
                <c:pt idx="124">
                  <c:v>15.2</c:v>
                </c:pt>
                <c:pt idx="125">
                  <c:v>15.08</c:v>
                </c:pt>
                <c:pt idx="126">
                  <c:v>16.25</c:v>
                </c:pt>
                <c:pt idx="127">
                  <c:v>15.81</c:v>
                </c:pt>
                <c:pt idx="128">
                  <c:v>16.2</c:v>
                </c:pt>
                <c:pt idx="129">
                  <c:v>15.78</c:v>
                </c:pt>
                <c:pt idx="130">
                  <c:v>14.96</c:v>
                </c:pt>
                <c:pt idx="131">
                  <c:v>14.46</c:v>
                </c:pt>
                <c:pt idx="132">
                  <c:v>13.76</c:v>
                </c:pt>
                <c:pt idx="133">
                  <c:v>14.71</c:v>
                </c:pt>
                <c:pt idx="134">
                  <c:v>14.34</c:v>
                </c:pt>
                <c:pt idx="135">
                  <c:v>15.17</c:v>
                </c:pt>
                <c:pt idx="136">
                  <c:v>14.17</c:v>
                </c:pt>
                <c:pt idx="137">
                  <c:v>16.41</c:v>
                </c:pt>
                <c:pt idx="138">
                  <c:v>15.75</c:v>
                </c:pt>
                <c:pt idx="139">
                  <c:v>16.5</c:v>
                </c:pt>
                <c:pt idx="140">
                  <c:v>17.3</c:v>
                </c:pt>
                <c:pt idx="141">
                  <c:v>16.55</c:v>
                </c:pt>
                <c:pt idx="142">
                  <c:v>16.149999999999999</c:v>
                </c:pt>
                <c:pt idx="143">
                  <c:v>15.68</c:v>
                </c:pt>
                <c:pt idx="144">
                  <c:v>15.32</c:v>
                </c:pt>
                <c:pt idx="145">
                  <c:v>15.37</c:v>
                </c:pt>
                <c:pt idx="146">
                  <c:v>16.03</c:v>
                </c:pt>
                <c:pt idx="147">
                  <c:v>16.21</c:v>
                </c:pt>
                <c:pt idx="148">
                  <c:v>18.32</c:v>
                </c:pt>
                <c:pt idx="149">
                  <c:v>19.34</c:v>
                </c:pt>
                <c:pt idx="150">
                  <c:v>18.89</c:v>
                </c:pt>
                <c:pt idx="151">
                  <c:v>17.47</c:v>
                </c:pt>
                <c:pt idx="152">
                  <c:v>18.04</c:v>
                </c:pt>
                <c:pt idx="153">
                  <c:v>19.079999999999998</c:v>
                </c:pt>
                <c:pt idx="154">
                  <c:v>17.98</c:v>
                </c:pt>
                <c:pt idx="155">
                  <c:v>17.57</c:v>
                </c:pt>
                <c:pt idx="156">
                  <c:v>17.02</c:v>
                </c:pt>
                <c:pt idx="157">
                  <c:v>16.23</c:v>
                </c:pt>
                <c:pt idx="158">
                  <c:v>16.96</c:v>
                </c:pt>
                <c:pt idx="159">
                  <c:v>16</c:v>
                </c:pt>
                <c:pt idx="160">
                  <c:v>15.88</c:v>
                </c:pt>
                <c:pt idx="161">
                  <c:v>15.33</c:v>
                </c:pt>
                <c:pt idx="162">
                  <c:v>14.98</c:v>
                </c:pt>
                <c:pt idx="163">
                  <c:v>14.91</c:v>
                </c:pt>
                <c:pt idx="164">
                  <c:v>14.71</c:v>
                </c:pt>
                <c:pt idx="165">
                  <c:v>15.44</c:v>
                </c:pt>
                <c:pt idx="166">
                  <c:v>15.29</c:v>
                </c:pt>
                <c:pt idx="167">
                  <c:v>14.91</c:v>
                </c:pt>
                <c:pt idx="168">
                  <c:v>14.28</c:v>
                </c:pt>
                <c:pt idx="169">
                  <c:v>13.91</c:v>
                </c:pt>
                <c:pt idx="170">
                  <c:v>14.07</c:v>
                </c:pt>
                <c:pt idx="171">
                  <c:v>14.06</c:v>
                </c:pt>
                <c:pt idx="172">
                  <c:v>14.01</c:v>
                </c:pt>
                <c:pt idx="173">
                  <c:v>13.76</c:v>
                </c:pt>
                <c:pt idx="174">
                  <c:v>13.17</c:v>
                </c:pt>
                <c:pt idx="175">
                  <c:v>13.56</c:v>
                </c:pt>
                <c:pt idx="176">
                  <c:v>14.64</c:v>
                </c:pt>
                <c:pt idx="177">
                  <c:v>14.39</c:v>
                </c:pt>
                <c:pt idx="178">
                  <c:v>14.03</c:v>
                </c:pt>
                <c:pt idx="179">
                  <c:v>14.43</c:v>
                </c:pt>
                <c:pt idx="180">
                  <c:v>13.66</c:v>
                </c:pt>
                <c:pt idx="181">
                  <c:v>14.74</c:v>
                </c:pt>
                <c:pt idx="182">
                  <c:v>14.8</c:v>
                </c:pt>
                <c:pt idx="183">
                  <c:v>14.28</c:v>
                </c:pt>
                <c:pt idx="184">
                  <c:v>14.62</c:v>
                </c:pt>
                <c:pt idx="185">
                  <c:v>13.83</c:v>
                </c:pt>
                <c:pt idx="186">
                  <c:v>13.21</c:v>
                </c:pt>
                <c:pt idx="187">
                  <c:v>13.34</c:v>
                </c:pt>
                <c:pt idx="188">
                  <c:v>12.75</c:v>
                </c:pt>
                <c:pt idx="189">
                  <c:v>13.41</c:v>
                </c:pt>
                <c:pt idx="190">
                  <c:v>13.95</c:v>
                </c:pt>
                <c:pt idx="191">
                  <c:v>13.28</c:v>
                </c:pt>
                <c:pt idx="192">
                  <c:v>14.5</c:v>
                </c:pt>
                <c:pt idx="193">
                  <c:v>15.05</c:v>
                </c:pt>
                <c:pt idx="194">
                  <c:v>14.71</c:v>
                </c:pt>
                <c:pt idx="195">
                  <c:v>15.05</c:v>
                </c:pt>
                <c:pt idx="196">
                  <c:v>15.42</c:v>
                </c:pt>
                <c:pt idx="197">
                  <c:v>16.43</c:v>
                </c:pt>
                <c:pt idx="198">
                  <c:v>15.04</c:v>
                </c:pt>
                <c:pt idx="199">
                  <c:v>14.71</c:v>
                </c:pt>
                <c:pt idx="200">
                  <c:v>15.13</c:v>
                </c:pt>
                <c:pt idx="201">
                  <c:v>14.85</c:v>
                </c:pt>
                <c:pt idx="202">
                  <c:v>14.54</c:v>
                </c:pt>
                <c:pt idx="203">
                  <c:v>15.28</c:v>
                </c:pt>
                <c:pt idx="204">
                  <c:v>16.579999999999998</c:v>
                </c:pt>
                <c:pt idx="205">
                  <c:v>16.39</c:v>
                </c:pt>
                <c:pt idx="206">
                  <c:v>15.72</c:v>
                </c:pt>
                <c:pt idx="207">
                  <c:v>15.39</c:v>
                </c:pt>
                <c:pt idx="208">
                  <c:v>16.27</c:v>
                </c:pt>
                <c:pt idx="209">
                  <c:v>16.27</c:v>
                </c:pt>
                <c:pt idx="210">
                  <c:v>16.18</c:v>
                </c:pt>
                <c:pt idx="211">
                  <c:v>14.04</c:v>
                </c:pt>
                <c:pt idx="212">
                  <c:v>13.97</c:v>
                </c:pt>
                <c:pt idx="213">
                  <c:v>13.84</c:v>
                </c:pt>
                <c:pt idx="214">
                  <c:v>13.8</c:v>
                </c:pt>
                <c:pt idx="215">
                  <c:v>13.61</c:v>
                </c:pt>
                <c:pt idx="216">
                  <c:v>13.08</c:v>
                </c:pt>
                <c:pt idx="217">
                  <c:v>13.04</c:v>
                </c:pt>
                <c:pt idx="218">
                  <c:v>13.33</c:v>
                </c:pt>
                <c:pt idx="219">
                  <c:v>13.38</c:v>
                </c:pt>
                <c:pt idx="220">
                  <c:v>13.21</c:v>
                </c:pt>
                <c:pt idx="221">
                  <c:v>13.21</c:v>
                </c:pt>
                <c:pt idx="222">
                  <c:v>12.98</c:v>
                </c:pt>
                <c:pt idx="223">
                  <c:v>13.5</c:v>
                </c:pt>
                <c:pt idx="224">
                  <c:v>12.97</c:v>
                </c:pt>
                <c:pt idx="225">
                  <c:v>12.67</c:v>
                </c:pt>
                <c:pt idx="226">
                  <c:v>12.72</c:v>
                </c:pt>
                <c:pt idx="227">
                  <c:v>12.78</c:v>
                </c:pt>
                <c:pt idx="228">
                  <c:v>13.3</c:v>
                </c:pt>
                <c:pt idx="229">
                  <c:v>13.24</c:v>
                </c:pt>
                <c:pt idx="230">
                  <c:v>12.97</c:v>
                </c:pt>
                <c:pt idx="231">
                  <c:v>12.98</c:v>
                </c:pt>
                <c:pt idx="232">
                  <c:v>12.96</c:v>
                </c:pt>
                <c:pt idx="233">
                  <c:v>13.19</c:v>
                </c:pt>
                <c:pt idx="234">
                  <c:v>13.67</c:v>
                </c:pt>
                <c:pt idx="235">
                  <c:v>13.19</c:v>
                </c:pt>
                <c:pt idx="236">
                  <c:v>12.88</c:v>
                </c:pt>
                <c:pt idx="237">
                  <c:v>12.76</c:v>
                </c:pt>
                <c:pt idx="238">
                  <c:v>12.54</c:v>
                </c:pt>
                <c:pt idx="239">
                  <c:v>12.73</c:v>
                </c:pt>
                <c:pt idx="240">
                  <c:v>12.35</c:v>
                </c:pt>
                <c:pt idx="241">
                  <c:v>12.27</c:v>
                </c:pt>
                <c:pt idx="242">
                  <c:v>11.95</c:v>
                </c:pt>
                <c:pt idx="243">
                  <c:v>11.83</c:v>
                </c:pt>
                <c:pt idx="244">
                  <c:v>11.55</c:v>
                </c:pt>
                <c:pt idx="245">
                  <c:v>11.45</c:v>
                </c:pt>
                <c:pt idx="246">
                  <c:v>11.23</c:v>
                </c:pt>
                <c:pt idx="247">
                  <c:v>12.14</c:v>
                </c:pt>
                <c:pt idx="248">
                  <c:v>12</c:v>
                </c:pt>
                <c:pt idx="249">
                  <c:v>11.62</c:v>
                </c:pt>
                <c:pt idx="250">
                  <c:v>12.56</c:v>
                </c:pt>
                <c:pt idx="251">
                  <c:v>13.29</c:v>
                </c:pt>
                <c:pt idx="252">
                  <c:v>14.08</c:v>
                </c:pt>
                <c:pt idx="253">
                  <c:v>13.98</c:v>
                </c:pt>
                <c:pt idx="254">
                  <c:v>14.09</c:v>
                </c:pt>
                <c:pt idx="255">
                  <c:v>13.58</c:v>
                </c:pt>
                <c:pt idx="256">
                  <c:v>13.49</c:v>
                </c:pt>
                <c:pt idx="257">
                  <c:v>13.23</c:v>
                </c:pt>
                <c:pt idx="258">
                  <c:v>13.19</c:v>
                </c:pt>
                <c:pt idx="259">
                  <c:v>12.56</c:v>
                </c:pt>
                <c:pt idx="260">
                  <c:v>12.84</c:v>
                </c:pt>
                <c:pt idx="261">
                  <c:v>12.43</c:v>
                </c:pt>
                <c:pt idx="262">
                  <c:v>12.47</c:v>
                </c:pt>
                <c:pt idx="263">
                  <c:v>13.18</c:v>
                </c:pt>
                <c:pt idx="264">
                  <c:v>13.83</c:v>
                </c:pt>
                <c:pt idx="265">
                  <c:v>14.36</c:v>
                </c:pt>
                <c:pt idx="266">
                  <c:v>14.65</c:v>
                </c:pt>
                <c:pt idx="267">
                  <c:v>14.06</c:v>
                </c:pt>
                <c:pt idx="268">
                  <c:v>13.44</c:v>
                </c:pt>
                <c:pt idx="269">
                  <c:v>13.24</c:v>
                </c:pt>
                <c:pt idx="270">
                  <c:v>13.24</c:v>
                </c:pt>
                <c:pt idx="271">
                  <c:v>12.82</c:v>
                </c:pt>
                <c:pt idx="272">
                  <c:v>12.03</c:v>
                </c:pt>
                <c:pt idx="273">
                  <c:v>11.66</c:v>
                </c:pt>
                <c:pt idx="274">
                  <c:v>11.79</c:v>
                </c:pt>
                <c:pt idx="275">
                  <c:v>11.21</c:v>
                </c:pt>
                <c:pt idx="276">
                  <c:v>11.73</c:v>
                </c:pt>
                <c:pt idx="277">
                  <c:v>11.6</c:v>
                </c:pt>
                <c:pt idx="278">
                  <c:v>12</c:v>
                </c:pt>
                <c:pt idx="279">
                  <c:v>11.51</c:v>
                </c:pt>
                <c:pt idx="280">
                  <c:v>11.43</c:v>
                </c:pt>
                <c:pt idx="281">
                  <c:v>11.52</c:v>
                </c:pt>
                <c:pt idx="282">
                  <c:v>11.27</c:v>
                </c:pt>
                <c:pt idx="283">
                  <c:v>11.1</c:v>
                </c:pt>
                <c:pt idx="284">
                  <c:v>11.77</c:v>
                </c:pt>
                <c:pt idx="285">
                  <c:v>11.18</c:v>
                </c:pt>
                <c:pt idx="286">
                  <c:v>13.14</c:v>
                </c:pt>
                <c:pt idx="287">
                  <c:v>12.39</c:v>
                </c:pt>
                <c:pt idx="288">
                  <c:v>11.57</c:v>
                </c:pt>
                <c:pt idx="289">
                  <c:v>11.49</c:v>
                </c:pt>
                <c:pt idx="290">
                  <c:v>12.08</c:v>
                </c:pt>
                <c:pt idx="291">
                  <c:v>12.04</c:v>
                </c:pt>
                <c:pt idx="292">
                  <c:v>12.5</c:v>
                </c:pt>
                <c:pt idx="293">
                  <c:v>12.93</c:v>
                </c:pt>
                <c:pt idx="294">
                  <c:v>11.94</c:v>
                </c:pt>
                <c:pt idx="295">
                  <c:v>12.26</c:v>
                </c:pt>
                <c:pt idx="296">
                  <c:v>12.4</c:v>
                </c:pt>
                <c:pt idx="297">
                  <c:v>12.7</c:v>
                </c:pt>
                <c:pt idx="298">
                  <c:v>12.49</c:v>
                </c:pt>
                <c:pt idx="299">
                  <c:v>12.8</c:v>
                </c:pt>
                <c:pt idx="300">
                  <c:v>12.39</c:v>
                </c:pt>
                <c:pt idx="301">
                  <c:v>13.15</c:v>
                </c:pt>
                <c:pt idx="302">
                  <c:v>13.49</c:v>
                </c:pt>
                <c:pt idx="303">
                  <c:v>13.29</c:v>
                </c:pt>
                <c:pt idx="304">
                  <c:v>13.14</c:v>
                </c:pt>
                <c:pt idx="305">
                  <c:v>13.61</c:v>
                </c:pt>
                <c:pt idx="306">
                  <c:v>14.27</c:v>
                </c:pt>
                <c:pt idx="307">
                  <c:v>14.06</c:v>
                </c:pt>
                <c:pt idx="308">
                  <c:v>13.42</c:v>
                </c:pt>
                <c:pt idx="309">
                  <c:v>13.75</c:v>
                </c:pt>
                <c:pt idx="310">
                  <c:v>14.49</c:v>
                </c:pt>
                <c:pt idx="311">
                  <c:v>13.64</c:v>
                </c:pt>
                <c:pt idx="312">
                  <c:v>14.02</c:v>
                </c:pt>
                <c:pt idx="313">
                  <c:v>14.09</c:v>
                </c:pt>
                <c:pt idx="314">
                  <c:v>14.11</c:v>
                </c:pt>
                <c:pt idx="315">
                  <c:v>13.68</c:v>
                </c:pt>
                <c:pt idx="316">
                  <c:v>13.15</c:v>
                </c:pt>
                <c:pt idx="317">
                  <c:v>12.33</c:v>
                </c:pt>
                <c:pt idx="318">
                  <c:v>12.62</c:v>
                </c:pt>
                <c:pt idx="319">
                  <c:v>11.98</c:v>
                </c:pt>
                <c:pt idx="320">
                  <c:v>11.3</c:v>
                </c:pt>
                <c:pt idx="321">
                  <c:v>13.31</c:v>
                </c:pt>
                <c:pt idx="322">
                  <c:v>14.53</c:v>
                </c:pt>
                <c:pt idx="323">
                  <c:v>17.739999999999998</c:v>
                </c:pt>
                <c:pt idx="324">
                  <c:v>16.559999999999999</c:v>
                </c:pt>
                <c:pt idx="325">
                  <c:v>14.96</c:v>
                </c:pt>
                <c:pt idx="326">
                  <c:v>16.920000000000002</c:v>
                </c:pt>
                <c:pt idx="327">
                  <c:v>14.41</c:v>
                </c:pt>
                <c:pt idx="328">
                  <c:v>15.38</c:v>
                </c:pt>
                <c:pt idx="329">
                  <c:v>14.62</c:v>
                </c:pt>
                <c:pt idx="330">
                  <c:v>14.91</c:v>
                </c:pt>
                <c:pt idx="331">
                  <c:v>14.87</c:v>
                </c:pt>
                <c:pt idx="332">
                  <c:v>16.86</c:v>
                </c:pt>
                <c:pt idx="333">
                  <c:v>15.31</c:v>
                </c:pt>
                <c:pt idx="334">
                  <c:v>15.12</c:v>
                </c:pt>
                <c:pt idx="335">
                  <c:v>14.53</c:v>
                </c:pt>
                <c:pt idx="336">
                  <c:v>13.85</c:v>
                </c:pt>
                <c:pt idx="337">
                  <c:v>13.98</c:v>
                </c:pt>
                <c:pt idx="338">
                  <c:v>14.05</c:v>
                </c:pt>
                <c:pt idx="339">
                  <c:v>13.75</c:v>
                </c:pt>
                <c:pt idx="340">
                  <c:v>14.91</c:v>
                </c:pt>
                <c:pt idx="341">
                  <c:v>14.45</c:v>
                </c:pt>
                <c:pt idx="342">
                  <c:v>16.12</c:v>
                </c:pt>
                <c:pt idx="343">
                  <c:v>16.32</c:v>
                </c:pt>
                <c:pt idx="344">
                  <c:v>15.68</c:v>
                </c:pt>
                <c:pt idx="345">
                  <c:v>14.57</c:v>
                </c:pt>
                <c:pt idx="346">
                  <c:v>13.63</c:v>
                </c:pt>
                <c:pt idx="347">
                  <c:v>13.32</c:v>
                </c:pt>
                <c:pt idx="348">
                  <c:v>13.14</c:v>
                </c:pt>
                <c:pt idx="349">
                  <c:v>12.95</c:v>
                </c:pt>
                <c:pt idx="350">
                  <c:v>12.69</c:v>
                </c:pt>
                <c:pt idx="351">
                  <c:v>12.58</c:v>
                </c:pt>
                <c:pt idx="352">
                  <c:v>12.24</c:v>
                </c:pt>
                <c:pt idx="353">
                  <c:v>12.15</c:v>
                </c:pt>
                <c:pt idx="354">
                  <c:v>13.29</c:v>
                </c:pt>
                <c:pt idx="355">
                  <c:v>12.36</c:v>
                </c:pt>
                <c:pt idx="356">
                  <c:v>11.84</c:v>
                </c:pt>
                <c:pt idx="357">
                  <c:v>12.15</c:v>
                </c:pt>
                <c:pt idx="358">
                  <c:v>12.28</c:v>
                </c:pt>
                <c:pt idx="359">
                  <c:v>12.39</c:v>
                </c:pt>
                <c:pt idx="360">
                  <c:v>12.7</c:v>
                </c:pt>
                <c:pt idx="361">
                  <c:v>12.08</c:v>
                </c:pt>
                <c:pt idx="362">
                  <c:v>11.96</c:v>
                </c:pt>
                <c:pt idx="363">
                  <c:v>11.65</c:v>
                </c:pt>
                <c:pt idx="364">
                  <c:v>11.79</c:v>
                </c:pt>
                <c:pt idx="365">
                  <c:v>11.46</c:v>
                </c:pt>
                <c:pt idx="366">
                  <c:v>11.15</c:v>
                </c:pt>
                <c:pt idx="367">
                  <c:v>11.48</c:v>
                </c:pt>
                <c:pt idx="368">
                  <c:v>11.47</c:v>
                </c:pt>
                <c:pt idx="369">
                  <c:v>11.08</c:v>
                </c:pt>
                <c:pt idx="370">
                  <c:v>11.05</c:v>
                </c:pt>
                <c:pt idx="371">
                  <c:v>12.13</c:v>
                </c:pt>
                <c:pt idx="372">
                  <c:v>12.18</c:v>
                </c:pt>
                <c:pt idx="373">
                  <c:v>12.52</c:v>
                </c:pt>
                <c:pt idx="374">
                  <c:v>11.58</c:v>
                </c:pt>
                <c:pt idx="375">
                  <c:v>11.77</c:v>
                </c:pt>
                <c:pt idx="376">
                  <c:v>12.04</c:v>
                </c:pt>
                <c:pt idx="377">
                  <c:v>11.4</c:v>
                </c:pt>
                <c:pt idx="378">
                  <c:v>11.68</c:v>
                </c:pt>
                <c:pt idx="379">
                  <c:v>12.27</c:v>
                </c:pt>
                <c:pt idx="380">
                  <c:v>12.49</c:v>
                </c:pt>
                <c:pt idx="381">
                  <c:v>11.45</c:v>
                </c:pt>
                <c:pt idx="382">
                  <c:v>11.28</c:v>
                </c:pt>
                <c:pt idx="383">
                  <c:v>10.95</c:v>
                </c:pt>
                <c:pt idx="384">
                  <c:v>10.84</c:v>
                </c:pt>
                <c:pt idx="385">
                  <c:v>10.81</c:v>
                </c:pt>
                <c:pt idx="386">
                  <c:v>10.33</c:v>
                </c:pt>
                <c:pt idx="387">
                  <c:v>10.77</c:v>
                </c:pt>
                <c:pt idx="388">
                  <c:v>10.45</c:v>
                </c:pt>
                <c:pt idx="389">
                  <c:v>10.23</c:v>
                </c:pt>
                <c:pt idx="390">
                  <c:v>10.97</c:v>
                </c:pt>
                <c:pt idx="391">
                  <c:v>10.52</c:v>
                </c:pt>
                <c:pt idx="392">
                  <c:v>11.1</c:v>
                </c:pt>
                <c:pt idx="393">
                  <c:v>10.99</c:v>
                </c:pt>
                <c:pt idx="394">
                  <c:v>10.36</c:v>
                </c:pt>
                <c:pt idx="395">
                  <c:v>10.52</c:v>
                </c:pt>
                <c:pt idx="396">
                  <c:v>11.57</c:v>
                </c:pt>
                <c:pt idx="397">
                  <c:v>12.08</c:v>
                </c:pt>
                <c:pt idx="398">
                  <c:v>11.75</c:v>
                </c:pt>
                <c:pt idx="399">
                  <c:v>11.83</c:v>
                </c:pt>
                <c:pt idx="400">
                  <c:v>12.52</c:v>
                </c:pt>
                <c:pt idx="401">
                  <c:v>12.48</c:v>
                </c:pt>
                <c:pt idx="402">
                  <c:v>13.21</c:v>
                </c:pt>
                <c:pt idx="403">
                  <c:v>12.4</c:v>
                </c:pt>
                <c:pt idx="404">
                  <c:v>12.38</c:v>
                </c:pt>
                <c:pt idx="405">
                  <c:v>12.42</c:v>
                </c:pt>
                <c:pt idx="406">
                  <c:v>12.74</c:v>
                </c:pt>
                <c:pt idx="407">
                  <c:v>12.26</c:v>
                </c:pt>
                <c:pt idx="408">
                  <c:v>13.52</c:v>
                </c:pt>
                <c:pt idx="409">
                  <c:v>13.3</c:v>
                </c:pt>
                <c:pt idx="410">
                  <c:v>13.42</c:v>
                </c:pt>
                <c:pt idx="411">
                  <c:v>13.42</c:v>
                </c:pt>
                <c:pt idx="412">
                  <c:v>13.42</c:v>
                </c:pt>
                <c:pt idx="413">
                  <c:v>13.34</c:v>
                </c:pt>
                <c:pt idx="414">
                  <c:v>14.17</c:v>
                </c:pt>
                <c:pt idx="415">
                  <c:v>13.73</c:v>
                </c:pt>
                <c:pt idx="416">
                  <c:v>13.72</c:v>
                </c:pt>
                <c:pt idx="417">
                  <c:v>13.52</c:v>
                </c:pt>
                <c:pt idx="418">
                  <c:v>13.65</c:v>
                </c:pt>
                <c:pt idx="419">
                  <c:v>12.6</c:v>
                </c:pt>
                <c:pt idx="420">
                  <c:v>13.15</c:v>
                </c:pt>
                <c:pt idx="421">
                  <c:v>13.57</c:v>
                </c:pt>
                <c:pt idx="422">
                  <c:v>12.93</c:v>
                </c:pt>
                <c:pt idx="423">
                  <c:v>12.52</c:v>
                </c:pt>
                <c:pt idx="424">
                  <c:v>12.93</c:v>
                </c:pt>
                <c:pt idx="425">
                  <c:v>11.98</c:v>
                </c:pt>
                <c:pt idx="426">
                  <c:v>11.65</c:v>
                </c:pt>
                <c:pt idx="427">
                  <c:v>12.39</c:v>
                </c:pt>
                <c:pt idx="428">
                  <c:v>12.91</c:v>
                </c:pt>
                <c:pt idx="429">
                  <c:v>12.49</c:v>
                </c:pt>
                <c:pt idx="430">
                  <c:v>11.22</c:v>
                </c:pt>
                <c:pt idx="431">
                  <c:v>12.14</c:v>
                </c:pt>
                <c:pt idx="432">
                  <c:v>12.64</c:v>
                </c:pt>
                <c:pt idx="433">
                  <c:v>13.79</c:v>
                </c:pt>
                <c:pt idx="434">
                  <c:v>13.33</c:v>
                </c:pt>
                <c:pt idx="435">
                  <c:v>12.96</c:v>
                </c:pt>
                <c:pt idx="436">
                  <c:v>13.04</c:v>
                </c:pt>
                <c:pt idx="437">
                  <c:v>12.76</c:v>
                </c:pt>
                <c:pt idx="438">
                  <c:v>12.63</c:v>
                </c:pt>
                <c:pt idx="439">
                  <c:v>12.24</c:v>
                </c:pt>
                <c:pt idx="440">
                  <c:v>11.92</c:v>
                </c:pt>
                <c:pt idx="441">
                  <c:v>12.46</c:v>
                </c:pt>
                <c:pt idx="442">
                  <c:v>13.2</c:v>
                </c:pt>
                <c:pt idx="443">
                  <c:v>14.55</c:v>
                </c:pt>
                <c:pt idx="444">
                  <c:v>14.96</c:v>
                </c:pt>
                <c:pt idx="445">
                  <c:v>14.59</c:v>
                </c:pt>
                <c:pt idx="446">
                  <c:v>15.55</c:v>
                </c:pt>
                <c:pt idx="447">
                  <c:v>15.63</c:v>
                </c:pt>
                <c:pt idx="448">
                  <c:v>16.22</c:v>
                </c:pt>
                <c:pt idx="449">
                  <c:v>16.47</c:v>
                </c:pt>
                <c:pt idx="450">
                  <c:v>14.87</c:v>
                </c:pt>
                <c:pt idx="451">
                  <c:v>14.67</c:v>
                </c:pt>
                <c:pt idx="452">
                  <c:v>15.33</c:v>
                </c:pt>
                <c:pt idx="453">
                  <c:v>13.5</c:v>
                </c:pt>
                <c:pt idx="454">
                  <c:v>16.11</c:v>
                </c:pt>
                <c:pt idx="455">
                  <c:v>16.13</c:v>
                </c:pt>
                <c:pt idx="456">
                  <c:v>14.74</c:v>
                </c:pt>
                <c:pt idx="457">
                  <c:v>14.53</c:v>
                </c:pt>
                <c:pt idx="458">
                  <c:v>14.59</c:v>
                </c:pt>
                <c:pt idx="459">
                  <c:v>16.02</c:v>
                </c:pt>
                <c:pt idx="460">
                  <c:v>14.25</c:v>
                </c:pt>
                <c:pt idx="461">
                  <c:v>15.32</c:v>
                </c:pt>
                <c:pt idx="462">
                  <c:v>14.85</c:v>
                </c:pt>
                <c:pt idx="463">
                  <c:v>13.48</c:v>
                </c:pt>
                <c:pt idx="464">
                  <c:v>13</c:v>
                </c:pt>
                <c:pt idx="465">
                  <c:v>13.17</c:v>
                </c:pt>
                <c:pt idx="466">
                  <c:v>13.1</c:v>
                </c:pt>
                <c:pt idx="467">
                  <c:v>13.08</c:v>
                </c:pt>
                <c:pt idx="468">
                  <c:v>12.8</c:v>
                </c:pt>
                <c:pt idx="469">
                  <c:v>11.9</c:v>
                </c:pt>
                <c:pt idx="470">
                  <c:v>11.63</c:v>
                </c:pt>
                <c:pt idx="471">
                  <c:v>12.18</c:v>
                </c:pt>
                <c:pt idx="472">
                  <c:v>12.23</c:v>
                </c:pt>
                <c:pt idx="473">
                  <c:v>12.26</c:v>
                </c:pt>
                <c:pt idx="474">
                  <c:v>11.25</c:v>
                </c:pt>
                <c:pt idx="475">
                  <c:v>11.12</c:v>
                </c:pt>
                <c:pt idx="476">
                  <c:v>10.82</c:v>
                </c:pt>
                <c:pt idx="477">
                  <c:v>10.6</c:v>
                </c:pt>
                <c:pt idx="478">
                  <c:v>10.96</c:v>
                </c:pt>
                <c:pt idx="479">
                  <c:v>10.88</c:v>
                </c:pt>
                <c:pt idx="480">
                  <c:v>11.84</c:v>
                </c:pt>
                <c:pt idx="481">
                  <c:v>11.89</c:v>
                </c:pt>
                <c:pt idx="482">
                  <c:v>12.06</c:v>
                </c:pt>
                <c:pt idx="483">
                  <c:v>11.24</c:v>
                </c:pt>
                <c:pt idx="484">
                  <c:v>11.01</c:v>
                </c:pt>
                <c:pt idx="485">
                  <c:v>11.6</c:v>
                </c:pt>
                <c:pt idx="486">
                  <c:v>11.52</c:v>
                </c:pt>
                <c:pt idx="487">
                  <c:v>12.18</c:v>
                </c:pt>
                <c:pt idx="488">
                  <c:v>12.21</c:v>
                </c:pt>
                <c:pt idx="489">
                  <c:v>11.69</c:v>
                </c:pt>
                <c:pt idx="490">
                  <c:v>11.47</c:v>
                </c:pt>
                <c:pt idx="491">
                  <c:v>11.11</c:v>
                </c:pt>
                <c:pt idx="492">
                  <c:v>10.48</c:v>
                </c:pt>
                <c:pt idx="493">
                  <c:v>10.73</c:v>
                </c:pt>
                <c:pt idx="494">
                  <c:v>10.68</c:v>
                </c:pt>
                <c:pt idx="495">
                  <c:v>11.38</c:v>
                </c:pt>
                <c:pt idx="496">
                  <c:v>11.19</c:v>
                </c:pt>
                <c:pt idx="497">
                  <c:v>10.81</c:v>
                </c:pt>
                <c:pt idx="498">
                  <c:v>10.29</c:v>
                </c:pt>
                <c:pt idx="499">
                  <c:v>10.27</c:v>
                </c:pt>
                <c:pt idx="500">
                  <c:v>11.57</c:v>
                </c:pt>
                <c:pt idx="501">
                  <c:v>11.35</c:v>
                </c:pt>
                <c:pt idx="502">
                  <c:v>11.61</c:v>
                </c:pt>
                <c:pt idx="503">
                  <c:v>12.07</c:v>
                </c:pt>
                <c:pt idx="504">
                  <c:v>11.14</c:v>
                </c:pt>
                <c:pt idx="505">
                  <c:v>11.37</c:v>
                </c:pt>
                <c:pt idx="506">
                  <c:v>11.31</c:v>
                </c:pt>
                <c:pt idx="507">
                  <c:v>11</c:v>
                </c:pt>
                <c:pt idx="508">
                  <c:v>11.13</c:v>
                </c:pt>
                <c:pt idx="509">
                  <c:v>10.86</c:v>
                </c:pt>
                <c:pt idx="510">
                  <c:v>10.94</c:v>
                </c:pt>
                <c:pt idx="511">
                  <c:v>11.2</c:v>
                </c:pt>
                <c:pt idx="512">
                  <c:v>11.23</c:v>
                </c:pt>
                <c:pt idx="513">
                  <c:v>11.91</c:v>
                </c:pt>
                <c:pt idx="514">
                  <c:v>12.25</c:v>
                </c:pt>
                <c:pt idx="515">
                  <c:v>11.98</c:v>
                </c:pt>
                <c:pt idx="516">
                  <c:v>14.56</c:v>
                </c:pt>
                <c:pt idx="517">
                  <c:v>13.93</c:v>
                </c:pt>
                <c:pt idx="518">
                  <c:v>13.31</c:v>
                </c:pt>
                <c:pt idx="519">
                  <c:v>12.87</c:v>
                </c:pt>
                <c:pt idx="520">
                  <c:v>12.42</c:v>
                </c:pt>
                <c:pt idx="521">
                  <c:v>11.97</c:v>
                </c:pt>
                <c:pt idx="522">
                  <c:v>12.39</c:v>
                </c:pt>
                <c:pt idx="523">
                  <c:v>12.95</c:v>
                </c:pt>
                <c:pt idx="524">
                  <c:v>12.36</c:v>
                </c:pt>
                <c:pt idx="525">
                  <c:v>13.23</c:v>
                </c:pt>
                <c:pt idx="526">
                  <c:v>12.96</c:v>
                </c:pt>
                <c:pt idx="527">
                  <c:v>13.04</c:v>
                </c:pt>
                <c:pt idx="528">
                  <c:v>13.59</c:v>
                </c:pt>
                <c:pt idx="529">
                  <c:v>12.83</c:v>
                </c:pt>
                <c:pt idx="530">
                  <c:v>13.12</c:v>
                </c:pt>
                <c:pt idx="531">
                  <c:v>12.87</c:v>
                </c:pt>
                <c:pt idx="532">
                  <c:v>13.35</c:v>
                </c:pt>
                <c:pt idx="533">
                  <c:v>12.25</c:v>
                </c:pt>
                <c:pt idx="534">
                  <c:v>12.31</c:v>
                </c:pt>
                <c:pt idx="535">
                  <c:v>11.48</c:v>
                </c:pt>
                <c:pt idx="536">
                  <c:v>12.01</c:v>
                </c:pt>
                <c:pt idx="537">
                  <c:v>12.41</c:v>
                </c:pt>
                <c:pt idx="538">
                  <c:v>11.88</c:v>
                </c:pt>
                <c:pt idx="539">
                  <c:v>11.87</c:v>
                </c:pt>
                <c:pt idx="540">
                  <c:v>11.46</c:v>
                </c:pt>
                <c:pt idx="541">
                  <c:v>11.59</c:v>
                </c:pt>
                <c:pt idx="542">
                  <c:v>12.34</c:v>
                </c:pt>
                <c:pt idx="543">
                  <c:v>11.54</c:v>
                </c:pt>
                <c:pt idx="544">
                  <c:v>11.72</c:v>
                </c:pt>
                <c:pt idx="545">
                  <c:v>11.96</c:v>
                </c:pt>
                <c:pt idx="546">
                  <c:v>12.74</c:v>
                </c:pt>
                <c:pt idx="547">
                  <c:v>12.66</c:v>
                </c:pt>
                <c:pt idx="548">
                  <c:v>12.32</c:v>
                </c:pt>
                <c:pt idx="549">
                  <c:v>12.68</c:v>
                </c:pt>
                <c:pt idx="550">
                  <c:v>11.85</c:v>
                </c:pt>
                <c:pt idx="551">
                  <c:v>11.37</c:v>
                </c:pt>
                <c:pt idx="552">
                  <c:v>10.74</c:v>
                </c:pt>
                <c:pt idx="553">
                  <c:v>11.35</c:v>
                </c:pt>
                <c:pt idx="554">
                  <c:v>11.98</c:v>
                </c:pt>
                <c:pt idx="555">
                  <c:v>12.12</c:v>
                </c:pt>
                <c:pt idx="556">
                  <c:v>11.79</c:v>
                </c:pt>
                <c:pt idx="557">
                  <c:v>11.62</c:v>
                </c:pt>
                <c:pt idx="558">
                  <c:v>11.21</c:v>
                </c:pt>
                <c:pt idx="559">
                  <c:v>11.17</c:v>
                </c:pt>
                <c:pt idx="560">
                  <c:v>11.19</c:v>
                </c:pt>
                <c:pt idx="561">
                  <c:v>11.46</c:v>
                </c:pt>
                <c:pt idx="562">
                  <c:v>11.58</c:v>
                </c:pt>
                <c:pt idx="563">
                  <c:v>10.95</c:v>
                </c:pt>
                <c:pt idx="564">
                  <c:v>11.57</c:v>
                </c:pt>
                <c:pt idx="565">
                  <c:v>11.39</c:v>
                </c:pt>
                <c:pt idx="566">
                  <c:v>11.57</c:v>
                </c:pt>
                <c:pt idx="567">
                  <c:v>11.14</c:v>
                </c:pt>
                <c:pt idx="568">
                  <c:v>11.13</c:v>
                </c:pt>
                <c:pt idx="569">
                  <c:v>11.45</c:v>
                </c:pt>
                <c:pt idx="570">
                  <c:v>12.26</c:v>
                </c:pt>
                <c:pt idx="571">
                  <c:v>12.19</c:v>
                </c:pt>
                <c:pt idx="572">
                  <c:v>13</c:v>
                </c:pt>
                <c:pt idx="573">
                  <c:v>12.76</c:v>
                </c:pt>
                <c:pt idx="574">
                  <c:v>12.38</c:v>
                </c:pt>
                <c:pt idx="575">
                  <c:v>12.58</c:v>
                </c:pt>
                <c:pt idx="576">
                  <c:v>11.4</c:v>
                </c:pt>
                <c:pt idx="577">
                  <c:v>11.32</c:v>
                </c:pt>
                <c:pt idx="578">
                  <c:v>11.64</c:v>
                </c:pt>
                <c:pt idx="579">
                  <c:v>11.59</c:v>
                </c:pt>
                <c:pt idx="580">
                  <c:v>11.75</c:v>
                </c:pt>
                <c:pt idx="581">
                  <c:v>11.75</c:v>
                </c:pt>
                <c:pt idx="582">
                  <c:v>11.76</c:v>
                </c:pt>
                <c:pt idx="583">
                  <c:v>11.84</c:v>
                </c:pt>
                <c:pt idx="584">
                  <c:v>11.59</c:v>
                </c:pt>
                <c:pt idx="585">
                  <c:v>12.54</c:v>
                </c:pt>
                <c:pt idx="586">
                  <c:v>11.99</c:v>
                </c:pt>
                <c:pt idx="587">
                  <c:v>11.99</c:v>
                </c:pt>
                <c:pt idx="588">
                  <c:v>11.86</c:v>
                </c:pt>
                <c:pt idx="589">
                  <c:v>11.62</c:v>
                </c:pt>
                <c:pt idx="590">
                  <c:v>12</c:v>
                </c:pt>
                <c:pt idx="591">
                  <c:v>11.99</c:v>
                </c:pt>
                <c:pt idx="592">
                  <c:v>11.78</c:v>
                </c:pt>
                <c:pt idx="593">
                  <c:v>12.49</c:v>
                </c:pt>
                <c:pt idx="594">
                  <c:v>14.19</c:v>
                </c:pt>
                <c:pt idx="595">
                  <c:v>13.57</c:v>
                </c:pt>
                <c:pt idx="596">
                  <c:v>13.35</c:v>
                </c:pt>
                <c:pt idx="597">
                  <c:v>16.260000000000002</c:v>
                </c:pt>
                <c:pt idx="598">
                  <c:v>16.989999999999998</c:v>
                </c:pt>
                <c:pt idx="599">
                  <c:v>17.18</c:v>
                </c:pt>
                <c:pt idx="600">
                  <c:v>17.72</c:v>
                </c:pt>
                <c:pt idx="601">
                  <c:v>18.260000000000002</c:v>
                </c:pt>
                <c:pt idx="602">
                  <c:v>17.36</c:v>
                </c:pt>
                <c:pt idx="603">
                  <c:v>15.5</c:v>
                </c:pt>
                <c:pt idx="604">
                  <c:v>14.26</c:v>
                </c:pt>
                <c:pt idx="605">
                  <c:v>18.66</c:v>
                </c:pt>
                <c:pt idx="606">
                  <c:v>16.440000000000001</c:v>
                </c:pt>
                <c:pt idx="607">
                  <c:v>14.52</c:v>
                </c:pt>
                <c:pt idx="608">
                  <c:v>14.32</c:v>
                </c:pt>
                <c:pt idx="609">
                  <c:v>16.649999999999999</c:v>
                </c:pt>
                <c:pt idx="610">
                  <c:v>17.34</c:v>
                </c:pt>
                <c:pt idx="611">
                  <c:v>17.8</c:v>
                </c:pt>
                <c:pt idx="612">
                  <c:v>18.350000000000001</c:v>
                </c:pt>
                <c:pt idx="613">
                  <c:v>18.12</c:v>
                </c:pt>
                <c:pt idx="614">
                  <c:v>20.96</c:v>
                </c:pt>
                <c:pt idx="615">
                  <c:v>23.81</c:v>
                </c:pt>
                <c:pt idx="616">
                  <c:v>21.46</c:v>
                </c:pt>
                <c:pt idx="617">
                  <c:v>15.9</c:v>
                </c:pt>
                <c:pt idx="618">
                  <c:v>17.25</c:v>
                </c:pt>
                <c:pt idx="619">
                  <c:v>17.829999999999998</c:v>
                </c:pt>
                <c:pt idx="620">
                  <c:v>16.690000000000001</c:v>
                </c:pt>
                <c:pt idx="621">
                  <c:v>15.52</c:v>
                </c:pt>
                <c:pt idx="622">
                  <c:v>15.88</c:v>
                </c:pt>
                <c:pt idx="623">
                  <c:v>15.89</c:v>
                </c:pt>
                <c:pt idx="624">
                  <c:v>15.62</c:v>
                </c:pt>
                <c:pt idx="625">
                  <c:v>16.399999999999999</c:v>
                </c:pt>
                <c:pt idx="626">
                  <c:v>15.79</c:v>
                </c:pt>
                <c:pt idx="627">
                  <c:v>13.03</c:v>
                </c:pt>
                <c:pt idx="628">
                  <c:v>13.08</c:v>
                </c:pt>
                <c:pt idx="629">
                  <c:v>13.05</c:v>
                </c:pt>
                <c:pt idx="630">
                  <c:v>14.15</c:v>
                </c:pt>
                <c:pt idx="631">
                  <c:v>13.65</c:v>
                </c:pt>
                <c:pt idx="632">
                  <c:v>13.97</c:v>
                </c:pt>
                <c:pt idx="633">
                  <c:v>14.02</c:v>
                </c:pt>
                <c:pt idx="634">
                  <c:v>13.14</c:v>
                </c:pt>
                <c:pt idx="635">
                  <c:v>14.49</c:v>
                </c:pt>
                <c:pt idx="636">
                  <c:v>17.79</c:v>
                </c:pt>
                <c:pt idx="637">
                  <c:v>18.05</c:v>
                </c:pt>
                <c:pt idx="638">
                  <c:v>18.64</c:v>
                </c:pt>
                <c:pt idx="639">
                  <c:v>17.739999999999998</c:v>
                </c:pt>
                <c:pt idx="640">
                  <c:v>15.55</c:v>
                </c:pt>
                <c:pt idx="641">
                  <c:v>16.21</c:v>
                </c:pt>
                <c:pt idx="642">
                  <c:v>17.399999999999999</c:v>
                </c:pt>
                <c:pt idx="643">
                  <c:v>14.98</c:v>
                </c:pt>
                <c:pt idx="644">
                  <c:v>14.85</c:v>
                </c:pt>
                <c:pt idx="645">
                  <c:v>14.62</c:v>
                </c:pt>
                <c:pt idx="646">
                  <c:v>14.94</c:v>
                </c:pt>
                <c:pt idx="647">
                  <c:v>14.33</c:v>
                </c:pt>
                <c:pt idx="648">
                  <c:v>14.95</c:v>
                </c:pt>
                <c:pt idx="649">
                  <c:v>15.05</c:v>
                </c:pt>
                <c:pt idx="650">
                  <c:v>14.34</c:v>
                </c:pt>
                <c:pt idx="651">
                  <c:v>14.46</c:v>
                </c:pt>
                <c:pt idx="652">
                  <c:v>14.34</c:v>
                </c:pt>
                <c:pt idx="653">
                  <c:v>15.23</c:v>
                </c:pt>
                <c:pt idx="654">
                  <c:v>15.23</c:v>
                </c:pt>
                <c:pt idx="655">
                  <c:v>15.2</c:v>
                </c:pt>
                <c:pt idx="656">
                  <c:v>14.46</c:v>
                </c:pt>
                <c:pt idx="657">
                  <c:v>14.3</c:v>
                </c:pt>
                <c:pt idx="658">
                  <c:v>14.26</c:v>
                </c:pt>
                <c:pt idx="659">
                  <c:v>13.42</c:v>
                </c:pt>
                <c:pt idx="660">
                  <c:v>12.41</c:v>
                </c:pt>
                <c:pt idx="661">
                  <c:v>12.24</c:v>
                </c:pt>
                <c:pt idx="662">
                  <c:v>11.64</c:v>
                </c:pt>
                <c:pt idx="663">
                  <c:v>12.22</c:v>
                </c:pt>
                <c:pt idx="664">
                  <c:v>12.19</c:v>
                </c:pt>
                <c:pt idx="665">
                  <c:v>12.4</c:v>
                </c:pt>
                <c:pt idx="666">
                  <c:v>12.4</c:v>
                </c:pt>
                <c:pt idx="667">
                  <c:v>12.31</c:v>
                </c:pt>
                <c:pt idx="668">
                  <c:v>12.18</c:v>
                </c:pt>
                <c:pt idx="669">
                  <c:v>12.28</c:v>
                </c:pt>
                <c:pt idx="670">
                  <c:v>12.22</c:v>
                </c:pt>
                <c:pt idx="671">
                  <c:v>12.31</c:v>
                </c:pt>
                <c:pt idx="672">
                  <c:v>11.96</c:v>
                </c:pt>
                <c:pt idx="673">
                  <c:v>12.63</c:v>
                </c:pt>
                <c:pt idx="674">
                  <c:v>13.74</c:v>
                </c:pt>
                <c:pt idx="675">
                  <c:v>13.88</c:v>
                </c:pt>
                <c:pt idx="676">
                  <c:v>13.16</c:v>
                </c:pt>
                <c:pt idx="677">
                  <c:v>12.99</c:v>
                </c:pt>
                <c:pt idx="678">
                  <c:v>11.92</c:v>
                </c:pt>
                <c:pt idx="679">
                  <c:v>11.18</c:v>
                </c:pt>
                <c:pt idx="680">
                  <c:v>11.55</c:v>
                </c:pt>
                <c:pt idx="681">
                  <c:v>11.76</c:v>
                </c:pt>
                <c:pt idx="682">
                  <c:v>11.78</c:v>
                </c:pt>
                <c:pt idx="683">
                  <c:v>11.98</c:v>
                </c:pt>
                <c:pt idx="684">
                  <c:v>11.39</c:v>
                </c:pt>
                <c:pt idx="685">
                  <c:v>12.25</c:v>
                </c:pt>
                <c:pt idx="686">
                  <c:v>12.59</c:v>
                </c:pt>
                <c:pt idx="687">
                  <c:v>12.12</c:v>
                </c:pt>
                <c:pt idx="688">
                  <c:v>11.53</c:v>
                </c:pt>
                <c:pt idx="689">
                  <c:v>11.58</c:v>
                </c:pt>
                <c:pt idx="690">
                  <c:v>11.72</c:v>
                </c:pt>
                <c:pt idx="691">
                  <c:v>11.98</c:v>
                </c:pt>
                <c:pt idx="692">
                  <c:v>12.57</c:v>
                </c:pt>
                <c:pt idx="693">
                  <c:v>12.24</c:v>
                </c:pt>
                <c:pt idx="694">
                  <c:v>11.86</c:v>
                </c:pt>
                <c:pt idx="695">
                  <c:v>11.98</c:v>
                </c:pt>
                <c:pt idx="696">
                  <c:v>11.56</c:v>
                </c:pt>
                <c:pt idx="697">
                  <c:v>11.68</c:v>
                </c:pt>
                <c:pt idx="698">
                  <c:v>11.52</c:v>
                </c:pt>
                <c:pt idx="699">
                  <c:v>11.62</c:v>
                </c:pt>
                <c:pt idx="700">
                  <c:v>11.09</c:v>
                </c:pt>
                <c:pt idx="701">
                  <c:v>10.75</c:v>
                </c:pt>
                <c:pt idx="702">
                  <c:v>11.09</c:v>
                </c:pt>
                <c:pt idx="703">
                  <c:v>11.73</c:v>
                </c:pt>
                <c:pt idx="704">
                  <c:v>11.34</c:v>
                </c:pt>
                <c:pt idx="705">
                  <c:v>10.9</c:v>
                </c:pt>
                <c:pt idx="706">
                  <c:v>10.63</c:v>
                </c:pt>
                <c:pt idx="707">
                  <c:v>11.08</c:v>
                </c:pt>
                <c:pt idx="708">
                  <c:v>10.78</c:v>
                </c:pt>
                <c:pt idx="709">
                  <c:v>10.66</c:v>
                </c:pt>
                <c:pt idx="710">
                  <c:v>10.56</c:v>
                </c:pt>
                <c:pt idx="711">
                  <c:v>10.8</c:v>
                </c:pt>
                <c:pt idx="712">
                  <c:v>11.2</c:v>
                </c:pt>
                <c:pt idx="713">
                  <c:v>11.1</c:v>
                </c:pt>
                <c:pt idx="714">
                  <c:v>11.51</c:v>
                </c:pt>
                <c:pt idx="715">
                  <c:v>11.42</c:v>
                </c:pt>
                <c:pt idx="716">
                  <c:v>11.16</c:v>
                </c:pt>
                <c:pt idx="717">
                  <c:v>11.16</c:v>
                </c:pt>
                <c:pt idx="718">
                  <c:v>11.09</c:v>
                </c:pt>
                <c:pt idx="719">
                  <c:v>10.75</c:v>
                </c:pt>
                <c:pt idx="720">
                  <c:v>11.01</c:v>
                </c:pt>
                <c:pt idx="721">
                  <c:v>10.79</c:v>
                </c:pt>
                <c:pt idx="722">
                  <c:v>10.86</c:v>
                </c:pt>
                <c:pt idx="723">
                  <c:v>10.5</c:v>
                </c:pt>
                <c:pt idx="724">
                  <c:v>10.31</c:v>
                </c:pt>
                <c:pt idx="725">
                  <c:v>10.16</c:v>
                </c:pt>
                <c:pt idx="726">
                  <c:v>10.050000000000001</c:v>
                </c:pt>
                <c:pt idx="727">
                  <c:v>9.9700000000000006</c:v>
                </c:pt>
                <c:pt idx="728">
                  <c:v>9.9</c:v>
                </c:pt>
                <c:pt idx="729">
                  <c:v>10.14</c:v>
                </c:pt>
                <c:pt idx="730">
                  <c:v>10.73</c:v>
                </c:pt>
                <c:pt idx="731">
                  <c:v>12.3</c:v>
                </c:pt>
                <c:pt idx="732">
                  <c:v>11.62</c:v>
                </c:pt>
                <c:pt idx="733">
                  <c:v>10.83</c:v>
                </c:pt>
                <c:pt idx="734">
                  <c:v>10.91</c:v>
                </c:pt>
                <c:pt idx="735">
                  <c:v>11.66</c:v>
                </c:pt>
                <c:pt idx="736">
                  <c:v>11.23</c:v>
                </c:pt>
                <c:pt idx="737">
                  <c:v>11.27</c:v>
                </c:pt>
                <c:pt idx="738">
                  <c:v>11.33</c:v>
                </c:pt>
                <c:pt idx="739">
                  <c:v>12.67</c:v>
                </c:pt>
                <c:pt idx="740">
                  <c:v>12.07</c:v>
                </c:pt>
                <c:pt idx="741">
                  <c:v>10.71</c:v>
                </c:pt>
                <c:pt idx="742">
                  <c:v>10.65</c:v>
                </c:pt>
                <c:pt idx="743">
                  <c:v>10.18</c:v>
                </c:pt>
                <c:pt idx="744">
                  <c:v>9.9700000000000006</c:v>
                </c:pt>
                <c:pt idx="745">
                  <c:v>10.050000000000001</c:v>
                </c:pt>
                <c:pt idx="746">
                  <c:v>10.6</c:v>
                </c:pt>
                <c:pt idx="747">
                  <c:v>10.3</c:v>
                </c:pt>
                <c:pt idx="748">
                  <c:v>10.26</c:v>
                </c:pt>
                <c:pt idx="749">
                  <c:v>10.53</c:v>
                </c:pt>
                <c:pt idx="750">
                  <c:v>11.36</c:v>
                </c:pt>
                <c:pt idx="751">
                  <c:v>11.26</c:v>
                </c:pt>
                <c:pt idx="752">
                  <c:v>10.64</c:v>
                </c:pt>
                <c:pt idx="753">
                  <c:v>10.99</c:v>
                </c:pt>
                <c:pt idx="754">
                  <c:v>11.56</c:v>
                </c:pt>
                <c:pt idx="755">
                  <c:v>12.04</c:v>
                </c:pt>
                <c:pt idx="756">
                  <c:v>11.51</c:v>
                </c:pt>
                <c:pt idx="757">
                  <c:v>12.14</c:v>
                </c:pt>
                <c:pt idx="758">
                  <c:v>12</c:v>
                </c:pt>
                <c:pt idx="759">
                  <c:v>11.91</c:v>
                </c:pt>
                <c:pt idx="760">
                  <c:v>11.47</c:v>
                </c:pt>
                <c:pt idx="761">
                  <c:v>10.87</c:v>
                </c:pt>
                <c:pt idx="762">
                  <c:v>10.15</c:v>
                </c:pt>
                <c:pt idx="763">
                  <c:v>10.74</c:v>
                </c:pt>
                <c:pt idx="764">
                  <c:v>10.59</c:v>
                </c:pt>
                <c:pt idx="765">
                  <c:v>10.85</c:v>
                </c:pt>
                <c:pt idx="766">
                  <c:v>10.4</c:v>
                </c:pt>
                <c:pt idx="767">
                  <c:v>10.77</c:v>
                </c:pt>
                <c:pt idx="768">
                  <c:v>10.34</c:v>
                </c:pt>
                <c:pt idx="769">
                  <c:v>9.89</c:v>
                </c:pt>
                <c:pt idx="770">
                  <c:v>11.22</c:v>
                </c:pt>
                <c:pt idx="771">
                  <c:v>11.13</c:v>
                </c:pt>
                <c:pt idx="772">
                  <c:v>11.45</c:v>
                </c:pt>
                <c:pt idx="773">
                  <c:v>10.96</c:v>
                </c:pt>
                <c:pt idx="774">
                  <c:v>10.42</c:v>
                </c:pt>
                <c:pt idx="775">
                  <c:v>10.31</c:v>
                </c:pt>
                <c:pt idx="776">
                  <c:v>10.08</c:v>
                </c:pt>
                <c:pt idx="777">
                  <c:v>10.55</c:v>
                </c:pt>
                <c:pt idx="778">
                  <c:v>10.65</c:v>
                </c:pt>
                <c:pt idx="779">
                  <c:v>10.32</c:v>
                </c:pt>
                <c:pt idx="780">
                  <c:v>10.44</c:v>
                </c:pt>
                <c:pt idx="781">
                  <c:v>11.1</c:v>
                </c:pt>
                <c:pt idx="782">
                  <c:v>11.61</c:v>
                </c:pt>
                <c:pt idx="783">
                  <c:v>10.34</c:v>
                </c:pt>
                <c:pt idx="784">
                  <c:v>10.23</c:v>
                </c:pt>
                <c:pt idx="785">
                  <c:v>10.220000000000001</c:v>
                </c:pt>
                <c:pt idx="786">
                  <c:v>10.02</c:v>
                </c:pt>
                <c:pt idx="787">
                  <c:v>10.24</c:v>
                </c:pt>
                <c:pt idx="788">
                  <c:v>10.199999999999999</c:v>
                </c:pt>
                <c:pt idx="789">
                  <c:v>10.18</c:v>
                </c:pt>
                <c:pt idx="790">
                  <c:v>10.58</c:v>
                </c:pt>
                <c:pt idx="791">
                  <c:v>11.15</c:v>
                </c:pt>
                <c:pt idx="792">
                  <c:v>18.309999999999999</c:v>
                </c:pt>
                <c:pt idx="793">
                  <c:v>15.42</c:v>
                </c:pt>
                <c:pt idx="794">
                  <c:v>15.82</c:v>
                </c:pt>
                <c:pt idx="795">
                  <c:v>18.61</c:v>
                </c:pt>
                <c:pt idx="796">
                  <c:v>19.63</c:v>
                </c:pt>
                <c:pt idx="797">
                  <c:v>15.96</c:v>
                </c:pt>
                <c:pt idx="798">
                  <c:v>15.24</c:v>
                </c:pt>
                <c:pt idx="799">
                  <c:v>14.29</c:v>
                </c:pt>
                <c:pt idx="800">
                  <c:v>14.09</c:v>
                </c:pt>
                <c:pt idx="801">
                  <c:v>13.99</c:v>
                </c:pt>
                <c:pt idx="802">
                  <c:v>18.13</c:v>
                </c:pt>
                <c:pt idx="803">
                  <c:v>17.27</c:v>
                </c:pt>
                <c:pt idx="804">
                  <c:v>16.43</c:v>
                </c:pt>
                <c:pt idx="805">
                  <c:v>16.79</c:v>
                </c:pt>
                <c:pt idx="806">
                  <c:v>14.59</c:v>
                </c:pt>
                <c:pt idx="807">
                  <c:v>13.27</c:v>
                </c:pt>
                <c:pt idx="808">
                  <c:v>12.19</c:v>
                </c:pt>
                <c:pt idx="809">
                  <c:v>12.93</c:v>
                </c:pt>
                <c:pt idx="810">
                  <c:v>12.95</c:v>
                </c:pt>
                <c:pt idx="811">
                  <c:v>13.11</c:v>
                </c:pt>
                <c:pt idx="812">
                  <c:v>13.48</c:v>
                </c:pt>
                <c:pt idx="813">
                  <c:v>14.98</c:v>
                </c:pt>
                <c:pt idx="814">
                  <c:v>15.14</c:v>
                </c:pt>
                <c:pt idx="815">
                  <c:v>14.64</c:v>
                </c:pt>
                <c:pt idx="816">
                  <c:v>14.53</c:v>
                </c:pt>
                <c:pt idx="817">
                  <c:v>13.46</c:v>
                </c:pt>
                <c:pt idx="818">
                  <c:v>13.24</c:v>
                </c:pt>
                <c:pt idx="819">
                  <c:v>13.23</c:v>
                </c:pt>
                <c:pt idx="820">
                  <c:v>13.14</c:v>
                </c:pt>
                <c:pt idx="821">
                  <c:v>12.68</c:v>
                </c:pt>
                <c:pt idx="822">
                  <c:v>13.49</c:v>
                </c:pt>
                <c:pt idx="823">
                  <c:v>12.71</c:v>
                </c:pt>
                <c:pt idx="824">
                  <c:v>12.2</c:v>
                </c:pt>
                <c:pt idx="825">
                  <c:v>11.98</c:v>
                </c:pt>
                <c:pt idx="826">
                  <c:v>12.14</c:v>
                </c:pt>
                <c:pt idx="827">
                  <c:v>12.42</c:v>
                </c:pt>
                <c:pt idx="828">
                  <c:v>12.54</c:v>
                </c:pt>
                <c:pt idx="829">
                  <c:v>12.07</c:v>
                </c:pt>
                <c:pt idx="830">
                  <c:v>13.04</c:v>
                </c:pt>
                <c:pt idx="831">
                  <c:v>13.12</c:v>
                </c:pt>
                <c:pt idx="832">
                  <c:v>13.21</c:v>
                </c:pt>
                <c:pt idx="833">
                  <c:v>12.79</c:v>
                </c:pt>
                <c:pt idx="834">
                  <c:v>12.45</c:v>
                </c:pt>
                <c:pt idx="835">
                  <c:v>14.22</c:v>
                </c:pt>
                <c:pt idx="836">
                  <c:v>13.51</c:v>
                </c:pt>
                <c:pt idx="837">
                  <c:v>13.08</c:v>
                </c:pt>
                <c:pt idx="838">
                  <c:v>13.09</c:v>
                </c:pt>
                <c:pt idx="839">
                  <c:v>12.91</c:v>
                </c:pt>
                <c:pt idx="840">
                  <c:v>13.15</c:v>
                </c:pt>
                <c:pt idx="841">
                  <c:v>13.21</c:v>
                </c:pt>
                <c:pt idx="842">
                  <c:v>12.88</c:v>
                </c:pt>
                <c:pt idx="843">
                  <c:v>13.6</c:v>
                </c:pt>
                <c:pt idx="844">
                  <c:v>12.95</c:v>
                </c:pt>
                <c:pt idx="845">
                  <c:v>13.96</c:v>
                </c:pt>
                <c:pt idx="846">
                  <c:v>14.01</c:v>
                </c:pt>
                <c:pt idx="847">
                  <c:v>13.5</c:v>
                </c:pt>
                <c:pt idx="848">
                  <c:v>13.51</c:v>
                </c:pt>
                <c:pt idx="849">
                  <c:v>12.76</c:v>
                </c:pt>
                <c:pt idx="850">
                  <c:v>13.3</c:v>
                </c:pt>
                <c:pt idx="851">
                  <c:v>13.06</c:v>
                </c:pt>
                <c:pt idx="852">
                  <c:v>13.24</c:v>
                </c:pt>
                <c:pt idx="853">
                  <c:v>14.08</c:v>
                </c:pt>
                <c:pt idx="854">
                  <c:v>13.34</c:v>
                </c:pt>
                <c:pt idx="855">
                  <c:v>13.53</c:v>
                </c:pt>
                <c:pt idx="856">
                  <c:v>12.83</c:v>
                </c:pt>
                <c:pt idx="857">
                  <c:v>13.05</c:v>
                </c:pt>
                <c:pt idx="858">
                  <c:v>12.78</c:v>
                </c:pt>
                <c:pt idx="859">
                  <c:v>13.29</c:v>
                </c:pt>
                <c:pt idx="860">
                  <c:v>13.63</c:v>
                </c:pt>
                <c:pt idx="861">
                  <c:v>14.87</c:v>
                </c:pt>
                <c:pt idx="862">
                  <c:v>17.059999999999999</c:v>
                </c:pt>
                <c:pt idx="863">
                  <c:v>14.84</c:v>
                </c:pt>
                <c:pt idx="864">
                  <c:v>14.71</c:v>
                </c:pt>
                <c:pt idx="865">
                  <c:v>16.670000000000002</c:v>
                </c:pt>
                <c:pt idx="866">
                  <c:v>14.73</c:v>
                </c:pt>
                <c:pt idx="867">
                  <c:v>13.64</c:v>
                </c:pt>
                <c:pt idx="868">
                  <c:v>13.94</c:v>
                </c:pt>
                <c:pt idx="869">
                  <c:v>13.42</c:v>
                </c:pt>
                <c:pt idx="870">
                  <c:v>12.85</c:v>
                </c:pt>
                <c:pt idx="871">
                  <c:v>14.67</c:v>
                </c:pt>
                <c:pt idx="872">
                  <c:v>14.21</c:v>
                </c:pt>
                <c:pt idx="873">
                  <c:v>15.75</c:v>
                </c:pt>
                <c:pt idx="874">
                  <c:v>16.649999999999999</c:v>
                </c:pt>
                <c:pt idx="875">
                  <c:v>18.89</c:v>
                </c:pt>
                <c:pt idx="876">
                  <c:v>15.53</c:v>
                </c:pt>
                <c:pt idx="877">
                  <c:v>15.54</c:v>
                </c:pt>
                <c:pt idx="878">
                  <c:v>16.23</c:v>
                </c:pt>
                <c:pt idx="879">
                  <c:v>15.4</c:v>
                </c:pt>
                <c:pt idx="880">
                  <c:v>15.29</c:v>
                </c:pt>
                <c:pt idx="881">
                  <c:v>15.48</c:v>
                </c:pt>
                <c:pt idx="882">
                  <c:v>14.72</c:v>
                </c:pt>
                <c:pt idx="883">
                  <c:v>15.16</c:v>
                </c:pt>
                <c:pt idx="884">
                  <c:v>17.57</c:v>
                </c:pt>
                <c:pt idx="885">
                  <c:v>16.64</c:v>
                </c:pt>
                <c:pt idx="886">
                  <c:v>15.54</c:v>
                </c:pt>
                <c:pt idx="887">
                  <c:v>15.15</c:v>
                </c:pt>
                <c:pt idx="888">
                  <c:v>15.59</c:v>
                </c:pt>
                <c:pt idx="889">
                  <c:v>15.63</c:v>
                </c:pt>
                <c:pt idx="890">
                  <c:v>16</c:v>
                </c:pt>
                <c:pt idx="891">
                  <c:v>15.23</c:v>
                </c:pt>
                <c:pt idx="892">
                  <c:v>16.95</c:v>
                </c:pt>
                <c:pt idx="893">
                  <c:v>16.809999999999999</c:v>
                </c:pt>
                <c:pt idx="894">
                  <c:v>18.55</c:v>
                </c:pt>
                <c:pt idx="895">
                  <c:v>18.100000000000001</c:v>
                </c:pt>
                <c:pt idx="896">
                  <c:v>20.74</c:v>
                </c:pt>
                <c:pt idx="897">
                  <c:v>24.17</c:v>
                </c:pt>
                <c:pt idx="898">
                  <c:v>20.87</c:v>
                </c:pt>
                <c:pt idx="899">
                  <c:v>23.52</c:v>
                </c:pt>
                <c:pt idx="900">
                  <c:v>23.67</c:v>
                </c:pt>
                <c:pt idx="901">
                  <c:v>21.22</c:v>
                </c:pt>
                <c:pt idx="902">
                  <c:v>25.16</c:v>
                </c:pt>
                <c:pt idx="903">
                  <c:v>22.94</c:v>
                </c:pt>
                <c:pt idx="904">
                  <c:v>21.56</c:v>
                </c:pt>
                <c:pt idx="905">
                  <c:v>21.45</c:v>
                </c:pt>
                <c:pt idx="906">
                  <c:v>26.48</c:v>
                </c:pt>
                <c:pt idx="907">
                  <c:v>28.3</c:v>
                </c:pt>
                <c:pt idx="908">
                  <c:v>26.57</c:v>
                </c:pt>
                <c:pt idx="909">
                  <c:v>27.68</c:v>
                </c:pt>
                <c:pt idx="910">
                  <c:v>30.67</c:v>
                </c:pt>
                <c:pt idx="911">
                  <c:v>30.83</c:v>
                </c:pt>
                <c:pt idx="912">
                  <c:v>29.99</c:v>
                </c:pt>
                <c:pt idx="913">
                  <c:v>26.33</c:v>
                </c:pt>
                <c:pt idx="914">
                  <c:v>25.25</c:v>
                </c:pt>
                <c:pt idx="915">
                  <c:v>22.89</c:v>
                </c:pt>
                <c:pt idx="916">
                  <c:v>22.62</c:v>
                </c:pt>
                <c:pt idx="917">
                  <c:v>20.72</c:v>
                </c:pt>
                <c:pt idx="918">
                  <c:v>22.72</c:v>
                </c:pt>
                <c:pt idx="919">
                  <c:v>26.3</c:v>
                </c:pt>
                <c:pt idx="920">
                  <c:v>23.81</c:v>
                </c:pt>
                <c:pt idx="921">
                  <c:v>25.06</c:v>
                </c:pt>
                <c:pt idx="922">
                  <c:v>23.38</c:v>
                </c:pt>
                <c:pt idx="923">
                  <c:v>22.78</c:v>
                </c:pt>
                <c:pt idx="924">
                  <c:v>24.58</c:v>
                </c:pt>
                <c:pt idx="925">
                  <c:v>23.99</c:v>
                </c:pt>
                <c:pt idx="926">
                  <c:v>26.23</c:v>
                </c:pt>
                <c:pt idx="927">
                  <c:v>27.38</c:v>
                </c:pt>
                <c:pt idx="928">
                  <c:v>25.27</c:v>
                </c:pt>
                <c:pt idx="929">
                  <c:v>24.96</c:v>
                </c:pt>
                <c:pt idx="930">
                  <c:v>24.76</c:v>
                </c:pt>
                <c:pt idx="931">
                  <c:v>24.92</c:v>
                </c:pt>
                <c:pt idx="932">
                  <c:v>26.48</c:v>
                </c:pt>
                <c:pt idx="933">
                  <c:v>20.350000000000001</c:v>
                </c:pt>
                <c:pt idx="934">
                  <c:v>20.03</c:v>
                </c:pt>
                <c:pt idx="935">
                  <c:v>20.45</c:v>
                </c:pt>
                <c:pt idx="936">
                  <c:v>19</c:v>
                </c:pt>
                <c:pt idx="937">
                  <c:v>19.37</c:v>
                </c:pt>
                <c:pt idx="938">
                  <c:v>18.600000000000001</c:v>
                </c:pt>
                <c:pt idx="939">
                  <c:v>17.63</c:v>
                </c:pt>
                <c:pt idx="940">
                  <c:v>17</c:v>
                </c:pt>
                <c:pt idx="941">
                  <c:v>18</c:v>
                </c:pt>
                <c:pt idx="942">
                  <c:v>17.84</c:v>
                </c:pt>
                <c:pt idx="943">
                  <c:v>18.489999999999998</c:v>
                </c:pt>
                <c:pt idx="944">
                  <c:v>18.8</c:v>
                </c:pt>
                <c:pt idx="945">
                  <c:v>18.440000000000001</c:v>
                </c:pt>
                <c:pt idx="946">
                  <c:v>16.91</c:v>
                </c:pt>
                <c:pt idx="947">
                  <c:v>17.46</c:v>
                </c:pt>
                <c:pt idx="948">
                  <c:v>16.12</c:v>
                </c:pt>
                <c:pt idx="949">
                  <c:v>16.670000000000002</c:v>
                </c:pt>
                <c:pt idx="950">
                  <c:v>18.88</c:v>
                </c:pt>
                <c:pt idx="951">
                  <c:v>17.73</c:v>
                </c:pt>
                <c:pt idx="952">
                  <c:v>19.25</c:v>
                </c:pt>
                <c:pt idx="953">
                  <c:v>20.02</c:v>
                </c:pt>
                <c:pt idx="954">
                  <c:v>18.54</c:v>
                </c:pt>
                <c:pt idx="955">
                  <c:v>18.5</c:v>
                </c:pt>
                <c:pt idx="956">
                  <c:v>22.96</c:v>
                </c:pt>
                <c:pt idx="957">
                  <c:v>21.64</c:v>
                </c:pt>
                <c:pt idx="958">
                  <c:v>20.41</c:v>
                </c:pt>
                <c:pt idx="959">
                  <c:v>20.8</c:v>
                </c:pt>
                <c:pt idx="960">
                  <c:v>21.17</c:v>
                </c:pt>
                <c:pt idx="961">
                  <c:v>19.559999999999999</c:v>
                </c:pt>
                <c:pt idx="962">
                  <c:v>19.87</c:v>
                </c:pt>
                <c:pt idx="963">
                  <c:v>21.07</c:v>
                </c:pt>
                <c:pt idx="964">
                  <c:v>18.53</c:v>
                </c:pt>
                <c:pt idx="965">
                  <c:v>23.21</c:v>
                </c:pt>
                <c:pt idx="966">
                  <c:v>23.01</c:v>
                </c:pt>
                <c:pt idx="967">
                  <c:v>24.31</c:v>
                </c:pt>
                <c:pt idx="968">
                  <c:v>21.39</c:v>
                </c:pt>
                <c:pt idx="969">
                  <c:v>26.49</c:v>
                </c:pt>
                <c:pt idx="970">
                  <c:v>26.16</c:v>
                </c:pt>
                <c:pt idx="971">
                  <c:v>28.5</c:v>
                </c:pt>
                <c:pt idx="972">
                  <c:v>31.09</c:v>
                </c:pt>
                <c:pt idx="973">
                  <c:v>24.1</c:v>
                </c:pt>
                <c:pt idx="974">
                  <c:v>25.94</c:v>
                </c:pt>
                <c:pt idx="975">
                  <c:v>28.06</c:v>
                </c:pt>
                <c:pt idx="976">
                  <c:v>25.49</c:v>
                </c:pt>
                <c:pt idx="977">
                  <c:v>26.01</c:v>
                </c:pt>
                <c:pt idx="978">
                  <c:v>24.88</c:v>
                </c:pt>
                <c:pt idx="979">
                  <c:v>26.84</c:v>
                </c:pt>
                <c:pt idx="980">
                  <c:v>25.96</c:v>
                </c:pt>
                <c:pt idx="981">
                  <c:v>28.91</c:v>
                </c:pt>
                <c:pt idx="982">
                  <c:v>26.28</c:v>
                </c:pt>
                <c:pt idx="983">
                  <c:v>24.11</c:v>
                </c:pt>
                <c:pt idx="984">
                  <c:v>23.97</c:v>
                </c:pt>
                <c:pt idx="985">
                  <c:v>22.87</c:v>
                </c:pt>
                <c:pt idx="986">
                  <c:v>23.61</c:v>
                </c:pt>
                <c:pt idx="987">
                  <c:v>23.79</c:v>
                </c:pt>
                <c:pt idx="988">
                  <c:v>22.53</c:v>
                </c:pt>
                <c:pt idx="989">
                  <c:v>20.96</c:v>
                </c:pt>
                <c:pt idx="990">
                  <c:v>20.85</c:v>
                </c:pt>
                <c:pt idx="991">
                  <c:v>20.74</c:v>
                </c:pt>
                <c:pt idx="992">
                  <c:v>23.59</c:v>
                </c:pt>
                <c:pt idx="993">
                  <c:v>22.47</c:v>
                </c:pt>
                <c:pt idx="994">
                  <c:v>22.56</c:v>
                </c:pt>
                <c:pt idx="995">
                  <c:v>23.27</c:v>
                </c:pt>
                <c:pt idx="996">
                  <c:v>24.52</c:v>
                </c:pt>
                <c:pt idx="997">
                  <c:v>22.64</c:v>
                </c:pt>
                <c:pt idx="998">
                  <c:v>21.68</c:v>
                </c:pt>
                <c:pt idx="999">
                  <c:v>20.58</c:v>
                </c:pt>
                <c:pt idx="1000">
                  <c:v>18.47</c:v>
                </c:pt>
                <c:pt idx="1001">
                  <c:v>18.600000000000001</c:v>
                </c:pt>
                <c:pt idx="1002">
                  <c:v>18.66</c:v>
                </c:pt>
                <c:pt idx="1003">
                  <c:v>20.260000000000002</c:v>
                </c:pt>
                <c:pt idx="1004">
                  <c:v>20.74</c:v>
                </c:pt>
                <c:pt idx="1005">
                  <c:v>22.5</c:v>
                </c:pt>
                <c:pt idx="1006">
                  <c:v>23.17</c:v>
                </c:pt>
                <c:pt idx="1007">
                  <c:v>22.49</c:v>
                </c:pt>
                <c:pt idx="1008">
                  <c:v>23.94</c:v>
                </c:pt>
                <c:pt idx="1009">
                  <c:v>23.79</c:v>
                </c:pt>
                <c:pt idx="1010">
                  <c:v>25.43</c:v>
                </c:pt>
                <c:pt idx="1011">
                  <c:v>24.12</c:v>
                </c:pt>
                <c:pt idx="1012">
                  <c:v>23.45</c:v>
                </c:pt>
                <c:pt idx="1013">
                  <c:v>23.68</c:v>
                </c:pt>
                <c:pt idx="1014">
                  <c:v>22.9</c:v>
                </c:pt>
                <c:pt idx="1015">
                  <c:v>23.34</c:v>
                </c:pt>
                <c:pt idx="1016">
                  <c:v>24.38</c:v>
                </c:pt>
                <c:pt idx="1017">
                  <c:v>28.46</c:v>
                </c:pt>
                <c:pt idx="1018">
                  <c:v>27.18</c:v>
                </c:pt>
                <c:pt idx="1019">
                  <c:v>31.01</c:v>
                </c:pt>
                <c:pt idx="1020">
                  <c:v>29.02</c:v>
                </c:pt>
                <c:pt idx="1021">
                  <c:v>27.78</c:v>
                </c:pt>
                <c:pt idx="1022">
                  <c:v>29.08</c:v>
                </c:pt>
                <c:pt idx="1023">
                  <c:v>27.78</c:v>
                </c:pt>
                <c:pt idx="1024">
                  <c:v>27.32</c:v>
                </c:pt>
                <c:pt idx="1025">
                  <c:v>27.62</c:v>
                </c:pt>
                <c:pt idx="1026">
                  <c:v>26.2</c:v>
                </c:pt>
                <c:pt idx="1027">
                  <c:v>24.02</c:v>
                </c:pt>
                <c:pt idx="1028">
                  <c:v>25.99</c:v>
                </c:pt>
                <c:pt idx="1029">
                  <c:v>28.24</c:v>
                </c:pt>
                <c:pt idx="1030">
                  <c:v>28.97</c:v>
                </c:pt>
                <c:pt idx="1031">
                  <c:v>27.66</c:v>
                </c:pt>
                <c:pt idx="1032">
                  <c:v>28.01</c:v>
                </c:pt>
                <c:pt idx="1033">
                  <c:v>27.6</c:v>
                </c:pt>
                <c:pt idx="1034">
                  <c:v>26.33</c:v>
                </c:pt>
                <c:pt idx="1035">
                  <c:v>24.88</c:v>
                </c:pt>
                <c:pt idx="1036">
                  <c:v>25.54</c:v>
                </c:pt>
                <c:pt idx="1037">
                  <c:v>25.02</c:v>
                </c:pt>
                <c:pt idx="1038">
                  <c:v>25.59</c:v>
                </c:pt>
                <c:pt idx="1039">
                  <c:v>24.4</c:v>
                </c:pt>
                <c:pt idx="1040">
                  <c:v>25.12</c:v>
                </c:pt>
                <c:pt idx="1041">
                  <c:v>24.06</c:v>
                </c:pt>
                <c:pt idx="1042">
                  <c:v>23.03</c:v>
                </c:pt>
                <c:pt idx="1043">
                  <c:v>21.9</c:v>
                </c:pt>
                <c:pt idx="1044">
                  <c:v>22.69</c:v>
                </c:pt>
                <c:pt idx="1045">
                  <c:v>23.53</c:v>
                </c:pt>
                <c:pt idx="1046">
                  <c:v>26.54</c:v>
                </c:pt>
                <c:pt idx="1047">
                  <c:v>26.28</c:v>
                </c:pt>
                <c:pt idx="1048">
                  <c:v>25.52</c:v>
                </c:pt>
                <c:pt idx="1049">
                  <c:v>24.6</c:v>
                </c:pt>
                <c:pt idx="1050">
                  <c:v>27.55</c:v>
                </c:pt>
                <c:pt idx="1051">
                  <c:v>27.49</c:v>
                </c:pt>
                <c:pt idx="1052">
                  <c:v>29.38</c:v>
                </c:pt>
                <c:pt idx="1053">
                  <c:v>26.36</c:v>
                </c:pt>
                <c:pt idx="1054">
                  <c:v>27.22</c:v>
                </c:pt>
                <c:pt idx="1055">
                  <c:v>27.29</c:v>
                </c:pt>
                <c:pt idx="1056">
                  <c:v>31.16</c:v>
                </c:pt>
                <c:pt idx="1057">
                  <c:v>32.24</c:v>
                </c:pt>
                <c:pt idx="1058">
                  <c:v>25.79</c:v>
                </c:pt>
                <c:pt idx="1059">
                  <c:v>29.84</c:v>
                </c:pt>
                <c:pt idx="1060">
                  <c:v>26.62</c:v>
                </c:pt>
                <c:pt idx="1061">
                  <c:v>25.73</c:v>
                </c:pt>
                <c:pt idx="1062">
                  <c:v>25.72</c:v>
                </c:pt>
                <c:pt idx="1063">
                  <c:v>26.08</c:v>
                </c:pt>
                <c:pt idx="1064">
                  <c:v>25.88</c:v>
                </c:pt>
                <c:pt idx="1065">
                  <c:v>25.71</c:v>
                </c:pt>
                <c:pt idx="1066">
                  <c:v>25.61</c:v>
                </c:pt>
                <c:pt idx="1067">
                  <c:v>22.68</c:v>
                </c:pt>
                <c:pt idx="1068">
                  <c:v>23.43</c:v>
                </c:pt>
                <c:pt idx="1069">
                  <c:v>23.21</c:v>
                </c:pt>
                <c:pt idx="1070">
                  <c:v>22.45</c:v>
                </c:pt>
                <c:pt idx="1071">
                  <c:v>22.42</c:v>
                </c:pt>
                <c:pt idx="1072">
                  <c:v>22.36</c:v>
                </c:pt>
                <c:pt idx="1073">
                  <c:v>22.81</c:v>
                </c:pt>
                <c:pt idx="1074">
                  <c:v>21.98</c:v>
                </c:pt>
                <c:pt idx="1075">
                  <c:v>23.46</c:v>
                </c:pt>
                <c:pt idx="1076">
                  <c:v>23.82</c:v>
                </c:pt>
                <c:pt idx="1077">
                  <c:v>22.78</c:v>
                </c:pt>
                <c:pt idx="1078">
                  <c:v>20.53</c:v>
                </c:pt>
                <c:pt idx="1079">
                  <c:v>20.37</c:v>
                </c:pt>
                <c:pt idx="1080">
                  <c:v>20.13</c:v>
                </c:pt>
                <c:pt idx="1081">
                  <c:v>20.5</c:v>
                </c:pt>
                <c:pt idx="1082">
                  <c:v>20.87</c:v>
                </c:pt>
                <c:pt idx="1083">
                  <c:v>20.260000000000002</c:v>
                </c:pt>
                <c:pt idx="1084">
                  <c:v>20.059999999999999</c:v>
                </c:pt>
                <c:pt idx="1085">
                  <c:v>19.59</c:v>
                </c:pt>
                <c:pt idx="1086">
                  <c:v>19.64</c:v>
                </c:pt>
                <c:pt idx="1087">
                  <c:v>20.239999999999998</c:v>
                </c:pt>
                <c:pt idx="1088">
                  <c:v>20.79</c:v>
                </c:pt>
                <c:pt idx="1089">
                  <c:v>18.88</c:v>
                </c:pt>
                <c:pt idx="1090">
                  <c:v>18.18</c:v>
                </c:pt>
                <c:pt idx="1091">
                  <c:v>18.899999999999999</c:v>
                </c:pt>
                <c:pt idx="1092">
                  <c:v>18.21</c:v>
                </c:pt>
                <c:pt idx="1093">
                  <c:v>19.73</c:v>
                </c:pt>
                <c:pt idx="1094">
                  <c:v>19.399999999999999</c:v>
                </c:pt>
                <c:pt idx="1095">
                  <c:v>19.41</c:v>
                </c:pt>
                <c:pt idx="1096">
                  <c:v>17.79</c:v>
                </c:pt>
                <c:pt idx="1097">
                  <c:v>17.98</c:v>
                </c:pt>
                <c:pt idx="1098">
                  <c:v>17.66</c:v>
                </c:pt>
                <c:pt idx="1099">
                  <c:v>16.3</c:v>
                </c:pt>
                <c:pt idx="1100">
                  <c:v>16.47</c:v>
                </c:pt>
                <c:pt idx="1101">
                  <c:v>17.010000000000002</c:v>
                </c:pt>
                <c:pt idx="1102">
                  <c:v>17.579999999999998</c:v>
                </c:pt>
                <c:pt idx="1103">
                  <c:v>18.59</c:v>
                </c:pt>
                <c:pt idx="1104">
                  <c:v>18.05</c:v>
                </c:pt>
                <c:pt idx="1105">
                  <c:v>19.55</c:v>
                </c:pt>
                <c:pt idx="1106">
                  <c:v>19.64</c:v>
                </c:pt>
                <c:pt idx="1107">
                  <c:v>19.07</c:v>
                </c:pt>
                <c:pt idx="1108">
                  <c:v>18.14</c:v>
                </c:pt>
                <c:pt idx="1109">
                  <c:v>17.829999999999998</c:v>
                </c:pt>
                <c:pt idx="1110">
                  <c:v>19.829999999999998</c:v>
                </c:pt>
                <c:pt idx="1111">
                  <c:v>20.239999999999998</c:v>
                </c:pt>
                <c:pt idx="1112">
                  <c:v>20.8</c:v>
                </c:pt>
                <c:pt idx="1113">
                  <c:v>18.63</c:v>
                </c:pt>
                <c:pt idx="1114">
                  <c:v>23.56</c:v>
                </c:pt>
                <c:pt idx="1115">
                  <c:v>23.12</c:v>
                </c:pt>
                <c:pt idx="1116">
                  <c:v>23.18</c:v>
                </c:pt>
                <c:pt idx="1117">
                  <c:v>24.12</c:v>
                </c:pt>
                <c:pt idx="1118">
                  <c:v>23.33</c:v>
                </c:pt>
                <c:pt idx="1119">
                  <c:v>21.22</c:v>
                </c:pt>
                <c:pt idx="1120">
                  <c:v>20.95</c:v>
                </c:pt>
                <c:pt idx="1121">
                  <c:v>21.13</c:v>
                </c:pt>
                <c:pt idx="1122">
                  <c:v>22.24</c:v>
                </c:pt>
                <c:pt idx="1123">
                  <c:v>21.58</c:v>
                </c:pt>
                <c:pt idx="1124">
                  <c:v>22.87</c:v>
                </c:pt>
                <c:pt idx="1125">
                  <c:v>22.64</c:v>
                </c:pt>
                <c:pt idx="1126">
                  <c:v>22.42</c:v>
                </c:pt>
                <c:pt idx="1127">
                  <c:v>21.14</c:v>
                </c:pt>
                <c:pt idx="1128">
                  <c:v>23.93</c:v>
                </c:pt>
                <c:pt idx="1129">
                  <c:v>23.44</c:v>
                </c:pt>
                <c:pt idx="1130">
                  <c:v>23.95</c:v>
                </c:pt>
                <c:pt idx="1131">
                  <c:v>23.65</c:v>
                </c:pt>
                <c:pt idx="1132">
                  <c:v>25.92</c:v>
                </c:pt>
                <c:pt idx="1133">
                  <c:v>24.79</c:v>
                </c:pt>
                <c:pt idx="1134">
                  <c:v>25.78</c:v>
                </c:pt>
                <c:pt idx="1135">
                  <c:v>23.15</c:v>
                </c:pt>
                <c:pt idx="1136">
                  <c:v>25.23</c:v>
                </c:pt>
                <c:pt idx="1137">
                  <c:v>25.59</c:v>
                </c:pt>
                <c:pt idx="1138">
                  <c:v>27.49</c:v>
                </c:pt>
                <c:pt idx="1139">
                  <c:v>28.48</c:v>
                </c:pt>
                <c:pt idx="1140">
                  <c:v>28.54</c:v>
                </c:pt>
                <c:pt idx="1141">
                  <c:v>25.1</c:v>
                </c:pt>
                <c:pt idx="1142">
                  <c:v>25.01</c:v>
                </c:pt>
                <c:pt idx="1143">
                  <c:v>24.05</c:v>
                </c:pt>
                <c:pt idx="1144">
                  <c:v>23.05</c:v>
                </c:pt>
                <c:pt idx="1145">
                  <c:v>21.18</c:v>
                </c:pt>
                <c:pt idx="1146">
                  <c:v>21.31</c:v>
                </c:pt>
                <c:pt idx="1147">
                  <c:v>23.44</c:v>
                </c:pt>
                <c:pt idx="1148">
                  <c:v>22.91</c:v>
                </c:pt>
                <c:pt idx="1149">
                  <c:v>24.23</c:v>
                </c:pt>
                <c:pt idx="1150">
                  <c:v>22.03</c:v>
                </c:pt>
                <c:pt idx="1151">
                  <c:v>21.21</c:v>
                </c:pt>
                <c:pt idx="1152">
                  <c:v>22.94</c:v>
                </c:pt>
                <c:pt idx="1153">
                  <c:v>22.57</c:v>
                </c:pt>
                <c:pt idx="1154">
                  <c:v>23.49</c:v>
                </c:pt>
                <c:pt idx="1155">
                  <c:v>21.14</c:v>
                </c:pt>
                <c:pt idx="1156">
                  <c:v>20.23</c:v>
                </c:pt>
                <c:pt idx="1157">
                  <c:v>21.15</c:v>
                </c:pt>
                <c:pt idx="1158">
                  <c:v>20.66</c:v>
                </c:pt>
                <c:pt idx="1159">
                  <c:v>20.12</c:v>
                </c:pt>
                <c:pt idx="1160">
                  <c:v>21.17</c:v>
                </c:pt>
                <c:pt idx="1161">
                  <c:v>21.55</c:v>
                </c:pt>
                <c:pt idx="1162">
                  <c:v>20.34</c:v>
                </c:pt>
                <c:pt idx="1163">
                  <c:v>19.579999999999998</c:v>
                </c:pt>
                <c:pt idx="1164">
                  <c:v>20.98</c:v>
                </c:pt>
                <c:pt idx="1165">
                  <c:v>21.28</c:v>
                </c:pt>
                <c:pt idx="1166">
                  <c:v>20.420000000000002</c:v>
                </c:pt>
                <c:pt idx="1167">
                  <c:v>19.82</c:v>
                </c:pt>
                <c:pt idx="1168">
                  <c:v>18.809999999999999</c:v>
                </c:pt>
                <c:pt idx="1169">
                  <c:v>20.97</c:v>
                </c:pt>
                <c:pt idx="1170">
                  <c:v>20.49</c:v>
                </c:pt>
                <c:pt idx="1171">
                  <c:v>19.760000000000002</c:v>
                </c:pt>
                <c:pt idx="1172">
                  <c:v>19.43</c:v>
                </c:pt>
                <c:pt idx="1173">
                  <c:v>20.65</c:v>
                </c:pt>
                <c:pt idx="1174">
                  <c:v>21.99</c:v>
                </c:pt>
                <c:pt idx="1175">
                  <c:v>21.43</c:v>
                </c:pt>
                <c:pt idx="1176">
                  <c:v>24.03</c:v>
                </c:pt>
                <c:pt idx="1177">
                  <c:v>23.06</c:v>
                </c:pt>
                <c:pt idx="1178">
                  <c:v>22.64</c:v>
                </c:pt>
                <c:pt idx="1179">
                  <c:v>25.47</c:v>
                </c:pt>
                <c:pt idx="1180">
                  <c:v>24.52</c:v>
                </c:pt>
                <c:pt idx="1181">
                  <c:v>24.39</c:v>
                </c:pt>
                <c:pt idx="1182">
                  <c:v>25.66</c:v>
                </c:pt>
                <c:pt idx="1183">
                  <c:v>31.7</c:v>
                </c:pt>
                <c:pt idx="1184">
                  <c:v>30.3</c:v>
                </c:pt>
                <c:pt idx="1185">
                  <c:v>36.22</c:v>
                </c:pt>
                <c:pt idx="1186">
                  <c:v>33.1</c:v>
                </c:pt>
                <c:pt idx="1187">
                  <c:v>32.07</c:v>
                </c:pt>
                <c:pt idx="1188">
                  <c:v>33.85</c:v>
                </c:pt>
                <c:pt idx="1189">
                  <c:v>35.72</c:v>
                </c:pt>
                <c:pt idx="1190">
                  <c:v>35.19</c:v>
                </c:pt>
                <c:pt idx="1191">
                  <c:v>32.82</c:v>
                </c:pt>
                <c:pt idx="1192">
                  <c:v>34.74</c:v>
                </c:pt>
                <c:pt idx="1193">
                  <c:v>46.72</c:v>
                </c:pt>
                <c:pt idx="1194">
                  <c:v>39.39</c:v>
                </c:pt>
                <c:pt idx="1195">
                  <c:v>39.81</c:v>
                </c:pt>
                <c:pt idx="1196">
                  <c:v>45.26</c:v>
                </c:pt>
                <c:pt idx="1197">
                  <c:v>45.14</c:v>
                </c:pt>
                <c:pt idx="1198">
                  <c:v>52.05</c:v>
                </c:pt>
                <c:pt idx="1199">
                  <c:v>53.68</c:v>
                </c:pt>
                <c:pt idx="1200">
                  <c:v>57.53</c:v>
                </c:pt>
                <c:pt idx="1201">
                  <c:v>63.92</c:v>
                </c:pt>
                <c:pt idx="1202">
                  <c:v>69.95</c:v>
                </c:pt>
                <c:pt idx="1203">
                  <c:v>54.99</c:v>
                </c:pt>
                <c:pt idx="1204">
                  <c:v>55.13</c:v>
                </c:pt>
                <c:pt idx="1205">
                  <c:v>69.25</c:v>
                </c:pt>
                <c:pt idx="1206">
                  <c:v>67.61</c:v>
                </c:pt>
                <c:pt idx="1207">
                  <c:v>70.33</c:v>
                </c:pt>
                <c:pt idx="1208">
                  <c:v>52.97</c:v>
                </c:pt>
                <c:pt idx="1209">
                  <c:v>53.11</c:v>
                </c:pt>
                <c:pt idx="1210">
                  <c:v>69.650000000000006</c:v>
                </c:pt>
                <c:pt idx="1211">
                  <c:v>67.8</c:v>
                </c:pt>
                <c:pt idx="1212">
                  <c:v>79.13</c:v>
                </c:pt>
                <c:pt idx="1213">
                  <c:v>80.06</c:v>
                </c:pt>
                <c:pt idx="1214">
                  <c:v>66.959999999999994</c:v>
                </c:pt>
                <c:pt idx="1215">
                  <c:v>69.959999999999994</c:v>
                </c:pt>
                <c:pt idx="1216">
                  <c:v>62.9</c:v>
                </c:pt>
                <c:pt idx="1217">
                  <c:v>59.89</c:v>
                </c:pt>
                <c:pt idx="1218">
                  <c:v>53.68</c:v>
                </c:pt>
                <c:pt idx="1219">
                  <c:v>47.73</c:v>
                </c:pt>
                <c:pt idx="1220">
                  <c:v>54.56</c:v>
                </c:pt>
                <c:pt idx="1221">
                  <c:v>63.68</c:v>
                </c:pt>
                <c:pt idx="1222">
                  <c:v>56.1</c:v>
                </c:pt>
                <c:pt idx="1223">
                  <c:v>59.98</c:v>
                </c:pt>
                <c:pt idx="1224">
                  <c:v>61.44</c:v>
                </c:pt>
                <c:pt idx="1225">
                  <c:v>66.459999999999994</c:v>
                </c:pt>
                <c:pt idx="1226">
                  <c:v>59.83</c:v>
                </c:pt>
                <c:pt idx="1227">
                  <c:v>66.31</c:v>
                </c:pt>
                <c:pt idx="1228">
                  <c:v>69.150000000000006</c:v>
                </c:pt>
                <c:pt idx="1229">
                  <c:v>67.64</c:v>
                </c:pt>
                <c:pt idx="1230">
                  <c:v>74.260000000000005</c:v>
                </c:pt>
                <c:pt idx="1231">
                  <c:v>80.86</c:v>
                </c:pt>
                <c:pt idx="1232">
                  <c:v>72.67</c:v>
                </c:pt>
                <c:pt idx="1233">
                  <c:v>64.7</c:v>
                </c:pt>
                <c:pt idx="1234">
                  <c:v>60.9</c:v>
                </c:pt>
                <c:pt idx="1235">
                  <c:v>54.92</c:v>
                </c:pt>
                <c:pt idx="1236">
                  <c:v>55.28</c:v>
                </c:pt>
                <c:pt idx="1237">
                  <c:v>68.510000000000005</c:v>
                </c:pt>
                <c:pt idx="1238">
                  <c:v>62.98</c:v>
                </c:pt>
                <c:pt idx="1239">
                  <c:v>60.72</c:v>
                </c:pt>
                <c:pt idx="1240">
                  <c:v>63.64</c:v>
                </c:pt>
                <c:pt idx="1241">
                  <c:v>59.93</c:v>
                </c:pt>
                <c:pt idx="1242">
                  <c:v>58.49</c:v>
                </c:pt>
                <c:pt idx="1243">
                  <c:v>58.91</c:v>
                </c:pt>
                <c:pt idx="1244">
                  <c:v>55.73</c:v>
                </c:pt>
                <c:pt idx="1245">
                  <c:v>55.78</c:v>
                </c:pt>
                <c:pt idx="1246">
                  <c:v>54.28</c:v>
                </c:pt>
                <c:pt idx="1247">
                  <c:v>56.76</c:v>
                </c:pt>
                <c:pt idx="1248">
                  <c:v>52.37</c:v>
                </c:pt>
                <c:pt idx="1249">
                  <c:v>49.84</c:v>
                </c:pt>
                <c:pt idx="1250">
                  <c:v>47.34</c:v>
                </c:pt>
                <c:pt idx="1251">
                  <c:v>44.93</c:v>
                </c:pt>
                <c:pt idx="1252">
                  <c:v>44.56</c:v>
                </c:pt>
                <c:pt idx="1253">
                  <c:v>45.02</c:v>
                </c:pt>
                <c:pt idx="1254">
                  <c:v>44.21</c:v>
                </c:pt>
                <c:pt idx="1255">
                  <c:v>43.38</c:v>
                </c:pt>
                <c:pt idx="1256">
                  <c:v>43.9</c:v>
                </c:pt>
                <c:pt idx="1257">
                  <c:v>41.63</c:v>
                </c:pt>
                <c:pt idx="1258">
                  <c:v>40</c:v>
                </c:pt>
                <c:pt idx="1259">
                  <c:v>39.19</c:v>
                </c:pt>
                <c:pt idx="1260">
                  <c:v>39.08</c:v>
                </c:pt>
                <c:pt idx="1261">
                  <c:v>38.56</c:v>
                </c:pt>
                <c:pt idx="1262">
                  <c:v>43.39</c:v>
                </c:pt>
                <c:pt idx="1263">
                  <c:v>42.56</c:v>
                </c:pt>
                <c:pt idx="1264">
                  <c:v>42.82</c:v>
                </c:pt>
                <c:pt idx="1265">
                  <c:v>45.84</c:v>
                </c:pt>
                <c:pt idx="1266">
                  <c:v>43.27</c:v>
                </c:pt>
                <c:pt idx="1267">
                  <c:v>49.14</c:v>
                </c:pt>
                <c:pt idx="1268">
                  <c:v>51</c:v>
                </c:pt>
                <c:pt idx="1269">
                  <c:v>46.11</c:v>
                </c:pt>
                <c:pt idx="1270">
                  <c:v>56.65</c:v>
                </c:pt>
                <c:pt idx="1271">
                  <c:v>46.42</c:v>
                </c:pt>
                <c:pt idx="1272">
                  <c:v>47.29</c:v>
                </c:pt>
                <c:pt idx="1273">
                  <c:v>47.27</c:v>
                </c:pt>
                <c:pt idx="1274">
                  <c:v>45.69</c:v>
                </c:pt>
                <c:pt idx="1275">
                  <c:v>42.25</c:v>
                </c:pt>
                <c:pt idx="1276">
                  <c:v>39.659999999999997</c:v>
                </c:pt>
                <c:pt idx="1277">
                  <c:v>42.63</c:v>
                </c:pt>
                <c:pt idx="1278">
                  <c:v>44.84</c:v>
                </c:pt>
                <c:pt idx="1279">
                  <c:v>45.52</c:v>
                </c:pt>
                <c:pt idx="1280">
                  <c:v>43.06</c:v>
                </c:pt>
                <c:pt idx="1281">
                  <c:v>43.85</c:v>
                </c:pt>
                <c:pt idx="1282">
                  <c:v>43.73</c:v>
                </c:pt>
                <c:pt idx="1283">
                  <c:v>43.37</c:v>
                </c:pt>
                <c:pt idx="1284">
                  <c:v>43.64</c:v>
                </c:pt>
                <c:pt idx="1285">
                  <c:v>46.67</c:v>
                </c:pt>
                <c:pt idx="1286">
                  <c:v>44.53</c:v>
                </c:pt>
                <c:pt idx="1287">
                  <c:v>41.25</c:v>
                </c:pt>
                <c:pt idx="1288">
                  <c:v>42.93</c:v>
                </c:pt>
                <c:pt idx="1289">
                  <c:v>48.66</c:v>
                </c:pt>
                <c:pt idx="1290">
                  <c:v>48.46</c:v>
                </c:pt>
                <c:pt idx="1291">
                  <c:v>47.08</c:v>
                </c:pt>
                <c:pt idx="1292">
                  <c:v>49.3</c:v>
                </c:pt>
                <c:pt idx="1293">
                  <c:v>52.62</c:v>
                </c:pt>
                <c:pt idx="1294">
                  <c:v>45.49</c:v>
                </c:pt>
                <c:pt idx="1295">
                  <c:v>44.67</c:v>
                </c:pt>
                <c:pt idx="1296">
                  <c:v>44.66</c:v>
                </c:pt>
                <c:pt idx="1297">
                  <c:v>46.35</c:v>
                </c:pt>
                <c:pt idx="1298">
                  <c:v>52.65</c:v>
                </c:pt>
                <c:pt idx="1299">
                  <c:v>50.93</c:v>
                </c:pt>
                <c:pt idx="1300">
                  <c:v>47.56</c:v>
                </c:pt>
                <c:pt idx="1301">
                  <c:v>50.17</c:v>
                </c:pt>
                <c:pt idx="1302">
                  <c:v>49.33</c:v>
                </c:pt>
                <c:pt idx="1303">
                  <c:v>49.68</c:v>
                </c:pt>
                <c:pt idx="1304">
                  <c:v>44.37</c:v>
                </c:pt>
                <c:pt idx="1305">
                  <c:v>43.61</c:v>
                </c:pt>
                <c:pt idx="1306">
                  <c:v>41.18</c:v>
                </c:pt>
                <c:pt idx="1307">
                  <c:v>42.36</c:v>
                </c:pt>
                <c:pt idx="1308">
                  <c:v>43.74</c:v>
                </c:pt>
                <c:pt idx="1309">
                  <c:v>40.799999999999997</c:v>
                </c:pt>
                <c:pt idx="1310">
                  <c:v>40.06</c:v>
                </c:pt>
                <c:pt idx="1311">
                  <c:v>43.68</c:v>
                </c:pt>
                <c:pt idx="1312">
                  <c:v>45.89</c:v>
                </c:pt>
                <c:pt idx="1313">
                  <c:v>43.23</c:v>
                </c:pt>
                <c:pt idx="1314">
                  <c:v>42.93</c:v>
                </c:pt>
                <c:pt idx="1315">
                  <c:v>42.25</c:v>
                </c:pt>
                <c:pt idx="1316">
                  <c:v>40.36</c:v>
                </c:pt>
                <c:pt idx="1317">
                  <c:v>41.04</c:v>
                </c:pt>
                <c:pt idx="1318">
                  <c:v>45.54</c:v>
                </c:pt>
                <c:pt idx="1319">
                  <c:v>44.14</c:v>
                </c:pt>
                <c:pt idx="1320">
                  <c:v>42.28</c:v>
                </c:pt>
                <c:pt idx="1321">
                  <c:v>42.04</c:v>
                </c:pt>
                <c:pt idx="1322">
                  <c:v>39.700000000000003</c:v>
                </c:pt>
                <c:pt idx="1323">
                  <c:v>40.93</c:v>
                </c:pt>
                <c:pt idx="1324">
                  <c:v>40.39</c:v>
                </c:pt>
                <c:pt idx="1325">
                  <c:v>38.85</c:v>
                </c:pt>
                <c:pt idx="1326">
                  <c:v>36.53</c:v>
                </c:pt>
                <c:pt idx="1327">
                  <c:v>37.81</c:v>
                </c:pt>
                <c:pt idx="1328">
                  <c:v>37.67</c:v>
                </c:pt>
                <c:pt idx="1329">
                  <c:v>36.17</c:v>
                </c:pt>
                <c:pt idx="1330">
                  <c:v>35.79</c:v>
                </c:pt>
                <c:pt idx="1331">
                  <c:v>33.94</c:v>
                </c:pt>
                <c:pt idx="1332">
                  <c:v>39.18</c:v>
                </c:pt>
                <c:pt idx="1333">
                  <c:v>37.14</c:v>
                </c:pt>
                <c:pt idx="1334">
                  <c:v>38.1</c:v>
                </c:pt>
                <c:pt idx="1335">
                  <c:v>37.15</c:v>
                </c:pt>
                <c:pt idx="1336">
                  <c:v>36.82</c:v>
                </c:pt>
                <c:pt idx="1337">
                  <c:v>38.32</c:v>
                </c:pt>
                <c:pt idx="1338">
                  <c:v>37.950000000000003</c:v>
                </c:pt>
                <c:pt idx="1339">
                  <c:v>36.08</c:v>
                </c:pt>
                <c:pt idx="1340">
                  <c:v>36.5</c:v>
                </c:pt>
                <c:pt idx="1341">
                  <c:v>35.299999999999997</c:v>
                </c:pt>
                <c:pt idx="1342">
                  <c:v>34.53</c:v>
                </c:pt>
                <c:pt idx="1343">
                  <c:v>33.36</c:v>
                </c:pt>
                <c:pt idx="1344">
                  <c:v>32.450000000000003</c:v>
                </c:pt>
                <c:pt idx="1345">
                  <c:v>33.44</c:v>
                </c:pt>
                <c:pt idx="1346">
                  <c:v>32.049999999999997</c:v>
                </c:pt>
                <c:pt idx="1347">
                  <c:v>32.869999999999997</c:v>
                </c:pt>
                <c:pt idx="1348">
                  <c:v>31.8</c:v>
                </c:pt>
                <c:pt idx="1349">
                  <c:v>33.65</c:v>
                </c:pt>
                <c:pt idx="1350">
                  <c:v>31.37</c:v>
                </c:pt>
                <c:pt idx="1351">
                  <c:v>33.119999999999997</c:v>
                </c:pt>
                <c:pt idx="1352">
                  <c:v>30.24</c:v>
                </c:pt>
                <c:pt idx="1353">
                  <c:v>28.8</c:v>
                </c:pt>
                <c:pt idx="1354">
                  <c:v>29.03</c:v>
                </c:pt>
                <c:pt idx="1355">
                  <c:v>31.35</c:v>
                </c:pt>
                <c:pt idx="1356">
                  <c:v>32.630000000000003</c:v>
                </c:pt>
                <c:pt idx="1357">
                  <c:v>30.62</c:v>
                </c:pt>
                <c:pt idx="1358">
                  <c:v>32.36</c:v>
                </c:pt>
                <c:pt idx="1359">
                  <c:v>31.67</c:v>
                </c:pt>
                <c:pt idx="1360">
                  <c:v>28.92</c:v>
                </c:pt>
                <c:pt idx="1361">
                  <c:v>30.04</c:v>
                </c:pt>
                <c:pt idx="1362">
                  <c:v>29.63</c:v>
                </c:pt>
                <c:pt idx="1363">
                  <c:v>31.02</c:v>
                </c:pt>
                <c:pt idx="1364">
                  <c:v>30.18</c:v>
                </c:pt>
                <c:pt idx="1365">
                  <c:v>29.62</c:v>
                </c:pt>
                <c:pt idx="1366">
                  <c:v>29.77</c:v>
                </c:pt>
                <c:pt idx="1367">
                  <c:v>28.27</c:v>
                </c:pt>
                <c:pt idx="1368">
                  <c:v>28.46</c:v>
                </c:pt>
                <c:pt idx="1369">
                  <c:v>28.11</c:v>
                </c:pt>
                <c:pt idx="1370">
                  <c:v>28.15</c:v>
                </c:pt>
                <c:pt idx="1371">
                  <c:v>30.81</c:v>
                </c:pt>
                <c:pt idx="1372">
                  <c:v>32.68</c:v>
                </c:pt>
                <c:pt idx="1373">
                  <c:v>31.54</c:v>
                </c:pt>
                <c:pt idx="1374">
                  <c:v>30.03</c:v>
                </c:pt>
                <c:pt idx="1375">
                  <c:v>27.99</c:v>
                </c:pt>
                <c:pt idx="1376">
                  <c:v>31.17</c:v>
                </c:pt>
                <c:pt idx="1377">
                  <c:v>30.58</c:v>
                </c:pt>
                <c:pt idx="1378">
                  <c:v>29.05</c:v>
                </c:pt>
                <c:pt idx="1379">
                  <c:v>26.36</c:v>
                </c:pt>
                <c:pt idx="1380">
                  <c:v>25.93</c:v>
                </c:pt>
                <c:pt idx="1381">
                  <c:v>25.35</c:v>
                </c:pt>
                <c:pt idx="1382">
                  <c:v>26.35</c:v>
                </c:pt>
                <c:pt idx="1383">
                  <c:v>26.22</c:v>
                </c:pt>
                <c:pt idx="1384">
                  <c:v>27.95</c:v>
                </c:pt>
                <c:pt idx="1385">
                  <c:v>29</c:v>
                </c:pt>
                <c:pt idx="1386">
                  <c:v>30.85</c:v>
                </c:pt>
                <c:pt idx="1387">
                  <c:v>31.3</c:v>
                </c:pt>
                <c:pt idx="1388">
                  <c:v>29.78</c:v>
                </c:pt>
                <c:pt idx="1389">
                  <c:v>29.02</c:v>
                </c:pt>
                <c:pt idx="1390">
                  <c:v>26.31</c:v>
                </c:pt>
                <c:pt idx="1391">
                  <c:v>25.02</c:v>
                </c:pt>
                <c:pt idx="1392">
                  <c:v>25.89</c:v>
                </c:pt>
                <c:pt idx="1393">
                  <c:v>25.42</c:v>
                </c:pt>
                <c:pt idx="1394">
                  <c:v>24.34</c:v>
                </c:pt>
                <c:pt idx="1395">
                  <c:v>24.4</c:v>
                </c:pt>
                <c:pt idx="1396">
                  <c:v>23.87</c:v>
                </c:pt>
                <c:pt idx="1397">
                  <c:v>23.47</c:v>
                </c:pt>
                <c:pt idx="1398">
                  <c:v>23.43</c:v>
                </c:pt>
                <c:pt idx="1399">
                  <c:v>23.09</c:v>
                </c:pt>
                <c:pt idx="1400">
                  <c:v>24.28</c:v>
                </c:pt>
                <c:pt idx="1401">
                  <c:v>25.01</c:v>
                </c:pt>
                <c:pt idx="1402">
                  <c:v>25.61</c:v>
                </c:pt>
                <c:pt idx="1403">
                  <c:v>25.4</c:v>
                </c:pt>
                <c:pt idx="1404">
                  <c:v>25.92</c:v>
                </c:pt>
                <c:pt idx="1405">
                  <c:v>25.56</c:v>
                </c:pt>
                <c:pt idx="1406">
                  <c:v>24.89</c:v>
                </c:pt>
                <c:pt idx="1407">
                  <c:v>24.9</c:v>
                </c:pt>
                <c:pt idx="1408">
                  <c:v>25.67</c:v>
                </c:pt>
                <c:pt idx="1409">
                  <c:v>24.76</c:v>
                </c:pt>
                <c:pt idx="1410">
                  <c:v>24.99</c:v>
                </c:pt>
                <c:pt idx="1411">
                  <c:v>25.99</c:v>
                </c:pt>
                <c:pt idx="1412">
                  <c:v>25.45</c:v>
                </c:pt>
                <c:pt idx="1413">
                  <c:v>24.71</c:v>
                </c:pt>
                <c:pt idx="1414">
                  <c:v>24.27</c:v>
                </c:pt>
                <c:pt idx="1415">
                  <c:v>27.89</c:v>
                </c:pt>
                <c:pt idx="1416">
                  <c:v>26.18</c:v>
                </c:pt>
                <c:pt idx="1417">
                  <c:v>26.26</c:v>
                </c:pt>
                <c:pt idx="1418">
                  <c:v>25.09</c:v>
                </c:pt>
                <c:pt idx="1419">
                  <c:v>25.01</c:v>
                </c:pt>
                <c:pt idx="1420">
                  <c:v>25.14</c:v>
                </c:pt>
                <c:pt idx="1421">
                  <c:v>24.92</c:v>
                </c:pt>
                <c:pt idx="1422">
                  <c:v>24.95</c:v>
                </c:pt>
                <c:pt idx="1423">
                  <c:v>24.68</c:v>
                </c:pt>
                <c:pt idx="1424">
                  <c:v>24.76</c:v>
                </c:pt>
                <c:pt idx="1425">
                  <c:v>26.01</c:v>
                </c:pt>
                <c:pt idx="1426">
                  <c:v>29.15</c:v>
                </c:pt>
                <c:pt idx="1427">
                  <c:v>28.9</c:v>
                </c:pt>
                <c:pt idx="1428">
                  <c:v>27.1</c:v>
                </c:pt>
                <c:pt idx="1429">
                  <c:v>25.26</c:v>
                </c:pt>
                <c:pt idx="1430">
                  <c:v>25.62</c:v>
                </c:pt>
                <c:pt idx="1431">
                  <c:v>24.32</c:v>
                </c:pt>
                <c:pt idx="1432">
                  <c:v>23.55</c:v>
                </c:pt>
                <c:pt idx="1433">
                  <c:v>24.15</c:v>
                </c:pt>
                <c:pt idx="1434">
                  <c:v>23.86</c:v>
                </c:pt>
                <c:pt idx="1435">
                  <c:v>23.42</c:v>
                </c:pt>
                <c:pt idx="1436">
                  <c:v>23.69</c:v>
                </c:pt>
                <c:pt idx="1437">
                  <c:v>23.65</c:v>
                </c:pt>
                <c:pt idx="1438">
                  <c:v>23.92</c:v>
                </c:pt>
                <c:pt idx="1439">
                  <c:v>24.06</c:v>
                </c:pt>
                <c:pt idx="1440">
                  <c:v>23.08</c:v>
                </c:pt>
                <c:pt idx="1441">
                  <c:v>23.49</c:v>
                </c:pt>
                <c:pt idx="1442">
                  <c:v>24.95</c:v>
                </c:pt>
                <c:pt idx="1443">
                  <c:v>25.61</c:v>
                </c:pt>
                <c:pt idx="1444">
                  <c:v>24.88</c:v>
                </c:pt>
                <c:pt idx="1445">
                  <c:v>25.19</c:v>
                </c:pt>
                <c:pt idx="1446">
                  <c:v>25.61</c:v>
                </c:pt>
                <c:pt idx="1447">
                  <c:v>28.27</c:v>
                </c:pt>
                <c:pt idx="1448">
                  <c:v>28.68</c:v>
                </c:pt>
                <c:pt idx="1449">
                  <c:v>26.84</c:v>
                </c:pt>
                <c:pt idx="1450">
                  <c:v>25.7</c:v>
                </c:pt>
                <c:pt idx="1451">
                  <c:v>24.68</c:v>
                </c:pt>
                <c:pt idx="1452">
                  <c:v>24.18</c:v>
                </c:pt>
                <c:pt idx="1453">
                  <c:v>23.12</c:v>
                </c:pt>
                <c:pt idx="1454">
                  <c:v>23.01</c:v>
                </c:pt>
                <c:pt idx="1455">
                  <c:v>22.99</c:v>
                </c:pt>
                <c:pt idx="1456">
                  <c:v>22.86</c:v>
                </c:pt>
                <c:pt idx="1457">
                  <c:v>21.72</c:v>
                </c:pt>
                <c:pt idx="1458">
                  <c:v>21.43</c:v>
                </c:pt>
                <c:pt idx="1459">
                  <c:v>21.49</c:v>
                </c:pt>
                <c:pt idx="1460">
                  <c:v>20.9</c:v>
                </c:pt>
                <c:pt idx="1461">
                  <c:v>22.22</c:v>
                </c:pt>
                <c:pt idx="1462">
                  <c:v>20.69</c:v>
                </c:pt>
                <c:pt idx="1463">
                  <c:v>22.27</c:v>
                </c:pt>
                <c:pt idx="1464">
                  <c:v>24.31</c:v>
                </c:pt>
                <c:pt idx="1465">
                  <c:v>24.83</c:v>
                </c:pt>
                <c:pt idx="1466">
                  <c:v>27.91</c:v>
                </c:pt>
                <c:pt idx="1467">
                  <c:v>24.76</c:v>
                </c:pt>
                <c:pt idx="1468">
                  <c:v>30.69</c:v>
                </c:pt>
                <c:pt idx="1469">
                  <c:v>29.78</c:v>
                </c:pt>
                <c:pt idx="1470">
                  <c:v>28.81</c:v>
                </c:pt>
                <c:pt idx="1471">
                  <c:v>27.72</c:v>
                </c:pt>
                <c:pt idx="1472">
                  <c:v>25.43</c:v>
                </c:pt>
                <c:pt idx="1473">
                  <c:v>24.19</c:v>
                </c:pt>
                <c:pt idx="1474">
                  <c:v>23.15</c:v>
                </c:pt>
                <c:pt idx="1475">
                  <c:v>22.84</c:v>
                </c:pt>
                <c:pt idx="1476">
                  <c:v>23</c:v>
                </c:pt>
                <c:pt idx="1477">
                  <c:v>24.24</c:v>
                </c:pt>
                <c:pt idx="1478">
                  <c:v>23.36</c:v>
                </c:pt>
                <c:pt idx="1479">
                  <c:v>22.89</c:v>
                </c:pt>
                <c:pt idx="1480">
                  <c:v>22.41</c:v>
                </c:pt>
                <c:pt idx="1481">
                  <c:v>21.63</c:v>
                </c:pt>
                <c:pt idx="1482">
                  <c:v>22.63</c:v>
                </c:pt>
                <c:pt idx="1483">
                  <c:v>22.19</c:v>
                </c:pt>
                <c:pt idx="1484">
                  <c:v>21.16</c:v>
                </c:pt>
                <c:pt idx="1485">
                  <c:v>20.47</c:v>
                </c:pt>
                <c:pt idx="1486">
                  <c:v>20.48</c:v>
                </c:pt>
                <c:pt idx="1487">
                  <c:v>24.74</c:v>
                </c:pt>
                <c:pt idx="1488">
                  <c:v>24.51</c:v>
                </c:pt>
                <c:pt idx="1489">
                  <c:v>21.92</c:v>
                </c:pt>
                <c:pt idx="1490">
                  <c:v>21.12</c:v>
                </c:pt>
                <c:pt idx="1491">
                  <c:v>22.46</c:v>
                </c:pt>
                <c:pt idx="1492">
                  <c:v>21.25</c:v>
                </c:pt>
                <c:pt idx="1493">
                  <c:v>22.1</c:v>
                </c:pt>
                <c:pt idx="1494">
                  <c:v>23.69</c:v>
                </c:pt>
                <c:pt idx="1495">
                  <c:v>22.66</c:v>
                </c:pt>
                <c:pt idx="1496">
                  <c:v>22.32</c:v>
                </c:pt>
                <c:pt idx="1497">
                  <c:v>21.59</c:v>
                </c:pt>
                <c:pt idx="1498">
                  <c:v>21.15</c:v>
                </c:pt>
                <c:pt idx="1499">
                  <c:v>21.5</c:v>
                </c:pt>
                <c:pt idx="1500">
                  <c:v>20.54</c:v>
                </c:pt>
                <c:pt idx="1501">
                  <c:v>22.57</c:v>
                </c:pt>
                <c:pt idx="1502">
                  <c:v>21.68</c:v>
                </c:pt>
                <c:pt idx="1503">
                  <c:v>20.49</c:v>
                </c:pt>
                <c:pt idx="1504">
                  <c:v>19.54</c:v>
                </c:pt>
                <c:pt idx="1505">
                  <c:v>19.71</c:v>
                </c:pt>
                <c:pt idx="1506">
                  <c:v>19.47</c:v>
                </c:pt>
                <c:pt idx="1507">
                  <c:v>19.93</c:v>
                </c:pt>
                <c:pt idx="1508">
                  <c:v>20.010000000000002</c:v>
                </c:pt>
                <c:pt idx="1509">
                  <c:v>19.96</c:v>
                </c:pt>
                <c:pt idx="1510">
                  <c:v>21.68</c:v>
                </c:pt>
                <c:pt idx="1511">
                  <c:v>20.04</c:v>
                </c:pt>
                <c:pt idx="1512">
                  <c:v>19.350000000000001</c:v>
                </c:pt>
                <c:pt idx="1513">
                  <c:v>19.16</c:v>
                </c:pt>
                <c:pt idx="1514">
                  <c:v>19.059999999999999</c:v>
                </c:pt>
                <c:pt idx="1515">
                  <c:v>18.13</c:v>
                </c:pt>
                <c:pt idx="1516">
                  <c:v>17.55</c:v>
                </c:pt>
                <c:pt idx="1517">
                  <c:v>18.25</c:v>
                </c:pt>
                <c:pt idx="1518">
                  <c:v>17.850000000000001</c:v>
                </c:pt>
                <c:pt idx="1519">
                  <c:v>17.63</c:v>
                </c:pt>
                <c:pt idx="1520">
                  <c:v>17.91</c:v>
                </c:pt>
                <c:pt idx="1521">
                  <c:v>17.579999999999998</c:v>
                </c:pt>
                <c:pt idx="1522">
                  <c:v>18.68</c:v>
                </c:pt>
                <c:pt idx="1523">
                  <c:v>22.27</c:v>
                </c:pt>
                <c:pt idx="1524">
                  <c:v>27.31</c:v>
                </c:pt>
                <c:pt idx="1525">
                  <c:v>25.41</c:v>
                </c:pt>
                <c:pt idx="1526">
                  <c:v>24.55</c:v>
                </c:pt>
                <c:pt idx="1527">
                  <c:v>23.14</c:v>
                </c:pt>
                <c:pt idx="1528">
                  <c:v>23.73</c:v>
                </c:pt>
                <c:pt idx="1529">
                  <c:v>24.62</c:v>
                </c:pt>
                <c:pt idx="1530">
                  <c:v>22.59</c:v>
                </c:pt>
                <c:pt idx="1531">
                  <c:v>21.48</c:v>
                </c:pt>
                <c:pt idx="1532">
                  <c:v>21.6</c:v>
                </c:pt>
                <c:pt idx="1533">
                  <c:v>26.08</c:v>
                </c:pt>
                <c:pt idx="1534">
                  <c:v>26.11</c:v>
                </c:pt>
                <c:pt idx="1535">
                  <c:v>26.51</c:v>
                </c:pt>
                <c:pt idx="1536">
                  <c:v>26</c:v>
                </c:pt>
                <c:pt idx="1537">
                  <c:v>25.4</c:v>
                </c:pt>
                <c:pt idx="1538">
                  <c:v>23.96</c:v>
                </c:pt>
                <c:pt idx="1539">
                  <c:v>22.73</c:v>
                </c:pt>
                <c:pt idx="1540">
                  <c:v>22.25</c:v>
                </c:pt>
                <c:pt idx="1541">
                  <c:v>21.72</c:v>
                </c:pt>
                <c:pt idx="1542">
                  <c:v>20.63</c:v>
                </c:pt>
                <c:pt idx="1543">
                  <c:v>20.02</c:v>
                </c:pt>
                <c:pt idx="1544">
                  <c:v>19.940000000000001</c:v>
                </c:pt>
                <c:pt idx="1545">
                  <c:v>21.37</c:v>
                </c:pt>
                <c:pt idx="1546">
                  <c:v>20.27</c:v>
                </c:pt>
                <c:pt idx="1547">
                  <c:v>20.100000000000001</c:v>
                </c:pt>
                <c:pt idx="1548">
                  <c:v>19.5</c:v>
                </c:pt>
                <c:pt idx="1549">
                  <c:v>19.260000000000002</c:v>
                </c:pt>
                <c:pt idx="1550">
                  <c:v>19.059999999999999</c:v>
                </c:pt>
                <c:pt idx="1551">
                  <c:v>18.829999999999998</c:v>
                </c:pt>
                <c:pt idx="1552">
                  <c:v>18.72</c:v>
                </c:pt>
                <c:pt idx="1553">
                  <c:v>17.420000000000002</c:v>
                </c:pt>
                <c:pt idx="1554">
                  <c:v>17.79</c:v>
                </c:pt>
                <c:pt idx="1555">
                  <c:v>17.920000000000002</c:v>
                </c:pt>
                <c:pt idx="1556">
                  <c:v>18.57</c:v>
                </c:pt>
                <c:pt idx="1557">
                  <c:v>18.059999999999999</c:v>
                </c:pt>
                <c:pt idx="1558">
                  <c:v>17.579999999999998</c:v>
                </c:pt>
                <c:pt idx="1559">
                  <c:v>18</c:v>
                </c:pt>
                <c:pt idx="1560">
                  <c:v>17.690000000000001</c:v>
                </c:pt>
                <c:pt idx="1561">
                  <c:v>16.91</c:v>
                </c:pt>
                <c:pt idx="1562">
                  <c:v>16.62</c:v>
                </c:pt>
                <c:pt idx="1563">
                  <c:v>16.97</c:v>
                </c:pt>
                <c:pt idx="1564">
                  <c:v>16.87</c:v>
                </c:pt>
                <c:pt idx="1565">
                  <c:v>16.350000000000001</c:v>
                </c:pt>
                <c:pt idx="1566">
                  <c:v>17.55</c:v>
                </c:pt>
                <c:pt idx="1567">
                  <c:v>18.399999999999999</c:v>
                </c:pt>
                <c:pt idx="1568">
                  <c:v>17.77</c:v>
                </c:pt>
                <c:pt idx="1569">
                  <c:v>17.59</c:v>
                </c:pt>
                <c:pt idx="1570">
                  <c:v>17.13</c:v>
                </c:pt>
                <c:pt idx="1571">
                  <c:v>17.59</c:v>
                </c:pt>
                <c:pt idx="1572">
                  <c:v>17.47</c:v>
                </c:pt>
                <c:pt idx="1573">
                  <c:v>17.02</c:v>
                </c:pt>
                <c:pt idx="1574">
                  <c:v>16.23</c:v>
                </c:pt>
                <c:pt idx="1575">
                  <c:v>16.62</c:v>
                </c:pt>
                <c:pt idx="1576">
                  <c:v>16.48</c:v>
                </c:pt>
                <c:pt idx="1577">
                  <c:v>16.14</c:v>
                </c:pt>
                <c:pt idx="1578">
                  <c:v>15.58</c:v>
                </c:pt>
                <c:pt idx="1579">
                  <c:v>16.2</c:v>
                </c:pt>
                <c:pt idx="1580">
                  <c:v>15.59</c:v>
                </c:pt>
                <c:pt idx="1581">
                  <c:v>15.89</c:v>
                </c:pt>
                <c:pt idx="1582">
                  <c:v>18.36</c:v>
                </c:pt>
                <c:pt idx="1583">
                  <c:v>17.34</c:v>
                </c:pt>
                <c:pt idx="1584">
                  <c:v>15.73</c:v>
                </c:pt>
                <c:pt idx="1585">
                  <c:v>16.32</c:v>
                </c:pt>
                <c:pt idx="1586">
                  <c:v>16.47</c:v>
                </c:pt>
                <c:pt idx="1587">
                  <c:v>16.62</c:v>
                </c:pt>
                <c:pt idx="1588">
                  <c:v>17.47</c:v>
                </c:pt>
                <c:pt idx="1589">
                  <c:v>22.81</c:v>
                </c:pt>
                <c:pt idx="1590">
                  <c:v>21.08</c:v>
                </c:pt>
                <c:pt idx="1591">
                  <c:v>18.440000000000001</c:v>
                </c:pt>
                <c:pt idx="1592">
                  <c:v>22.05</c:v>
                </c:pt>
                <c:pt idx="1593">
                  <c:v>20.190000000000001</c:v>
                </c:pt>
                <c:pt idx="1594">
                  <c:v>23.84</c:v>
                </c:pt>
                <c:pt idx="1595">
                  <c:v>24.91</c:v>
                </c:pt>
                <c:pt idx="1596">
                  <c:v>32.799999999999997</c:v>
                </c:pt>
                <c:pt idx="1597">
                  <c:v>40.950000000000003</c:v>
                </c:pt>
                <c:pt idx="1598">
                  <c:v>28.84</c:v>
                </c:pt>
                <c:pt idx="1599">
                  <c:v>28.32</c:v>
                </c:pt>
                <c:pt idx="1600">
                  <c:v>25.52</c:v>
                </c:pt>
                <c:pt idx="1601">
                  <c:v>26.68</c:v>
                </c:pt>
                <c:pt idx="1602">
                  <c:v>31.24</c:v>
                </c:pt>
                <c:pt idx="1603">
                  <c:v>30.84</c:v>
                </c:pt>
                <c:pt idx="1604">
                  <c:v>33.549999999999997</c:v>
                </c:pt>
                <c:pt idx="1605">
                  <c:v>35.32</c:v>
                </c:pt>
                <c:pt idx="1606">
                  <c:v>45.79</c:v>
                </c:pt>
                <c:pt idx="1607">
                  <c:v>40.1</c:v>
                </c:pt>
                <c:pt idx="1608">
                  <c:v>38.32</c:v>
                </c:pt>
                <c:pt idx="1609">
                  <c:v>34.61</c:v>
                </c:pt>
                <c:pt idx="1610">
                  <c:v>35.020000000000003</c:v>
                </c:pt>
                <c:pt idx="1611">
                  <c:v>29.68</c:v>
                </c:pt>
                <c:pt idx="1612">
                  <c:v>32.07</c:v>
                </c:pt>
                <c:pt idx="1613">
                  <c:v>35.54</c:v>
                </c:pt>
                <c:pt idx="1614">
                  <c:v>30.17</c:v>
                </c:pt>
                <c:pt idx="1615">
                  <c:v>29.46</c:v>
                </c:pt>
                <c:pt idx="1616">
                  <c:v>35.479999999999997</c:v>
                </c:pt>
                <c:pt idx="1617">
                  <c:v>36.57</c:v>
                </c:pt>
                <c:pt idx="1618">
                  <c:v>33.700000000000003</c:v>
                </c:pt>
                <c:pt idx="1619">
                  <c:v>33.729999999999997</c:v>
                </c:pt>
                <c:pt idx="1620">
                  <c:v>30.57</c:v>
                </c:pt>
                <c:pt idx="1621">
                  <c:v>28.79</c:v>
                </c:pt>
                <c:pt idx="1622">
                  <c:v>28.58</c:v>
                </c:pt>
                <c:pt idx="1623">
                  <c:v>25.87</c:v>
                </c:pt>
                <c:pt idx="1624">
                  <c:v>25.92</c:v>
                </c:pt>
                <c:pt idx="1625">
                  <c:v>25.05</c:v>
                </c:pt>
                <c:pt idx="1626">
                  <c:v>23.95</c:v>
                </c:pt>
                <c:pt idx="1627">
                  <c:v>24.88</c:v>
                </c:pt>
                <c:pt idx="1628">
                  <c:v>27.05</c:v>
                </c:pt>
                <c:pt idx="1629">
                  <c:v>26.91</c:v>
                </c:pt>
                <c:pt idx="1630">
                  <c:v>29.74</c:v>
                </c:pt>
                <c:pt idx="1631">
                  <c:v>28.53</c:v>
                </c:pt>
                <c:pt idx="1632">
                  <c:v>29</c:v>
                </c:pt>
                <c:pt idx="1633">
                  <c:v>34.130000000000003</c:v>
                </c:pt>
                <c:pt idx="1634">
                  <c:v>34.54</c:v>
                </c:pt>
                <c:pt idx="1635">
                  <c:v>32.86</c:v>
                </c:pt>
                <c:pt idx="1636">
                  <c:v>30.12</c:v>
                </c:pt>
                <c:pt idx="1637">
                  <c:v>29.65</c:v>
                </c:pt>
                <c:pt idx="1638">
                  <c:v>26.84</c:v>
                </c:pt>
                <c:pt idx="1639">
                  <c:v>25.71</c:v>
                </c:pt>
                <c:pt idx="1640">
                  <c:v>24.98</c:v>
                </c:pt>
                <c:pt idx="1641">
                  <c:v>24.43</c:v>
                </c:pt>
                <c:pt idx="1642">
                  <c:v>24.56</c:v>
                </c:pt>
                <c:pt idx="1643">
                  <c:v>24.89</c:v>
                </c:pt>
                <c:pt idx="1644">
                  <c:v>25.14</c:v>
                </c:pt>
                <c:pt idx="1645">
                  <c:v>26.25</c:v>
                </c:pt>
                <c:pt idx="1646">
                  <c:v>25.97</c:v>
                </c:pt>
                <c:pt idx="1647">
                  <c:v>23.93</c:v>
                </c:pt>
                <c:pt idx="1648">
                  <c:v>25.64</c:v>
                </c:pt>
                <c:pt idx="1649">
                  <c:v>24.63</c:v>
                </c:pt>
                <c:pt idx="1650">
                  <c:v>23.47</c:v>
                </c:pt>
                <c:pt idx="1651">
                  <c:v>22.78</c:v>
                </c:pt>
                <c:pt idx="1652">
                  <c:v>23.19</c:v>
                </c:pt>
                <c:pt idx="1653">
                  <c:v>24.25</c:v>
                </c:pt>
                <c:pt idx="1654">
                  <c:v>24.13</c:v>
                </c:pt>
                <c:pt idx="1655">
                  <c:v>23.5</c:v>
                </c:pt>
                <c:pt idx="1656">
                  <c:v>22.01</c:v>
                </c:pt>
                <c:pt idx="1657">
                  <c:v>22.63</c:v>
                </c:pt>
                <c:pt idx="1658">
                  <c:v>22.21</c:v>
                </c:pt>
                <c:pt idx="1659">
                  <c:v>22.1</c:v>
                </c:pt>
                <c:pt idx="1660">
                  <c:v>21.74</c:v>
                </c:pt>
                <c:pt idx="1661">
                  <c:v>22.14</c:v>
                </c:pt>
                <c:pt idx="1662">
                  <c:v>22.37</c:v>
                </c:pt>
                <c:pt idx="1663">
                  <c:v>25.39</c:v>
                </c:pt>
                <c:pt idx="1664">
                  <c:v>25.73</c:v>
                </c:pt>
                <c:pt idx="1665">
                  <c:v>26.24</c:v>
                </c:pt>
                <c:pt idx="1666">
                  <c:v>26.1</c:v>
                </c:pt>
                <c:pt idx="1667">
                  <c:v>24.33</c:v>
                </c:pt>
                <c:pt idx="1668">
                  <c:v>24.59</c:v>
                </c:pt>
                <c:pt idx="1669">
                  <c:v>26.44</c:v>
                </c:pt>
                <c:pt idx="1670">
                  <c:v>25.49</c:v>
                </c:pt>
                <c:pt idx="1671">
                  <c:v>25.66</c:v>
                </c:pt>
                <c:pt idx="1672">
                  <c:v>27.46</c:v>
                </c:pt>
                <c:pt idx="1673">
                  <c:v>26.7</c:v>
                </c:pt>
                <c:pt idx="1674">
                  <c:v>27.37</c:v>
                </c:pt>
                <c:pt idx="1675">
                  <c:v>24.45</c:v>
                </c:pt>
                <c:pt idx="1676">
                  <c:v>27.21</c:v>
                </c:pt>
                <c:pt idx="1677">
                  <c:v>26.05</c:v>
                </c:pt>
                <c:pt idx="1678">
                  <c:v>23.89</c:v>
                </c:pt>
                <c:pt idx="1679">
                  <c:v>23.19</c:v>
                </c:pt>
                <c:pt idx="1680">
                  <c:v>21.31</c:v>
                </c:pt>
                <c:pt idx="1681">
                  <c:v>23.8</c:v>
                </c:pt>
                <c:pt idx="1682">
                  <c:v>23.25</c:v>
                </c:pt>
                <c:pt idx="1683">
                  <c:v>22.81</c:v>
                </c:pt>
                <c:pt idx="1684">
                  <c:v>21.99</c:v>
                </c:pt>
                <c:pt idx="1685">
                  <c:v>21.21</c:v>
                </c:pt>
                <c:pt idx="1686">
                  <c:v>21.56</c:v>
                </c:pt>
                <c:pt idx="1687">
                  <c:v>22.1</c:v>
                </c:pt>
                <c:pt idx="1688">
                  <c:v>21.72</c:v>
                </c:pt>
                <c:pt idx="1689">
                  <c:v>22.01</c:v>
                </c:pt>
                <c:pt idx="1690">
                  <c:v>21.5</c:v>
                </c:pt>
                <c:pt idx="1691">
                  <c:v>22.35</c:v>
                </c:pt>
                <c:pt idx="1692">
                  <c:v>22.51</c:v>
                </c:pt>
                <c:pt idx="1693">
                  <c:v>23.87</c:v>
                </c:pt>
                <c:pt idx="1694">
                  <c:v>21.71</c:v>
                </c:pt>
                <c:pt idx="1695">
                  <c:v>22.54</c:v>
                </c:pt>
                <c:pt idx="1696">
                  <c:v>22.6</c:v>
                </c:pt>
                <c:pt idx="1697">
                  <c:v>23.25</c:v>
                </c:pt>
                <c:pt idx="1698">
                  <c:v>23.7</c:v>
                </c:pt>
                <c:pt idx="1699">
                  <c:v>22.5</c:v>
                </c:pt>
                <c:pt idx="1700">
                  <c:v>23.53</c:v>
                </c:pt>
                <c:pt idx="1701">
                  <c:v>21.76</c:v>
                </c:pt>
                <c:pt idx="1702">
                  <c:v>21.49</c:v>
                </c:pt>
                <c:pt idx="1703">
                  <c:v>21.56</c:v>
                </c:pt>
                <c:pt idx="1704">
                  <c:v>20.71</c:v>
                </c:pt>
                <c:pt idx="1705">
                  <c:v>18.96</c:v>
                </c:pt>
                <c:pt idx="1706">
                  <c:v>18.93</c:v>
                </c:pt>
                <c:pt idx="1707">
                  <c:v>19.07</c:v>
                </c:pt>
                <c:pt idx="1708">
                  <c:v>19.88</c:v>
                </c:pt>
                <c:pt idx="1709">
                  <c:v>19.03</c:v>
                </c:pt>
                <c:pt idx="1710">
                  <c:v>19.09</c:v>
                </c:pt>
                <c:pt idx="1711">
                  <c:v>20.63</c:v>
                </c:pt>
                <c:pt idx="1712">
                  <c:v>19.79</c:v>
                </c:pt>
                <c:pt idx="1713">
                  <c:v>19.27</c:v>
                </c:pt>
                <c:pt idx="1714">
                  <c:v>18.78</c:v>
                </c:pt>
                <c:pt idx="1715">
                  <c:v>19.850000000000001</c:v>
                </c:pt>
                <c:pt idx="1716">
                  <c:v>20.22</c:v>
                </c:pt>
                <c:pt idx="1717">
                  <c:v>20.71</c:v>
                </c:pt>
                <c:pt idx="1718">
                  <c:v>20.88</c:v>
                </c:pt>
                <c:pt idx="1719">
                  <c:v>21.2</c:v>
                </c:pt>
                <c:pt idx="1720">
                  <c:v>21.83</c:v>
                </c:pt>
                <c:pt idx="1721">
                  <c:v>21.57</c:v>
                </c:pt>
                <c:pt idx="1722">
                  <c:v>19.559999999999999</c:v>
                </c:pt>
                <c:pt idx="1723">
                  <c:v>18.52</c:v>
                </c:pt>
                <c:pt idx="1724">
                  <c:v>18.260000000000002</c:v>
                </c:pt>
                <c:pt idx="1725">
                  <c:v>18.29</c:v>
                </c:pt>
                <c:pt idx="1726">
                  <c:v>19.079999999999998</c:v>
                </c:pt>
                <c:pt idx="1727">
                  <c:v>18.47</c:v>
                </c:pt>
                <c:pt idx="1728">
                  <c:v>18.64</c:v>
                </c:pt>
                <c:pt idx="1729">
                  <c:v>20.61</c:v>
                </c:pt>
                <c:pt idx="1730">
                  <c:v>20.2</c:v>
                </c:pt>
                <c:pt idx="1731">
                  <c:v>22.58</c:v>
                </c:pt>
                <c:pt idx="1732">
                  <c:v>21.76</c:v>
                </c:pt>
                <c:pt idx="1733">
                  <c:v>18.75</c:v>
                </c:pt>
                <c:pt idx="1734">
                  <c:v>18.04</c:v>
                </c:pt>
                <c:pt idx="1735">
                  <c:v>18.37</c:v>
                </c:pt>
                <c:pt idx="1736">
                  <c:v>20.63</c:v>
                </c:pt>
                <c:pt idx="1737">
                  <c:v>19.559999999999999</c:v>
                </c:pt>
                <c:pt idx="1738">
                  <c:v>22.22</c:v>
                </c:pt>
                <c:pt idx="1739">
                  <c:v>21.53</c:v>
                </c:pt>
                <c:pt idx="1740">
                  <c:v>23.54</c:v>
                </c:pt>
                <c:pt idx="1741">
                  <c:v>21.36</c:v>
                </c:pt>
                <c:pt idx="1742">
                  <c:v>19.39</c:v>
                </c:pt>
                <c:pt idx="1743">
                  <c:v>18.010000000000002</c:v>
                </c:pt>
                <c:pt idx="1744">
                  <c:v>18.02</c:v>
                </c:pt>
                <c:pt idx="1745">
                  <c:v>17.989999999999998</c:v>
                </c:pt>
                <c:pt idx="1746">
                  <c:v>17.739999999999998</c:v>
                </c:pt>
                <c:pt idx="1747">
                  <c:v>17.25</c:v>
                </c:pt>
                <c:pt idx="1748">
                  <c:v>17.61</c:v>
                </c:pt>
                <c:pt idx="1749">
                  <c:v>17.55</c:v>
                </c:pt>
                <c:pt idx="1750">
                  <c:v>17.61</c:v>
                </c:pt>
                <c:pt idx="1751">
                  <c:v>17.940000000000001</c:v>
                </c:pt>
                <c:pt idx="1752">
                  <c:v>17.39</c:v>
                </c:pt>
                <c:pt idx="1753">
                  <c:v>16.11</c:v>
                </c:pt>
                <c:pt idx="1754">
                  <c:v>16.41</c:v>
                </c:pt>
                <c:pt idx="1755">
                  <c:v>16.489999999999998</c:v>
                </c:pt>
                <c:pt idx="1756">
                  <c:v>15.45</c:v>
                </c:pt>
                <c:pt idx="1757">
                  <c:v>16.47</c:v>
                </c:pt>
                <c:pt idx="1758">
                  <c:v>17.670000000000002</c:v>
                </c:pt>
                <c:pt idx="1759">
                  <c:v>17.52</c:v>
                </c:pt>
                <c:pt idx="1760">
                  <c:v>17.28</c:v>
                </c:pt>
                <c:pt idx="1761">
                  <c:v>17.52</c:v>
                </c:pt>
                <c:pt idx="1762">
                  <c:v>17.75</c:v>
                </c:pt>
                <c:pt idx="1763">
                  <c:v>17.61</c:v>
                </c:pt>
                <c:pt idx="1764">
                  <c:v>17.38</c:v>
                </c:pt>
                <c:pt idx="1765">
                  <c:v>17.02</c:v>
                </c:pt>
                <c:pt idx="1766">
                  <c:v>17.399999999999999</c:v>
                </c:pt>
                <c:pt idx="1767">
                  <c:v>17.14</c:v>
                </c:pt>
                <c:pt idx="1768">
                  <c:v>17.54</c:v>
                </c:pt>
                <c:pt idx="1769">
                  <c:v>16.89</c:v>
                </c:pt>
                <c:pt idx="1770">
                  <c:v>16.239999999999998</c:v>
                </c:pt>
                <c:pt idx="1771">
                  <c:v>16.39</c:v>
                </c:pt>
                <c:pt idx="1772">
                  <c:v>15.46</c:v>
                </c:pt>
                <c:pt idx="1773">
                  <c:v>15.87</c:v>
                </c:pt>
                <c:pt idx="1774">
                  <c:v>17.309999999999999</c:v>
                </c:pt>
                <c:pt idx="1775">
                  <c:v>17.989999999999998</c:v>
                </c:pt>
                <c:pt idx="1776">
                  <c:v>18.47</c:v>
                </c:pt>
                <c:pt idx="1777">
                  <c:v>17.649999999999999</c:v>
                </c:pt>
                <c:pt idx="1778">
                  <c:v>17.59</c:v>
                </c:pt>
                <c:pt idx="1779">
                  <c:v>16.64</c:v>
                </c:pt>
                <c:pt idx="1780">
                  <c:v>16.149999999999999</c:v>
                </c:pt>
                <c:pt idx="1781">
                  <c:v>20.04</c:v>
                </c:pt>
                <c:pt idx="1782">
                  <c:v>19.53</c:v>
                </c:pt>
                <c:pt idx="1783">
                  <c:v>17.63</c:v>
                </c:pt>
                <c:pt idx="1784">
                  <c:v>17.3</c:v>
                </c:pt>
                <c:pt idx="1785">
                  <c:v>16.690000000000001</c:v>
                </c:pt>
                <c:pt idx="1786">
                  <c:v>15.93</c:v>
                </c:pt>
                <c:pt idx="1787">
                  <c:v>16.28</c:v>
                </c:pt>
                <c:pt idx="1788">
                  <c:v>15.81</c:v>
                </c:pt>
                <c:pt idx="1789">
                  <c:v>15.87</c:v>
                </c:pt>
                <c:pt idx="1790">
                  <c:v>16.09</c:v>
                </c:pt>
                <c:pt idx="1791">
                  <c:v>15.69</c:v>
                </c:pt>
                <c:pt idx="1792">
                  <c:v>15.95</c:v>
                </c:pt>
                <c:pt idx="1793">
                  <c:v>16.37</c:v>
                </c:pt>
                <c:pt idx="1794">
                  <c:v>16.72</c:v>
                </c:pt>
                <c:pt idx="1795">
                  <c:v>16.59</c:v>
                </c:pt>
                <c:pt idx="1796">
                  <c:v>16.43</c:v>
                </c:pt>
                <c:pt idx="1797">
                  <c:v>20.8</c:v>
                </c:pt>
                <c:pt idx="1798">
                  <c:v>22.13</c:v>
                </c:pt>
                <c:pt idx="1799">
                  <c:v>21.32</c:v>
                </c:pt>
                <c:pt idx="1800">
                  <c:v>19.22</c:v>
                </c:pt>
                <c:pt idx="1801">
                  <c:v>18.350000000000001</c:v>
                </c:pt>
                <c:pt idx="1802">
                  <c:v>21.01</c:v>
                </c:pt>
                <c:pt idx="1803">
                  <c:v>20.7</c:v>
                </c:pt>
                <c:pt idx="1804">
                  <c:v>18.600000000000001</c:v>
                </c:pt>
                <c:pt idx="1805">
                  <c:v>19.059999999999999</c:v>
                </c:pt>
                <c:pt idx="1806">
                  <c:v>20.66</c:v>
                </c:pt>
                <c:pt idx="1807">
                  <c:v>19.82</c:v>
                </c:pt>
                <c:pt idx="1808">
                  <c:v>20.22</c:v>
                </c:pt>
                <c:pt idx="1809">
                  <c:v>21.79</c:v>
                </c:pt>
                <c:pt idx="1810">
                  <c:v>20.079999999999998</c:v>
                </c:pt>
                <c:pt idx="1811">
                  <c:v>21.13</c:v>
                </c:pt>
                <c:pt idx="1812">
                  <c:v>24.32</c:v>
                </c:pt>
                <c:pt idx="1813">
                  <c:v>29.4</c:v>
                </c:pt>
                <c:pt idx="1814">
                  <c:v>26.37</c:v>
                </c:pt>
                <c:pt idx="1815">
                  <c:v>24.44</c:v>
                </c:pt>
                <c:pt idx="1816">
                  <c:v>20.61</c:v>
                </c:pt>
                <c:pt idx="1817">
                  <c:v>20.21</c:v>
                </c:pt>
                <c:pt idx="1818">
                  <c:v>19.170000000000002</c:v>
                </c:pt>
                <c:pt idx="1819">
                  <c:v>18</c:v>
                </c:pt>
                <c:pt idx="1820">
                  <c:v>17.91</c:v>
                </c:pt>
                <c:pt idx="1821">
                  <c:v>19.440000000000001</c:v>
                </c:pt>
                <c:pt idx="1822">
                  <c:v>18.16</c:v>
                </c:pt>
                <c:pt idx="1823">
                  <c:v>17.71</c:v>
                </c:pt>
                <c:pt idx="1824">
                  <c:v>17.739999999999998</c:v>
                </c:pt>
                <c:pt idx="1825">
                  <c:v>17.399999999999999</c:v>
                </c:pt>
                <c:pt idx="1826">
                  <c:v>17.5</c:v>
                </c:pt>
                <c:pt idx="1827">
                  <c:v>17.25</c:v>
                </c:pt>
                <c:pt idx="1828">
                  <c:v>16.899999999999999</c:v>
                </c:pt>
                <c:pt idx="1829">
                  <c:v>17.11</c:v>
                </c:pt>
                <c:pt idx="1830">
                  <c:v>17.87</c:v>
                </c:pt>
                <c:pt idx="1831">
                  <c:v>16.59</c:v>
                </c:pt>
                <c:pt idx="1832">
                  <c:v>17.09</c:v>
                </c:pt>
                <c:pt idx="1833">
                  <c:v>16.920000000000002</c:v>
                </c:pt>
                <c:pt idx="1834">
                  <c:v>16.27</c:v>
                </c:pt>
                <c:pt idx="1835">
                  <c:v>15.32</c:v>
                </c:pt>
                <c:pt idx="1836">
                  <c:v>16.96</c:v>
                </c:pt>
                <c:pt idx="1837">
                  <c:v>15.83</c:v>
                </c:pt>
                <c:pt idx="1838">
                  <c:v>15.07</c:v>
                </c:pt>
                <c:pt idx="1839">
                  <c:v>14.69</c:v>
                </c:pt>
                <c:pt idx="1840">
                  <c:v>15.77</c:v>
                </c:pt>
                <c:pt idx="1841">
                  <c:v>15.62</c:v>
                </c:pt>
                <c:pt idx="1842">
                  <c:v>15.35</c:v>
                </c:pt>
                <c:pt idx="1843">
                  <c:v>14.62</c:v>
                </c:pt>
                <c:pt idx="1844">
                  <c:v>14.75</c:v>
                </c:pt>
                <c:pt idx="1845">
                  <c:v>15.99</c:v>
                </c:pt>
                <c:pt idx="1846">
                  <c:v>16.7</c:v>
                </c:pt>
                <c:pt idx="1847">
                  <c:v>17.079999999999998</c:v>
                </c:pt>
                <c:pt idx="1848">
                  <c:v>18.2</c:v>
                </c:pt>
                <c:pt idx="1849">
                  <c:v>18.399999999999999</c:v>
                </c:pt>
                <c:pt idx="1850">
                  <c:v>17.16</c:v>
                </c:pt>
                <c:pt idx="1851">
                  <c:v>15.91</c:v>
                </c:pt>
                <c:pt idx="1852">
                  <c:v>16.95</c:v>
                </c:pt>
                <c:pt idx="1853">
                  <c:v>16.03</c:v>
                </c:pt>
                <c:pt idx="1854">
                  <c:v>17.07</c:v>
                </c:pt>
                <c:pt idx="1855">
                  <c:v>18.239999999999998</c:v>
                </c:pt>
                <c:pt idx="1856">
                  <c:v>17.55</c:v>
                </c:pt>
                <c:pt idx="1857">
                  <c:v>16.23</c:v>
                </c:pt>
                <c:pt idx="1858">
                  <c:v>15.52</c:v>
                </c:pt>
                <c:pt idx="1859">
                  <c:v>17.43</c:v>
                </c:pt>
                <c:pt idx="1860">
                  <c:v>18.27</c:v>
                </c:pt>
                <c:pt idx="1861">
                  <c:v>17.82</c:v>
                </c:pt>
                <c:pt idx="1862">
                  <c:v>17.07</c:v>
                </c:pt>
                <c:pt idx="1863">
                  <c:v>16.09</c:v>
                </c:pt>
                <c:pt idx="1864">
                  <c:v>15.98</c:v>
                </c:pt>
                <c:pt idx="1865">
                  <c:v>15.45</c:v>
                </c:pt>
                <c:pt idx="1866">
                  <c:v>18.3</c:v>
                </c:pt>
                <c:pt idx="1867">
                  <c:v>18.09</c:v>
                </c:pt>
                <c:pt idx="1868">
                  <c:v>17.95</c:v>
                </c:pt>
                <c:pt idx="1869">
                  <c:v>18.489999999999998</c:v>
                </c:pt>
                <c:pt idx="1870">
                  <c:v>18.07</c:v>
                </c:pt>
                <c:pt idx="1871">
                  <c:v>18.79</c:v>
                </c:pt>
                <c:pt idx="1872">
                  <c:v>17.77</c:v>
                </c:pt>
                <c:pt idx="1873">
                  <c:v>18.86</c:v>
                </c:pt>
                <c:pt idx="1874">
                  <c:v>19.61</c:v>
                </c:pt>
                <c:pt idx="1875">
                  <c:v>18.260000000000002</c:v>
                </c:pt>
                <c:pt idx="1876">
                  <c:v>21.32</c:v>
                </c:pt>
                <c:pt idx="1877">
                  <c:v>22.73</c:v>
                </c:pt>
                <c:pt idx="1878">
                  <c:v>21.85</c:v>
                </c:pt>
                <c:pt idx="1879">
                  <c:v>19.989999999999998</c:v>
                </c:pt>
                <c:pt idx="1880">
                  <c:v>18.86</c:v>
                </c:pt>
                <c:pt idx="1881">
                  <c:v>18.52</c:v>
                </c:pt>
                <c:pt idx="1882">
                  <c:v>19.29</c:v>
                </c:pt>
                <c:pt idx="1883">
                  <c:v>21.1</c:v>
                </c:pt>
                <c:pt idx="1884">
                  <c:v>20.56</c:v>
                </c:pt>
                <c:pt idx="1885">
                  <c:v>19.170000000000002</c:v>
                </c:pt>
                <c:pt idx="1886">
                  <c:v>17.27</c:v>
                </c:pt>
                <c:pt idx="1887">
                  <c:v>16.52</c:v>
                </c:pt>
                <c:pt idx="1888">
                  <c:v>15.87</c:v>
                </c:pt>
                <c:pt idx="1889">
                  <c:v>16.059999999999999</c:v>
                </c:pt>
                <c:pt idx="1890">
                  <c:v>16.34</c:v>
                </c:pt>
                <c:pt idx="1891">
                  <c:v>15.95</c:v>
                </c:pt>
                <c:pt idx="1892">
                  <c:v>15.95</c:v>
                </c:pt>
                <c:pt idx="1893">
                  <c:v>18.39</c:v>
                </c:pt>
                <c:pt idx="1894">
                  <c:v>19.87</c:v>
                </c:pt>
                <c:pt idx="1895">
                  <c:v>19.91</c:v>
                </c:pt>
                <c:pt idx="1896">
                  <c:v>20.8</c:v>
                </c:pt>
                <c:pt idx="1897">
                  <c:v>19.53</c:v>
                </c:pt>
                <c:pt idx="1898">
                  <c:v>20.95</c:v>
                </c:pt>
                <c:pt idx="1899">
                  <c:v>19.21</c:v>
                </c:pt>
                <c:pt idx="1900">
                  <c:v>19.09</c:v>
                </c:pt>
                <c:pt idx="1901">
                  <c:v>17.559999999999999</c:v>
                </c:pt>
                <c:pt idx="1902">
                  <c:v>17.52</c:v>
                </c:pt>
                <c:pt idx="1903">
                  <c:v>19.350000000000001</c:v>
                </c:pt>
                <c:pt idx="1904">
                  <c:v>20.23</c:v>
                </c:pt>
                <c:pt idx="1905">
                  <c:v>22.98</c:v>
                </c:pt>
                <c:pt idx="1906">
                  <c:v>23.74</c:v>
                </c:pt>
                <c:pt idx="1907">
                  <c:v>25.25</c:v>
                </c:pt>
                <c:pt idx="1908">
                  <c:v>23.66</c:v>
                </c:pt>
                <c:pt idx="1909">
                  <c:v>24.79</c:v>
                </c:pt>
                <c:pt idx="1910">
                  <c:v>23.38</c:v>
                </c:pt>
                <c:pt idx="1911">
                  <c:v>31.66</c:v>
                </c:pt>
                <c:pt idx="1912">
                  <c:v>32</c:v>
                </c:pt>
                <c:pt idx="1913">
                  <c:v>48</c:v>
                </c:pt>
                <c:pt idx="1914">
                  <c:v>35.06</c:v>
                </c:pt>
                <c:pt idx="1915">
                  <c:v>42.99</c:v>
                </c:pt>
                <c:pt idx="1916">
                  <c:v>39</c:v>
                </c:pt>
                <c:pt idx="1917">
                  <c:v>36.36</c:v>
                </c:pt>
                <c:pt idx="1918">
                  <c:v>31.87</c:v>
                </c:pt>
                <c:pt idx="1919">
                  <c:v>32.85</c:v>
                </c:pt>
                <c:pt idx="1920">
                  <c:v>31.58</c:v>
                </c:pt>
                <c:pt idx="1921">
                  <c:v>42.67</c:v>
                </c:pt>
                <c:pt idx="1922">
                  <c:v>43.05</c:v>
                </c:pt>
                <c:pt idx="1923">
                  <c:v>42.44</c:v>
                </c:pt>
                <c:pt idx="1924">
                  <c:v>36.270000000000003</c:v>
                </c:pt>
                <c:pt idx="1925">
                  <c:v>35.9</c:v>
                </c:pt>
                <c:pt idx="1926">
                  <c:v>39.76</c:v>
                </c:pt>
                <c:pt idx="1927">
                  <c:v>35.590000000000003</c:v>
                </c:pt>
                <c:pt idx="1928">
                  <c:v>32.28</c:v>
                </c:pt>
                <c:pt idx="1929">
                  <c:v>32.89</c:v>
                </c:pt>
                <c:pt idx="1930">
                  <c:v>31.62</c:v>
                </c:pt>
                <c:pt idx="1931">
                  <c:v>31.82</c:v>
                </c:pt>
                <c:pt idx="1932">
                  <c:v>33.92</c:v>
                </c:pt>
                <c:pt idx="1933">
                  <c:v>37</c:v>
                </c:pt>
                <c:pt idx="1934">
                  <c:v>33.380000000000003</c:v>
                </c:pt>
                <c:pt idx="1935">
                  <c:v>34.32</c:v>
                </c:pt>
                <c:pt idx="1936">
                  <c:v>38.520000000000003</c:v>
                </c:pt>
                <c:pt idx="1937">
                  <c:v>38.590000000000003</c:v>
                </c:pt>
                <c:pt idx="1938">
                  <c:v>36.909999999999997</c:v>
                </c:pt>
                <c:pt idx="1939">
                  <c:v>34.6</c:v>
                </c:pt>
                <c:pt idx="1940">
                  <c:v>31.97</c:v>
                </c:pt>
                <c:pt idx="1941">
                  <c:v>30.98</c:v>
                </c:pt>
                <c:pt idx="1942">
                  <c:v>32.729999999999997</c:v>
                </c:pt>
                <c:pt idx="1943">
                  <c:v>32.86</c:v>
                </c:pt>
                <c:pt idx="1944">
                  <c:v>37.32</c:v>
                </c:pt>
                <c:pt idx="1945">
                  <c:v>41.35</c:v>
                </c:pt>
                <c:pt idx="1946">
                  <c:v>41.25</c:v>
                </c:pt>
                <c:pt idx="1947">
                  <c:v>39.020000000000003</c:v>
                </c:pt>
                <c:pt idx="1948">
                  <c:v>37.71</c:v>
                </c:pt>
                <c:pt idx="1949">
                  <c:v>41.08</c:v>
                </c:pt>
                <c:pt idx="1950">
                  <c:v>38.840000000000003</c:v>
                </c:pt>
                <c:pt idx="1951">
                  <c:v>42.96</c:v>
                </c:pt>
                <c:pt idx="1952">
                  <c:v>45.45</c:v>
                </c:pt>
                <c:pt idx="1953">
                  <c:v>40.82</c:v>
                </c:pt>
                <c:pt idx="1954">
                  <c:v>37.81</c:v>
                </c:pt>
                <c:pt idx="1955">
                  <c:v>36.270000000000003</c:v>
                </c:pt>
                <c:pt idx="1956">
                  <c:v>36.200000000000003</c:v>
                </c:pt>
                <c:pt idx="1957">
                  <c:v>33.020000000000003</c:v>
                </c:pt>
                <c:pt idx="1958">
                  <c:v>32.86</c:v>
                </c:pt>
                <c:pt idx="1959">
                  <c:v>31.26</c:v>
                </c:pt>
                <c:pt idx="1960">
                  <c:v>30.7</c:v>
                </c:pt>
                <c:pt idx="1961">
                  <c:v>28.24</c:v>
                </c:pt>
                <c:pt idx="1962">
                  <c:v>33.39</c:v>
                </c:pt>
                <c:pt idx="1963">
                  <c:v>31.56</c:v>
                </c:pt>
                <c:pt idx="1964">
                  <c:v>34.44</c:v>
                </c:pt>
                <c:pt idx="1965">
                  <c:v>34.78</c:v>
                </c:pt>
                <c:pt idx="1966">
                  <c:v>31.32</c:v>
                </c:pt>
                <c:pt idx="1967">
                  <c:v>29.26</c:v>
                </c:pt>
                <c:pt idx="1968">
                  <c:v>32.22</c:v>
                </c:pt>
                <c:pt idx="1969">
                  <c:v>29.86</c:v>
                </c:pt>
                <c:pt idx="1970">
                  <c:v>25.46</c:v>
                </c:pt>
                <c:pt idx="1971">
                  <c:v>24.53</c:v>
                </c:pt>
                <c:pt idx="1972">
                  <c:v>29.96</c:v>
                </c:pt>
                <c:pt idx="1973">
                  <c:v>34.770000000000003</c:v>
                </c:pt>
                <c:pt idx="1974">
                  <c:v>32.74</c:v>
                </c:pt>
                <c:pt idx="1975">
                  <c:v>30.5</c:v>
                </c:pt>
                <c:pt idx="1976">
                  <c:v>30.16</c:v>
                </c:pt>
                <c:pt idx="1977">
                  <c:v>29.85</c:v>
                </c:pt>
                <c:pt idx="1978">
                  <c:v>27.48</c:v>
                </c:pt>
                <c:pt idx="1979">
                  <c:v>36.159999999999997</c:v>
                </c:pt>
                <c:pt idx="1980">
                  <c:v>32.81</c:v>
                </c:pt>
                <c:pt idx="1981">
                  <c:v>30.04</c:v>
                </c:pt>
                <c:pt idx="1982">
                  <c:v>31.13</c:v>
                </c:pt>
                <c:pt idx="1983">
                  <c:v>31.22</c:v>
                </c:pt>
                <c:pt idx="1984">
                  <c:v>33.51</c:v>
                </c:pt>
                <c:pt idx="1985">
                  <c:v>34.51</c:v>
                </c:pt>
                <c:pt idx="1986">
                  <c:v>32</c:v>
                </c:pt>
                <c:pt idx="1987">
                  <c:v>32.909999999999997</c:v>
                </c:pt>
                <c:pt idx="1988">
                  <c:v>31.97</c:v>
                </c:pt>
                <c:pt idx="1989">
                  <c:v>33.979999999999997</c:v>
                </c:pt>
                <c:pt idx="1990">
                  <c:v>34.47</c:v>
                </c:pt>
                <c:pt idx="1991">
                  <c:v>32.130000000000003</c:v>
                </c:pt>
                <c:pt idx="1992">
                  <c:v>30.64</c:v>
                </c:pt>
                <c:pt idx="1993">
                  <c:v>27.8</c:v>
                </c:pt>
                <c:pt idx="1994">
                  <c:v>27.41</c:v>
                </c:pt>
                <c:pt idx="1995">
                  <c:v>27.52</c:v>
                </c:pt>
                <c:pt idx="1996">
                  <c:v>27.84</c:v>
                </c:pt>
                <c:pt idx="1997">
                  <c:v>28.13</c:v>
                </c:pt>
                <c:pt idx="1998">
                  <c:v>28.67</c:v>
                </c:pt>
                <c:pt idx="1999">
                  <c:v>30.59</c:v>
                </c:pt>
                <c:pt idx="2000">
                  <c:v>26.38</c:v>
                </c:pt>
                <c:pt idx="2001">
                  <c:v>25.67</c:v>
                </c:pt>
                <c:pt idx="2002">
                  <c:v>25.41</c:v>
                </c:pt>
                <c:pt idx="2003">
                  <c:v>26.04</c:v>
                </c:pt>
                <c:pt idx="2004">
                  <c:v>25.11</c:v>
                </c:pt>
                <c:pt idx="2005">
                  <c:v>24.29</c:v>
                </c:pt>
                <c:pt idx="2006">
                  <c:v>24.92</c:v>
                </c:pt>
                <c:pt idx="2007">
                  <c:v>23.22</c:v>
                </c:pt>
                <c:pt idx="2008">
                  <c:v>21.43</c:v>
                </c:pt>
                <c:pt idx="2009">
                  <c:v>21.16</c:v>
                </c:pt>
                <c:pt idx="2010">
                  <c:v>20.73</c:v>
                </c:pt>
                <c:pt idx="2011">
                  <c:v>21.91</c:v>
                </c:pt>
                <c:pt idx="2012">
                  <c:v>23.52</c:v>
                </c:pt>
                <c:pt idx="2013">
                  <c:v>22.65</c:v>
                </c:pt>
                <c:pt idx="2014">
                  <c:v>23.4</c:v>
                </c:pt>
                <c:pt idx="2015">
                  <c:v>22.97</c:v>
                </c:pt>
                <c:pt idx="2016">
                  <c:v>22.22</c:v>
                </c:pt>
                <c:pt idx="2017">
                  <c:v>21.48</c:v>
                </c:pt>
                <c:pt idx="2018">
                  <c:v>20.63</c:v>
                </c:pt>
                <c:pt idx="2019">
                  <c:v>21.07</c:v>
                </c:pt>
                <c:pt idx="2020">
                  <c:v>20.69</c:v>
                </c:pt>
                <c:pt idx="2021">
                  <c:v>21.05</c:v>
                </c:pt>
                <c:pt idx="2022">
                  <c:v>20.47</c:v>
                </c:pt>
                <c:pt idx="2023">
                  <c:v>20.91</c:v>
                </c:pt>
                <c:pt idx="2024">
                  <c:v>22.2</c:v>
                </c:pt>
                <c:pt idx="2025">
                  <c:v>20.89</c:v>
                </c:pt>
                <c:pt idx="2026">
                  <c:v>19.87</c:v>
                </c:pt>
                <c:pt idx="2027">
                  <c:v>18.28</c:v>
                </c:pt>
                <c:pt idx="2028">
                  <c:v>18.670000000000002</c:v>
                </c:pt>
                <c:pt idx="2029">
                  <c:v>18.91</c:v>
                </c:pt>
                <c:pt idx="2030">
                  <c:v>18.309999999999999</c:v>
                </c:pt>
                <c:pt idx="2031">
                  <c:v>18.57</c:v>
                </c:pt>
                <c:pt idx="2032">
                  <c:v>18.53</c:v>
                </c:pt>
                <c:pt idx="2033">
                  <c:v>19.399999999999999</c:v>
                </c:pt>
                <c:pt idx="2034">
                  <c:v>19.440000000000001</c:v>
                </c:pt>
                <c:pt idx="2035">
                  <c:v>18.55</c:v>
                </c:pt>
                <c:pt idx="2036">
                  <c:v>17.98</c:v>
                </c:pt>
                <c:pt idx="2037">
                  <c:v>17.100000000000001</c:v>
                </c:pt>
                <c:pt idx="2038">
                  <c:v>17.760000000000002</c:v>
                </c:pt>
                <c:pt idx="2039">
                  <c:v>17.670000000000002</c:v>
                </c:pt>
                <c:pt idx="2040">
                  <c:v>18.16</c:v>
                </c:pt>
                <c:pt idx="2041">
                  <c:v>18.63</c:v>
                </c:pt>
                <c:pt idx="2042">
                  <c:v>20.77</c:v>
                </c:pt>
                <c:pt idx="2043">
                  <c:v>19.04</c:v>
                </c:pt>
                <c:pt idx="2044">
                  <c:v>19.54</c:v>
                </c:pt>
                <c:pt idx="2045">
                  <c:v>21.14</c:v>
                </c:pt>
                <c:pt idx="2046">
                  <c:v>19.22</c:v>
                </c:pt>
                <c:pt idx="2047">
                  <c:v>17.78</c:v>
                </c:pt>
                <c:pt idx="2048">
                  <c:v>18.190000000000001</c:v>
                </c:pt>
                <c:pt idx="2049">
                  <c:v>18.190000000000001</c:v>
                </c:pt>
                <c:pt idx="2050">
                  <c:v>16.829999999999998</c:v>
                </c:pt>
                <c:pt idx="2051">
                  <c:v>17.309999999999999</c:v>
                </c:pt>
                <c:pt idx="2052">
                  <c:v>18.18</c:v>
                </c:pt>
                <c:pt idx="2053">
                  <c:v>17.95</c:v>
                </c:pt>
                <c:pt idx="2054">
                  <c:v>18.43</c:v>
                </c:pt>
                <c:pt idx="2055">
                  <c:v>17.260000000000002</c:v>
                </c:pt>
                <c:pt idx="2056">
                  <c:v>17.29</c:v>
                </c:pt>
                <c:pt idx="2057">
                  <c:v>18.05</c:v>
                </c:pt>
                <c:pt idx="2058">
                  <c:v>20.84</c:v>
                </c:pt>
                <c:pt idx="2059">
                  <c:v>19.07</c:v>
                </c:pt>
                <c:pt idx="2060">
                  <c:v>18.02</c:v>
                </c:pt>
                <c:pt idx="2061">
                  <c:v>17.11</c:v>
                </c:pt>
                <c:pt idx="2062">
                  <c:v>15.64</c:v>
                </c:pt>
                <c:pt idx="2063">
                  <c:v>14.73</c:v>
                </c:pt>
                <c:pt idx="2064">
                  <c:v>15.31</c:v>
                </c:pt>
                <c:pt idx="2065">
                  <c:v>15.43</c:v>
                </c:pt>
                <c:pt idx="2066">
                  <c:v>14.43</c:v>
                </c:pt>
                <c:pt idx="2067">
                  <c:v>15.04</c:v>
                </c:pt>
                <c:pt idx="2068">
                  <c:v>15.58</c:v>
                </c:pt>
                <c:pt idx="2069">
                  <c:v>15.13</c:v>
                </c:pt>
                <c:pt idx="2070">
                  <c:v>15.68</c:v>
                </c:pt>
                <c:pt idx="2071">
                  <c:v>14.82</c:v>
                </c:pt>
                <c:pt idx="2072">
                  <c:v>14.26</c:v>
                </c:pt>
                <c:pt idx="2073">
                  <c:v>15.57</c:v>
                </c:pt>
                <c:pt idx="2074">
                  <c:v>15.47</c:v>
                </c:pt>
                <c:pt idx="2075">
                  <c:v>15.48</c:v>
                </c:pt>
                <c:pt idx="2076">
                  <c:v>15.5</c:v>
                </c:pt>
                <c:pt idx="2077">
                  <c:v>15.64</c:v>
                </c:pt>
                <c:pt idx="2078">
                  <c:v>15.66</c:v>
                </c:pt>
                <c:pt idx="2079">
                  <c:v>16.420000000000002</c:v>
                </c:pt>
                <c:pt idx="2080">
                  <c:v>16.7</c:v>
                </c:pt>
                <c:pt idx="2081">
                  <c:v>18.809999999999999</c:v>
                </c:pt>
                <c:pt idx="2082">
                  <c:v>20.39</c:v>
                </c:pt>
                <c:pt idx="2083">
                  <c:v>20.02</c:v>
                </c:pt>
                <c:pt idx="2084">
                  <c:v>17.2</c:v>
                </c:pt>
                <c:pt idx="2085">
                  <c:v>19.55</c:v>
                </c:pt>
                <c:pt idx="2086">
                  <c:v>19.55</c:v>
                </c:pt>
                <c:pt idx="2087">
                  <c:v>18.46</c:v>
                </c:pt>
                <c:pt idx="2088">
                  <c:v>18.64</c:v>
                </c:pt>
                <c:pt idx="2089">
                  <c:v>18.36</c:v>
                </c:pt>
                <c:pt idx="2090">
                  <c:v>17.440000000000001</c:v>
                </c:pt>
                <c:pt idx="2091">
                  <c:v>18.97</c:v>
                </c:pt>
                <c:pt idx="2092">
                  <c:v>18.100000000000001</c:v>
                </c:pt>
                <c:pt idx="2093">
                  <c:v>16.82</c:v>
                </c:pt>
                <c:pt idx="2094">
                  <c:v>16.239999999999998</c:v>
                </c:pt>
                <c:pt idx="2095">
                  <c:v>16.32</c:v>
                </c:pt>
                <c:pt idx="2096">
                  <c:v>17.149999999999999</c:v>
                </c:pt>
                <c:pt idx="2097">
                  <c:v>16.600000000000001</c:v>
                </c:pt>
                <c:pt idx="2098">
                  <c:v>16.88</c:v>
                </c:pt>
                <c:pt idx="2099">
                  <c:v>17.559999999999999</c:v>
                </c:pt>
                <c:pt idx="2100">
                  <c:v>19.16</c:v>
                </c:pt>
                <c:pt idx="2101">
                  <c:v>18.940000000000001</c:v>
                </c:pt>
                <c:pt idx="2102">
                  <c:v>19.05</c:v>
                </c:pt>
                <c:pt idx="2103">
                  <c:v>20.079999999999998</c:v>
                </c:pt>
                <c:pt idx="2104">
                  <c:v>18.829999999999998</c:v>
                </c:pt>
                <c:pt idx="2105">
                  <c:v>19.89</c:v>
                </c:pt>
                <c:pt idx="2106">
                  <c:v>21.87</c:v>
                </c:pt>
                <c:pt idx="2107">
                  <c:v>21.97</c:v>
                </c:pt>
                <c:pt idx="2108">
                  <c:v>22.27</c:v>
                </c:pt>
                <c:pt idx="2109">
                  <c:v>24.49</c:v>
                </c:pt>
                <c:pt idx="2110">
                  <c:v>25.1</c:v>
                </c:pt>
                <c:pt idx="2111">
                  <c:v>22.01</c:v>
                </c:pt>
                <c:pt idx="2112">
                  <c:v>22.48</c:v>
                </c:pt>
                <c:pt idx="2113">
                  <c:v>22.33</c:v>
                </c:pt>
                <c:pt idx="2114">
                  <c:v>21.54</c:v>
                </c:pt>
                <c:pt idx="2115">
                  <c:v>21.76</c:v>
                </c:pt>
                <c:pt idx="2116">
                  <c:v>21.03</c:v>
                </c:pt>
                <c:pt idx="2117">
                  <c:v>24.14</c:v>
                </c:pt>
                <c:pt idx="2118">
                  <c:v>24.06</c:v>
                </c:pt>
                <c:pt idx="2119">
                  <c:v>26.66</c:v>
                </c:pt>
                <c:pt idx="2120">
                  <c:v>26.12</c:v>
                </c:pt>
                <c:pt idx="2121">
                  <c:v>24.68</c:v>
                </c:pt>
                <c:pt idx="2122">
                  <c:v>22.16</c:v>
                </c:pt>
                <c:pt idx="2123">
                  <c:v>21.72</c:v>
                </c:pt>
                <c:pt idx="2124">
                  <c:v>21.23</c:v>
                </c:pt>
                <c:pt idx="2125">
                  <c:v>23.56</c:v>
                </c:pt>
                <c:pt idx="2126">
                  <c:v>22.09</c:v>
                </c:pt>
                <c:pt idx="2127">
                  <c:v>24.27</c:v>
                </c:pt>
                <c:pt idx="2128">
                  <c:v>21.68</c:v>
                </c:pt>
                <c:pt idx="2129">
                  <c:v>21.11</c:v>
                </c:pt>
                <c:pt idx="2130">
                  <c:v>18.32</c:v>
                </c:pt>
                <c:pt idx="2131">
                  <c:v>18.38</c:v>
                </c:pt>
                <c:pt idx="2132">
                  <c:v>17.239999999999998</c:v>
                </c:pt>
                <c:pt idx="2133">
                  <c:v>20.079999999999998</c:v>
                </c:pt>
                <c:pt idx="2134">
                  <c:v>18.11</c:v>
                </c:pt>
                <c:pt idx="2135">
                  <c:v>20.38</c:v>
                </c:pt>
                <c:pt idx="2136">
                  <c:v>19.72</c:v>
                </c:pt>
                <c:pt idx="2137">
                  <c:v>19.45</c:v>
                </c:pt>
                <c:pt idx="2138">
                  <c:v>19.71</c:v>
                </c:pt>
                <c:pt idx="2139">
                  <c:v>17.079999999999998</c:v>
                </c:pt>
                <c:pt idx="2140">
                  <c:v>16.8</c:v>
                </c:pt>
                <c:pt idx="2141">
                  <c:v>16.66</c:v>
                </c:pt>
                <c:pt idx="2142">
                  <c:v>17.5</c:v>
                </c:pt>
                <c:pt idx="2143">
                  <c:v>17.100000000000001</c:v>
                </c:pt>
                <c:pt idx="2144">
                  <c:v>18.05</c:v>
                </c:pt>
                <c:pt idx="2145">
                  <c:v>18.72</c:v>
                </c:pt>
                <c:pt idx="2146">
                  <c:v>17.95</c:v>
                </c:pt>
                <c:pt idx="2147">
                  <c:v>18.36</c:v>
                </c:pt>
                <c:pt idx="2148">
                  <c:v>16.739999999999998</c:v>
                </c:pt>
                <c:pt idx="2149">
                  <c:v>17.11</c:v>
                </c:pt>
                <c:pt idx="2150">
                  <c:v>16.48</c:v>
                </c:pt>
                <c:pt idx="2151">
                  <c:v>16.16</c:v>
                </c:pt>
                <c:pt idx="2152">
                  <c:v>15.45</c:v>
                </c:pt>
                <c:pt idx="2153">
                  <c:v>16.27</c:v>
                </c:pt>
                <c:pt idx="2154">
                  <c:v>18.62</c:v>
                </c:pt>
                <c:pt idx="2155">
                  <c:v>20.47</c:v>
                </c:pt>
                <c:pt idx="2156">
                  <c:v>19.34</c:v>
                </c:pt>
                <c:pt idx="2157">
                  <c:v>17.53</c:v>
                </c:pt>
                <c:pt idx="2158">
                  <c:v>16.7</c:v>
                </c:pt>
                <c:pt idx="2159">
                  <c:v>18.03</c:v>
                </c:pt>
                <c:pt idx="2160">
                  <c:v>18.93</c:v>
                </c:pt>
                <c:pt idx="2161">
                  <c:v>18.96</c:v>
                </c:pt>
                <c:pt idx="2162">
                  <c:v>17.57</c:v>
                </c:pt>
                <c:pt idx="2163">
                  <c:v>15.64</c:v>
                </c:pt>
                <c:pt idx="2164">
                  <c:v>15.95</c:v>
                </c:pt>
                <c:pt idx="2165">
                  <c:v>15.99</c:v>
                </c:pt>
                <c:pt idx="2166">
                  <c:v>15.32</c:v>
                </c:pt>
                <c:pt idx="2167">
                  <c:v>15.28</c:v>
                </c:pt>
                <c:pt idx="2168">
                  <c:v>14.74</c:v>
                </c:pt>
                <c:pt idx="2169">
                  <c:v>13.7</c:v>
                </c:pt>
                <c:pt idx="2170">
                  <c:v>14.85</c:v>
                </c:pt>
                <c:pt idx="2171">
                  <c:v>14.63</c:v>
                </c:pt>
                <c:pt idx="2172">
                  <c:v>14.29</c:v>
                </c:pt>
                <c:pt idx="2173">
                  <c:v>13.45</c:v>
                </c:pt>
                <c:pt idx="2174">
                  <c:v>14.02</c:v>
                </c:pt>
                <c:pt idx="2175">
                  <c:v>15.02</c:v>
                </c:pt>
                <c:pt idx="2176">
                  <c:v>15.11</c:v>
                </c:pt>
                <c:pt idx="2177">
                  <c:v>15.96</c:v>
                </c:pt>
                <c:pt idx="2178">
                  <c:v>15.18</c:v>
                </c:pt>
                <c:pt idx="2179">
                  <c:v>16.350000000000001</c:v>
                </c:pt>
                <c:pt idx="2180">
                  <c:v>16.489999999999998</c:v>
                </c:pt>
                <c:pt idx="2181">
                  <c:v>17.059999999999999</c:v>
                </c:pt>
                <c:pt idx="2182">
                  <c:v>17.829999999999998</c:v>
                </c:pt>
                <c:pt idx="2183">
                  <c:v>17.47</c:v>
                </c:pt>
                <c:pt idx="2184">
                  <c:v>17.98</c:v>
                </c:pt>
                <c:pt idx="2185">
                  <c:v>17.739999999999998</c:v>
                </c:pt>
                <c:pt idx="2186">
                  <c:v>15.63</c:v>
                </c:pt>
                <c:pt idx="2187">
                  <c:v>14.38</c:v>
                </c:pt>
                <c:pt idx="2188">
                  <c:v>16.28</c:v>
                </c:pt>
                <c:pt idx="2189">
                  <c:v>16.41</c:v>
                </c:pt>
                <c:pt idx="2190">
                  <c:v>15.8</c:v>
                </c:pt>
                <c:pt idx="2191">
                  <c:v>14.05</c:v>
                </c:pt>
                <c:pt idx="2192">
                  <c:v>14.51</c:v>
                </c:pt>
                <c:pt idx="2193">
                  <c:v>14.59</c:v>
                </c:pt>
                <c:pt idx="2194">
                  <c:v>14.18</c:v>
                </c:pt>
                <c:pt idx="2195">
                  <c:v>13.88</c:v>
                </c:pt>
                <c:pt idx="2196">
                  <c:v>14.07</c:v>
                </c:pt>
                <c:pt idx="2197">
                  <c:v>13.98</c:v>
                </c:pt>
                <c:pt idx="2198">
                  <c:v>14.15</c:v>
                </c:pt>
                <c:pt idx="2199">
                  <c:v>15.43</c:v>
                </c:pt>
                <c:pt idx="2200">
                  <c:v>16.809999999999999</c:v>
                </c:pt>
                <c:pt idx="2201">
                  <c:v>14.84</c:v>
                </c:pt>
                <c:pt idx="2202">
                  <c:v>15.73</c:v>
                </c:pt>
                <c:pt idx="2203">
                  <c:v>16.32</c:v>
                </c:pt>
                <c:pt idx="2204">
                  <c:v>15.71</c:v>
                </c:pt>
                <c:pt idx="2205">
                  <c:v>15.43</c:v>
                </c:pt>
                <c:pt idx="2206">
                  <c:v>14.55</c:v>
                </c:pt>
                <c:pt idx="2207">
                  <c:v>14.33</c:v>
                </c:pt>
                <c:pt idx="2208">
                  <c:v>15.11</c:v>
                </c:pt>
                <c:pt idx="2209">
                  <c:v>16.37</c:v>
                </c:pt>
                <c:pt idx="2210">
                  <c:v>16.29</c:v>
                </c:pt>
                <c:pt idx="2211">
                  <c:v>15.59</c:v>
                </c:pt>
                <c:pt idx="2212">
                  <c:v>16.14</c:v>
                </c:pt>
                <c:pt idx="2213">
                  <c:v>15.27</c:v>
                </c:pt>
                <c:pt idx="2214">
                  <c:v>15.22</c:v>
                </c:pt>
                <c:pt idx="2215">
                  <c:v>15.07</c:v>
                </c:pt>
                <c:pt idx="2216">
                  <c:v>15.03</c:v>
                </c:pt>
                <c:pt idx="2217">
                  <c:v>16.97</c:v>
                </c:pt>
                <c:pt idx="2218">
                  <c:v>16.62</c:v>
                </c:pt>
                <c:pt idx="2219">
                  <c:v>18.829999999999998</c:v>
                </c:pt>
                <c:pt idx="2220">
                  <c:v>18.329999999999998</c:v>
                </c:pt>
                <c:pt idx="2221">
                  <c:v>18.12</c:v>
                </c:pt>
                <c:pt idx="2222">
                  <c:v>17.809999999999999</c:v>
                </c:pt>
                <c:pt idx="2223">
                  <c:v>18.600000000000001</c:v>
                </c:pt>
                <c:pt idx="2224">
                  <c:v>16.690000000000001</c:v>
                </c:pt>
                <c:pt idx="2225">
                  <c:v>17.59</c:v>
                </c:pt>
                <c:pt idx="2226">
                  <c:v>18.420000000000002</c:v>
                </c:pt>
                <c:pt idx="2227">
                  <c:v>17.579999999999998</c:v>
                </c:pt>
                <c:pt idx="2228">
                  <c:v>19.079999999999998</c:v>
                </c:pt>
                <c:pt idx="2229">
                  <c:v>18.489999999999998</c:v>
                </c:pt>
                <c:pt idx="2230">
                  <c:v>18.61</c:v>
                </c:pt>
                <c:pt idx="2231">
                  <c:v>16.68</c:v>
                </c:pt>
                <c:pt idx="2232">
                  <c:v>16.649999999999999</c:v>
                </c:pt>
                <c:pt idx="2233">
                  <c:v>17.920000000000002</c:v>
                </c:pt>
                <c:pt idx="2234">
                  <c:v>17.989999999999998</c:v>
                </c:pt>
                <c:pt idx="2235">
                  <c:v>16.41</c:v>
                </c:pt>
                <c:pt idx="2236">
                  <c:v>15.24</c:v>
                </c:pt>
                <c:pt idx="2237">
                  <c:v>15.08</c:v>
                </c:pt>
                <c:pt idx="2238">
                  <c:v>15.31</c:v>
                </c:pt>
                <c:pt idx="2239">
                  <c:v>15.14</c:v>
                </c:pt>
                <c:pt idx="2240">
                  <c:v>15.5</c:v>
                </c:pt>
                <c:pt idx="2241">
                  <c:v>15.92</c:v>
                </c:pt>
                <c:pt idx="2242">
                  <c:v>15.51</c:v>
                </c:pt>
                <c:pt idx="2243">
                  <c:v>15.06</c:v>
                </c:pt>
                <c:pt idx="2244">
                  <c:v>15.87</c:v>
                </c:pt>
                <c:pt idx="2245">
                  <c:v>16.64</c:v>
                </c:pt>
                <c:pt idx="2246">
                  <c:v>17.12</c:v>
                </c:pt>
                <c:pt idx="2247">
                  <c:v>16.46</c:v>
                </c:pt>
                <c:pt idx="2248">
                  <c:v>16.579999999999998</c:v>
                </c:pt>
                <c:pt idx="2249">
                  <c:v>15.87</c:v>
                </c:pt>
                <c:pt idx="2250">
                  <c:v>16.05</c:v>
                </c:pt>
                <c:pt idx="2251">
                  <c:v>15.57</c:v>
                </c:pt>
                <c:pt idx="2252">
                  <c:v>15.95</c:v>
                </c:pt>
                <c:pt idx="2253">
                  <c:v>16.559999999999999</c:v>
                </c:pt>
                <c:pt idx="2254">
                  <c:v>16.989999999999998</c:v>
                </c:pt>
                <c:pt idx="2255">
                  <c:v>16.34</c:v>
                </c:pt>
                <c:pt idx="2256">
                  <c:v>15.57</c:v>
                </c:pt>
                <c:pt idx="2257">
                  <c:v>17.36</c:v>
                </c:pt>
                <c:pt idx="2258">
                  <c:v>17.670000000000002</c:v>
                </c:pt>
                <c:pt idx="2259">
                  <c:v>17.84</c:v>
                </c:pt>
                <c:pt idx="2260">
                  <c:v>17.84</c:v>
                </c:pt>
                <c:pt idx="2261">
                  <c:v>19.48</c:v>
                </c:pt>
                <c:pt idx="2262">
                  <c:v>19.47</c:v>
                </c:pt>
                <c:pt idx="2263">
                  <c:v>21.79</c:v>
                </c:pt>
                <c:pt idx="2264">
                  <c:v>18.02</c:v>
                </c:pt>
                <c:pt idx="2265">
                  <c:v>14.68</c:v>
                </c:pt>
                <c:pt idx="2266">
                  <c:v>14.56</c:v>
                </c:pt>
                <c:pt idx="2267">
                  <c:v>13.83</c:v>
                </c:pt>
                <c:pt idx="2268">
                  <c:v>13.79</c:v>
                </c:pt>
                <c:pt idx="2269">
                  <c:v>13.62</c:v>
                </c:pt>
                <c:pt idx="2270">
                  <c:v>13.81</c:v>
                </c:pt>
                <c:pt idx="2271">
                  <c:v>13.49</c:v>
                </c:pt>
                <c:pt idx="2272">
                  <c:v>13.36</c:v>
                </c:pt>
                <c:pt idx="2273">
                  <c:v>13.52</c:v>
                </c:pt>
                <c:pt idx="2274">
                  <c:v>13.55</c:v>
                </c:pt>
                <c:pt idx="2275">
                  <c:v>13.42</c:v>
                </c:pt>
                <c:pt idx="2276">
                  <c:v>13.57</c:v>
                </c:pt>
                <c:pt idx="2277">
                  <c:v>12.46</c:v>
                </c:pt>
                <c:pt idx="2278">
                  <c:v>12.43</c:v>
                </c:pt>
                <c:pt idx="2279">
                  <c:v>12.46</c:v>
                </c:pt>
                <c:pt idx="2280">
                  <c:v>12.69</c:v>
                </c:pt>
                <c:pt idx="2281">
                  <c:v>12.89</c:v>
                </c:pt>
                <c:pt idx="2282">
                  <c:v>13.57</c:v>
                </c:pt>
                <c:pt idx="2283">
                  <c:v>13.31</c:v>
                </c:pt>
                <c:pt idx="2284">
                  <c:v>14.32</c:v>
                </c:pt>
                <c:pt idx="2285">
                  <c:v>14.38</c:v>
                </c:pt>
                <c:pt idx="2286">
                  <c:v>12.9</c:v>
                </c:pt>
                <c:pt idx="2287">
                  <c:v>14.67</c:v>
                </c:pt>
                <c:pt idx="2288">
                  <c:v>13.72</c:v>
                </c:pt>
                <c:pt idx="2289">
                  <c:v>13.41</c:v>
                </c:pt>
                <c:pt idx="2290">
                  <c:v>13.5</c:v>
                </c:pt>
                <c:pt idx="2291">
                  <c:v>13.02</c:v>
                </c:pt>
                <c:pt idx="2292">
                  <c:v>12.94</c:v>
                </c:pt>
                <c:pt idx="2293">
                  <c:v>12.64</c:v>
                </c:pt>
                <c:pt idx="2294">
                  <c:v>12.98</c:v>
                </c:pt>
                <c:pt idx="2295">
                  <c:v>12.66</c:v>
                </c:pt>
                <c:pt idx="2296">
                  <c:v>12.46</c:v>
                </c:pt>
                <c:pt idx="2297">
                  <c:v>12.31</c:v>
                </c:pt>
                <c:pt idx="2298">
                  <c:v>14.68</c:v>
                </c:pt>
                <c:pt idx="2299">
                  <c:v>15.22</c:v>
                </c:pt>
                <c:pt idx="2300">
                  <c:v>14.17</c:v>
                </c:pt>
                <c:pt idx="2301">
                  <c:v>18.989999999999998</c:v>
                </c:pt>
                <c:pt idx="2302">
                  <c:v>16.87</c:v>
                </c:pt>
                <c:pt idx="2303">
                  <c:v>14.73</c:v>
                </c:pt>
                <c:pt idx="2304">
                  <c:v>15.51</c:v>
                </c:pt>
                <c:pt idx="2305">
                  <c:v>15.36</c:v>
                </c:pt>
                <c:pt idx="2306">
                  <c:v>14.01</c:v>
                </c:pt>
                <c:pt idx="2307">
                  <c:v>13.48</c:v>
                </c:pt>
                <c:pt idx="2308">
                  <c:v>13.53</c:v>
                </c:pt>
                <c:pt idx="2309">
                  <c:v>13.06</c:v>
                </c:pt>
                <c:pt idx="2310">
                  <c:v>12.59</c:v>
                </c:pt>
                <c:pt idx="2311">
                  <c:v>11.56</c:v>
                </c:pt>
                <c:pt idx="2312">
                  <c:v>12.27</c:v>
                </c:pt>
                <c:pt idx="2313">
                  <c:v>11.83</c:v>
                </c:pt>
                <c:pt idx="2314">
                  <c:v>11.3</c:v>
                </c:pt>
                <c:pt idx="2315">
                  <c:v>11.3</c:v>
                </c:pt>
                <c:pt idx="2316">
                  <c:v>13.36</c:v>
                </c:pt>
                <c:pt idx="2317">
                  <c:v>14.39</c:v>
                </c:pt>
                <c:pt idx="2318">
                  <c:v>12.67</c:v>
                </c:pt>
                <c:pt idx="2319">
                  <c:v>13.99</c:v>
                </c:pt>
                <c:pt idx="2320">
                  <c:v>13.57</c:v>
                </c:pt>
                <c:pt idx="2321">
                  <c:v>13.74</c:v>
                </c:pt>
                <c:pt idx="2322">
                  <c:v>12.77</c:v>
                </c:pt>
                <c:pt idx="2323">
                  <c:v>13.15</c:v>
                </c:pt>
                <c:pt idx="2324">
                  <c:v>12.7</c:v>
                </c:pt>
                <c:pt idx="2325">
                  <c:v>13.58</c:v>
                </c:pt>
                <c:pt idx="2326">
                  <c:v>12.76</c:v>
                </c:pt>
                <c:pt idx="2327">
                  <c:v>14.21</c:v>
                </c:pt>
                <c:pt idx="2328">
                  <c:v>13.89</c:v>
                </c:pt>
                <c:pt idx="2329">
                  <c:v>13.92</c:v>
                </c:pt>
                <c:pt idx="2330">
                  <c:v>13.19</c:v>
                </c:pt>
                <c:pt idx="2331">
                  <c:v>12.84</c:v>
                </c:pt>
                <c:pt idx="2332">
                  <c:v>12.36</c:v>
                </c:pt>
                <c:pt idx="2333">
                  <c:v>12.24</c:v>
                </c:pt>
                <c:pt idx="2334">
                  <c:v>12.06</c:v>
                </c:pt>
                <c:pt idx="2335">
                  <c:v>17.27</c:v>
                </c:pt>
                <c:pt idx="2336">
                  <c:v>13.96</c:v>
                </c:pt>
                <c:pt idx="2337">
                  <c:v>16.510000000000002</c:v>
                </c:pt>
                <c:pt idx="2338">
                  <c:v>17.559999999999999</c:v>
                </c:pt>
                <c:pt idx="2339">
                  <c:v>14.97</c:v>
                </c:pt>
                <c:pt idx="2340">
                  <c:v>14.39</c:v>
                </c:pt>
                <c:pt idx="2341">
                  <c:v>13.48</c:v>
                </c:pt>
                <c:pt idx="2342">
                  <c:v>13.61</c:v>
                </c:pt>
                <c:pt idx="2343">
                  <c:v>13.62</c:v>
                </c:pt>
                <c:pt idx="2344">
                  <c:v>13.61</c:v>
                </c:pt>
                <c:pt idx="2345">
                  <c:v>13.71</c:v>
                </c:pt>
                <c:pt idx="2346">
                  <c:v>13.52</c:v>
                </c:pt>
                <c:pt idx="2347">
                  <c:v>14.49</c:v>
                </c:pt>
                <c:pt idx="2348">
                  <c:v>13.59</c:v>
                </c:pt>
                <c:pt idx="2349">
                  <c:v>12.85</c:v>
                </c:pt>
                <c:pt idx="2350">
                  <c:v>12.66</c:v>
                </c:pt>
                <c:pt idx="2351">
                  <c:v>12.83</c:v>
                </c:pt>
                <c:pt idx="2352">
                  <c:v>12.66</c:v>
                </c:pt>
                <c:pt idx="2353">
                  <c:v>13.13</c:v>
                </c:pt>
                <c:pt idx="2354">
                  <c:v>12.59</c:v>
                </c:pt>
                <c:pt idx="2355">
                  <c:v>12.55</c:v>
                </c:pt>
                <c:pt idx="2356">
                  <c:v>12.77</c:v>
                </c:pt>
                <c:pt idx="2357">
                  <c:v>12.81</c:v>
                </c:pt>
                <c:pt idx="2358">
                  <c:v>13.07</c:v>
                </c:pt>
                <c:pt idx="2359">
                  <c:v>12.45</c:v>
                </c:pt>
                <c:pt idx="2360">
                  <c:v>13.02</c:v>
                </c:pt>
                <c:pt idx="2361">
                  <c:v>13.37</c:v>
                </c:pt>
                <c:pt idx="2362">
                  <c:v>13.82</c:v>
                </c:pt>
                <c:pt idx="2363">
                  <c:v>14.07</c:v>
                </c:pt>
                <c:pt idx="2364">
                  <c:v>13.99</c:v>
                </c:pt>
                <c:pt idx="2365">
                  <c:v>14.48</c:v>
                </c:pt>
                <c:pt idx="2366">
                  <c:v>14.83</c:v>
                </c:pt>
                <c:pt idx="2367">
                  <c:v>14.53</c:v>
                </c:pt>
                <c:pt idx="2368">
                  <c:v>16.3</c:v>
                </c:pt>
                <c:pt idx="2369">
                  <c:v>16.28</c:v>
                </c:pt>
                <c:pt idx="2370">
                  <c:v>16.27</c:v>
                </c:pt>
                <c:pt idx="2371">
                  <c:v>17.5</c:v>
                </c:pt>
                <c:pt idx="2372">
                  <c:v>16.63</c:v>
                </c:pt>
                <c:pt idx="2373">
                  <c:v>15.14</c:v>
                </c:pt>
                <c:pt idx="2374">
                  <c:v>15.44</c:v>
                </c:pt>
                <c:pt idx="2375">
                  <c:v>17.07</c:v>
                </c:pt>
                <c:pt idx="2376">
                  <c:v>18.59</c:v>
                </c:pt>
                <c:pt idx="2377">
                  <c:v>16.41</c:v>
                </c:pt>
                <c:pt idx="2378">
                  <c:v>17.149999999999999</c:v>
                </c:pt>
                <c:pt idx="2379">
                  <c:v>16.8</c:v>
                </c:pt>
                <c:pt idx="2380">
                  <c:v>16.61</c:v>
                </c:pt>
                <c:pt idx="2381">
                  <c:v>16.64</c:v>
                </c:pt>
                <c:pt idx="2382">
                  <c:v>20.49</c:v>
                </c:pt>
                <c:pt idx="2383">
                  <c:v>18.899999999999999</c:v>
                </c:pt>
                <c:pt idx="2384">
                  <c:v>20.11</c:v>
                </c:pt>
                <c:pt idx="2385">
                  <c:v>18.47</c:v>
                </c:pt>
                <c:pt idx="2386">
                  <c:v>17.21</c:v>
                </c:pt>
                <c:pt idx="2387">
                  <c:v>16.86</c:v>
                </c:pt>
                <c:pt idx="2388">
                  <c:v>16.86</c:v>
                </c:pt>
                <c:pt idx="2389">
                  <c:v>16.37</c:v>
                </c:pt>
                <c:pt idx="2390">
                  <c:v>16.440000000000001</c:v>
                </c:pt>
                <c:pt idx="2391">
                  <c:v>16.2</c:v>
                </c:pt>
                <c:pt idx="2392">
                  <c:v>14.89</c:v>
                </c:pt>
                <c:pt idx="2393">
                  <c:v>14.78</c:v>
                </c:pt>
                <c:pt idx="2394">
                  <c:v>14.35</c:v>
                </c:pt>
                <c:pt idx="2395">
                  <c:v>14.21</c:v>
                </c:pt>
                <c:pt idx="2396">
                  <c:v>14.01</c:v>
                </c:pt>
                <c:pt idx="2397">
                  <c:v>13.84</c:v>
                </c:pt>
                <c:pt idx="2398">
                  <c:v>13.79</c:v>
                </c:pt>
                <c:pt idx="2399">
                  <c:v>14.42</c:v>
                </c:pt>
                <c:pt idx="2400">
                  <c:v>13.78</c:v>
                </c:pt>
                <c:pt idx="2401">
                  <c:v>13.77</c:v>
                </c:pt>
                <c:pt idx="2402">
                  <c:v>12.54</c:v>
                </c:pt>
                <c:pt idx="2403">
                  <c:v>12.29</c:v>
                </c:pt>
                <c:pt idx="2404">
                  <c:v>12.66</c:v>
                </c:pt>
                <c:pt idx="2405">
                  <c:v>13.18</c:v>
                </c:pt>
                <c:pt idx="2406">
                  <c:v>12.97</c:v>
                </c:pt>
                <c:pt idx="2407">
                  <c:v>12.72</c:v>
                </c:pt>
                <c:pt idx="2408">
                  <c:v>13.39</c:v>
                </c:pt>
                <c:pt idx="2409">
                  <c:v>13.39</c:v>
                </c:pt>
                <c:pt idx="2410">
                  <c:v>13.45</c:v>
                </c:pt>
                <c:pt idx="2411">
                  <c:v>12.99</c:v>
                </c:pt>
                <c:pt idx="2412">
                  <c:v>11.98</c:v>
                </c:pt>
                <c:pt idx="2413">
                  <c:v>11.84</c:v>
                </c:pt>
                <c:pt idx="2414">
                  <c:v>12.72</c:v>
                </c:pt>
                <c:pt idx="2415">
                  <c:v>12.98</c:v>
                </c:pt>
                <c:pt idx="2416">
                  <c:v>12.73</c:v>
                </c:pt>
                <c:pt idx="2417">
                  <c:v>13.41</c:v>
                </c:pt>
                <c:pt idx="2418">
                  <c:v>12.81</c:v>
                </c:pt>
                <c:pt idx="2419">
                  <c:v>12.31</c:v>
                </c:pt>
                <c:pt idx="2420">
                  <c:v>13.04</c:v>
                </c:pt>
                <c:pt idx="2421">
                  <c:v>14.73</c:v>
                </c:pt>
                <c:pt idx="2422">
                  <c:v>14.37</c:v>
                </c:pt>
                <c:pt idx="2423">
                  <c:v>15.1</c:v>
                </c:pt>
                <c:pt idx="2424">
                  <c:v>14.91</c:v>
                </c:pt>
                <c:pt idx="2425">
                  <c:v>15.94</c:v>
                </c:pt>
                <c:pt idx="2426">
                  <c:v>14.76</c:v>
                </c:pt>
                <c:pt idx="2427">
                  <c:v>14.06</c:v>
                </c:pt>
                <c:pt idx="2428">
                  <c:v>14.99</c:v>
                </c:pt>
                <c:pt idx="2429">
                  <c:v>16.82</c:v>
                </c:pt>
                <c:pt idx="2430">
                  <c:v>16.489999999999998</c:v>
                </c:pt>
                <c:pt idx="2431">
                  <c:v>16.809999999999999</c:v>
                </c:pt>
                <c:pt idx="2432">
                  <c:v>17.010000000000002</c:v>
                </c:pt>
                <c:pt idx="2433">
                  <c:v>16.61</c:v>
                </c:pt>
                <c:pt idx="2434">
                  <c:v>15.88</c:v>
                </c:pt>
                <c:pt idx="2435">
                  <c:v>15.77</c:v>
                </c:pt>
                <c:pt idx="2436">
                  <c:v>15.85</c:v>
                </c:pt>
                <c:pt idx="2437">
                  <c:v>15.63</c:v>
                </c:pt>
                <c:pt idx="2438">
                  <c:v>14.53</c:v>
                </c:pt>
                <c:pt idx="2439">
                  <c:v>13.82</c:v>
                </c:pt>
                <c:pt idx="2440">
                  <c:v>14.29</c:v>
                </c:pt>
                <c:pt idx="2441">
                  <c:v>14.16</c:v>
                </c:pt>
                <c:pt idx="2442">
                  <c:v>14.42</c:v>
                </c:pt>
                <c:pt idx="2443">
                  <c:v>14.53</c:v>
                </c:pt>
                <c:pt idx="2444">
                  <c:v>13.59</c:v>
                </c:pt>
                <c:pt idx="2445">
                  <c:v>13.16</c:v>
                </c:pt>
                <c:pt idx="2446">
                  <c:v>13.12</c:v>
                </c:pt>
                <c:pt idx="2447">
                  <c:v>14.31</c:v>
                </c:pt>
                <c:pt idx="2448">
                  <c:v>14.08</c:v>
                </c:pt>
                <c:pt idx="2449">
                  <c:v>14.01</c:v>
                </c:pt>
                <c:pt idx="2450">
                  <c:v>14.06</c:v>
                </c:pt>
                <c:pt idx="2451">
                  <c:v>15.46</c:v>
                </c:pt>
                <c:pt idx="2452">
                  <c:v>16.600000000000001</c:v>
                </c:pt>
                <c:pt idx="2453">
                  <c:v>15.54</c:v>
                </c:pt>
                <c:pt idx="2454">
                  <c:v>16.600000000000001</c:v>
                </c:pt>
                <c:pt idx="2455">
                  <c:v>17.670000000000002</c:v>
                </c:pt>
                <c:pt idx="2456">
                  <c:v>16.739999999999998</c:v>
                </c:pt>
                <c:pt idx="2457">
                  <c:v>19.41</c:v>
                </c:pt>
                <c:pt idx="2458">
                  <c:v>20.34</c:v>
                </c:pt>
                <c:pt idx="2459">
                  <c:v>19.600000000000001</c:v>
                </c:pt>
                <c:pt idx="2460">
                  <c:v>16.48</c:v>
                </c:pt>
                <c:pt idx="2461">
                  <c:v>15.72</c:v>
                </c:pt>
                <c:pt idx="2462">
                  <c:v>16.07</c:v>
                </c:pt>
                <c:pt idx="2463">
                  <c:v>18.66</c:v>
                </c:pt>
                <c:pt idx="2464">
                  <c:v>14.71</c:v>
                </c:pt>
                <c:pt idx="2465">
                  <c:v>13.48</c:v>
                </c:pt>
                <c:pt idx="2466">
                  <c:v>13.04</c:v>
                </c:pt>
                <c:pt idx="2467">
                  <c:v>13.16</c:v>
                </c:pt>
                <c:pt idx="2468">
                  <c:v>13.33</c:v>
                </c:pt>
                <c:pt idx="2469">
                  <c:v>13.42</c:v>
                </c:pt>
                <c:pt idx="2470">
                  <c:v>13.2</c:v>
                </c:pt>
                <c:pt idx="2471">
                  <c:v>13.09</c:v>
                </c:pt>
                <c:pt idx="2472">
                  <c:v>13.31</c:v>
                </c:pt>
                <c:pt idx="2473">
                  <c:v>13.41</c:v>
                </c:pt>
                <c:pt idx="2474">
                  <c:v>13.65</c:v>
                </c:pt>
                <c:pt idx="2475">
                  <c:v>13.75</c:v>
                </c:pt>
                <c:pt idx="2476">
                  <c:v>13.28</c:v>
                </c:pt>
                <c:pt idx="2477">
                  <c:v>12.93</c:v>
                </c:pt>
                <c:pt idx="2478">
                  <c:v>13.27</c:v>
                </c:pt>
                <c:pt idx="2479">
                  <c:v>12.68</c:v>
                </c:pt>
                <c:pt idx="2480">
                  <c:v>13.91</c:v>
                </c:pt>
                <c:pt idx="2481">
                  <c:v>12.9</c:v>
                </c:pt>
                <c:pt idx="2482">
                  <c:v>12.53</c:v>
                </c:pt>
                <c:pt idx="2483">
                  <c:v>12.82</c:v>
                </c:pt>
                <c:pt idx="2484">
                  <c:v>12.52</c:v>
                </c:pt>
                <c:pt idx="2485">
                  <c:v>12.37</c:v>
                </c:pt>
                <c:pt idx="2486">
                  <c:v>12.19</c:v>
                </c:pt>
                <c:pt idx="2487">
                  <c:v>13.1</c:v>
                </c:pt>
                <c:pt idx="2488">
                  <c:v>13.42</c:v>
                </c:pt>
                <c:pt idx="2489">
                  <c:v>13.4</c:v>
                </c:pt>
                <c:pt idx="2490">
                  <c:v>12.66</c:v>
                </c:pt>
                <c:pt idx="2491">
                  <c:v>12.26</c:v>
                </c:pt>
                <c:pt idx="2492">
                  <c:v>12.79</c:v>
                </c:pt>
                <c:pt idx="2493">
                  <c:v>12.81</c:v>
                </c:pt>
                <c:pt idx="2494">
                  <c:v>12.98</c:v>
                </c:pt>
                <c:pt idx="2495">
                  <c:v>13.7</c:v>
                </c:pt>
                <c:pt idx="2496">
                  <c:v>14.23</c:v>
                </c:pt>
                <c:pt idx="2497">
                  <c:v>14.55</c:v>
                </c:pt>
                <c:pt idx="2498">
                  <c:v>14.7</c:v>
                </c:pt>
                <c:pt idx="2499">
                  <c:v>15.08</c:v>
                </c:pt>
                <c:pt idx="2500">
                  <c:v>13.79</c:v>
                </c:pt>
                <c:pt idx="2501">
                  <c:v>13.49</c:v>
                </c:pt>
                <c:pt idx="2502">
                  <c:v>13.91</c:v>
                </c:pt>
                <c:pt idx="2503">
                  <c:v>15.35</c:v>
                </c:pt>
                <c:pt idx="2504">
                  <c:v>15.54</c:v>
                </c:pt>
                <c:pt idx="2505">
                  <c:v>15.76</c:v>
                </c:pt>
                <c:pt idx="2506">
                  <c:v>16.03</c:v>
                </c:pt>
                <c:pt idx="2507">
                  <c:v>16.21</c:v>
                </c:pt>
                <c:pt idx="2508">
                  <c:v>13.8</c:v>
                </c:pt>
                <c:pt idx="2509">
                  <c:v>14.15</c:v>
                </c:pt>
                <c:pt idx="2510">
                  <c:v>13.79</c:v>
                </c:pt>
                <c:pt idx="2511">
                  <c:v>13.04</c:v>
                </c:pt>
                <c:pt idx="2512">
                  <c:v>12.48</c:v>
                </c:pt>
                <c:pt idx="2513">
                  <c:v>12.33</c:v>
                </c:pt>
                <c:pt idx="2514">
                  <c:v>12.46</c:v>
                </c:pt>
                <c:pt idx="2515">
                  <c:v>13.56</c:v>
                </c:pt>
                <c:pt idx="2516">
                  <c:v>13.72</c:v>
                </c:pt>
                <c:pt idx="2517">
                  <c:v>14.23</c:v>
                </c:pt>
                <c:pt idx="2518">
                  <c:v>13.76</c:v>
                </c:pt>
                <c:pt idx="2519">
                  <c:v>13.55</c:v>
                </c:pt>
                <c:pt idx="2520">
                  <c:v>12.92</c:v>
                </c:pt>
                <c:pt idx="2521">
                  <c:v>12.87</c:v>
                </c:pt>
                <c:pt idx="2522">
                  <c:v>12.89</c:v>
                </c:pt>
                <c:pt idx="2523">
                  <c:v>12.14</c:v>
                </c:pt>
                <c:pt idx="2524">
                  <c:v>13.28</c:v>
                </c:pt>
                <c:pt idx="2525">
                  <c:v>12.28</c:v>
                </c:pt>
                <c:pt idx="2526">
                  <c:v>12.28</c:v>
                </c:pt>
                <c:pt idx="2527">
                  <c:v>12.53</c:v>
                </c:pt>
                <c:pt idx="2528">
                  <c:v>12.44</c:v>
                </c:pt>
                <c:pt idx="2529">
                  <c:v>12.87</c:v>
                </c:pt>
                <c:pt idx="2530">
                  <c:v>12.84</c:v>
                </c:pt>
                <c:pt idx="2531">
                  <c:v>13.77</c:v>
                </c:pt>
                <c:pt idx="2532">
                  <c:v>17.88</c:v>
                </c:pt>
                <c:pt idx="2533">
                  <c:v>17.420000000000002</c:v>
                </c:pt>
                <c:pt idx="2534">
                  <c:v>15.8</c:v>
                </c:pt>
                <c:pt idx="2535">
                  <c:v>17.350000000000001</c:v>
                </c:pt>
                <c:pt idx="2536">
                  <c:v>17.29</c:v>
                </c:pt>
                <c:pt idx="2537">
                  <c:v>18.41</c:v>
                </c:pt>
                <c:pt idx="2538">
                  <c:v>21.44</c:v>
                </c:pt>
                <c:pt idx="2539">
                  <c:v>19.11</c:v>
                </c:pt>
                <c:pt idx="2540">
                  <c:v>19.95</c:v>
                </c:pt>
                <c:pt idx="2541">
                  <c:v>17.23</c:v>
                </c:pt>
                <c:pt idx="2542">
                  <c:v>15.31</c:v>
                </c:pt>
                <c:pt idx="2543">
                  <c:v>15.26</c:v>
                </c:pt>
                <c:pt idx="2544">
                  <c:v>14.51</c:v>
                </c:pt>
                <c:pt idx="2545">
                  <c:v>14.3</c:v>
                </c:pt>
                <c:pt idx="2546">
                  <c:v>14.14</c:v>
                </c:pt>
                <c:pt idx="2547">
                  <c:v>13.57</c:v>
                </c:pt>
                <c:pt idx="2548">
                  <c:v>13.87</c:v>
                </c:pt>
                <c:pt idx="2549">
                  <c:v>15.5</c:v>
                </c:pt>
                <c:pt idx="2550">
                  <c:v>14.79</c:v>
                </c:pt>
                <c:pt idx="2551">
                  <c:v>14.68</c:v>
                </c:pt>
                <c:pt idx="2552">
                  <c:v>14.23</c:v>
                </c:pt>
                <c:pt idx="2553">
                  <c:v>13.67</c:v>
                </c:pt>
                <c:pt idx="2554">
                  <c:v>14.35</c:v>
                </c:pt>
                <c:pt idx="2555">
                  <c:v>14.04</c:v>
                </c:pt>
                <c:pt idx="2556">
                  <c:v>14</c:v>
                </c:pt>
                <c:pt idx="2557">
                  <c:v>16</c:v>
                </c:pt>
                <c:pt idx="2558">
                  <c:v>14.1</c:v>
                </c:pt>
                <c:pt idx="2559">
                  <c:v>13.89</c:v>
                </c:pt>
                <c:pt idx="2560">
                  <c:v>14.21</c:v>
                </c:pt>
                <c:pt idx="2561">
                  <c:v>14.11</c:v>
                </c:pt>
                <c:pt idx="2562">
                  <c:v>14.2</c:v>
                </c:pt>
                <c:pt idx="2563">
                  <c:v>14.8</c:v>
                </c:pt>
                <c:pt idx="2564">
                  <c:v>14.47</c:v>
                </c:pt>
                <c:pt idx="2565">
                  <c:v>16.22</c:v>
                </c:pt>
                <c:pt idx="2566">
                  <c:v>17.82</c:v>
                </c:pt>
                <c:pt idx="2567">
                  <c:v>15.64</c:v>
                </c:pt>
                <c:pt idx="2568">
                  <c:v>14.52</c:v>
                </c:pt>
                <c:pt idx="2569">
                  <c:v>15.12</c:v>
                </c:pt>
                <c:pt idx="2570">
                  <c:v>14.52</c:v>
                </c:pt>
                <c:pt idx="2571">
                  <c:v>15</c:v>
                </c:pt>
                <c:pt idx="2572">
                  <c:v>15.09</c:v>
                </c:pt>
                <c:pt idx="2573">
                  <c:v>14.02</c:v>
                </c:pt>
                <c:pt idx="2574">
                  <c:v>14.93</c:v>
                </c:pt>
                <c:pt idx="2575">
                  <c:v>14.62</c:v>
                </c:pt>
                <c:pt idx="2576">
                  <c:v>14.41</c:v>
                </c:pt>
                <c:pt idx="2577">
                  <c:v>13.88</c:v>
                </c:pt>
                <c:pt idx="2578">
                  <c:v>13.1</c:v>
                </c:pt>
                <c:pt idx="2579">
                  <c:v>13.09</c:v>
                </c:pt>
                <c:pt idx="2580">
                  <c:v>13.37</c:v>
                </c:pt>
                <c:pt idx="2581">
                  <c:v>13.96</c:v>
                </c:pt>
                <c:pt idx="2582">
                  <c:v>15.57</c:v>
                </c:pt>
                <c:pt idx="2583">
                  <c:v>14.89</c:v>
                </c:pt>
                <c:pt idx="2584">
                  <c:v>13.82</c:v>
                </c:pt>
                <c:pt idx="2585">
                  <c:v>15.89</c:v>
                </c:pt>
                <c:pt idx="2586">
                  <c:v>17.03</c:v>
                </c:pt>
                <c:pt idx="2587">
                  <c:v>16.18</c:v>
                </c:pt>
                <c:pt idx="2588">
                  <c:v>15.61</c:v>
                </c:pt>
                <c:pt idx="2589">
                  <c:v>14.18</c:v>
                </c:pt>
                <c:pt idx="2590">
                  <c:v>13.36</c:v>
                </c:pt>
                <c:pt idx="2591">
                  <c:v>13.25</c:v>
                </c:pt>
                <c:pt idx="2592">
                  <c:v>13.19</c:v>
                </c:pt>
                <c:pt idx="2593">
                  <c:v>13.27</c:v>
                </c:pt>
                <c:pt idx="2594">
                  <c:v>13.32</c:v>
                </c:pt>
                <c:pt idx="2595">
                  <c:v>14.06</c:v>
                </c:pt>
                <c:pt idx="2596">
                  <c:v>13.97</c:v>
                </c:pt>
                <c:pt idx="2597">
                  <c:v>13.71</c:v>
                </c:pt>
                <c:pt idx="2598">
                  <c:v>13.41</c:v>
                </c:pt>
                <c:pt idx="2599">
                  <c:v>13.25</c:v>
                </c:pt>
                <c:pt idx="2600">
                  <c:v>12.91</c:v>
                </c:pt>
                <c:pt idx="2601">
                  <c:v>13.29</c:v>
                </c:pt>
                <c:pt idx="2602">
                  <c:v>13.8</c:v>
                </c:pt>
                <c:pt idx="2603">
                  <c:v>13.4</c:v>
                </c:pt>
                <c:pt idx="2604">
                  <c:v>13.43</c:v>
                </c:pt>
                <c:pt idx="2605">
                  <c:v>12.92</c:v>
                </c:pt>
                <c:pt idx="2606">
                  <c:v>12.23</c:v>
                </c:pt>
                <c:pt idx="2607">
                  <c:v>12.13</c:v>
                </c:pt>
                <c:pt idx="2608">
                  <c:v>12.17</c:v>
                </c:pt>
                <c:pt idx="2609">
                  <c:v>13.17</c:v>
                </c:pt>
                <c:pt idx="2610">
                  <c:v>12.44</c:v>
                </c:pt>
                <c:pt idx="2611">
                  <c:v>12.42</c:v>
                </c:pt>
                <c:pt idx="2612">
                  <c:v>12.96</c:v>
                </c:pt>
                <c:pt idx="2613">
                  <c:v>11.91</c:v>
                </c:pt>
                <c:pt idx="2614">
                  <c:v>12.03</c:v>
                </c:pt>
                <c:pt idx="2615">
                  <c:v>11.36</c:v>
                </c:pt>
                <c:pt idx="2616">
                  <c:v>11.51</c:v>
                </c:pt>
                <c:pt idx="2617">
                  <c:v>11.68</c:v>
                </c:pt>
                <c:pt idx="2618">
                  <c:v>11.57</c:v>
                </c:pt>
                <c:pt idx="2619">
                  <c:v>11.4</c:v>
                </c:pt>
                <c:pt idx="2620">
                  <c:v>11.58</c:v>
                </c:pt>
                <c:pt idx="2621">
                  <c:v>11.87</c:v>
                </c:pt>
                <c:pt idx="2622">
                  <c:v>12.08</c:v>
                </c:pt>
                <c:pt idx="2623">
                  <c:v>11.68</c:v>
                </c:pt>
                <c:pt idx="2624">
                  <c:v>10.73</c:v>
                </c:pt>
                <c:pt idx="2625">
                  <c:v>11.15</c:v>
                </c:pt>
                <c:pt idx="2626">
                  <c:v>10.99</c:v>
                </c:pt>
                <c:pt idx="2627">
                  <c:v>11.6</c:v>
                </c:pt>
                <c:pt idx="2628">
                  <c:v>12.56</c:v>
                </c:pt>
                <c:pt idx="2629">
                  <c:v>12.18</c:v>
                </c:pt>
                <c:pt idx="2630">
                  <c:v>12.65</c:v>
                </c:pt>
                <c:pt idx="2631">
                  <c:v>12.06</c:v>
                </c:pt>
                <c:pt idx="2632">
                  <c:v>10.61</c:v>
                </c:pt>
                <c:pt idx="2633">
                  <c:v>10.62</c:v>
                </c:pt>
                <c:pt idx="2634">
                  <c:v>10.85</c:v>
                </c:pt>
                <c:pt idx="2635">
                  <c:v>10.98</c:v>
                </c:pt>
                <c:pt idx="2636">
                  <c:v>12.13</c:v>
                </c:pt>
                <c:pt idx="2637">
                  <c:v>11.59</c:v>
                </c:pt>
                <c:pt idx="2638">
                  <c:v>11.63</c:v>
                </c:pt>
                <c:pt idx="2639">
                  <c:v>11.26</c:v>
                </c:pt>
                <c:pt idx="2640">
                  <c:v>11.57</c:v>
                </c:pt>
                <c:pt idx="2641">
                  <c:v>11.15</c:v>
                </c:pt>
                <c:pt idx="2642">
                  <c:v>10.82</c:v>
                </c:pt>
                <c:pt idx="2643">
                  <c:v>10.32</c:v>
                </c:pt>
                <c:pt idx="2644">
                  <c:v>11.33</c:v>
                </c:pt>
                <c:pt idx="2645">
                  <c:v>11.98</c:v>
                </c:pt>
                <c:pt idx="2646">
                  <c:v>11.65</c:v>
                </c:pt>
                <c:pt idx="2647">
                  <c:v>12.59</c:v>
                </c:pt>
                <c:pt idx="2648">
                  <c:v>12.08</c:v>
                </c:pt>
                <c:pt idx="2649">
                  <c:v>11.82</c:v>
                </c:pt>
                <c:pt idx="2650">
                  <c:v>11.96</c:v>
                </c:pt>
                <c:pt idx="2651">
                  <c:v>11</c:v>
                </c:pt>
                <c:pt idx="2652">
                  <c:v>14.54</c:v>
                </c:pt>
                <c:pt idx="2653">
                  <c:v>12.06</c:v>
                </c:pt>
                <c:pt idx="2654">
                  <c:v>12.81</c:v>
                </c:pt>
                <c:pt idx="2655">
                  <c:v>12.24</c:v>
                </c:pt>
                <c:pt idx="2656">
                  <c:v>11.52</c:v>
                </c:pt>
                <c:pt idx="2657">
                  <c:v>11.84</c:v>
                </c:pt>
                <c:pt idx="2658">
                  <c:v>12.69</c:v>
                </c:pt>
                <c:pt idx="2659">
                  <c:v>12.56</c:v>
                </c:pt>
                <c:pt idx="2660">
                  <c:v>13.28</c:v>
                </c:pt>
                <c:pt idx="2661">
                  <c:v>13.33</c:v>
                </c:pt>
                <c:pt idx="2662">
                  <c:v>16.95</c:v>
                </c:pt>
                <c:pt idx="2663">
                  <c:v>17.03</c:v>
                </c:pt>
                <c:pt idx="2664">
                  <c:v>15.12</c:v>
                </c:pt>
                <c:pt idx="2665">
                  <c:v>16.87</c:v>
                </c:pt>
                <c:pt idx="2666">
                  <c:v>16.37</c:v>
                </c:pt>
                <c:pt idx="2667">
                  <c:v>16.66</c:v>
                </c:pt>
                <c:pt idx="2668">
                  <c:v>15.77</c:v>
                </c:pt>
                <c:pt idx="2669">
                  <c:v>14.23</c:v>
                </c:pt>
                <c:pt idx="2670">
                  <c:v>14.13</c:v>
                </c:pt>
                <c:pt idx="2671">
                  <c:v>12.9</c:v>
                </c:pt>
                <c:pt idx="2672">
                  <c:v>12.42</c:v>
                </c:pt>
                <c:pt idx="2673">
                  <c:v>13.15</c:v>
                </c:pt>
                <c:pt idx="2674">
                  <c:v>12.32</c:v>
                </c:pt>
                <c:pt idx="2675">
                  <c:v>12.21</c:v>
                </c:pt>
                <c:pt idx="2676">
                  <c:v>11.78</c:v>
                </c:pt>
                <c:pt idx="2677">
                  <c:v>11.76</c:v>
                </c:pt>
                <c:pt idx="2678">
                  <c:v>11.47</c:v>
                </c:pt>
                <c:pt idx="2679">
                  <c:v>11.7</c:v>
                </c:pt>
                <c:pt idx="2680">
                  <c:v>11.63</c:v>
                </c:pt>
                <c:pt idx="2681">
                  <c:v>11.78</c:v>
                </c:pt>
                <c:pt idx="2682">
                  <c:v>12.05</c:v>
                </c:pt>
                <c:pt idx="2683">
                  <c:v>12.09</c:v>
                </c:pt>
                <c:pt idx="2684">
                  <c:v>12.25</c:v>
                </c:pt>
                <c:pt idx="2685">
                  <c:v>12.36</c:v>
                </c:pt>
                <c:pt idx="2686">
                  <c:v>12.64</c:v>
                </c:pt>
                <c:pt idx="2687">
                  <c:v>12.09</c:v>
                </c:pt>
                <c:pt idx="2688">
                  <c:v>12.66</c:v>
                </c:pt>
                <c:pt idx="2689">
                  <c:v>13.5</c:v>
                </c:pt>
                <c:pt idx="2690">
                  <c:v>12.88</c:v>
                </c:pt>
                <c:pt idx="2691">
                  <c:v>12.8</c:v>
                </c:pt>
                <c:pt idx="2692">
                  <c:v>13.31</c:v>
                </c:pt>
                <c:pt idx="2693">
                  <c:v>14.12</c:v>
                </c:pt>
                <c:pt idx="2694">
                  <c:v>12.73</c:v>
                </c:pt>
                <c:pt idx="2695">
                  <c:v>12.65</c:v>
                </c:pt>
                <c:pt idx="2696">
                  <c:v>12.03</c:v>
                </c:pt>
                <c:pt idx="2697">
                  <c:v>12.11</c:v>
                </c:pt>
                <c:pt idx="2698">
                  <c:v>13.69</c:v>
                </c:pt>
                <c:pt idx="2699">
                  <c:v>14.93</c:v>
                </c:pt>
                <c:pt idx="2700">
                  <c:v>13.27</c:v>
                </c:pt>
                <c:pt idx="2701">
                  <c:v>15.64</c:v>
                </c:pt>
                <c:pt idx="2702">
                  <c:v>14.85</c:v>
                </c:pt>
                <c:pt idx="2703">
                  <c:v>15.98</c:v>
                </c:pt>
                <c:pt idx="2704">
                  <c:v>16.309999000000001</c:v>
                </c:pt>
                <c:pt idx="2705">
                  <c:v>16.709999</c:v>
                </c:pt>
                <c:pt idx="2706">
                  <c:v>16.16</c:v>
                </c:pt>
                <c:pt idx="2707">
                  <c:v>14.55</c:v>
                </c:pt>
                <c:pt idx="2708">
                  <c:v>15.46</c:v>
                </c:pt>
                <c:pt idx="2709">
                  <c:v>17.200001</c:v>
                </c:pt>
                <c:pt idx="2710">
                  <c:v>15.11</c:v>
                </c:pt>
                <c:pt idx="2711">
                  <c:v>18.760000000000002</c:v>
                </c:pt>
                <c:pt idx="2712">
                  <c:v>21.24</c:v>
                </c:pt>
                <c:pt idx="2713">
                  <c:v>24.639999</c:v>
                </c:pt>
                <c:pt idx="2714">
                  <c:v>22.790001</c:v>
                </c:pt>
                <c:pt idx="2715">
                  <c:v>25.27</c:v>
                </c:pt>
                <c:pt idx="2716">
                  <c:v>25.200001</c:v>
                </c:pt>
                <c:pt idx="2717">
                  <c:v>21.99</c:v>
                </c:pt>
                <c:pt idx="2718">
                  <c:v>18.57</c:v>
                </c:pt>
                <c:pt idx="2719">
                  <c:v>16.079999999999998</c:v>
                </c:pt>
                <c:pt idx="2720">
                  <c:v>17.870000999999998</c:v>
                </c:pt>
                <c:pt idx="2721">
                  <c:v>16.530000999999999</c:v>
                </c:pt>
                <c:pt idx="2722">
                  <c:v>16.110001</c:v>
                </c:pt>
                <c:pt idx="2723">
                  <c:v>16.040001</c:v>
                </c:pt>
                <c:pt idx="2724">
                  <c:v>14.39</c:v>
                </c:pt>
                <c:pt idx="2725">
                  <c:v>15.15</c:v>
                </c:pt>
                <c:pt idx="2726">
                  <c:v>14.52</c:v>
                </c:pt>
                <c:pt idx="2727">
                  <c:v>14.03</c:v>
                </c:pt>
                <c:pt idx="2728">
                  <c:v>14.73</c:v>
                </c:pt>
                <c:pt idx="2729">
                  <c:v>14.89</c:v>
                </c:pt>
                <c:pt idx="2730">
                  <c:v>14.17</c:v>
                </c:pt>
                <c:pt idx="2731">
                  <c:v>13.67</c:v>
                </c:pt>
                <c:pt idx="2732">
                  <c:v>13.12</c:v>
                </c:pt>
                <c:pt idx="2733">
                  <c:v>12.67</c:v>
                </c:pt>
                <c:pt idx="2734">
                  <c:v>12.92</c:v>
                </c:pt>
                <c:pt idx="2735">
                  <c:v>13.02</c:v>
                </c:pt>
                <c:pt idx="2736">
                  <c:v>13.79</c:v>
                </c:pt>
                <c:pt idx="2737">
                  <c:v>13.31</c:v>
                </c:pt>
                <c:pt idx="2738">
                  <c:v>13.99</c:v>
                </c:pt>
                <c:pt idx="2739">
                  <c:v>13.86</c:v>
                </c:pt>
                <c:pt idx="2740">
                  <c:v>13.96</c:v>
                </c:pt>
                <c:pt idx="2741">
                  <c:v>13.58</c:v>
                </c:pt>
                <c:pt idx="2742">
                  <c:v>12.9</c:v>
                </c:pt>
                <c:pt idx="2743">
                  <c:v>12.62</c:v>
                </c:pt>
                <c:pt idx="2744">
                  <c:v>12.25</c:v>
                </c:pt>
                <c:pt idx="2745">
                  <c:v>12.07</c:v>
                </c:pt>
                <c:pt idx="2746">
                  <c:v>13.33</c:v>
                </c:pt>
                <c:pt idx="2747">
                  <c:v>14.16</c:v>
                </c:pt>
                <c:pt idx="2748">
                  <c:v>12.85</c:v>
                </c:pt>
                <c:pt idx="2749">
                  <c:v>12.5</c:v>
                </c:pt>
                <c:pt idx="2750">
                  <c:v>12.38</c:v>
                </c:pt>
                <c:pt idx="2751">
                  <c:v>11.89</c:v>
                </c:pt>
                <c:pt idx="2752">
                  <c:v>14.21</c:v>
                </c:pt>
                <c:pt idx="2753">
                  <c:v>15.35</c:v>
                </c:pt>
                <c:pt idx="2754">
                  <c:v>18.530000999999999</c:v>
                </c:pt>
                <c:pt idx="2755">
                  <c:v>20.079999999999998</c:v>
                </c:pt>
                <c:pt idx="2756">
                  <c:v>21.08</c:v>
                </c:pt>
                <c:pt idx="2757">
                  <c:v>20.420000000000002</c:v>
                </c:pt>
                <c:pt idx="2758">
                  <c:v>23.57</c:v>
                </c:pt>
                <c:pt idx="2759">
                  <c:v>19.440000999999999</c:v>
                </c:pt>
                <c:pt idx="2760">
                  <c:v>16.809999000000001</c:v>
                </c:pt>
                <c:pt idx="2761">
                  <c:v>16.489999999999998</c:v>
                </c:pt>
                <c:pt idx="2762">
                  <c:v>15.25</c:v>
                </c:pt>
                <c:pt idx="2763">
                  <c:v>14.8</c:v>
                </c:pt>
                <c:pt idx="2764">
                  <c:v>14.37</c:v>
                </c:pt>
                <c:pt idx="2765">
                  <c:v>14.5</c:v>
                </c:pt>
                <c:pt idx="2766">
                  <c:v>15.06</c:v>
                </c:pt>
                <c:pt idx="2767">
                  <c:v>15.92</c:v>
                </c:pt>
                <c:pt idx="2768">
                  <c:v>19.200001</c:v>
                </c:pt>
                <c:pt idx="2769">
                  <c:v>17.790001</c:v>
                </c:pt>
                <c:pt idx="2770">
                  <c:v>19.920000000000002</c:v>
                </c:pt>
                <c:pt idx="2771">
                  <c:v>21.120000999999998</c:v>
                </c:pt>
                <c:pt idx="2772">
                  <c:v>19.309999000000001</c:v>
                </c:pt>
                <c:pt idx="2773">
                  <c:v>17.010000000000002</c:v>
                </c:pt>
                <c:pt idx="2774">
                  <c:v>17.549999</c:v>
                </c:pt>
                <c:pt idx="2775">
                  <c:v>19.600000000000001</c:v>
                </c:pt>
                <c:pt idx="2776">
                  <c:v>20.559999000000001</c:v>
                </c:pt>
                <c:pt idx="2777">
                  <c:v>21.48</c:v>
                </c:pt>
                <c:pt idx="2778">
                  <c:v>22.389999</c:v>
                </c:pt>
                <c:pt idx="2779">
                  <c:v>20.950001</c:v>
                </c:pt>
                <c:pt idx="2780">
                  <c:v>19.889999</c:v>
                </c:pt>
                <c:pt idx="2781">
                  <c:v>18.850000000000001</c:v>
                </c:pt>
                <c:pt idx="2782">
                  <c:v>16.399999999999999</c:v>
                </c:pt>
                <c:pt idx="2783">
                  <c:v>16.66</c:v>
                </c:pt>
                <c:pt idx="2784">
                  <c:v>15.52</c:v>
                </c:pt>
                <c:pt idx="2785">
                  <c:v>17.219999000000001</c:v>
                </c:pt>
                <c:pt idx="2786">
                  <c:v>20.440000999999999</c:v>
                </c:pt>
                <c:pt idx="2787">
                  <c:v>18.760000000000002</c:v>
                </c:pt>
                <c:pt idx="2788">
                  <c:v>20.969999000000001</c:v>
                </c:pt>
                <c:pt idx="2789">
                  <c:v>19.43</c:v>
                </c:pt>
                <c:pt idx="2790">
                  <c:v>17.329999999999998</c:v>
                </c:pt>
                <c:pt idx="2791">
                  <c:v>18.329999999999998</c:v>
                </c:pt>
                <c:pt idx="2792">
                  <c:v>16.850000000000001</c:v>
                </c:pt>
                <c:pt idx="2793">
                  <c:v>17.290001</c:v>
                </c:pt>
                <c:pt idx="2794">
                  <c:v>18.549999</c:v>
                </c:pt>
                <c:pt idx="2795">
                  <c:v>17.23</c:v>
                </c:pt>
                <c:pt idx="2796">
                  <c:v>16.959999</c:v>
                </c:pt>
                <c:pt idx="2797">
                  <c:v>15.34</c:v>
                </c:pt>
                <c:pt idx="2798">
                  <c:v>14.69</c:v>
                </c:pt>
                <c:pt idx="2799">
                  <c:v>15.8</c:v>
                </c:pt>
                <c:pt idx="2800">
                  <c:v>15.45</c:v>
                </c:pt>
                <c:pt idx="2801">
                  <c:v>15.29</c:v>
                </c:pt>
                <c:pt idx="2802">
                  <c:v>14.3</c:v>
                </c:pt>
                <c:pt idx="2803">
                  <c:v>14.56</c:v>
                </c:pt>
                <c:pt idx="2804">
                  <c:v>13.69</c:v>
                </c:pt>
                <c:pt idx="2805">
                  <c:v>13.84</c:v>
                </c:pt>
                <c:pt idx="2806">
                  <c:v>13.91</c:v>
                </c:pt>
                <c:pt idx="2807">
                  <c:v>13.34</c:v>
                </c:pt>
                <c:pt idx="2808">
                  <c:v>13.04</c:v>
                </c:pt>
                <c:pt idx="2809">
                  <c:v>13.86</c:v>
                </c:pt>
                <c:pt idx="2810">
                  <c:v>14.23</c:v>
                </c:pt>
                <c:pt idx="2811">
                  <c:v>14.04</c:v>
                </c:pt>
                <c:pt idx="2812">
                  <c:v>15.2</c:v>
                </c:pt>
                <c:pt idx="2813">
                  <c:v>15.06</c:v>
                </c:pt>
                <c:pt idx="2814">
                  <c:v>16.690000999999999</c:v>
                </c:pt>
                <c:pt idx="2815">
                  <c:v>16.870000999999998</c:v>
                </c:pt>
                <c:pt idx="2816">
                  <c:v>15.42</c:v>
                </c:pt>
                <c:pt idx="2817">
                  <c:v>16</c:v>
                </c:pt>
                <c:pt idx="2818">
                  <c:v>15.61</c:v>
                </c:pt>
                <c:pt idx="2819">
                  <c:v>15.66</c:v>
                </c:pt>
                <c:pt idx="2820">
                  <c:v>13.97</c:v>
                </c:pt>
                <c:pt idx="2821">
                  <c:v>14.07</c:v>
                </c:pt>
                <c:pt idx="2822">
                  <c:v>13.02</c:v>
                </c:pt>
                <c:pt idx="2823">
                  <c:v>13.41</c:v>
                </c:pt>
                <c:pt idx="2824">
                  <c:v>13.62</c:v>
                </c:pt>
                <c:pt idx="2825">
                  <c:v>15.44</c:v>
                </c:pt>
                <c:pt idx="2826">
                  <c:v>15.8</c:v>
                </c:pt>
                <c:pt idx="2827">
                  <c:v>15.07</c:v>
                </c:pt>
                <c:pt idx="2828">
                  <c:v>14.51</c:v>
                </c:pt>
                <c:pt idx="2829">
                  <c:v>15.29</c:v>
                </c:pt>
                <c:pt idx="2830">
                  <c:v>15.11</c:v>
                </c:pt>
                <c:pt idx="2831">
                  <c:v>14.67</c:v>
                </c:pt>
                <c:pt idx="2832">
                  <c:v>14.74</c:v>
                </c:pt>
                <c:pt idx="2833">
                  <c:v>14.78</c:v>
                </c:pt>
                <c:pt idx="2834">
                  <c:v>13.98</c:v>
                </c:pt>
                <c:pt idx="2835">
                  <c:v>13.09</c:v>
                </c:pt>
                <c:pt idx="2836">
                  <c:v>12.58</c:v>
                </c:pt>
                <c:pt idx="2837">
                  <c:v>13.94</c:v>
                </c:pt>
                <c:pt idx="2838">
                  <c:v>13.67</c:v>
                </c:pt>
                <c:pt idx="2839">
                  <c:v>12.84</c:v>
                </c:pt>
                <c:pt idx="2840">
                  <c:v>12.6</c:v>
                </c:pt>
                <c:pt idx="2841">
                  <c:v>13.89</c:v>
                </c:pt>
                <c:pt idx="2842">
                  <c:v>13.3</c:v>
                </c:pt>
                <c:pt idx="2843">
                  <c:v>13.25</c:v>
                </c:pt>
                <c:pt idx="2844">
                  <c:v>12.71</c:v>
                </c:pt>
                <c:pt idx="2845">
                  <c:v>12.48</c:v>
                </c:pt>
                <c:pt idx="2846">
                  <c:v>12.29</c:v>
                </c:pt>
                <c:pt idx="2847">
                  <c:v>13.12</c:v>
                </c:pt>
                <c:pt idx="2848">
                  <c:v>12.41</c:v>
                </c:pt>
                <c:pt idx="2849">
                  <c:v>13.39</c:v>
                </c:pt>
                <c:pt idx="2850">
                  <c:v>14.55</c:v>
                </c:pt>
                <c:pt idx="2851">
                  <c:v>12.7</c:v>
                </c:pt>
                <c:pt idx="2852">
                  <c:v>12.85</c:v>
                </c:pt>
                <c:pt idx="2853">
                  <c:v>14.31</c:v>
                </c:pt>
                <c:pt idx="2854">
                  <c:v>15.15</c:v>
                </c:pt>
                <c:pt idx="2855">
                  <c:v>15.13</c:v>
                </c:pt>
                <c:pt idx="2856">
                  <c:v>12.86</c:v>
                </c:pt>
                <c:pt idx="2857">
                  <c:v>13.85</c:v>
                </c:pt>
                <c:pt idx="2858">
                  <c:v>13.86</c:v>
                </c:pt>
                <c:pt idx="2859">
                  <c:v>13.76</c:v>
                </c:pt>
                <c:pt idx="2860">
                  <c:v>12.74</c:v>
                </c:pt>
                <c:pt idx="2861">
                  <c:v>12.38</c:v>
                </c:pt>
                <c:pt idx="2862">
                  <c:v>12.73</c:v>
                </c:pt>
                <c:pt idx="2863">
                  <c:v>12.85</c:v>
                </c:pt>
                <c:pt idx="2864">
                  <c:v>12.88</c:v>
                </c:pt>
                <c:pt idx="2865">
                  <c:v>12.11</c:v>
                </c:pt>
                <c:pt idx="2866">
                  <c:v>12.13</c:v>
                </c:pt>
                <c:pt idx="2867">
                  <c:v>14.06</c:v>
                </c:pt>
                <c:pt idx="2868">
                  <c:v>13.27</c:v>
                </c:pt>
                <c:pt idx="2869">
                  <c:v>13.31</c:v>
                </c:pt>
                <c:pt idx="2870">
                  <c:v>13.84</c:v>
                </c:pt>
                <c:pt idx="2871">
                  <c:v>13.97</c:v>
                </c:pt>
                <c:pt idx="2872">
                  <c:v>14.24</c:v>
                </c:pt>
                <c:pt idx="2873">
                  <c:v>13.66</c:v>
                </c:pt>
                <c:pt idx="2874">
                  <c:v>14.71</c:v>
                </c:pt>
                <c:pt idx="2875">
                  <c:v>14.21</c:v>
                </c:pt>
                <c:pt idx="2876">
                  <c:v>15.29</c:v>
                </c:pt>
                <c:pt idx="2877">
                  <c:v>14.47</c:v>
                </c:pt>
                <c:pt idx="2878">
                  <c:v>13.22</c:v>
                </c:pt>
                <c:pt idx="2879">
                  <c:v>12.85</c:v>
                </c:pt>
                <c:pt idx="2880">
                  <c:v>13.78</c:v>
                </c:pt>
                <c:pt idx="2881">
                  <c:v>15.39</c:v>
                </c:pt>
                <c:pt idx="2882">
                  <c:v>14.81</c:v>
                </c:pt>
                <c:pt idx="2883">
                  <c:v>14.5</c:v>
                </c:pt>
                <c:pt idx="2884">
                  <c:v>13.19</c:v>
                </c:pt>
                <c:pt idx="2885">
                  <c:v>13.96</c:v>
                </c:pt>
                <c:pt idx="2886">
                  <c:v>12.74</c:v>
                </c:pt>
                <c:pt idx="2887">
                  <c:v>12.11</c:v>
                </c:pt>
                <c:pt idx="2888">
                  <c:v>13.26</c:v>
                </c:pt>
                <c:pt idx="2889">
                  <c:v>14.01</c:v>
                </c:pt>
                <c:pt idx="2890">
                  <c:v>14.02</c:v>
                </c:pt>
                <c:pt idx="2891">
                  <c:v>18.850000000000001</c:v>
                </c:pt>
                <c:pt idx="2892">
                  <c:v>18.23</c:v>
                </c:pt>
                <c:pt idx="2893">
                  <c:v>16.09</c:v>
                </c:pt>
                <c:pt idx="2894">
                  <c:v>16.790001</c:v>
                </c:pt>
                <c:pt idx="2895">
                  <c:v>17.010000000000002</c:v>
                </c:pt>
                <c:pt idx="2896">
                  <c:v>16.09</c:v>
                </c:pt>
                <c:pt idx="2897">
                  <c:v>19.66</c:v>
                </c:pt>
                <c:pt idx="2898">
                  <c:v>19.969999000000001</c:v>
                </c:pt>
                <c:pt idx="2899">
                  <c:v>16.829999999999998</c:v>
                </c:pt>
                <c:pt idx="2900">
                  <c:v>13.9</c:v>
                </c:pt>
                <c:pt idx="2901">
                  <c:v>13.37</c:v>
                </c:pt>
                <c:pt idx="2902">
                  <c:v>13.23</c:v>
                </c:pt>
                <c:pt idx="2903">
                  <c:v>12.11</c:v>
                </c:pt>
                <c:pt idx="2904">
                  <c:v>11.95</c:v>
                </c:pt>
                <c:pt idx="2905">
                  <c:v>12.25</c:v>
                </c:pt>
              </c:numCache>
            </c:numRef>
          </c:y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77207896"/>
        <c:axId val="272861104"/>
      </c:scatterChart>
      <c:valAx>
        <c:axId val="277207896"/>
        <c:scaling>
          <c:orientation val="minMax"/>
          <c:max val="42210"/>
          <c:min val="37988"/>
        </c:scaling>
        <c:delete val="0"/>
        <c:axPos val="b"/>
        <c:numFmt formatCode="mmm\ yy" sourceLinked="0"/>
        <c:majorTickMark val="out"/>
        <c:minorTickMark val="none"/>
        <c:tickLblPos val="nextTo"/>
        <c:txPr>
          <a:bodyPr rot="-2700000" vert="horz"/>
          <a:lstStyle/>
          <a:p>
            <a:pPr>
              <a:defRPr sz="1000" b="0" i="0" u="none" strike="noStrike" baseline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endParaRPr lang="en-US"/>
          </a:p>
        </c:txPr>
        <c:crossAx val="272861104"/>
        <c:crosses val="autoZero"/>
        <c:crossBetween val="midCat"/>
        <c:majorUnit val="366"/>
      </c:valAx>
      <c:valAx>
        <c:axId val="27286110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crossAx val="277207896"/>
        <c:crosses val="autoZero"/>
        <c:crossBetween val="midCat"/>
      </c:valAx>
    </c:plotArea>
    <c:plotVisOnly val="1"/>
    <c:dispBlanksAs val="gap"/>
    <c:showDLblsOverMax val="0"/>
  </c:chart>
  <c:spPr>
    <a:ln>
      <a:noFill/>
    </a:ln>
  </c:spPr>
  <c:externalData r:id="rId2">
    <c:autoUpdate val="0"/>
  </c:externalData>
</c:chartSpace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3.wmf"/><Relationship Id="rId1" Type="http://schemas.openxmlformats.org/officeDocument/2006/relationships/image" Target="../media/image2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emf"/><Relationship Id="rId1" Type="http://schemas.openxmlformats.org/officeDocument/2006/relationships/image" Target="../media/image5.wmf"/><Relationship Id="rId4" Type="http://schemas.openxmlformats.org/officeDocument/2006/relationships/image" Target="../media/image8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wmf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image" Target="../media/image10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w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9817750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050" tIns="0" rIns="19050" bIns="0" numCol="1" anchor="t" anchorCtr="0" compatLnSpc="1">
            <a:prstTxWarp prst="textNoShape">
              <a:avLst/>
            </a:prstTxWarp>
          </a:bodyPr>
          <a:lstStyle>
            <a:lvl1pPr defTabSz="762000" eaLnBrk="0" hangingPunct="0">
              <a:defRPr sz="1000" i="1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050" tIns="0" rIns="19050" bIns="0" numCol="1" anchor="t" anchorCtr="0" compatLnSpc="1">
            <a:prstTxWarp prst="textNoShape">
              <a:avLst/>
            </a:prstTxWarp>
          </a:bodyPr>
          <a:lstStyle>
            <a:lvl1pPr algn="r" defTabSz="762000" eaLnBrk="0" hangingPunct="0">
              <a:defRPr sz="1000" i="1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747125"/>
            <a:ext cx="2971800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050" tIns="0" rIns="19050" bIns="0" numCol="1" anchor="b" anchorCtr="0" compatLnSpc="1">
            <a:prstTxWarp prst="textNoShape">
              <a:avLst/>
            </a:prstTxWarp>
          </a:bodyPr>
          <a:lstStyle>
            <a:lvl1pPr defTabSz="762000" eaLnBrk="0" hangingPunct="0">
              <a:defRPr sz="1000" i="1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3" name="Rectangle 5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747125"/>
            <a:ext cx="2971800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050" tIns="0" rIns="19050" bIns="0" numCol="1" anchor="b" anchorCtr="0" compatLnSpc="1">
            <a:prstTxWarp prst="textNoShape">
              <a:avLst/>
            </a:prstTxWarp>
          </a:bodyPr>
          <a:lstStyle>
            <a:lvl1pPr algn="r" defTabSz="762000" eaLnBrk="0" hangingPunct="0">
              <a:defRPr sz="1000" i="1">
                <a:latin typeface="Times New Roman" panose="02020603050405020304" pitchFamily="18" charset="0"/>
              </a:defRPr>
            </a:lvl1pPr>
          </a:lstStyle>
          <a:p>
            <a:fld id="{73F9B427-7A0C-4B52-8110-DF61DFBD5481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73563"/>
            <a:ext cx="5029200" cy="4143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notes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38919" name="Rectangle 7"/>
          <p:cNvSpPr>
            <a:spLocks noChangeArrowheads="1" noTextEdit="1"/>
          </p:cNvSpPr>
          <p:nvPr>
            <p:ph type="sldImg" idx="2"/>
          </p:nvPr>
        </p:nvSpPr>
        <p:spPr bwMode="auto">
          <a:xfrm>
            <a:off x="1127125" y="692150"/>
            <a:ext cx="4603750" cy="3449638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</p:spTree>
    <p:extLst>
      <p:ext uri="{BB962C8B-B14F-4D97-AF65-F5344CB8AC3E}">
        <p14:creationId xmlns:p14="http://schemas.microsoft.com/office/powerpoint/2010/main" val="85771901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8FE802D7-1837-4BB7-AB8D-A23685E6327B}" type="slidenum">
              <a:rPr lang="en-US" altLang="en-US" sz="1000"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1</a:t>
            </a:fld>
            <a:endParaRPr lang="en-US" altLang="en-US" sz="1000">
              <a:latin typeface="Times New Roman" panose="02020603050405020304" pitchFamily="18" charset="0"/>
            </a:endParaRPr>
          </a:p>
        </p:txBody>
      </p:sp>
      <p:sp>
        <p:nvSpPr>
          <p:cNvPr id="39939" name="Rectangle 2"/>
          <p:cNvSpPr>
            <a:spLocks noChangeArrowheads="1" noTextEdit="1"/>
          </p:cNvSpPr>
          <p:nvPr>
            <p:ph type="sldImg"/>
          </p:nvPr>
        </p:nvSpPr>
        <p:spPr>
          <a:xfrm>
            <a:off x="1128713" y="692150"/>
            <a:ext cx="4600575" cy="3449638"/>
          </a:xfrm>
          <a:ln/>
        </p:spPr>
      </p:sp>
      <p:sp>
        <p:nvSpPr>
          <p:cNvPr id="399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7156915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9116ADD8-6A43-428A-87B7-9E7D185635CD}" type="slidenum">
              <a:rPr lang="en-US" altLang="en-US" sz="1000"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2</a:t>
            </a:fld>
            <a:endParaRPr lang="en-US" altLang="en-US" sz="1000">
              <a:latin typeface="Times New Roman" panose="02020603050405020304" pitchFamily="18" charset="0"/>
            </a:endParaRPr>
          </a:p>
        </p:txBody>
      </p:sp>
      <p:sp>
        <p:nvSpPr>
          <p:cNvPr id="40963" name="Rectangle 2"/>
          <p:cNvSpPr>
            <a:spLocks noChangeArrowheads="1" noTextEdit="1"/>
          </p:cNvSpPr>
          <p:nvPr>
            <p:ph type="sldImg"/>
          </p:nvPr>
        </p:nvSpPr>
        <p:spPr>
          <a:xfrm>
            <a:off x="1128713" y="692150"/>
            <a:ext cx="4600575" cy="3449638"/>
          </a:xfrm>
          <a:ln/>
        </p:spPr>
      </p:sp>
      <p:sp>
        <p:nvSpPr>
          <p:cNvPr id="409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36362965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3994EC76-4AA1-40B7-B92F-216AEAC14C4C}" type="slidenum">
              <a:rPr lang="en-US" altLang="en-US" sz="1000"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3</a:t>
            </a:fld>
            <a:endParaRPr lang="en-US" altLang="en-US" sz="1000">
              <a:latin typeface="Times New Roman" panose="02020603050405020304" pitchFamily="18" charset="0"/>
            </a:endParaRPr>
          </a:p>
        </p:txBody>
      </p:sp>
      <p:sp>
        <p:nvSpPr>
          <p:cNvPr id="41987" name="Rectangle 2"/>
          <p:cNvSpPr>
            <a:spLocks noChangeArrowheads="1" noTextEdit="1"/>
          </p:cNvSpPr>
          <p:nvPr>
            <p:ph type="sldImg"/>
          </p:nvPr>
        </p:nvSpPr>
        <p:spPr>
          <a:xfrm>
            <a:off x="1128713" y="692150"/>
            <a:ext cx="4600575" cy="3449638"/>
          </a:xfrm>
          <a:ln/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23957850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428CA34A-1CC8-4814-A973-36EAF5B4D854}" type="slidenum">
              <a:rPr lang="en-US" altLang="en-US" sz="1000"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4</a:t>
            </a:fld>
            <a:endParaRPr lang="en-US" altLang="en-US" sz="1000">
              <a:latin typeface="Times New Roman" panose="02020603050405020304" pitchFamily="18" charset="0"/>
            </a:endParaRPr>
          </a:p>
        </p:txBody>
      </p:sp>
      <p:sp>
        <p:nvSpPr>
          <p:cNvPr id="43011" name="Rectangle 2"/>
          <p:cNvSpPr>
            <a:spLocks noChangeArrowheads="1" noTextEdit="1"/>
          </p:cNvSpPr>
          <p:nvPr>
            <p:ph type="sldImg"/>
          </p:nvPr>
        </p:nvSpPr>
        <p:spPr>
          <a:xfrm>
            <a:off x="1128713" y="692150"/>
            <a:ext cx="4600575" cy="3449638"/>
          </a:xfrm>
          <a:ln/>
        </p:spPr>
      </p:sp>
      <p:sp>
        <p:nvSpPr>
          <p:cNvPr id="430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186279468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2CA948DE-38AC-46A7-AD4D-DA66541F462C}" type="slidenum">
              <a:rPr lang="en-US" altLang="en-US" sz="1000"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5</a:t>
            </a:fld>
            <a:endParaRPr lang="en-US" altLang="en-US" sz="1000">
              <a:latin typeface="Times New Roman" panose="02020603050405020304" pitchFamily="18" charset="0"/>
            </a:endParaRPr>
          </a:p>
        </p:txBody>
      </p:sp>
      <p:sp>
        <p:nvSpPr>
          <p:cNvPr id="44035" name="Rectangle 2"/>
          <p:cNvSpPr>
            <a:spLocks noChangeArrowheads="1" noTextEdit="1"/>
          </p:cNvSpPr>
          <p:nvPr>
            <p:ph type="sldImg"/>
          </p:nvPr>
        </p:nvSpPr>
        <p:spPr>
          <a:xfrm>
            <a:off x="1128713" y="692150"/>
            <a:ext cx="4600575" cy="3449638"/>
          </a:xfrm>
          <a:ln cap="flat"/>
        </p:spPr>
      </p:sp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233595892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A792B2CB-5598-436F-958F-857B008B2E0B}" type="slidenum">
              <a:rPr lang="en-US" altLang="en-US" sz="1000"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6</a:t>
            </a:fld>
            <a:endParaRPr lang="en-US" altLang="en-US" sz="1000">
              <a:latin typeface="Times New Roman" panose="02020603050405020304" pitchFamily="18" charset="0"/>
            </a:endParaRPr>
          </a:p>
        </p:txBody>
      </p:sp>
      <p:sp>
        <p:nvSpPr>
          <p:cNvPr id="45059" name="Rectangle 1026"/>
          <p:cNvSpPr>
            <a:spLocks noChangeArrowheads="1" noTextEdit="1"/>
          </p:cNvSpPr>
          <p:nvPr>
            <p:ph type="sldImg"/>
          </p:nvPr>
        </p:nvSpPr>
        <p:spPr>
          <a:xfrm>
            <a:off x="1128713" y="692150"/>
            <a:ext cx="4600575" cy="3449638"/>
          </a:xfrm>
          <a:ln/>
        </p:spPr>
      </p:sp>
      <p:sp>
        <p:nvSpPr>
          <p:cNvPr id="45060" name="Rectangle 1027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93823076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FCAE1B4D-E535-4942-B857-FF98C1BCCFBB}" type="slidenum">
              <a:rPr lang="en-US" altLang="en-US" sz="1000"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7</a:t>
            </a:fld>
            <a:endParaRPr lang="en-US" altLang="en-US" sz="1000">
              <a:latin typeface="Times New Roman" panose="02020603050405020304" pitchFamily="18" charset="0"/>
            </a:endParaRPr>
          </a:p>
        </p:txBody>
      </p:sp>
      <p:sp>
        <p:nvSpPr>
          <p:cNvPr id="46083" name="Rectangle 2"/>
          <p:cNvSpPr>
            <a:spLocks noChangeArrowheads="1" noTextEdit="1"/>
          </p:cNvSpPr>
          <p:nvPr>
            <p:ph type="sldImg"/>
          </p:nvPr>
        </p:nvSpPr>
        <p:spPr>
          <a:xfrm>
            <a:off x="1130300" y="692150"/>
            <a:ext cx="4597400" cy="3449638"/>
          </a:xfrm>
          <a:ln/>
        </p:spPr>
      </p:sp>
      <p:sp>
        <p:nvSpPr>
          <p:cNvPr id="460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CA" altLang="en-US" smtClean="0"/>
          </a:p>
        </p:txBody>
      </p:sp>
    </p:spTree>
    <p:extLst>
      <p:ext uri="{BB962C8B-B14F-4D97-AF65-F5344CB8AC3E}">
        <p14:creationId xmlns:p14="http://schemas.microsoft.com/office/powerpoint/2010/main" val="167248524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7F7437AE-CC3C-48B6-9FD8-3B9F5BF4A6FF}" type="slidenum">
              <a:rPr lang="en-US" altLang="en-US" sz="1000"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8</a:t>
            </a:fld>
            <a:endParaRPr lang="en-US" altLang="en-US" sz="1000">
              <a:latin typeface="Times New Roman" panose="02020603050405020304" pitchFamily="18" charset="0"/>
            </a:endParaRPr>
          </a:p>
        </p:txBody>
      </p:sp>
      <p:sp>
        <p:nvSpPr>
          <p:cNvPr id="47107" name="Rectangle 2"/>
          <p:cNvSpPr>
            <a:spLocks noChangeArrowheads="1" noTextEdit="1"/>
          </p:cNvSpPr>
          <p:nvPr>
            <p:ph type="sldImg"/>
          </p:nvPr>
        </p:nvSpPr>
        <p:spPr>
          <a:xfrm>
            <a:off x="1128713" y="692150"/>
            <a:ext cx="4600575" cy="3449638"/>
          </a:xfrm>
          <a:ln cap="flat"/>
        </p:spPr>
      </p:sp>
      <p:sp>
        <p:nvSpPr>
          <p:cNvPr id="471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364683206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993FB78E-EB0D-4729-B4A5-7CFBEEFC96F9}" type="slidenum">
              <a:rPr lang="en-US" altLang="en-US" sz="1000"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9</a:t>
            </a:fld>
            <a:endParaRPr lang="en-US" altLang="en-US" sz="1000">
              <a:latin typeface="Times New Roman" panose="02020603050405020304" pitchFamily="18" charset="0"/>
            </a:endParaRPr>
          </a:p>
        </p:txBody>
      </p:sp>
      <p:sp>
        <p:nvSpPr>
          <p:cNvPr id="48131" name="Rectangle 2"/>
          <p:cNvSpPr>
            <a:spLocks noChangeArrowheads="1" noTextEdit="1"/>
          </p:cNvSpPr>
          <p:nvPr>
            <p:ph type="sldImg"/>
          </p:nvPr>
        </p:nvSpPr>
        <p:spPr>
          <a:xfrm>
            <a:off x="1128713" y="692150"/>
            <a:ext cx="4600575" cy="3449638"/>
          </a:xfrm>
          <a:ln/>
        </p:spPr>
      </p:sp>
      <p:sp>
        <p:nvSpPr>
          <p:cNvPr id="481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299708560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28713" y="692150"/>
            <a:ext cx="4600575" cy="3449638"/>
          </a:xfrm>
          <a:ln/>
        </p:spPr>
      </p:sp>
      <p:sp>
        <p:nvSpPr>
          <p:cNvPr id="4915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  <p:sp>
        <p:nvSpPr>
          <p:cNvPr id="4915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73C25A61-E98F-43D3-8486-1160803AF931}" type="slidenum">
              <a:rPr lang="en-US" altLang="en-US">
                <a:latin typeface="Times New Roman" panose="02020603050405020304" pitchFamily="18" charset="0"/>
              </a:rPr>
              <a:pPr/>
              <a:t>10</a:t>
            </a:fld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065191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DBE74F96-B4B3-495C-A621-96E719F7969A}" type="slidenum">
              <a:rPr lang="en-US" altLang="en-US" sz="1000"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11</a:t>
            </a:fld>
            <a:endParaRPr lang="en-US" altLang="en-US" sz="1000">
              <a:latin typeface="Times New Roman" panose="02020603050405020304" pitchFamily="18" charset="0"/>
            </a:endParaRPr>
          </a:p>
        </p:txBody>
      </p:sp>
      <p:sp>
        <p:nvSpPr>
          <p:cNvPr id="50179" name="Rectangle 2"/>
          <p:cNvSpPr>
            <a:spLocks noChangeArrowheads="1" noTextEdit="1"/>
          </p:cNvSpPr>
          <p:nvPr>
            <p:ph type="sldImg"/>
          </p:nvPr>
        </p:nvSpPr>
        <p:spPr>
          <a:xfrm>
            <a:off x="1130300" y="692150"/>
            <a:ext cx="4597400" cy="3449638"/>
          </a:xfrm>
          <a:ln cap="flat"/>
        </p:spPr>
      </p:sp>
      <p:sp>
        <p:nvSpPr>
          <p:cNvPr id="501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CA" altLang="en-US" smtClean="0"/>
          </a:p>
        </p:txBody>
      </p:sp>
    </p:spTree>
    <p:extLst>
      <p:ext uri="{BB962C8B-B14F-4D97-AF65-F5344CB8AC3E}">
        <p14:creationId xmlns:p14="http://schemas.microsoft.com/office/powerpoint/2010/main" val="120027482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EB4911AE-B106-48CA-A1E3-70594B506066}" type="slidenum">
              <a:rPr lang="en-US" altLang="en-US" sz="1000"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12</a:t>
            </a:fld>
            <a:endParaRPr lang="en-US" altLang="en-US" sz="1000">
              <a:latin typeface="Times New Roman" panose="02020603050405020304" pitchFamily="18" charset="0"/>
            </a:endParaRPr>
          </a:p>
        </p:txBody>
      </p:sp>
      <p:sp>
        <p:nvSpPr>
          <p:cNvPr id="51203" name="Rectangle 2"/>
          <p:cNvSpPr>
            <a:spLocks noChangeArrowheads="1" noTextEdit="1"/>
          </p:cNvSpPr>
          <p:nvPr>
            <p:ph type="sldImg"/>
          </p:nvPr>
        </p:nvSpPr>
        <p:spPr>
          <a:xfrm>
            <a:off x="1128713" y="692150"/>
            <a:ext cx="4600575" cy="3449638"/>
          </a:xfrm>
          <a:ln cap="flat"/>
        </p:spPr>
      </p:sp>
      <p:sp>
        <p:nvSpPr>
          <p:cNvPr id="512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405386666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DAC0D034-4FE8-4CF0-B995-FB248355676B}" type="slidenum">
              <a:rPr lang="en-US" altLang="en-US" sz="1000"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13</a:t>
            </a:fld>
            <a:endParaRPr lang="en-US" altLang="en-US" sz="1000">
              <a:latin typeface="Times New Roman" panose="02020603050405020304" pitchFamily="18" charset="0"/>
            </a:endParaRPr>
          </a:p>
        </p:txBody>
      </p:sp>
      <p:sp>
        <p:nvSpPr>
          <p:cNvPr id="52227" name="Rectangle 2"/>
          <p:cNvSpPr>
            <a:spLocks noChangeArrowheads="1" noTextEdit="1"/>
          </p:cNvSpPr>
          <p:nvPr>
            <p:ph type="sldImg"/>
          </p:nvPr>
        </p:nvSpPr>
        <p:spPr>
          <a:xfrm>
            <a:off x="1128713" y="692150"/>
            <a:ext cx="4600575" cy="3449638"/>
          </a:xfrm>
          <a:ln cap="flat"/>
        </p:spPr>
      </p:sp>
      <p:sp>
        <p:nvSpPr>
          <p:cNvPr id="522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359061410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530A4B06-FB2F-488D-BFD6-7A7D5E327BA6}" type="slidenum">
              <a:rPr lang="en-US" altLang="en-US" sz="1000"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14</a:t>
            </a:fld>
            <a:endParaRPr lang="en-US" altLang="en-US" sz="1000">
              <a:latin typeface="Times New Roman" panose="02020603050405020304" pitchFamily="18" charset="0"/>
            </a:endParaRPr>
          </a:p>
        </p:txBody>
      </p:sp>
      <p:sp>
        <p:nvSpPr>
          <p:cNvPr id="53251" name="Rectangle 2"/>
          <p:cNvSpPr>
            <a:spLocks noChangeArrowheads="1" noTextEdit="1"/>
          </p:cNvSpPr>
          <p:nvPr>
            <p:ph type="sldImg"/>
          </p:nvPr>
        </p:nvSpPr>
        <p:spPr>
          <a:xfrm>
            <a:off x="1130300" y="692150"/>
            <a:ext cx="4597400" cy="3449638"/>
          </a:xfrm>
          <a:solidFill>
            <a:srgbClr val="FFFFFF"/>
          </a:solidFill>
          <a:ln/>
        </p:spPr>
      </p:sp>
      <p:sp>
        <p:nvSpPr>
          <p:cNvPr id="53252" name="Rectangle 3"/>
          <p:cNvSpPr>
            <a:spLocks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endParaRPr lang="en-CA" altLang="en-US" smtClean="0"/>
          </a:p>
        </p:txBody>
      </p:sp>
    </p:spTree>
    <p:extLst>
      <p:ext uri="{BB962C8B-B14F-4D97-AF65-F5344CB8AC3E}">
        <p14:creationId xmlns:p14="http://schemas.microsoft.com/office/powerpoint/2010/main" val="405577859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A4FFC17F-9E53-4DF6-9473-4F4755C9EB63}" type="slidenum">
              <a:rPr lang="en-US" altLang="en-US" sz="1000"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15</a:t>
            </a:fld>
            <a:endParaRPr lang="en-US" altLang="en-US" sz="1000">
              <a:latin typeface="Times New Roman" panose="02020603050405020304" pitchFamily="18" charset="0"/>
            </a:endParaRPr>
          </a:p>
        </p:txBody>
      </p:sp>
      <p:sp>
        <p:nvSpPr>
          <p:cNvPr id="54275" name="Rectangle 2"/>
          <p:cNvSpPr>
            <a:spLocks noChangeArrowheads="1" noTextEdit="1"/>
          </p:cNvSpPr>
          <p:nvPr>
            <p:ph type="sldImg"/>
          </p:nvPr>
        </p:nvSpPr>
        <p:spPr>
          <a:xfrm>
            <a:off x="1130300" y="692150"/>
            <a:ext cx="4597400" cy="3449638"/>
          </a:xfrm>
          <a:solidFill>
            <a:srgbClr val="FFFFFF"/>
          </a:solidFill>
          <a:ln/>
        </p:spPr>
      </p:sp>
      <p:sp>
        <p:nvSpPr>
          <p:cNvPr id="54276" name="Rectangle 3"/>
          <p:cNvSpPr>
            <a:spLocks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endParaRPr lang="en-CA" altLang="en-US" smtClean="0"/>
          </a:p>
        </p:txBody>
      </p:sp>
    </p:spTree>
    <p:extLst>
      <p:ext uri="{BB962C8B-B14F-4D97-AF65-F5344CB8AC3E}">
        <p14:creationId xmlns:p14="http://schemas.microsoft.com/office/powerpoint/2010/main" val="136988344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9FBE4C6A-4F74-4AE0-803A-7BAB2B3FA0FB}" type="slidenum">
              <a:rPr lang="en-US" altLang="en-US" sz="1000"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16</a:t>
            </a:fld>
            <a:endParaRPr lang="en-US" altLang="en-US" sz="1000">
              <a:latin typeface="Times New Roman" panose="02020603050405020304" pitchFamily="18" charset="0"/>
            </a:endParaRPr>
          </a:p>
        </p:txBody>
      </p:sp>
      <p:sp>
        <p:nvSpPr>
          <p:cNvPr id="55299" name="Rectangle 2"/>
          <p:cNvSpPr>
            <a:spLocks noChangeArrowheads="1" noTextEdit="1"/>
          </p:cNvSpPr>
          <p:nvPr>
            <p:ph type="sldImg"/>
          </p:nvPr>
        </p:nvSpPr>
        <p:spPr>
          <a:xfrm>
            <a:off x="1128713" y="692150"/>
            <a:ext cx="4600575" cy="3449638"/>
          </a:xfrm>
          <a:ln cap="flat"/>
        </p:spPr>
      </p:sp>
      <p:sp>
        <p:nvSpPr>
          <p:cNvPr id="553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398797200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00426E62-F6BB-4AED-931D-C8D03D35FC78}" type="slidenum">
              <a:rPr lang="en-US" altLang="en-US" sz="1000"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18</a:t>
            </a:fld>
            <a:endParaRPr lang="en-US" altLang="en-US" sz="1000">
              <a:latin typeface="Times New Roman" panose="02020603050405020304" pitchFamily="18" charset="0"/>
            </a:endParaRPr>
          </a:p>
        </p:txBody>
      </p:sp>
      <p:sp>
        <p:nvSpPr>
          <p:cNvPr id="56323" name="Rectangle 2"/>
          <p:cNvSpPr>
            <a:spLocks noChangeArrowheads="1" noTextEdit="1"/>
          </p:cNvSpPr>
          <p:nvPr>
            <p:ph type="sldImg"/>
          </p:nvPr>
        </p:nvSpPr>
        <p:spPr>
          <a:xfrm>
            <a:off x="1128713" y="692150"/>
            <a:ext cx="4600575" cy="3449638"/>
          </a:xfrm>
          <a:ln cap="flat"/>
        </p:spPr>
      </p:sp>
      <p:sp>
        <p:nvSpPr>
          <p:cNvPr id="563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309251030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2628FEA3-ED4E-416A-8458-273ADB8A9A17}" type="slidenum">
              <a:rPr lang="en-US" altLang="en-US" sz="1000"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19</a:t>
            </a:fld>
            <a:endParaRPr lang="en-US" altLang="en-US" sz="1000">
              <a:latin typeface="Times New Roman" panose="02020603050405020304" pitchFamily="18" charset="0"/>
            </a:endParaRPr>
          </a:p>
        </p:txBody>
      </p:sp>
      <p:sp>
        <p:nvSpPr>
          <p:cNvPr id="57347" name="Rectangle 2"/>
          <p:cNvSpPr>
            <a:spLocks noChangeArrowheads="1" noTextEdit="1"/>
          </p:cNvSpPr>
          <p:nvPr>
            <p:ph type="sldImg"/>
          </p:nvPr>
        </p:nvSpPr>
        <p:spPr>
          <a:xfrm>
            <a:off x="1128713" y="692150"/>
            <a:ext cx="4600575" cy="3449638"/>
          </a:xfrm>
          <a:ln/>
        </p:spPr>
      </p:sp>
      <p:sp>
        <p:nvSpPr>
          <p:cNvPr id="573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78229590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55A6E524-1E77-4DDB-8696-99E67708D444}" type="slidenum">
              <a:rPr lang="en-US" altLang="en-US" sz="1000"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20</a:t>
            </a:fld>
            <a:endParaRPr lang="en-US" altLang="en-US" sz="1000">
              <a:latin typeface="Times New Roman" panose="02020603050405020304" pitchFamily="18" charset="0"/>
            </a:endParaRPr>
          </a:p>
        </p:txBody>
      </p:sp>
      <p:sp>
        <p:nvSpPr>
          <p:cNvPr id="58371" name="Rectangle 2"/>
          <p:cNvSpPr>
            <a:spLocks noChangeArrowheads="1" noTextEdit="1"/>
          </p:cNvSpPr>
          <p:nvPr>
            <p:ph type="sldImg"/>
          </p:nvPr>
        </p:nvSpPr>
        <p:spPr>
          <a:xfrm>
            <a:off x="1128713" y="692150"/>
            <a:ext cx="4600575" cy="3449638"/>
          </a:xfrm>
          <a:ln/>
        </p:spPr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147202125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28713" y="692150"/>
            <a:ext cx="4600575" cy="3449638"/>
          </a:xfrm>
          <a:ln/>
        </p:spPr>
      </p:sp>
      <p:sp>
        <p:nvSpPr>
          <p:cNvPr id="5939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  <p:sp>
        <p:nvSpPr>
          <p:cNvPr id="5939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782F9008-55FB-43ED-88E8-C09605CF2F86}" type="slidenum">
              <a:rPr lang="en-US" altLang="en-US" sz="1000"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21</a:t>
            </a:fld>
            <a:endParaRPr lang="en-US" altLang="en-US" sz="100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003620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822ABD5C-2D8E-4BEE-8C8E-B6C9C2B5FE9A}" type="slidenum">
              <a:rPr lang="en-US" altLang="en-US" sz="1000"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22</a:t>
            </a:fld>
            <a:endParaRPr lang="en-US" altLang="en-US" sz="1000">
              <a:latin typeface="Times New Roman" panose="02020603050405020304" pitchFamily="18" charset="0"/>
            </a:endParaRPr>
          </a:p>
        </p:txBody>
      </p:sp>
      <p:sp>
        <p:nvSpPr>
          <p:cNvPr id="60419" name="Rectangle 2"/>
          <p:cNvSpPr>
            <a:spLocks noChangeArrowheads="1" noTextEdit="1"/>
          </p:cNvSpPr>
          <p:nvPr>
            <p:ph type="sldImg"/>
          </p:nvPr>
        </p:nvSpPr>
        <p:spPr>
          <a:xfrm>
            <a:off x="1128713" y="692150"/>
            <a:ext cx="4600575" cy="3449638"/>
          </a:xfrm>
          <a:ln/>
        </p:spPr>
      </p:sp>
      <p:sp>
        <p:nvSpPr>
          <p:cNvPr id="604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416954770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8D76341D-04E6-4BDF-8638-7405343526EA}" type="slidenum">
              <a:rPr lang="en-US" altLang="en-US" sz="1000"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23</a:t>
            </a:fld>
            <a:endParaRPr lang="en-US" altLang="en-US" sz="1000">
              <a:latin typeface="Times New Roman" panose="02020603050405020304" pitchFamily="18" charset="0"/>
            </a:endParaRPr>
          </a:p>
        </p:txBody>
      </p:sp>
      <p:sp>
        <p:nvSpPr>
          <p:cNvPr id="61443" name="Rectangle 2"/>
          <p:cNvSpPr>
            <a:spLocks noChangeArrowheads="1" noTextEdit="1"/>
          </p:cNvSpPr>
          <p:nvPr>
            <p:ph type="sldImg"/>
          </p:nvPr>
        </p:nvSpPr>
        <p:spPr>
          <a:xfrm>
            <a:off x="1128713" y="692150"/>
            <a:ext cx="4600575" cy="3449638"/>
          </a:xfrm>
          <a:ln cap="flat"/>
        </p:spPr>
      </p:sp>
      <p:sp>
        <p:nvSpPr>
          <p:cNvPr id="614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323665881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22EF0AE0-B1D6-4E66-A6F9-F1EF75ED2FD2}" type="slidenum">
              <a:rPr lang="en-US" altLang="en-US" sz="1000"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24</a:t>
            </a:fld>
            <a:endParaRPr lang="en-US" altLang="en-US" sz="1000">
              <a:latin typeface="Times New Roman" panose="02020603050405020304" pitchFamily="18" charset="0"/>
            </a:endParaRPr>
          </a:p>
        </p:txBody>
      </p:sp>
      <p:sp>
        <p:nvSpPr>
          <p:cNvPr id="62467" name="Rectangle 2"/>
          <p:cNvSpPr>
            <a:spLocks noChangeArrowheads="1" noTextEdit="1"/>
          </p:cNvSpPr>
          <p:nvPr>
            <p:ph type="sldImg"/>
          </p:nvPr>
        </p:nvSpPr>
        <p:spPr>
          <a:xfrm>
            <a:off x="1128713" y="692150"/>
            <a:ext cx="4600575" cy="3449638"/>
          </a:xfrm>
          <a:ln cap="flat"/>
        </p:spPr>
      </p:sp>
      <p:sp>
        <p:nvSpPr>
          <p:cNvPr id="624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20636944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2"/>
          <p:cNvSpPr>
            <a:spLocks noChangeShapeType="1"/>
          </p:cNvSpPr>
          <p:nvPr/>
        </p:nvSpPr>
        <p:spPr bwMode="auto">
          <a:xfrm>
            <a:off x="7315200" y="1066800"/>
            <a:ext cx="0" cy="449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5" name="Group 8"/>
          <p:cNvGrpSpPr>
            <a:grpSpLocks/>
          </p:cNvGrpSpPr>
          <p:nvPr/>
        </p:nvGrpSpPr>
        <p:grpSpPr bwMode="auto">
          <a:xfrm>
            <a:off x="7493000" y="2992438"/>
            <a:ext cx="1338263" cy="2189162"/>
            <a:chOff x="4704" y="1885"/>
            <a:chExt cx="843" cy="1379"/>
          </a:xfrm>
        </p:grpSpPr>
        <p:sp>
          <p:nvSpPr>
            <p:cNvPr id="6" name="Oval 9"/>
            <p:cNvSpPr>
              <a:spLocks noChangeArrowheads="1"/>
            </p:cNvSpPr>
            <p:nvPr/>
          </p:nvSpPr>
          <p:spPr bwMode="auto">
            <a:xfrm>
              <a:off x="4704" y="1885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7" name="Oval 10"/>
            <p:cNvSpPr>
              <a:spLocks noChangeArrowheads="1"/>
            </p:cNvSpPr>
            <p:nvPr/>
          </p:nvSpPr>
          <p:spPr bwMode="auto">
            <a:xfrm>
              <a:off x="4883" y="1885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8" name="Oval 11"/>
            <p:cNvSpPr>
              <a:spLocks noChangeArrowheads="1"/>
            </p:cNvSpPr>
            <p:nvPr/>
          </p:nvSpPr>
          <p:spPr bwMode="auto">
            <a:xfrm>
              <a:off x="5062" y="1885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9" name="Oval 12"/>
            <p:cNvSpPr>
              <a:spLocks noChangeArrowheads="1"/>
            </p:cNvSpPr>
            <p:nvPr/>
          </p:nvSpPr>
          <p:spPr bwMode="auto">
            <a:xfrm>
              <a:off x="4704" y="2064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" name="Oval 13"/>
            <p:cNvSpPr>
              <a:spLocks noChangeArrowheads="1"/>
            </p:cNvSpPr>
            <p:nvPr/>
          </p:nvSpPr>
          <p:spPr bwMode="auto">
            <a:xfrm>
              <a:off x="4883" y="2064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1" name="Oval 14"/>
            <p:cNvSpPr>
              <a:spLocks noChangeArrowheads="1"/>
            </p:cNvSpPr>
            <p:nvPr/>
          </p:nvSpPr>
          <p:spPr bwMode="auto">
            <a:xfrm>
              <a:off x="5062" y="2064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2" name="Oval 15"/>
            <p:cNvSpPr>
              <a:spLocks noChangeArrowheads="1"/>
            </p:cNvSpPr>
            <p:nvPr/>
          </p:nvSpPr>
          <p:spPr bwMode="auto">
            <a:xfrm>
              <a:off x="5241" y="2064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3" name="Oval 16"/>
            <p:cNvSpPr>
              <a:spLocks noChangeArrowheads="1"/>
            </p:cNvSpPr>
            <p:nvPr/>
          </p:nvSpPr>
          <p:spPr bwMode="auto">
            <a:xfrm>
              <a:off x="4704" y="2243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4" name="Oval 17"/>
            <p:cNvSpPr>
              <a:spLocks noChangeArrowheads="1"/>
            </p:cNvSpPr>
            <p:nvPr/>
          </p:nvSpPr>
          <p:spPr bwMode="auto">
            <a:xfrm>
              <a:off x="4883" y="2243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5" name="Oval 18"/>
            <p:cNvSpPr>
              <a:spLocks noChangeArrowheads="1"/>
            </p:cNvSpPr>
            <p:nvPr/>
          </p:nvSpPr>
          <p:spPr bwMode="auto">
            <a:xfrm>
              <a:off x="5062" y="2243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6" name="Oval 19"/>
            <p:cNvSpPr>
              <a:spLocks noChangeArrowheads="1"/>
            </p:cNvSpPr>
            <p:nvPr/>
          </p:nvSpPr>
          <p:spPr bwMode="auto">
            <a:xfrm>
              <a:off x="5241" y="2243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7" name="Oval 20"/>
            <p:cNvSpPr>
              <a:spLocks noChangeArrowheads="1"/>
            </p:cNvSpPr>
            <p:nvPr/>
          </p:nvSpPr>
          <p:spPr bwMode="auto">
            <a:xfrm>
              <a:off x="5420" y="2243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8" name="Oval 21"/>
            <p:cNvSpPr>
              <a:spLocks noChangeArrowheads="1"/>
            </p:cNvSpPr>
            <p:nvPr/>
          </p:nvSpPr>
          <p:spPr bwMode="auto">
            <a:xfrm>
              <a:off x="4704" y="2421"/>
              <a:ext cx="127" cy="128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9" name="Oval 22"/>
            <p:cNvSpPr>
              <a:spLocks noChangeArrowheads="1"/>
            </p:cNvSpPr>
            <p:nvPr/>
          </p:nvSpPr>
          <p:spPr bwMode="auto">
            <a:xfrm>
              <a:off x="4883" y="2421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20" name="Oval 23"/>
            <p:cNvSpPr>
              <a:spLocks noChangeArrowheads="1"/>
            </p:cNvSpPr>
            <p:nvPr/>
          </p:nvSpPr>
          <p:spPr bwMode="auto">
            <a:xfrm>
              <a:off x="5062" y="2421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21" name="Oval 24"/>
            <p:cNvSpPr>
              <a:spLocks noChangeArrowheads="1"/>
            </p:cNvSpPr>
            <p:nvPr/>
          </p:nvSpPr>
          <p:spPr bwMode="auto">
            <a:xfrm>
              <a:off x="5241" y="2421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22" name="Oval 25"/>
            <p:cNvSpPr>
              <a:spLocks noChangeArrowheads="1"/>
            </p:cNvSpPr>
            <p:nvPr/>
          </p:nvSpPr>
          <p:spPr bwMode="auto">
            <a:xfrm>
              <a:off x="4704" y="2600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23" name="Oval 26"/>
            <p:cNvSpPr>
              <a:spLocks noChangeArrowheads="1"/>
            </p:cNvSpPr>
            <p:nvPr/>
          </p:nvSpPr>
          <p:spPr bwMode="auto">
            <a:xfrm>
              <a:off x="4883" y="2600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24" name="Oval 27"/>
            <p:cNvSpPr>
              <a:spLocks noChangeArrowheads="1"/>
            </p:cNvSpPr>
            <p:nvPr/>
          </p:nvSpPr>
          <p:spPr bwMode="auto">
            <a:xfrm>
              <a:off x="5062" y="2600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25" name="Oval 28"/>
            <p:cNvSpPr>
              <a:spLocks noChangeArrowheads="1"/>
            </p:cNvSpPr>
            <p:nvPr/>
          </p:nvSpPr>
          <p:spPr bwMode="auto">
            <a:xfrm>
              <a:off x="5241" y="2600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26" name="Oval 29"/>
            <p:cNvSpPr>
              <a:spLocks noChangeArrowheads="1"/>
            </p:cNvSpPr>
            <p:nvPr/>
          </p:nvSpPr>
          <p:spPr bwMode="auto">
            <a:xfrm>
              <a:off x="5420" y="2600"/>
              <a:ext cx="127" cy="128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27" name="Oval 30"/>
            <p:cNvSpPr>
              <a:spLocks noChangeArrowheads="1"/>
            </p:cNvSpPr>
            <p:nvPr/>
          </p:nvSpPr>
          <p:spPr bwMode="auto">
            <a:xfrm>
              <a:off x="4704" y="2779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28" name="Oval 31"/>
            <p:cNvSpPr>
              <a:spLocks noChangeArrowheads="1"/>
            </p:cNvSpPr>
            <p:nvPr/>
          </p:nvSpPr>
          <p:spPr bwMode="auto">
            <a:xfrm>
              <a:off x="4883" y="2779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29" name="Oval 32"/>
            <p:cNvSpPr>
              <a:spLocks noChangeArrowheads="1"/>
            </p:cNvSpPr>
            <p:nvPr/>
          </p:nvSpPr>
          <p:spPr bwMode="auto">
            <a:xfrm>
              <a:off x="5062" y="2779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30" name="Oval 33"/>
            <p:cNvSpPr>
              <a:spLocks noChangeArrowheads="1"/>
            </p:cNvSpPr>
            <p:nvPr/>
          </p:nvSpPr>
          <p:spPr bwMode="auto">
            <a:xfrm>
              <a:off x="5241" y="2779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31" name="Oval 34"/>
            <p:cNvSpPr>
              <a:spLocks noChangeArrowheads="1"/>
            </p:cNvSpPr>
            <p:nvPr/>
          </p:nvSpPr>
          <p:spPr bwMode="auto">
            <a:xfrm>
              <a:off x="4704" y="2958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32" name="Oval 35"/>
            <p:cNvSpPr>
              <a:spLocks noChangeArrowheads="1"/>
            </p:cNvSpPr>
            <p:nvPr/>
          </p:nvSpPr>
          <p:spPr bwMode="auto">
            <a:xfrm>
              <a:off x="4883" y="2958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33" name="Oval 36"/>
            <p:cNvSpPr>
              <a:spLocks noChangeArrowheads="1"/>
            </p:cNvSpPr>
            <p:nvPr/>
          </p:nvSpPr>
          <p:spPr bwMode="auto">
            <a:xfrm>
              <a:off x="5062" y="2958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34" name="Oval 37"/>
            <p:cNvSpPr>
              <a:spLocks noChangeArrowheads="1"/>
            </p:cNvSpPr>
            <p:nvPr/>
          </p:nvSpPr>
          <p:spPr bwMode="auto">
            <a:xfrm>
              <a:off x="5241" y="2958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35" name="Oval 38"/>
            <p:cNvSpPr>
              <a:spLocks noChangeArrowheads="1"/>
            </p:cNvSpPr>
            <p:nvPr/>
          </p:nvSpPr>
          <p:spPr bwMode="auto">
            <a:xfrm>
              <a:off x="4883" y="3137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36" name="Oval 39"/>
            <p:cNvSpPr>
              <a:spLocks noChangeArrowheads="1"/>
            </p:cNvSpPr>
            <p:nvPr/>
          </p:nvSpPr>
          <p:spPr bwMode="auto">
            <a:xfrm>
              <a:off x="5241" y="3137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</p:grpSp>
      <p:sp>
        <p:nvSpPr>
          <p:cNvPr id="37" name="Line 40"/>
          <p:cNvSpPr>
            <a:spLocks noChangeShapeType="1"/>
          </p:cNvSpPr>
          <p:nvPr/>
        </p:nvSpPr>
        <p:spPr bwMode="auto">
          <a:xfrm>
            <a:off x="304800" y="2819400"/>
            <a:ext cx="8229600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683" name="Rectangle 3"/>
          <p:cNvSpPr>
            <a:spLocks noGrp="1" noChangeArrowheads="1"/>
          </p:cNvSpPr>
          <p:nvPr>
            <p:ph type="ctrTitle"/>
          </p:nvPr>
        </p:nvSpPr>
        <p:spPr>
          <a:xfrm>
            <a:off x="315913" y="466725"/>
            <a:ext cx="6781800" cy="2133600"/>
          </a:xfrm>
        </p:spPr>
        <p:txBody>
          <a:bodyPr/>
          <a:lstStyle>
            <a:lvl1pPr algn="r">
              <a:defRPr sz="4800"/>
            </a:lvl1pPr>
          </a:lstStyle>
          <a:p>
            <a:r>
              <a:rPr lang="en-US" altLang="en-US"/>
              <a:t>Click to edit Master title style</a:t>
            </a:r>
          </a:p>
        </p:txBody>
      </p:sp>
      <p:sp>
        <p:nvSpPr>
          <p:cNvPr id="71684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849313" y="3049588"/>
            <a:ext cx="6248400" cy="2362200"/>
          </a:xfrm>
        </p:spPr>
        <p:txBody>
          <a:bodyPr/>
          <a:lstStyle>
            <a:lvl1pPr marL="0" indent="0" algn="r">
              <a:buFont typeface="Wingdings" pitchFamily="2" charset="2"/>
              <a:buNone/>
              <a:defRPr sz="3400"/>
            </a:lvl1pPr>
          </a:lstStyle>
          <a:p>
            <a:r>
              <a:rPr lang="en-US" altLang="en-US"/>
              <a:t>Click to edit Master subtitle style</a:t>
            </a:r>
          </a:p>
        </p:txBody>
      </p:sp>
      <p:sp>
        <p:nvSpPr>
          <p:cNvPr id="38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9" name="Rectangle 6"/>
          <p:cNvSpPr>
            <a:spLocks noGrp="1" noChangeArrowheads="1"/>
          </p:cNvSpPr>
          <p:nvPr>
            <p:ph type="ftr" sz="quarter" idx="11"/>
          </p:nvPr>
        </p:nvSpPr>
        <p:spPr>
          <a:xfrm>
            <a:off x="323850" y="6248400"/>
            <a:ext cx="7272338" cy="4572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CA" altLang="en-US"/>
              <a:t>Fundamentals of Futures and Options Markets, 9th Ed, Ch 13, Copyright © John C. Hull 2016</a:t>
            </a:r>
            <a:endParaRPr lang="en-US" altLang="en-US" i="0"/>
          </a:p>
        </p:txBody>
      </p:sp>
      <p:sp>
        <p:nvSpPr>
          <p:cNvPr id="40" name="Rectangle 7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37288"/>
            <a:ext cx="2133600" cy="468312"/>
          </a:xfrm>
        </p:spPr>
        <p:txBody>
          <a:bodyPr/>
          <a:lstStyle>
            <a:lvl1pPr>
              <a:defRPr/>
            </a:lvl1pPr>
          </a:lstStyle>
          <a:p>
            <a:fld id="{E484B827-A1F7-415A-9A53-FE48D13C95F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807061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CA" altLang="en-US"/>
              <a:t>Fundamentals of Futures and Options Markets, 9th Ed, Ch 13, Copyright © John C. Hull 2016</a:t>
            </a:r>
            <a:endParaRPr lang="en-US" altLang="en-US" i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CFAE601-C191-4A9F-BB76-5AA5BCF3149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363597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CA" altLang="en-US"/>
              <a:t>Fundamentals of Futures and Options Markets, 9th Ed, Ch 13, Copyright © John C. Hull 2016</a:t>
            </a:r>
            <a:endParaRPr lang="en-US" altLang="en-US" i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25C1954-A22E-461B-8EAD-D5B6B7F3830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676944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719263"/>
            <a:ext cx="4038600" cy="44116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719263"/>
            <a:ext cx="4038600" cy="44116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CA" altLang="en-US"/>
              <a:t>Fundamentals of Futures and Options Markets, 9th Ed, Ch 13, Copyright © John C. Hull 2016</a:t>
            </a:r>
            <a:endParaRPr lang="en-US" altLang="en-US" i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C483006-D633-4702-AF8E-A54A43ABDE4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168311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CA" altLang="en-US"/>
              <a:t>Fundamentals of Futures and Options Markets, 9th Ed, Ch 13, Copyright © John C. Hull 2016</a:t>
            </a:r>
            <a:endParaRPr lang="en-US" altLang="en-US" i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4787EB7-64A1-4E48-AFFA-36D63A39F85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926665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CA" altLang="en-US"/>
              <a:t>Fundamentals of Futures and Options Markets, 9th Ed, Ch 13, Copyright © John C. Hull 2016</a:t>
            </a:r>
            <a:endParaRPr lang="en-US" altLang="en-US" i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D1EA677-13F5-4E12-A9D9-073D0819CC9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431990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CA" altLang="en-US"/>
              <a:t>Fundamentals of Futures and Options Markets, 9th Ed, Ch 13, Copyright © John C. Hull 2016</a:t>
            </a:r>
            <a:endParaRPr lang="en-US" altLang="en-US" i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29B1490-DDEC-4B5E-898E-30707186224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159107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CA" altLang="en-US"/>
              <a:t>Fundamentals of Futures and Options Markets, 9th Ed, Ch 13, Copyright © John C. Hull 2016</a:t>
            </a:r>
            <a:endParaRPr lang="en-US" altLang="en-US" i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5369762-E394-4FF5-AE7C-F1F30FC1A84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366048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CA" altLang="en-US"/>
              <a:t>Fundamentals of Futures and Options Markets, 9th Ed, Ch 13, Copyright © John C. Hull 2016</a:t>
            </a:r>
            <a:endParaRPr lang="en-US" altLang="en-US" i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7E24D09-B77E-4157-A0A2-C20972E2DFC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249724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CA" altLang="en-US"/>
              <a:t>Fundamentals of Futures and Options Markets, 9th Ed, Ch 13, Copyright © John C. Hull 2016</a:t>
            </a:r>
            <a:endParaRPr lang="en-US" altLang="en-US" i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437014A-526A-46E2-B5A1-30ED07FCEB4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03139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22238"/>
            <a:ext cx="2057400" cy="6008687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22238"/>
            <a:ext cx="6019800" cy="6008687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CA" altLang="en-US"/>
              <a:t>Fundamentals of Futures and Options Markets, 9th Ed, Ch 13, Copyright © John C. Hull 2016</a:t>
            </a:r>
            <a:endParaRPr lang="en-US" altLang="en-US" i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7631A57-F72B-46D1-A999-FDC4E195D74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0037577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22238"/>
            <a:ext cx="7543800" cy="12954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719263"/>
            <a:ext cx="4038600" cy="441166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719263"/>
            <a:ext cx="4038600" cy="441166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CA" altLang="en-US"/>
              <a:t>Fundamentals of Futures and Options Markets, 9th Ed, Ch 13, Copyright © John C. Hull 2016</a:t>
            </a:r>
            <a:endParaRPr lang="en-US" altLang="en-US" i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7CD6B46-6D8E-4400-A8AC-4870CC8D154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620443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Line 2"/>
          <p:cNvSpPr>
            <a:spLocks noChangeShapeType="1"/>
          </p:cNvSpPr>
          <p:nvPr/>
        </p:nvSpPr>
        <p:spPr bwMode="auto">
          <a:xfrm>
            <a:off x="7962900" y="152400"/>
            <a:ext cx="0" cy="1524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22238"/>
            <a:ext cx="7543800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719263"/>
            <a:ext cx="8229600" cy="4411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  <p:sp>
        <p:nvSpPr>
          <p:cNvPr id="70661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>
                <a:latin typeface="Arial" pitchFamily="34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0662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50825" y="6248400"/>
            <a:ext cx="756126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i="1" smtClean="0">
                <a:latin typeface="Arial" pitchFamily="34" charset="0"/>
              </a:defRPr>
            </a:lvl1pPr>
          </a:lstStyle>
          <a:p>
            <a:pPr>
              <a:defRPr/>
            </a:pPr>
            <a:r>
              <a:rPr lang="en-CA" altLang="en-US"/>
              <a:t>Fundamentals of Futures and Options Markets, 9th Ed, Ch 13, Copyright © John C. Hull 2016</a:t>
            </a:r>
            <a:endParaRPr lang="en-US" altLang="en-US"/>
          </a:p>
        </p:txBody>
      </p:sp>
      <p:sp>
        <p:nvSpPr>
          <p:cNvPr id="70663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b="1"/>
            </a:lvl1pPr>
          </a:lstStyle>
          <a:p>
            <a:fld id="{1821EC2A-E05E-4A48-90B3-40A130325AAA}" type="slidenum">
              <a:rPr lang="en-US" altLang="en-US"/>
              <a:pPr/>
              <a:t>‹#›</a:t>
            </a:fld>
            <a:endParaRPr lang="en-US" altLang="en-US"/>
          </a:p>
        </p:txBody>
      </p:sp>
      <p:grpSp>
        <p:nvGrpSpPr>
          <p:cNvPr id="1032" name="Group 8"/>
          <p:cNvGrpSpPr>
            <a:grpSpLocks/>
          </p:cNvGrpSpPr>
          <p:nvPr/>
        </p:nvGrpSpPr>
        <p:grpSpPr bwMode="auto">
          <a:xfrm>
            <a:off x="8153400" y="152400"/>
            <a:ext cx="792163" cy="1295400"/>
            <a:chOff x="5136" y="960"/>
            <a:chExt cx="528" cy="864"/>
          </a:xfrm>
        </p:grpSpPr>
        <p:sp>
          <p:nvSpPr>
            <p:cNvPr id="1033" name="Oval 9"/>
            <p:cNvSpPr>
              <a:spLocks noChangeArrowheads="1"/>
            </p:cNvSpPr>
            <p:nvPr/>
          </p:nvSpPr>
          <p:spPr bwMode="auto">
            <a:xfrm>
              <a:off x="5136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34" name="Oval 10"/>
            <p:cNvSpPr>
              <a:spLocks noChangeArrowheads="1"/>
            </p:cNvSpPr>
            <p:nvPr/>
          </p:nvSpPr>
          <p:spPr bwMode="auto">
            <a:xfrm>
              <a:off x="5248" y="960"/>
              <a:ext cx="79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35" name="Oval 11"/>
            <p:cNvSpPr>
              <a:spLocks noChangeArrowheads="1"/>
            </p:cNvSpPr>
            <p:nvPr/>
          </p:nvSpPr>
          <p:spPr bwMode="auto">
            <a:xfrm>
              <a:off x="5360" y="960"/>
              <a:ext cx="76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36" name="Oval 12"/>
            <p:cNvSpPr>
              <a:spLocks noChangeArrowheads="1"/>
            </p:cNvSpPr>
            <p:nvPr/>
          </p:nvSpPr>
          <p:spPr bwMode="auto">
            <a:xfrm>
              <a:off x="5136" y="1072"/>
              <a:ext cx="80" cy="7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37" name="Oval 13"/>
            <p:cNvSpPr>
              <a:spLocks noChangeArrowheads="1"/>
            </p:cNvSpPr>
            <p:nvPr/>
          </p:nvSpPr>
          <p:spPr bwMode="auto">
            <a:xfrm>
              <a:off x="5248" y="1072"/>
              <a:ext cx="79" cy="7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38" name="Oval 14"/>
            <p:cNvSpPr>
              <a:spLocks noChangeArrowheads="1"/>
            </p:cNvSpPr>
            <p:nvPr/>
          </p:nvSpPr>
          <p:spPr bwMode="auto">
            <a:xfrm>
              <a:off x="5360" y="1072"/>
              <a:ext cx="76" cy="7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39" name="Oval 15"/>
            <p:cNvSpPr>
              <a:spLocks noChangeArrowheads="1"/>
            </p:cNvSpPr>
            <p:nvPr/>
          </p:nvSpPr>
          <p:spPr bwMode="auto">
            <a:xfrm>
              <a:off x="5472" y="1072"/>
              <a:ext cx="74" cy="7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40" name="Oval 16"/>
            <p:cNvSpPr>
              <a:spLocks noChangeArrowheads="1"/>
            </p:cNvSpPr>
            <p:nvPr/>
          </p:nvSpPr>
          <p:spPr bwMode="auto">
            <a:xfrm>
              <a:off x="5136" y="1184"/>
              <a:ext cx="80" cy="74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41" name="Oval 17"/>
            <p:cNvSpPr>
              <a:spLocks noChangeArrowheads="1"/>
            </p:cNvSpPr>
            <p:nvPr/>
          </p:nvSpPr>
          <p:spPr bwMode="auto">
            <a:xfrm>
              <a:off x="5248" y="1184"/>
              <a:ext cx="79" cy="74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42" name="Oval 18"/>
            <p:cNvSpPr>
              <a:spLocks noChangeArrowheads="1"/>
            </p:cNvSpPr>
            <p:nvPr/>
          </p:nvSpPr>
          <p:spPr bwMode="auto">
            <a:xfrm>
              <a:off x="5360" y="1184"/>
              <a:ext cx="76" cy="7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43" name="Oval 19"/>
            <p:cNvSpPr>
              <a:spLocks noChangeArrowheads="1"/>
            </p:cNvSpPr>
            <p:nvPr/>
          </p:nvSpPr>
          <p:spPr bwMode="auto">
            <a:xfrm>
              <a:off x="5472" y="1184"/>
              <a:ext cx="74" cy="7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44" name="Oval 20"/>
            <p:cNvSpPr>
              <a:spLocks noChangeArrowheads="1"/>
            </p:cNvSpPr>
            <p:nvPr/>
          </p:nvSpPr>
          <p:spPr bwMode="auto">
            <a:xfrm>
              <a:off x="5584" y="1184"/>
              <a:ext cx="80" cy="7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45" name="Oval 21"/>
            <p:cNvSpPr>
              <a:spLocks noChangeArrowheads="1"/>
            </p:cNvSpPr>
            <p:nvPr/>
          </p:nvSpPr>
          <p:spPr bwMode="auto">
            <a:xfrm>
              <a:off x="5136" y="1296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46" name="Oval 22"/>
            <p:cNvSpPr>
              <a:spLocks noChangeArrowheads="1"/>
            </p:cNvSpPr>
            <p:nvPr/>
          </p:nvSpPr>
          <p:spPr bwMode="auto">
            <a:xfrm>
              <a:off x="5248" y="1296"/>
              <a:ext cx="79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47" name="Oval 23"/>
            <p:cNvSpPr>
              <a:spLocks noChangeArrowheads="1"/>
            </p:cNvSpPr>
            <p:nvPr/>
          </p:nvSpPr>
          <p:spPr bwMode="auto">
            <a:xfrm>
              <a:off x="5360" y="1296"/>
              <a:ext cx="76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48" name="Oval 24"/>
            <p:cNvSpPr>
              <a:spLocks noChangeArrowheads="1"/>
            </p:cNvSpPr>
            <p:nvPr/>
          </p:nvSpPr>
          <p:spPr bwMode="auto">
            <a:xfrm>
              <a:off x="5472" y="1296"/>
              <a:ext cx="74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49" name="Oval 25"/>
            <p:cNvSpPr>
              <a:spLocks noChangeArrowheads="1"/>
            </p:cNvSpPr>
            <p:nvPr/>
          </p:nvSpPr>
          <p:spPr bwMode="auto">
            <a:xfrm>
              <a:off x="5136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50" name="Oval 26"/>
            <p:cNvSpPr>
              <a:spLocks noChangeArrowheads="1"/>
            </p:cNvSpPr>
            <p:nvPr/>
          </p:nvSpPr>
          <p:spPr bwMode="auto">
            <a:xfrm>
              <a:off x="5248" y="1408"/>
              <a:ext cx="79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51" name="Oval 27"/>
            <p:cNvSpPr>
              <a:spLocks noChangeArrowheads="1"/>
            </p:cNvSpPr>
            <p:nvPr/>
          </p:nvSpPr>
          <p:spPr bwMode="auto">
            <a:xfrm>
              <a:off x="5360" y="1408"/>
              <a:ext cx="76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52" name="Oval 28"/>
            <p:cNvSpPr>
              <a:spLocks noChangeArrowheads="1"/>
            </p:cNvSpPr>
            <p:nvPr/>
          </p:nvSpPr>
          <p:spPr bwMode="auto">
            <a:xfrm>
              <a:off x="5472" y="1408"/>
              <a:ext cx="74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53" name="Oval 29"/>
            <p:cNvSpPr>
              <a:spLocks noChangeArrowheads="1"/>
            </p:cNvSpPr>
            <p:nvPr/>
          </p:nvSpPr>
          <p:spPr bwMode="auto">
            <a:xfrm>
              <a:off x="5584" y="1408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54" name="Oval 30"/>
            <p:cNvSpPr>
              <a:spLocks noChangeArrowheads="1"/>
            </p:cNvSpPr>
            <p:nvPr/>
          </p:nvSpPr>
          <p:spPr bwMode="auto">
            <a:xfrm>
              <a:off x="5136" y="1520"/>
              <a:ext cx="80" cy="79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55" name="Oval 31"/>
            <p:cNvSpPr>
              <a:spLocks noChangeArrowheads="1"/>
            </p:cNvSpPr>
            <p:nvPr/>
          </p:nvSpPr>
          <p:spPr bwMode="auto">
            <a:xfrm>
              <a:off x="5248" y="1520"/>
              <a:ext cx="79" cy="79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56" name="Oval 32"/>
            <p:cNvSpPr>
              <a:spLocks noChangeArrowheads="1"/>
            </p:cNvSpPr>
            <p:nvPr/>
          </p:nvSpPr>
          <p:spPr bwMode="auto">
            <a:xfrm>
              <a:off x="5360" y="1520"/>
              <a:ext cx="76" cy="79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57" name="Oval 33"/>
            <p:cNvSpPr>
              <a:spLocks noChangeArrowheads="1"/>
            </p:cNvSpPr>
            <p:nvPr/>
          </p:nvSpPr>
          <p:spPr bwMode="auto">
            <a:xfrm>
              <a:off x="5472" y="1520"/>
              <a:ext cx="74" cy="79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58" name="Oval 34"/>
            <p:cNvSpPr>
              <a:spLocks noChangeArrowheads="1"/>
            </p:cNvSpPr>
            <p:nvPr/>
          </p:nvSpPr>
          <p:spPr bwMode="auto">
            <a:xfrm>
              <a:off x="5136" y="1632"/>
              <a:ext cx="80" cy="75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59" name="Oval 35"/>
            <p:cNvSpPr>
              <a:spLocks noChangeArrowheads="1"/>
            </p:cNvSpPr>
            <p:nvPr/>
          </p:nvSpPr>
          <p:spPr bwMode="auto">
            <a:xfrm>
              <a:off x="5248" y="1632"/>
              <a:ext cx="79" cy="75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60" name="Oval 36"/>
            <p:cNvSpPr>
              <a:spLocks noChangeArrowheads="1"/>
            </p:cNvSpPr>
            <p:nvPr/>
          </p:nvSpPr>
          <p:spPr bwMode="auto">
            <a:xfrm>
              <a:off x="5360" y="1632"/>
              <a:ext cx="76" cy="75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61" name="Oval 37"/>
            <p:cNvSpPr>
              <a:spLocks noChangeArrowheads="1"/>
            </p:cNvSpPr>
            <p:nvPr/>
          </p:nvSpPr>
          <p:spPr bwMode="auto">
            <a:xfrm>
              <a:off x="5472" y="1632"/>
              <a:ext cx="74" cy="75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62" name="Oval 38"/>
            <p:cNvSpPr>
              <a:spLocks noChangeArrowheads="1"/>
            </p:cNvSpPr>
            <p:nvPr/>
          </p:nvSpPr>
          <p:spPr bwMode="auto">
            <a:xfrm>
              <a:off x="5248" y="1744"/>
              <a:ext cx="79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63" name="Oval 39"/>
            <p:cNvSpPr>
              <a:spLocks noChangeArrowheads="1"/>
            </p:cNvSpPr>
            <p:nvPr/>
          </p:nvSpPr>
          <p:spPr bwMode="auto">
            <a:xfrm>
              <a:off x="5472" y="1744"/>
              <a:ext cx="74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18" r:id="rId1"/>
    <p:sldLayoutId id="2147483819" r:id="rId2"/>
    <p:sldLayoutId id="2147483820" r:id="rId3"/>
    <p:sldLayoutId id="2147483821" r:id="rId4"/>
    <p:sldLayoutId id="2147483822" r:id="rId5"/>
    <p:sldLayoutId id="2147483823" r:id="rId6"/>
    <p:sldLayoutId id="2147483824" r:id="rId7"/>
    <p:sldLayoutId id="2147483825" r:id="rId8"/>
    <p:sldLayoutId id="2147483826" r:id="rId9"/>
    <p:sldLayoutId id="2147483827" r:id="rId10"/>
    <p:sldLayoutId id="2147483828" r:id="rId11"/>
    <p:sldLayoutId id="2147483829" r:id="rId12"/>
  </p:sldLayoutIdLst>
  <p:timing>
    <p:tnLst>
      <p:par>
        <p:cTn id="1" dur="indefinite" restart="never" nodeType="tmRoot"/>
      </p:par>
    </p:tnLst>
  </p:timing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Times New Roman" pitchFamily="18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Times New Roman" pitchFamily="18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Times New Roman" pitchFamily="18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Times New Roman" pitchFamily="18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Times New Roman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Times New Roman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Times New Roman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anose="05000000000000000000" pitchFamily="2" charset="2"/>
        <a:buChar char="l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692150" indent="-34766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l"/>
        <a:defRPr sz="2800">
          <a:solidFill>
            <a:schemeClr val="tx1"/>
          </a:solidFill>
          <a:latin typeface="+mn-lt"/>
        </a:defRPr>
      </a:lvl2pPr>
      <a:lvl3pPr marL="987425" indent="-293688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anose="05000000000000000000" pitchFamily="2" charset="2"/>
        <a:buChar char="l"/>
        <a:defRPr sz="2400">
          <a:solidFill>
            <a:schemeClr val="tx1"/>
          </a:solidFill>
          <a:latin typeface="+mn-lt"/>
        </a:defRPr>
      </a:lvl3pPr>
      <a:lvl4pPr marL="1281113" indent="-2921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</a:defRPr>
      </a:lvl4pPr>
      <a:lvl5pPr marL="1598613" indent="-315913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</a:defRPr>
      </a:lvl5pPr>
      <a:lvl6pPr marL="20558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5130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29702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4274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1.wmf"/><Relationship Id="rId4" Type="http://schemas.openxmlformats.org/officeDocument/2006/relationships/oleObject" Target="../embeddings/oleObject1.bin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7" Type="http://schemas.openxmlformats.org/officeDocument/2006/relationships/image" Target="../media/image3.wmf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3.bin"/><Relationship Id="rId5" Type="http://schemas.openxmlformats.org/officeDocument/2006/relationships/image" Target="../media/image2.wmf"/><Relationship Id="rId4" Type="http://schemas.openxmlformats.org/officeDocument/2006/relationships/oleObject" Target="../embeddings/oleObject2.bin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4.wmf"/><Relationship Id="rId4" Type="http://schemas.openxmlformats.org/officeDocument/2006/relationships/oleObject" Target="../embeddings/oleObject4.bin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.bin"/><Relationship Id="rId3" Type="http://schemas.openxmlformats.org/officeDocument/2006/relationships/notesSlide" Target="../notesSlides/notesSlide5.xml"/><Relationship Id="rId7" Type="http://schemas.openxmlformats.org/officeDocument/2006/relationships/image" Target="../media/image6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6.bin"/><Relationship Id="rId11" Type="http://schemas.openxmlformats.org/officeDocument/2006/relationships/image" Target="../media/image8.emf"/><Relationship Id="rId5" Type="http://schemas.openxmlformats.org/officeDocument/2006/relationships/image" Target="../media/image5.wmf"/><Relationship Id="rId10" Type="http://schemas.openxmlformats.org/officeDocument/2006/relationships/oleObject" Target="../embeddings/oleObject8.bin"/><Relationship Id="rId4" Type="http://schemas.openxmlformats.org/officeDocument/2006/relationships/oleObject" Target="../embeddings/oleObject5.bin"/><Relationship Id="rId9" Type="http://schemas.openxmlformats.org/officeDocument/2006/relationships/image" Target="../media/image7.emf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5" Type="http://schemas.openxmlformats.org/officeDocument/2006/relationships/image" Target="../media/image9.wmf"/><Relationship Id="rId4" Type="http://schemas.openxmlformats.org/officeDocument/2006/relationships/oleObject" Target="../embeddings/oleObject9.bin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7" Type="http://schemas.openxmlformats.org/officeDocument/2006/relationships/image" Target="../media/image11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oleObject11.bin"/><Relationship Id="rId5" Type="http://schemas.openxmlformats.org/officeDocument/2006/relationships/image" Target="../media/image10.emf"/><Relationship Id="rId4" Type="http://schemas.openxmlformats.org/officeDocument/2006/relationships/oleObject" Target="../embeddings/oleObject10.bin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5" Type="http://schemas.openxmlformats.org/officeDocument/2006/relationships/image" Target="../media/image12.wmf"/><Relationship Id="rId4" Type="http://schemas.openxmlformats.org/officeDocument/2006/relationships/oleObject" Target="../embeddings/oleObject12.bin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4" Type="http://schemas.openxmlformats.org/officeDocument/2006/relationships/image" Target="../media/image14.wmf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6"/>
          <p:cNvSpPr>
            <a:spLocks noGrp="1" noChangeArrowheads="1"/>
          </p:cNvSpPr>
          <p:nvPr>
            <p:ph type="ftr" sz="quarter" idx="11"/>
          </p:nvPr>
        </p:nvSpPr>
        <p:spPr>
          <a:xfrm>
            <a:off x="323850" y="6248400"/>
            <a:ext cx="7600950" cy="6096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CA" altLang="en-US" sz="1400"/>
              <a:t>Fundamentals of Futures and Options Markets, 9th Ed, Ch 13, Copyright © John C. Hull 2016</a:t>
            </a:r>
            <a:endParaRPr lang="en-US" altLang="en-US" sz="1400" i="0"/>
          </a:p>
        </p:txBody>
      </p:sp>
      <p:sp>
        <p:nvSpPr>
          <p:cNvPr id="14339" name="Rectangle 4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en-US" sz="4400" smtClean="0"/>
              <a:t>Valuing Stock Options:</a:t>
            </a:r>
            <a:br>
              <a:rPr lang="en-US" altLang="en-US" sz="4400" smtClean="0"/>
            </a:br>
            <a:r>
              <a:rPr lang="en-US" altLang="en-US" sz="4400" smtClean="0"/>
              <a:t>The Black-Scholes-Merton Model</a:t>
            </a:r>
          </a:p>
        </p:txBody>
      </p:sp>
      <p:sp>
        <p:nvSpPr>
          <p:cNvPr id="14340" name="Rectangle 5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Chapter 13</a:t>
            </a:r>
          </a:p>
        </p:txBody>
      </p:sp>
      <p:sp>
        <p:nvSpPr>
          <p:cNvPr id="14341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0355E517-7201-44B2-A588-9D7B42ABE06C}" type="slidenum">
              <a:rPr lang="en-US" altLang="en-US" sz="18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</a:t>
            </a:fld>
            <a:endParaRPr lang="en-US" altLang="en-US" sz="18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CA" altLang="en-US" sz="1400"/>
              <a:t>Fundamentals of Futures and Options Markets, 9th Ed, Ch 13, Copyright © John C. Hull 2016</a:t>
            </a:r>
            <a:endParaRPr lang="en-US" altLang="en-US" sz="1400" i="0"/>
          </a:p>
        </p:txBody>
      </p:sp>
      <p:sp>
        <p:nvSpPr>
          <p:cNvPr id="1536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The Black-Scholes-Merton Random Walk Assumption</a:t>
            </a:r>
          </a:p>
        </p:txBody>
      </p:sp>
      <p:sp>
        <p:nvSpPr>
          <p:cNvPr id="1536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Consider a stock whose price is </a:t>
            </a:r>
            <a:r>
              <a:rPr lang="en-US" altLang="en-US" i="1" smtClean="0">
                <a:latin typeface="Times New Roman" panose="02020603050405020304" pitchFamily="18" charset="0"/>
              </a:rPr>
              <a:t>S</a:t>
            </a:r>
          </a:p>
          <a:p>
            <a:pPr eaLnBrk="1" hangingPunct="1"/>
            <a:r>
              <a:rPr lang="en-US" altLang="en-US" smtClean="0"/>
              <a:t>In a short period of time of length </a:t>
            </a:r>
            <a:r>
              <a:rPr lang="en-US" altLang="en-US" smtClean="0">
                <a:latin typeface="Symbol" panose="05050102010706020507" pitchFamily="18" charset="2"/>
              </a:rPr>
              <a:t>D</a:t>
            </a:r>
            <a:r>
              <a:rPr lang="en-US" altLang="en-US" i="1" smtClean="0"/>
              <a:t>t</a:t>
            </a:r>
            <a:r>
              <a:rPr lang="en-US" altLang="en-US" smtClean="0"/>
              <a:t> the return on the stock (</a:t>
            </a:r>
            <a:r>
              <a:rPr lang="en-US" altLang="en-US" smtClean="0">
                <a:latin typeface="Symbol" panose="05050102010706020507" pitchFamily="18" charset="2"/>
              </a:rPr>
              <a:t>D</a:t>
            </a:r>
            <a:r>
              <a:rPr lang="en-US" altLang="en-US" i="1" smtClean="0">
                <a:latin typeface="Times New Roman" panose="02020603050405020304" pitchFamily="18" charset="0"/>
              </a:rPr>
              <a:t>S</a:t>
            </a:r>
            <a:r>
              <a:rPr lang="en-US" altLang="en-US" smtClean="0"/>
              <a:t>/</a:t>
            </a:r>
            <a:r>
              <a:rPr lang="en-US" altLang="en-US" i="1" smtClean="0">
                <a:latin typeface="Times New Roman" panose="02020603050405020304" pitchFamily="18" charset="0"/>
              </a:rPr>
              <a:t>S</a:t>
            </a:r>
            <a:r>
              <a:rPr lang="en-US" altLang="en-US" smtClean="0"/>
              <a:t>) is assumed to be normal with mean </a:t>
            </a:r>
            <a:r>
              <a:rPr lang="en-US" altLang="en-US" smtClean="0">
                <a:latin typeface="Symbol" panose="05050102010706020507" pitchFamily="18" charset="2"/>
              </a:rPr>
              <a:t>mD</a:t>
            </a:r>
            <a:r>
              <a:rPr lang="en-US" altLang="en-US" i="1" smtClean="0">
                <a:latin typeface="Times New Roman" panose="02020603050405020304" pitchFamily="18" charset="0"/>
              </a:rPr>
              <a:t>t</a:t>
            </a:r>
            <a:r>
              <a:rPr lang="en-US" altLang="en-US" smtClean="0"/>
              <a:t> and standard deviation</a:t>
            </a:r>
          </a:p>
          <a:p>
            <a:pPr eaLnBrk="1" hangingPunct="1"/>
            <a:endParaRPr lang="en-US" altLang="en-US" smtClean="0"/>
          </a:p>
          <a:p>
            <a:pPr eaLnBrk="1" hangingPunct="1">
              <a:buSzTx/>
              <a:buFontTx/>
              <a:buChar char="·"/>
            </a:pPr>
            <a:r>
              <a:rPr lang="en-US" altLang="en-US" smtClean="0">
                <a:latin typeface="Symbol" panose="05050102010706020507" pitchFamily="18" charset="2"/>
              </a:rPr>
              <a:t>m</a:t>
            </a:r>
            <a:r>
              <a:rPr lang="en-US" altLang="en-US" smtClean="0"/>
              <a:t> is expected return and </a:t>
            </a:r>
            <a:r>
              <a:rPr lang="en-US" altLang="en-US" smtClean="0">
                <a:latin typeface="Symbol" panose="05050102010706020507" pitchFamily="18" charset="2"/>
              </a:rPr>
              <a:t>s</a:t>
            </a:r>
            <a:r>
              <a:rPr lang="en-US" altLang="en-US" smtClean="0"/>
              <a:t> is volatility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smtClean="0"/>
          </a:p>
        </p:txBody>
      </p:sp>
      <p:graphicFrame>
        <p:nvGraphicFramePr>
          <p:cNvPr id="15365" name="Object 4"/>
          <p:cNvGraphicFramePr>
            <a:graphicFrameLocks noChangeAspect="1"/>
          </p:cNvGraphicFramePr>
          <p:nvPr/>
        </p:nvGraphicFramePr>
        <p:xfrm>
          <a:off x="4092575" y="4267200"/>
          <a:ext cx="1185863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7" name="Equation" r:id="rId4" imgW="406224" imgH="228501" progId="Equation.3">
                  <p:embed/>
                </p:oleObj>
              </mc:Choice>
              <mc:Fallback>
                <p:oleObj name="Equation" r:id="rId4" imgW="406224" imgH="228501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92575" y="4267200"/>
                        <a:ext cx="1185863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66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ECAB57A5-4A69-479C-9DD3-BA06AB39EC37}" type="slidenum">
              <a:rPr lang="en-US" altLang="en-US" sz="18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</a:t>
            </a:fld>
            <a:endParaRPr lang="en-US" altLang="en-US" sz="18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Footer Placeholder 5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CA" altLang="en-US" sz="1400"/>
              <a:t>Fundamentals of Futures and Options Markets, 9th Ed, Ch 13, Copyright © John C. Hull 2016</a:t>
            </a:r>
            <a:endParaRPr lang="en-US" altLang="en-US" sz="1400" i="0"/>
          </a:p>
        </p:txBody>
      </p:sp>
      <p:sp>
        <p:nvSpPr>
          <p:cNvPr id="16387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0488" tIns="44450" rIns="90488" bIns="44450" anchor="ctr"/>
          <a:lstStyle/>
          <a:p>
            <a:pPr eaLnBrk="1" hangingPunct="1"/>
            <a:r>
              <a:rPr lang="en-US" altLang="en-US" smtClean="0"/>
              <a:t>The Lognormal Property</a:t>
            </a:r>
          </a:p>
        </p:txBody>
      </p:sp>
      <p:sp>
        <p:nvSpPr>
          <p:cNvPr id="16388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719263"/>
            <a:ext cx="7162800" cy="4411662"/>
          </a:xfrm>
          <a:noFill/>
        </p:spPr>
        <p:txBody>
          <a:bodyPr lIns="90488" tIns="44450" rIns="90488" bIns="44450"/>
          <a:lstStyle/>
          <a:p>
            <a:pPr eaLnBrk="1" hangingPunct="1"/>
            <a:r>
              <a:rPr lang="en-US" altLang="en-US" sz="2400" smtClean="0"/>
              <a:t>These assumptions imply ln </a:t>
            </a:r>
            <a:r>
              <a:rPr lang="en-US" altLang="en-US" sz="2400" i="1" smtClean="0">
                <a:latin typeface="Times New Roman" panose="02020603050405020304" pitchFamily="18" charset="0"/>
              </a:rPr>
              <a:t>S</a:t>
            </a:r>
            <a:r>
              <a:rPr lang="en-US" altLang="en-US" sz="2400" i="1" baseline="-25000" smtClean="0">
                <a:latin typeface="Times New Roman" panose="02020603050405020304" pitchFamily="18" charset="0"/>
              </a:rPr>
              <a:t>T</a:t>
            </a:r>
            <a:r>
              <a:rPr lang="en-US" altLang="en-US" sz="2400" smtClean="0"/>
              <a:t> is normally distributed with mean: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sz="2000" smtClean="0"/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sz="2000" smtClean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000" smtClean="0"/>
              <a:t>	</a:t>
            </a:r>
            <a:r>
              <a:rPr lang="en-US" altLang="en-US" sz="2400" smtClean="0"/>
              <a:t>and standard deviation</a:t>
            </a:r>
            <a:r>
              <a:rPr lang="en-US" altLang="en-US" sz="2000" smtClean="0"/>
              <a:t>: 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sz="2000" smtClean="0"/>
          </a:p>
          <a:p>
            <a:pPr eaLnBrk="1" hangingPunct="1"/>
            <a:r>
              <a:rPr lang="en-US" altLang="en-US" sz="2400" smtClean="0"/>
              <a:t>Because the logarithm of </a:t>
            </a:r>
            <a:r>
              <a:rPr lang="en-US" altLang="en-US" sz="2400" i="1" smtClean="0">
                <a:latin typeface="Times New Roman" panose="02020603050405020304" pitchFamily="18" charset="0"/>
              </a:rPr>
              <a:t>S</a:t>
            </a:r>
            <a:r>
              <a:rPr lang="en-US" altLang="en-US" sz="2400" i="1" baseline="-25000" smtClean="0">
                <a:latin typeface="Times New Roman" panose="02020603050405020304" pitchFamily="18" charset="0"/>
              </a:rPr>
              <a:t>T</a:t>
            </a:r>
            <a:r>
              <a:rPr lang="en-US" altLang="en-US" sz="2400" i="1" smtClean="0"/>
              <a:t> </a:t>
            </a:r>
            <a:r>
              <a:rPr lang="en-US" altLang="en-US" sz="2400" smtClean="0"/>
              <a:t>is normal, </a:t>
            </a:r>
            <a:r>
              <a:rPr lang="en-US" altLang="en-US" sz="2400" i="1" smtClean="0">
                <a:latin typeface="Times New Roman" panose="02020603050405020304" pitchFamily="18" charset="0"/>
              </a:rPr>
              <a:t>S</a:t>
            </a:r>
            <a:r>
              <a:rPr lang="en-US" altLang="en-US" sz="2400" i="1" baseline="-25000" smtClean="0">
                <a:latin typeface="Times New Roman" panose="02020603050405020304" pitchFamily="18" charset="0"/>
              </a:rPr>
              <a:t>T</a:t>
            </a:r>
            <a:r>
              <a:rPr lang="en-US" altLang="en-US" sz="2400" smtClean="0"/>
              <a:t> is lognormally distributed</a:t>
            </a:r>
          </a:p>
        </p:txBody>
      </p:sp>
      <p:graphicFrame>
        <p:nvGraphicFramePr>
          <p:cNvPr id="16389" name="Object 4">
            <a:hlinkClick r:id="" action="ppaction://ole?verb=0"/>
          </p:cNvPr>
          <p:cNvGraphicFramePr>
            <a:graphicFrameLocks/>
          </p:cNvGraphicFramePr>
          <p:nvPr/>
        </p:nvGraphicFramePr>
        <p:xfrm>
          <a:off x="2971800" y="2514600"/>
          <a:ext cx="289560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92" name="Equation" r:id="rId4" imgW="1257300" imgH="241300" progId="Equation.3">
                  <p:embed/>
                </p:oleObj>
              </mc:Choice>
              <mc:Fallback>
                <p:oleObj name="Equation" r:id="rId4" imgW="1257300" imgH="241300" progId="Equation.3">
                  <p:embed/>
                  <p:pic>
                    <p:nvPicPr>
                      <p:cNvPr id="0" name="Object 4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1800" y="2514600"/>
                        <a:ext cx="2895600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90" name="Object 12"/>
          <p:cNvGraphicFramePr>
            <a:graphicFrameLocks noChangeAspect="1"/>
          </p:cNvGraphicFramePr>
          <p:nvPr>
            <p:ph sz="half" idx="2"/>
          </p:nvPr>
        </p:nvGraphicFramePr>
        <p:xfrm>
          <a:off x="4495800" y="3429000"/>
          <a:ext cx="914400" cy="555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93" name="Equation" r:id="rId6" imgW="355292" imgH="215713" progId="Equation.3">
                  <p:embed/>
                </p:oleObj>
              </mc:Choice>
              <mc:Fallback>
                <p:oleObj name="Equation" r:id="rId6" imgW="355292" imgH="215713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95800" y="3429000"/>
                        <a:ext cx="914400" cy="555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391" name="Slide Number Placeholder 7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93FF21CB-C34C-4BBC-9BC1-7C16C0464352}" type="slidenum">
              <a:rPr lang="en-US" altLang="en-US" sz="18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3</a:t>
            </a:fld>
            <a:endParaRPr lang="en-US" altLang="en-US" sz="1800"/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CA" altLang="en-US" sz="1400"/>
              <a:t>Fundamentals of Futures and Options Markets, 9th Ed, Ch 13, Copyright © John C. Hull 2016</a:t>
            </a:r>
            <a:endParaRPr lang="en-US" altLang="en-US" sz="1400" i="0"/>
          </a:p>
        </p:txBody>
      </p:sp>
      <p:sp>
        <p:nvSpPr>
          <p:cNvPr id="17411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0488" tIns="44450" rIns="90488" bIns="44450" anchor="ctr"/>
          <a:lstStyle/>
          <a:p>
            <a:pPr eaLnBrk="1" hangingPunct="1"/>
            <a:r>
              <a:rPr lang="en-US" altLang="en-US" smtClean="0"/>
              <a:t>The Lognormal Property</a:t>
            </a:r>
            <a:br>
              <a:rPr lang="en-US" altLang="en-US" smtClean="0"/>
            </a:br>
            <a:r>
              <a:rPr lang="en-US" altLang="en-US" smtClean="0"/>
              <a:t>continued</a:t>
            </a:r>
          </a:p>
        </p:txBody>
      </p:sp>
      <p:sp>
        <p:nvSpPr>
          <p:cNvPr id="17412" name="Rectangle 3"/>
          <p:cNvSpPr>
            <a:spLocks noChangeArrowheads="1"/>
          </p:cNvSpPr>
          <p:nvPr/>
        </p:nvSpPr>
        <p:spPr bwMode="auto">
          <a:xfrm>
            <a:off x="638175" y="4800600"/>
            <a:ext cx="8081963" cy="1063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/>
              <a:t>where</a:t>
            </a:r>
            <a:r>
              <a:rPr lang="en-US" altLang="en-US">
                <a:latin typeface="Times New Roman" panose="02020603050405020304" pitchFamily="18" charset="0"/>
              </a:rPr>
              <a:t> </a:t>
            </a:r>
            <a:r>
              <a:rPr lang="en-US" altLang="en-US">
                <a:latin typeface="Symbol" panose="05050102010706020507" pitchFamily="18" charset="2"/>
              </a:rPr>
              <a:t></a:t>
            </a:r>
            <a:r>
              <a:rPr lang="en-US" altLang="en-US" i="1">
                <a:latin typeface="Times New Roman" panose="02020603050405020304" pitchFamily="18" charset="0"/>
              </a:rPr>
              <a:t>m</a:t>
            </a:r>
            <a:r>
              <a:rPr lang="en-US" altLang="en-US" i="1"/>
              <a:t>,</a:t>
            </a:r>
            <a:r>
              <a:rPr lang="en-US" altLang="en-US" i="1">
                <a:latin typeface="Times New Roman" panose="02020603050405020304" pitchFamily="18" charset="0"/>
              </a:rPr>
              <a:t>v</a:t>
            </a:r>
            <a:r>
              <a:rPr lang="en-US" altLang="en-US"/>
              <a:t>] is a normal distribution with mean </a:t>
            </a:r>
            <a:r>
              <a:rPr lang="en-US" altLang="en-US" i="1">
                <a:latin typeface="Times New Roman" panose="02020603050405020304" pitchFamily="18" charset="0"/>
              </a:rPr>
              <a:t>m</a:t>
            </a:r>
            <a:r>
              <a:rPr lang="en-US" altLang="en-US"/>
              <a:t> and variance </a:t>
            </a:r>
            <a:r>
              <a:rPr lang="en-US" altLang="en-US" i="1">
                <a:latin typeface="Times New Roman" panose="02020603050405020304" pitchFamily="18" charset="0"/>
              </a:rPr>
              <a:t>v</a:t>
            </a:r>
          </a:p>
        </p:txBody>
      </p:sp>
      <p:graphicFrame>
        <p:nvGraphicFramePr>
          <p:cNvPr id="17413" name="Object 1024"/>
          <p:cNvGraphicFramePr>
            <a:graphicFrameLocks noChangeAspect="1"/>
          </p:cNvGraphicFramePr>
          <p:nvPr/>
        </p:nvGraphicFramePr>
        <p:xfrm>
          <a:off x="854075" y="1555750"/>
          <a:ext cx="6289675" cy="2906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15" name="Equation" r:id="rId4" imgW="2108200" imgH="1143000" progId="Equation.3">
                  <p:embed/>
                </p:oleObj>
              </mc:Choice>
              <mc:Fallback>
                <p:oleObj name="Equation" r:id="rId4" imgW="2108200" imgH="1143000" progId="Equation.3">
                  <p:embed/>
                  <p:pic>
                    <p:nvPicPr>
                      <p:cNvPr id="0" name="Object 10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4075" y="1555750"/>
                        <a:ext cx="6289675" cy="2906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14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A3CAF9BB-DFDB-4E87-9B1E-01761B1A378F}" type="slidenum">
              <a:rPr lang="en-US" altLang="en-US" sz="18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4</a:t>
            </a:fld>
            <a:endParaRPr lang="en-US" altLang="en-US" sz="1800"/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CA" altLang="en-US" sz="1400"/>
              <a:t>Fundamentals of Futures and Options Markets, 9th Ed, Ch 13, Copyright © John C. Hull 2016</a:t>
            </a:r>
            <a:endParaRPr lang="en-US" altLang="en-US" sz="1400" i="0"/>
          </a:p>
        </p:txBody>
      </p:sp>
      <p:sp>
        <p:nvSpPr>
          <p:cNvPr id="18435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2075" tIns="46038" rIns="92075" bIns="46038" anchor="ctr"/>
          <a:lstStyle/>
          <a:p>
            <a:pPr eaLnBrk="1" hangingPunct="1"/>
            <a:r>
              <a:rPr lang="en-US" altLang="en-US" smtClean="0"/>
              <a:t>The Lognormal Distribution</a:t>
            </a:r>
          </a:p>
        </p:txBody>
      </p:sp>
      <p:sp>
        <p:nvSpPr>
          <p:cNvPr id="1843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 lIns="92075" tIns="46038" rIns="92075" bIns="46038"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mtClean="0"/>
              <a:t> </a:t>
            </a:r>
          </a:p>
        </p:txBody>
      </p:sp>
      <p:graphicFrame>
        <p:nvGraphicFramePr>
          <p:cNvPr id="18437" name="Object 4"/>
          <p:cNvGraphicFramePr>
            <a:graphicFrameLocks/>
          </p:cNvGraphicFramePr>
          <p:nvPr/>
        </p:nvGraphicFramePr>
        <p:xfrm>
          <a:off x="2070100" y="4800600"/>
          <a:ext cx="5100638" cy="1057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43" name="Equation" r:id="rId4" imgW="2616200" imgH="508000" progId="Equation.2">
                  <p:embed/>
                </p:oleObj>
              </mc:Choice>
              <mc:Fallback>
                <p:oleObj name="Equation" r:id="rId4" imgW="2616200" imgH="508000" progId="Equation.2">
                  <p:embed/>
                  <p:pic>
                    <p:nvPicPr>
                      <p:cNvPr id="0" name="Object 4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70100" y="4800600"/>
                        <a:ext cx="5100638" cy="1057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38" name="Rectangle 5"/>
          <p:cNvSpPr>
            <a:spLocks noChangeArrowheads="1"/>
          </p:cNvSpPr>
          <p:nvPr/>
        </p:nvSpPr>
        <p:spPr bwMode="auto">
          <a:xfrm>
            <a:off x="1371600" y="2514600"/>
            <a:ext cx="30480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endParaRPr lang="en-US" altLang="en-US">
              <a:latin typeface="Gloucester MT Extra Condensed" panose="02030808020601010101" pitchFamily="18" charset="0"/>
            </a:endParaRPr>
          </a:p>
        </p:txBody>
      </p:sp>
      <p:graphicFrame>
        <p:nvGraphicFramePr>
          <p:cNvPr id="18439" name="Object 6"/>
          <p:cNvGraphicFramePr>
            <a:graphicFrameLocks/>
          </p:cNvGraphicFramePr>
          <p:nvPr/>
        </p:nvGraphicFramePr>
        <p:xfrm>
          <a:off x="1519238" y="1390650"/>
          <a:ext cx="6086475" cy="4057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44" name="Chart" r:id="rId6" imgW="6096000" imgH="4067251" progId="MSGraph.Chart.5">
                  <p:embed followColorScheme="full"/>
                </p:oleObj>
              </mc:Choice>
              <mc:Fallback>
                <p:oleObj name="Chart" r:id="rId6" imgW="6096000" imgH="4067251" progId="MSGraph.Chart.5">
                  <p:embed followColorScheme="full"/>
                  <p:pic>
                    <p:nvPicPr>
                      <p:cNvPr id="0" name="Object 6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19238" y="1390650"/>
                        <a:ext cx="6086475" cy="4057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40" name="Object 7"/>
          <p:cNvGraphicFramePr>
            <a:graphicFrameLocks/>
          </p:cNvGraphicFramePr>
          <p:nvPr/>
        </p:nvGraphicFramePr>
        <p:xfrm>
          <a:off x="1544638" y="2613025"/>
          <a:ext cx="3673475" cy="1173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45" name="Chart" r:id="rId8" imgW="3610051" imgH="971702" progId="Excel.Chart.5">
                  <p:embed followColorScheme="full"/>
                </p:oleObj>
              </mc:Choice>
              <mc:Fallback>
                <p:oleObj name="Chart" r:id="rId8" imgW="3610051" imgH="971702" progId="Excel.Chart.5">
                  <p:embed followColorScheme="full"/>
                  <p:pic>
                    <p:nvPicPr>
                      <p:cNvPr id="0" name="Object 7"/>
                      <p:cNvPicPr>
                        <a:picLocks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4638" y="2613025"/>
                        <a:ext cx="3673475" cy="1173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41" name="Object 8"/>
          <p:cNvGraphicFramePr>
            <a:graphicFrameLocks/>
          </p:cNvGraphicFramePr>
          <p:nvPr/>
        </p:nvGraphicFramePr>
        <p:xfrm>
          <a:off x="1905000" y="1295400"/>
          <a:ext cx="7237413" cy="411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46" name="Chart" r:id="rId10" imgW="8677351" imgH="5934151" progId="Excel.Chart.5">
                  <p:embed followColorScheme="full"/>
                </p:oleObj>
              </mc:Choice>
              <mc:Fallback>
                <p:oleObj name="Chart" r:id="rId10" imgW="8677351" imgH="5934151" progId="Excel.Chart.5">
                  <p:embed followColorScheme="full"/>
                  <p:pic>
                    <p:nvPicPr>
                      <p:cNvPr id="0" name="Object 8"/>
                      <p:cNvPicPr>
                        <a:picLocks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000" y="1295400"/>
                        <a:ext cx="7237413" cy="411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42" name="Slide Number Placeholder 10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65E07439-3382-4029-9D89-CA16FAF51D00}" type="slidenum">
              <a:rPr lang="en-US" altLang="en-US" sz="18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5</a:t>
            </a:fld>
            <a:endParaRPr lang="en-US" altLang="en-US" sz="1800"/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CA" altLang="en-US" sz="1400"/>
              <a:t>Fundamentals of Futures and Options Markets, 9th Ed, Ch 13, Copyright © John C. Hull 2016</a:t>
            </a:r>
            <a:endParaRPr lang="en-US" altLang="en-US" sz="1400" i="0"/>
          </a:p>
        </p:txBody>
      </p:sp>
      <p:sp>
        <p:nvSpPr>
          <p:cNvPr id="1945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The Expected Return</a:t>
            </a:r>
          </a:p>
        </p:txBody>
      </p:sp>
      <p:sp>
        <p:nvSpPr>
          <p:cNvPr id="2355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752600"/>
            <a:ext cx="7848600" cy="4411663"/>
          </a:xfrm>
        </p:spPr>
        <p:txBody>
          <a:bodyPr/>
          <a:lstStyle/>
          <a:p>
            <a:pPr eaLnBrk="1" hangingPunct="1">
              <a:lnSpc>
                <a:spcPct val="90000"/>
              </a:lnSpc>
              <a:defRPr/>
            </a:pPr>
            <a:r>
              <a:rPr lang="en-US" dirty="0" smtClean="0"/>
              <a:t>The expected value of the stock price at time </a:t>
            </a:r>
            <a:r>
              <a:rPr lang="en-US" i="1" dirty="0" smtClean="0">
                <a:latin typeface="+mj-lt"/>
              </a:rPr>
              <a:t>T</a:t>
            </a:r>
            <a:r>
              <a:rPr lang="en-US" dirty="0" smtClean="0"/>
              <a:t> is </a:t>
            </a:r>
            <a:r>
              <a:rPr lang="en-US" i="1" dirty="0" smtClean="0">
                <a:latin typeface="Times New Roman" pitchFamily="18" charset="0"/>
              </a:rPr>
              <a:t>S</a:t>
            </a:r>
            <a:r>
              <a:rPr lang="en-US" baseline="-25000" dirty="0" smtClean="0">
                <a:latin typeface="Times New Roman" pitchFamily="18" charset="0"/>
              </a:rPr>
              <a:t>0</a:t>
            </a:r>
            <a:r>
              <a:rPr lang="en-US" i="1" dirty="0" smtClean="0">
                <a:latin typeface="Times New Roman" pitchFamily="18" charset="0"/>
              </a:rPr>
              <a:t>e</a:t>
            </a:r>
            <a:r>
              <a:rPr lang="en-US" baseline="30000" dirty="0" smtClean="0">
                <a:latin typeface="Symbol" pitchFamily="18" charset="2"/>
              </a:rPr>
              <a:t>m</a:t>
            </a:r>
            <a:r>
              <a:rPr lang="en-US" i="1" baseline="30000" dirty="0" smtClean="0">
                <a:latin typeface="Times New Roman" pitchFamily="18" charset="0"/>
              </a:rPr>
              <a:t>T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CA" dirty="0" smtClean="0"/>
              <a:t>The return in a short period</a:t>
            </a:r>
            <a:r>
              <a:rPr lang="en-CA" i="1" dirty="0" smtClean="0">
                <a:latin typeface="Times New Roman" pitchFamily="18" charset="0"/>
              </a:rPr>
              <a:t> </a:t>
            </a:r>
            <a:r>
              <a:rPr lang="en-CA" dirty="0" err="1" smtClean="0">
                <a:latin typeface="Symbol" pitchFamily="18" charset="2"/>
              </a:rPr>
              <a:t>D</a:t>
            </a:r>
            <a:r>
              <a:rPr lang="en-CA" i="1" dirty="0" err="1" smtClean="0">
                <a:latin typeface="Times New Roman" pitchFamily="18" charset="0"/>
              </a:rPr>
              <a:t>t</a:t>
            </a:r>
            <a:r>
              <a:rPr lang="en-CA" i="1" dirty="0" smtClean="0">
                <a:latin typeface="Times New Roman" pitchFamily="18" charset="0"/>
              </a:rPr>
              <a:t> is </a:t>
            </a:r>
            <a:r>
              <a:rPr lang="en-CA" dirty="0" err="1" smtClean="0">
                <a:latin typeface="Symbol" pitchFamily="18" charset="2"/>
              </a:rPr>
              <a:t>mD</a:t>
            </a:r>
            <a:r>
              <a:rPr lang="en-CA" i="1" dirty="0" err="1" smtClean="0">
                <a:latin typeface="Times New Roman" pitchFamily="18" charset="0"/>
              </a:rPr>
              <a:t>t</a:t>
            </a:r>
            <a:endParaRPr lang="en-US" dirty="0" smtClean="0">
              <a:latin typeface="Times New Roman" pitchFamily="18" charset="0"/>
            </a:endParaRPr>
          </a:p>
          <a:p>
            <a:pPr eaLnBrk="1" hangingPunct="1">
              <a:lnSpc>
                <a:spcPct val="90000"/>
              </a:lnSpc>
              <a:defRPr/>
            </a:pPr>
            <a:r>
              <a:rPr lang="en-US" dirty="0" smtClean="0"/>
              <a:t>But the expected return on the stock with continuous compounding is </a:t>
            </a:r>
            <a:r>
              <a:rPr lang="en-US" dirty="0" smtClean="0">
                <a:latin typeface="Symbol" pitchFamily="18" charset="2"/>
              </a:rPr>
              <a:t>m </a:t>
            </a:r>
            <a:r>
              <a:rPr lang="en-US" dirty="0" smtClean="0">
                <a:latin typeface="Times New Roman" pitchFamily="18" charset="0"/>
              </a:rPr>
              <a:t>– </a:t>
            </a:r>
            <a:r>
              <a:rPr lang="en-US" dirty="0" smtClean="0">
                <a:latin typeface="Symbol" pitchFamily="18" charset="2"/>
              </a:rPr>
              <a:t>s</a:t>
            </a:r>
            <a:r>
              <a:rPr lang="en-US" baseline="30000" dirty="0" smtClean="0">
                <a:latin typeface="Symbol" pitchFamily="18" charset="2"/>
              </a:rPr>
              <a:t>2</a:t>
            </a:r>
            <a:r>
              <a:rPr lang="en-US" dirty="0" smtClean="0">
                <a:latin typeface="Symbol" pitchFamily="18" charset="2"/>
              </a:rPr>
              <a:t>/2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CA" dirty="0" smtClean="0"/>
              <a:t>This reflects the difference between arithmetic and geometric means</a:t>
            </a:r>
            <a:endParaRPr lang="en-US" dirty="0" smtClean="0"/>
          </a:p>
        </p:txBody>
      </p:sp>
      <p:sp>
        <p:nvSpPr>
          <p:cNvPr id="19461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1843ADE1-29E9-4D45-B3CF-5E27D7AE47A2}" type="slidenum">
              <a:rPr lang="en-US" altLang="en-US" sz="18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6</a:t>
            </a:fld>
            <a:endParaRPr lang="en-US" altLang="en-US" sz="18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CA" altLang="en-US" sz="1400"/>
              <a:t>Fundamentals of Futures and Options Markets, 9th Ed, Ch 13, Copyright © John C. Hull 2016</a:t>
            </a:r>
            <a:endParaRPr lang="en-US" altLang="en-US" sz="1400"/>
          </a:p>
        </p:txBody>
      </p:sp>
      <p:sp>
        <p:nvSpPr>
          <p:cNvPr id="20483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96BD5B8D-F7F8-4F0B-9B27-87D59D4C473E}" type="slidenum">
              <a:rPr lang="en-US" altLang="en-US" sz="18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7</a:t>
            </a:fld>
            <a:endParaRPr lang="en-US" altLang="en-US" sz="1800"/>
          </a:p>
        </p:txBody>
      </p:sp>
      <p:sp>
        <p:nvSpPr>
          <p:cNvPr id="2048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CA" altLang="en-US" smtClean="0"/>
              <a:t>Mutual Fund Returns </a:t>
            </a:r>
            <a:r>
              <a:rPr lang="en-CA" altLang="en-US" sz="2200" smtClean="0"/>
              <a:t>(See Business Snapshot 13.1 on page 298)</a:t>
            </a:r>
          </a:p>
        </p:txBody>
      </p:sp>
      <p:sp>
        <p:nvSpPr>
          <p:cNvPr id="2048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95400"/>
            <a:ext cx="8229600" cy="4835525"/>
          </a:xfrm>
        </p:spPr>
        <p:txBody>
          <a:bodyPr/>
          <a:lstStyle/>
          <a:p>
            <a:endParaRPr lang="en-CA" altLang="en-US" smtClean="0"/>
          </a:p>
          <a:p>
            <a:r>
              <a:rPr lang="en-CA" altLang="en-US" sz="2800" smtClean="0"/>
              <a:t>Suppose that returns in successive years are 15%, 20%, 30%, -20% and 25%</a:t>
            </a:r>
          </a:p>
          <a:p>
            <a:r>
              <a:rPr lang="en-CA" altLang="en-US" sz="2800" smtClean="0"/>
              <a:t>The arithmetic mean of the returns is 14%</a:t>
            </a:r>
          </a:p>
          <a:p>
            <a:r>
              <a:rPr lang="en-CA" altLang="en-US" sz="2800" smtClean="0"/>
              <a:t>The returned that would actually be earned over the five years (the geometric mean) is 12.4%</a:t>
            </a:r>
          </a:p>
          <a:p>
            <a:r>
              <a:rPr lang="en-CA" altLang="en-US" sz="2800" smtClean="0"/>
              <a:t>The difference between 14% and 12.4% is analogous to the difference between </a:t>
            </a:r>
            <a:r>
              <a:rPr lang="en-CA" altLang="en-US" sz="2800" smtClean="0">
                <a:latin typeface="Symbol" panose="05050102010706020507" pitchFamily="18" charset="2"/>
              </a:rPr>
              <a:t>m</a:t>
            </a:r>
            <a:r>
              <a:rPr lang="en-CA" altLang="en-US" sz="2800" smtClean="0"/>
              <a:t> and  </a:t>
            </a:r>
            <a:r>
              <a:rPr lang="en-CA" altLang="en-US" sz="2800" smtClean="0">
                <a:latin typeface="Symbol" panose="05050102010706020507" pitchFamily="18" charset="2"/>
              </a:rPr>
              <a:t>m</a:t>
            </a:r>
            <a:r>
              <a:rPr lang="en-CA" altLang="en-US" sz="2800" smtClean="0">
                <a:cs typeface="Arial" panose="020B0604020202020204" pitchFamily="34" charset="0"/>
              </a:rPr>
              <a:t>−</a:t>
            </a:r>
            <a:r>
              <a:rPr lang="en-CA" altLang="en-US" sz="2800" smtClean="0">
                <a:latin typeface="Symbol" panose="05050102010706020507" pitchFamily="18" charset="2"/>
              </a:rPr>
              <a:t>s</a:t>
            </a:r>
            <a:r>
              <a:rPr lang="en-CA" altLang="en-US" sz="2800" baseline="30000" smtClean="0"/>
              <a:t>2</a:t>
            </a:r>
            <a:r>
              <a:rPr lang="en-CA" altLang="en-US" sz="2800" smtClean="0"/>
              <a:t>/2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CA" altLang="en-US" sz="1400"/>
              <a:t>Fundamentals of Futures and Options Markets, 9th Ed, Ch 13, Copyright © John C. Hull 2016</a:t>
            </a:r>
            <a:endParaRPr lang="en-US" altLang="en-US" sz="1400" i="0"/>
          </a:p>
        </p:txBody>
      </p:sp>
      <p:sp>
        <p:nvSpPr>
          <p:cNvPr id="21507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81000"/>
            <a:ext cx="7772400" cy="1219200"/>
          </a:xfrm>
          <a:noFill/>
        </p:spPr>
        <p:txBody>
          <a:bodyPr lIns="92075" tIns="46038" rIns="92075" bIns="46038" anchor="ctr"/>
          <a:lstStyle/>
          <a:p>
            <a:pPr eaLnBrk="1" hangingPunct="1"/>
            <a:r>
              <a:rPr lang="en-US" altLang="en-US" smtClean="0"/>
              <a:t>The Volatility</a:t>
            </a:r>
          </a:p>
        </p:txBody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8200" y="1676400"/>
            <a:ext cx="7620000" cy="4176713"/>
          </a:xfrm>
          <a:noFill/>
        </p:spPr>
        <p:txBody>
          <a:bodyPr lIns="92075" tIns="46038" rIns="92075" bIns="46038"/>
          <a:lstStyle/>
          <a:p>
            <a:pPr eaLnBrk="1" hangingPunct="1"/>
            <a:r>
              <a:rPr lang="en-US" altLang="en-US" sz="2800" smtClean="0"/>
              <a:t>The volatility of an asset is the standard deviation of its continuously compounded rate of return in 1 year</a:t>
            </a:r>
          </a:p>
          <a:p>
            <a:pPr eaLnBrk="1" hangingPunct="1"/>
            <a:r>
              <a:rPr lang="en-US" altLang="en-US" sz="2800" smtClean="0"/>
              <a:t>The standard deviation of the return in time </a:t>
            </a:r>
            <a:r>
              <a:rPr lang="en-US" altLang="en-US" sz="2800" smtClean="0">
                <a:latin typeface="Symbol" panose="05050102010706020507" pitchFamily="18" charset="2"/>
              </a:rPr>
              <a:t>D</a:t>
            </a:r>
            <a:r>
              <a:rPr lang="en-US" altLang="en-US" sz="2800" i="1" smtClean="0"/>
              <a:t>t</a:t>
            </a:r>
            <a:r>
              <a:rPr lang="en-US" altLang="en-US" sz="2800" smtClean="0"/>
              <a:t> is </a:t>
            </a:r>
          </a:p>
          <a:p>
            <a:pPr eaLnBrk="1" hangingPunct="1"/>
            <a:r>
              <a:rPr lang="en-US" altLang="en-US" sz="2800" smtClean="0"/>
              <a:t>If a stock price is $50 and its volatility is 25% per year what is the standard deviation of the price change in one day?</a:t>
            </a:r>
          </a:p>
        </p:txBody>
      </p:sp>
      <p:graphicFrame>
        <p:nvGraphicFramePr>
          <p:cNvPr id="21509" name="Object 1024"/>
          <p:cNvGraphicFramePr>
            <a:graphicFrameLocks noChangeAspect="1"/>
          </p:cNvGraphicFramePr>
          <p:nvPr/>
        </p:nvGraphicFramePr>
        <p:xfrm>
          <a:off x="1951038" y="3429000"/>
          <a:ext cx="976312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11" name="Equation" r:id="rId4" imgW="406224" imgH="228501" progId="Equation.3">
                  <p:embed/>
                </p:oleObj>
              </mc:Choice>
              <mc:Fallback>
                <p:oleObj name="Equation" r:id="rId4" imgW="406224" imgH="228501" progId="Equation.3">
                  <p:embed/>
                  <p:pic>
                    <p:nvPicPr>
                      <p:cNvPr id="0" name="Object 10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51038" y="3429000"/>
                        <a:ext cx="976312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10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71EF2B11-E952-4FBE-8DC7-6B1B4608FE7B}" type="slidenum">
              <a:rPr lang="en-US" altLang="en-US" sz="18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8</a:t>
            </a:fld>
            <a:endParaRPr lang="en-US" altLang="en-US" sz="1800"/>
          </a:p>
        </p:txBody>
      </p:sp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CA" altLang="en-US" sz="1400"/>
              <a:t>Fundamentals of Futures and Options Markets, 9th Ed, Ch 13, Copyright © John C. Hull 2016</a:t>
            </a:r>
            <a:endParaRPr lang="en-US" altLang="en-US" sz="1400" i="0"/>
          </a:p>
        </p:txBody>
      </p:sp>
      <p:sp>
        <p:nvSpPr>
          <p:cNvPr id="22531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2075" tIns="46038" rIns="92075" bIns="46038" anchor="ctr"/>
          <a:lstStyle/>
          <a:p>
            <a:pPr eaLnBrk="1" hangingPunct="1"/>
            <a:r>
              <a:rPr lang="en-US" altLang="en-US" smtClean="0"/>
              <a:t>Nature of Volatility</a:t>
            </a:r>
          </a:p>
        </p:txBody>
      </p:sp>
      <p:sp>
        <p:nvSpPr>
          <p:cNvPr id="2253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 lIns="92075" tIns="46038" rIns="92075" bIns="46038"/>
          <a:lstStyle/>
          <a:p>
            <a:pPr eaLnBrk="1" hangingPunct="1"/>
            <a:r>
              <a:rPr lang="en-US" altLang="en-US" smtClean="0"/>
              <a:t>Volatility is usually much greater when the market is open (i.e. the asset is trading) than when it is closed</a:t>
            </a:r>
          </a:p>
          <a:p>
            <a:pPr eaLnBrk="1" hangingPunct="1"/>
            <a:r>
              <a:rPr lang="en-US" altLang="en-US" smtClean="0"/>
              <a:t>For this reason time is usually measured in “trading days” not calendar days when options are valued</a:t>
            </a:r>
          </a:p>
          <a:p>
            <a:pPr eaLnBrk="1" hangingPunct="1"/>
            <a:r>
              <a:rPr lang="en-US" altLang="en-US" smtClean="0"/>
              <a:t>It is usually assumed that there are 252 trading days in a year</a:t>
            </a:r>
          </a:p>
        </p:txBody>
      </p:sp>
      <p:sp>
        <p:nvSpPr>
          <p:cNvPr id="22533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1B66E9F7-DD56-4047-9161-2B65311795A4}" type="slidenum">
              <a:rPr lang="en-US" altLang="en-US" sz="18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9</a:t>
            </a:fld>
            <a:endParaRPr lang="en-US" altLang="en-US" sz="18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CA" altLang="en-US" smtClean="0"/>
              <a:t>Example</a:t>
            </a:r>
            <a:endParaRPr lang="en-US" altLang="en-US" smtClean="0"/>
          </a:p>
        </p:txBody>
      </p:sp>
      <p:sp>
        <p:nvSpPr>
          <p:cNvPr id="2355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CA" altLang="en-US" smtClean="0">
                <a:cs typeface="Arial" panose="020B0604020202020204" pitchFamily="34" charset="0"/>
              </a:rPr>
              <a:t>Suppose it is April 1 and an option lasts to April 30 so that the number of days remaining is 30 calendar days or 22 trading days</a:t>
            </a:r>
          </a:p>
          <a:p>
            <a:pPr eaLnBrk="1" hangingPunct="1"/>
            <a:r>
              <a:rPr lang="en-CA" altLang="en-US" smtClean="0">
                <a:cs typeface="Arial" panose="020B0604020202020204" pitchFamily="34" charset="0"/>
              </a:rPr>
              <a:t>The time to maturity would be assumed to be  22/252 = 0.0873 years</a:t>
            </a:r>
            <a:endParaRPr lang="en-US" altLang="en-US" smtClean="0">
              <a:cs typeface="Arial" panose="020B0604020202020204" pitchFamily="34" charset="0"/>
            </a:endParaRPr>
          </a:p>
        </p:txBody>
      </p:sp>
      <p:sp>
        <p:nvSpPr>
          <p:cNvPr id="23556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CA" altLang="en-US" sz="1400"/>
              <a:t>Fundamentals of Futures and Options Markets, 9th Ed, Ch 13, Copyright © John C. Hull 2016</a:t>
            </a:r>
            <a:endParaRPr lang="en-US" altLang="en-US" sz="1400"/>
          </a:p>
        </p:txBody>
      </p:sp>
      <p:sp>
        <p:nvSpPr>
          <p:cNvPr id="23557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5177CD70-77E3-41F0-968B-D651DB871E03}" type="slidenum">
              <a:rPr lang="en-US" altLang="en-US" sz="14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10</a:t>
            </a:fld>
            <a:endParaRPr lang="en-US" altLang="en-US" sz="14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1371600" y="1066800"/>
            <a:ext cx="6629400" cy="474663"/>
          </a:xfrm>
        </p:spPr>
        <p:txBody>
          <a:bodyPr lIns="92075" tIns="46038" rIns="92075" bIns="46038">
            <a:normAutofit fontScale="90000"/>
          </a:bodyPr>
          <a:lstStyle/>
          <a:p>
            <a:pPr eaLnBrk="1" hangingPunct="1">
              <a:defRPr/>
            </a:pPr>
            <a:r>
              <a:rPr lang="en-US" sz="3600" dirty="0"/>
              <a:t>Estimating Volatility from Historical  Data </a:t>
            </a:r>
            <a:r>
              <a:rPr lang="en-US" sz="2200" dirty="0"/>
              <a:t>(page </a:t>
            </a:r>
            <a:r>
              <a:rPr lang="en-US" sz="2200" dirty="0" smtClean="0"/>
              <a:t>299-301)</a:t>
            </a:r>
            <a:endParaRPr lang="en-US" sz="2200" dirty="0"/>
          </a:p>
        </p:txBody>
      </p:sp>
      <p:sp>
        <p:nvSpPr>
          <p:cNvPr id="24579" name="Rectangle 3"/>
          <p:cNvSpPr>
            <a:spLocks noGrp="1" noChangeArrowheads="1"/>
          </p:cNvSpPr>
          <p:nvPr>
            <p:ph idx="1"/>
          </p:nvPr>
        </p:nvSpPr>
        <p:spPr>
          <a:xfrm>
            <a:off x="1219200" y="2057400"/>
            <a:ext cx="6877050" cy="3427413"/>
          </a:xfrm>
        </p:spPr>
        <p:txBody>
          <a:bodyPr lIns="92075" tIns="46038" rIns="92075" bIns="46038"/>
          <a:lstStyle/>
          <a:p>
            <a:pPr marL="533400" indent="-533400" eaLnBrk="1" hangingPunct="1">
              <a:lnSpc>
                <a:spcPct val="90000"/>
              </a:lnSpc>
              <a:buFontTx/>
              <a:buAutoNum type="arabicPeriod"/>
            </a:pPr>
            <a:r>
              <a:rPr lang="en-US" altLang="en-US" sz="2400" smtClean="0">
                <a:cs typeface="Arial" panose="020B0604020202020204" pitchFamily="34" charset="0"/>
              </a:rPr>
              <a:t>Take observations </a:t>
            </a:r>
            <a:r>
              <a:rPr lang="en-US" altLang="en-US" sz="2400" i="1" smtClean="0">
                <a:latin typeface="Times New Roman" panose="02020603050405020304" pitchFamily="18" charset="0"/>
                <a:cs typeface="Arial" panose="020B0604020202020204" pitchFamily="34" charset="0"/>
              </a:rPr>
              <a:t>S</a:t>
            </a:r>
            <a:r>
              <a:rPr lang="en-US" altLang="en-US" sz="2400" baseline="-25000" smtClean="0">
                <a:latin typeface="Times New Roman" panose="02020603050405020304" pitchFamily="18" charset="0"/>
                <a:cs typeface="Arial" panose="020B0604020202020204" pitchFamily="34" charset="0"/>
              </a:rPr>
              <a:t>0</a:t>
            </a:r>
            <a:r>
              <a:rPr lang="en-US" altLang="en-US" sz="2400" i="1" smtClean="0">
                <a:latin typeface="Times New Roman" panose="02020603050405020304" pitchFamily="18" charset="0"/>
                <a:cs typeface="Arial" panose="020B0604020202020204" pitchFamily="34" charset="0"/>
              </a:rPr>
              <a:t>, S</a:t>
            </a:r>
            <a:r>
              <a:rPr lang="en-US" altLang="en-US" sz="2400" baseline="-25000" smtClean="0">
                <a:latin typeface="Times New Roman" panose="02020603050405020304" pitchFamily="18" charset="0"/>
                <a:cs typeface="Arial" panose="020B0604020202020204" pitchFamily="34" charset="0"/>
              </a:rPr>
              <a:t>1</a:t>
            </a:r>
            <a:r>
              <a:rPr lang="en-US" altLang="en-US" sz="2400" i="1" smtClean="0">
                <a:latin typeface="Times New Roman" panose="02020603050405020304" pitchFamily="18" charset="0"/>
                <a:cs typeface="Arial" panose="020B0604020202020204" pitchFamily="34" charset="0"/>
              </a:rPr>
              <a:t>, . . . , S</a:t>
            </a:r>
            <a:r>
              <a:rPr lang="en-US" altLang="en-US" sz="2400" i="1" baseline="-25000" smtClean="0">
                <a:latin typeface="Times New Roman" panose="02020603050405020304" pitchFamily="18" charset="0"/>
                <a:cs typeface="Arial" panose="020B0604020202020204" pitchFamily="34" charset="0"/>
              </a:rPr>
              <a:t>n</a:t>
            </a:r>
            <a:r>
              <a:rPr lang="en-US" altLang="en-US" sz="2400" smtClean="0">
                <a:cs typeface="Arial" panose="020B0604020202020204" pitchFamily="34" charset="0"/>
              </a:rPr>
              <a:t>  at intervals of </a:t>
            </a:r>
            <a:r>
              <a:rPr lang="en-US" altLang="en-US" sz="2400" smtClean="0">
                <a:latin typeface="Symbol" panose="05050102010706020507" pitchFamily="18" charset="2"/>
                <a:cs typeface="Arial" panose="020B0604020202020204" pitchFamily="34" charset="0"/>
              </a:rPr>
              <a:t>t</a:t>
            </a:r>
            <a:r>
              <a:rPr lang="en-US" altLang="en-US" sz="2400" smtClean="0">
                <a:cs typeface="Arial" panose="020B0604020202020204" pitchFamily="34" charset="0"/>
              </a:rPr>
              <a:t> years (e.g. for weekly data </a:t>
            </a:r>
            <a:r>
              <a:rPr lang="en-US" altLang="en-US" sz="2400" smtClean="0">
                <a:latin typeface="Symbol" panose="05050102010706020507" pitchFamily="18" charset="2"/>
                <a:cs typeface="Arial" panose="020B0604020202020204" pitchFamily="34" charset="0"/>
              </a:rPr>
              <a:t>t</a:t>
            </a:r>
            <a:r>
              <a:rPr lang="en-US" altLang="en-US" sz="2400" smtClean="0">
                <a:cs typeface="Arial" panose="020B0604020202020204" pitchFamily="34" charset="0"/>
              </a:rPr>
              <a:t> = 1/52)</a:t>
            </a:r>
          </a:p>
          <a:p>
            <a:pPr marL="533400" indent="-533400" eaLnBrk="1" hangingPunct="1">
              <a:lnSpc>
                <a:spcPct val="90000"/>
              </a:lnSpc>
              <a:buFontTx/>
              <a:buAutoNum type="arabicPeriod"/>
            </a:pPr>
            <a:r>
              <a:rPr lang="en-US" altLang="en-US" sz="2400" smtClean="0">
                <a:cs typeface="Arial" panose="020B0604020202020204" pitchFamily="34" charset="0"/>
              </a:rPr>
              <a:t>Calculate the continuously compounded return in each interval as:</a:t>
            </a:r>
          </a:p>
          <a:p>
            <a:pPr marL="533400" indent="-533400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en-US" sz="2400" smtClean="0">
              <a:cs typeface="Arial" panose="020B0604020202020204" pitchFamily="34" charset="0"/>
            </a:endParaRPr>
          </a:p>
          <a:p>
            <a:pPr marL="533400" indent="-533400" eaLnBrk="1" hangingPunct="1">
              <a:lnSpc>
                <a:spcPct val="90000"/>
              </a:lnSpc>
              <a:buFontTx/>
              <a:buAutoNum type="arabicPeriod" startAt="3"/>
            </a:pPr>
            <a:endParaRPr lang="en-US" altLang="en-US" sz="2400" smtClean="0">
              <a:cs typeface="Arial" panose="020B0604020202020204" pitchFamily="34" charset="0"/>
            </a:endParaRPr>
          </a:p>
          <a:p>
            <a:pPr marL="533400" indent="-533400" eaLnBrk="1" hangingPunct="1">
              <a:lnSpc>
                <a:spcPct val="90000"/>
              </a:lnSpc>
              <a:buFontTx/>
              <a:buAutoNum type="arabicPeriod" startAt="3"/>
            </a:pPr>
            <a:r>
              <a:rPr lang="en-US" altLang="en-US" sz="2400" smtClean="0">
                <a:cs typeface="Arial" panose="020B0604020202020204" pitchFamily="34" charset="0"/>
              </a:rPr>
              <a:t>Calculate the standard deviation, </a:t>
            </a:r>
            <a:r>
              <a:rPr lang="en-US" altLang="en-US" sz="2400" i="1" smtClean="0">
                <a:latin typeface="Times New Roman" panose="02020603050405020304" pitchFamily="18" charset="0"/>
                <a:cs typeface="Arial" panose="020B0604020202020204" pitchFamily="34" charset="0"/>
              </a:rPr>
              <a:t>s</a:t>
            </a:r>
            <a:r>
              <a:rPr lang="en-US" altLang="en-US" sz="2400" smtClean="0">
                <a:cs typeface="Arial" panose="020B0604020202020204" pitchFamily="34" charset="0"/>
              </a:rPr>
              <a:t> , of the </a:t>
            </a:r>
            <a:r>
              <a:rPr lang="en-US" altLang="en-US" sz="2400" i="1" smtClean="0">
                <a:latin typeface="Times New Roman" panose="02020603050405020304" pitchFamily="18" charset="0"/>
                <a:cs typeface="Arial" panose="020B0604020202020204" pitchFamily="34" charset="0"/>
              </a:rPr>
              <a:t>u</a:t>
            </a:r>
            <a:r>
              <a:rPr lang="en-US" altLang="en-US" sz="2400" i="1" baseline="-25000" smtClean="0">
                <a:latin typeface="Times New Roman" panose="02020603050405020304" pitchFamily="18" charset="0"/>
                <a:cs typeface="Arial" panose="020B0604020202020204" pitchFamily="34" charset="0"/>
              </a:rPr>
              <a:t>i</a:t>
            </a:r>
            <a:r>
              <a:rPr lang="en-US" altLang="en-US" sz="2400" smtClean="0">
                <a:cs typeface="Arial" panose="020B0604020202020204" pitchFamily="34" charset="0"/>
              </a:rPr>
              <a:t>´s</a:t>
            </a:r>
          </a:p>
          <a:p>
            <a:pPr marL="533400" indent="-533400" eaLnBrk="1" hangingPunct="1">
              <a:lnSpc>
                <a:spcPct val="90000"/>
              </a:lnSpc>
              <a:buFontTx/>
              <a:buAutoNum type="arabicPeriod" startAt="3"/>
            </a:pPr>
            <a:r>
              <a:rPr lang="en-US" altLang="en-US" sz="2400" smtClean="0">
                <a:cs typeface="Arial" panose="020B0604020202020204" pitchFamily="34" charset="0"/>
              </a:rPr>
              <a:t>The historical volatility estimate is: </a:t>
            </a:r>
          </a:p>
        </p:txBody>
      </p:sp>
      <p:sp>
        <p:nvSpPr>
          <p:cNvPr id="24580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CA" altLang="en-US" sz="1400"/>
              <a:t>Fundamentals of Futures and Options Markets, 9th Ed, Ch 13, Copyright © John C. Hull 2016</a:t>
            </a:r>
            <a:endParaRPr lang="en-US" altLang="en-US" sz="1400"/>
          </a:p>
        </p:txBody>
      </p:sp>
      <p:sp>
        <p:nvSpPr>
          <p:cNvPr id="24581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2E3EE103-31B0-4F3F-85D7-5890CB71B2A8}" type="slidenum">
              <a:rPr lang="en-US" altLang="en-US" sz="18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11</a:t>
            </a:fld>
            <a:endParaRPr lang="en-US" altLang="en-US" sz="1800"/>
          </a:p>
        </p:txBody>
      </p:sp>
      <p:graphicFrame>
        <p:nvGraphicFramePr>
          <p:cNvPr id="24582" name="Object 4"/>
          <p:cNvGraphicFramePr>
            <a:graphicFrameLocks/>
          </p:cNvGraphicFramePr>
          <p:nvPr/>
        </p:nvGraphicFramePr>
        <p:xfrm>
          <a:off x="3733800" y="3581400"/>
          <a:ext cx="114300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84" name="Equation" r:id="rId4" imgW="828743" imgH="466635" progId="Equation.2">
                  <p:embed/>
                </p:oleObj>
              </mc:Choice>
              <mc:Fallback>
                <p:oleObj name="Equation" r:id="rId4" imgW="828743" imgH="466635" progId="Equation.2">
                  <p:embed/>
                  <p:pic>
                    <p:nvPicPr>
                      <p:cNvPr id="0" name="Object 4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33800" y="3581400"/>
                        <a:ext cx="1143000" cy="685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83" name="Object 5"/>
          <p:cNvGraphicFramePr>
            <a:graphicFrameLocks/>
          </p:cNvGraphicFramePr>
          <p:nvPr/>
        </p:nvGraphicFramePr>
        <p:xfrm>
          <a:off x="6734175" y="4889500"/>
          <a:ext cx="703263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85" name="Equation" r:id="rId6" imgW="438285" imgH="390615" progId="Equation.3">
                  <p:embed/>
                </p:oleObj>
              </mc:Choice>
              <mc:Fallback>
                <p:oleObj name="Equation" r:id="rId6" imgW="438285" imgH="390615" progId="Equation.3">
                  <p:embed/>
                  <p:pic>
                    <p:nvPicPr>
                      <p:cNvPr id="0" name="Object 5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34175" y="4889500"/>
                        <a:ext cx="703263" cy="812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CA" altLang="en-US" sz="1400"/>
              <a:t>Fundamentals of Futures and Options Markets, 9th Ed, Ch 13, Copyright © John C. Hull 2016</a:t>
            </a:r>
            <a:endParaRPr lang="en-US" altLang="en-US" sz="1400" i="0"/>
          </a:p>
        </p:txBody>
      </p:sp>
      <p:sp>
        <p:nvSpPr>
          <p:cNvPr id="25603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2075" tIns="46038" rIns="92075" bIns="46038" anchor="ctr"/>
          <a:lstStyle/>
          <a:p>
            <a:pPr eaLnBrk="1" hangingPunct="1"/>
            <a:r>
              <a:rPr lang="en-US" altLang="en-US" smtClean="0"/>
              <a:t>The Concepts Underlying Black-Scholes</a:t>
            </a:r>
          </a:p>
        </p:txBody>
      </p:sp>
      <p:sp>
        <p:nvSpPr>
          <p:cNvPr id="2560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8975" y="1719263"/>
            <a:ext cx="7767638" cy="4411662"/>
          </a:xfrm>
          <a:noFill/>
        </p:spPr>
        <p:txBody>
          <a:bodyPr lIns="92075" tIns="46038" rIns="92075" bIns="46038"/>
          <a:lstStyle/>
          <a:p>
            <a:pPr eaLnBrk="1" hangingPunct="1"/>
            <a:r>
              <a:rPr lang="en-US" altLang="en-US" sz="2800" smtClean="0"/>
              <a:t>The option price and the stock price depend on the same underlying source of uncertainty</a:t>
            </a:r>
          </a:p>
          <a:p>
            <a:pPr eaLnBrk="1" hangingPunct="1"/>
            <a:r>
              <a:rPr lang="en-US" altLang="en-US" sz="2800" smtClean="0"/>
              <a:t>We can form a portfolio consisting of the stock and the option which eliminates this source of uncertainty</a:t>
            </a:r>
          </a:p>
          <a:p>
            <a:pPr eaLnBrk="1" hangingPunct="1"/>
            <a:r>
              <a:rPr lang="en-US" altLang="en-US" sz="2800" smtClean="0"/>
              <a:t>The portfolio is instantaneously riskless and must instantaneously earn the risk-free rate</a:t>
            </a:r>
            <a:endParaRPr lang="en-US" altLang="en-US" sz="2400" smtClean="0"/>
          </a:p>
          <a:p>
            <a:pPr eaLnBrk="1" hangingPunct="1"/>
            <a:endParaRPr lang="en-US" altLang="en-US" sz="2400" smtClean="0"/>
          </a:p>
        </p:txBody>
      </p:sp>
      <p:sp>
        <p:nvSpPr>
          <p:cNvPr id="25605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95635A64-D2BE-4486-BE72-FBA3D4496BD2}" type="slidenum">
              <a:rPr lang="en-US" altLang="en-US" sz="18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12</a:t>
            </a:fld>
            <a:endParaRPr lang="en-US" altLang="en-US" sz="1800"/>
          </a:p>
        </p:txBody>
      </p:sp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CA" altLang="en-US" sz="1400"/>
              <a:t>Fundamentals of Futures and Options Markets, 9th Ed, Ch 13, Copyright © John C. Hull 2016</a:t>
            </a:r>
            <a:endParaRPr lang="en-US" altLang="en-US" sz="1400" i="0"/>
          </a:p>
        </p:txBody>
      </p:sp>
      <p:sp>
        <p:nvSpPr>
          <p:cNvPr id="26627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2075" tIns="46038" rIns="92075" bIns="46038" anchor="ctr"/>
          <a:lstStyle/>
          <a:p>
            <a:pPr eaLnBrk="1" hangingPunct="1"/>
            <a:r>
              <a:rPr lang="en-US" altLang="en-US" smtClean="0"/>
              <a:t>The Black-Scholes Formulas</a:t>
            </a:r>
            <a:br>
              <a:rPr lang="en-US" altLang="en-US" smtClean="0"/>
            </a:br>
            <a:r>
              <a:rPr lang="en-US" altLang="en-US" sz="2200" smtClean="0"/>
              <a:t>(See page 304)</a:t>
            </a:r>
            <a:endParaRPr lang="en-US" altLang="en-US" smtClean="0"/>
          </a:p>
        </p:txBody>
      </p:sp>
      <p:graphicFrame>
        <p:nvGraphicFramePr>
          <p:cNvPr id="26628" name="Object 3"/>
          <p:cNvGraphicFramePr>
            <a:graphicFrameLocks/>
          </p:cNvGraphicFramePr>
          <p:nvPr/>
        </p:nvGraphicFramePr>
        <p:xfrm>
          <a:off x="739775" y="1949450"/>
          <a:ext cx="7664450" cy="3875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30" name="Equation" r:id="rId4" imgW="2997200" imgH="1498600" progId="Equation.3">
                  <p:embed/>
                </p:oleObj>
              </mc:Choice>
              <mc:Fallback>
                <p:oleObj name="Equation" r:id="rId4" imgW="2997200" imgH="1498600" progId="Equation.3">
                  <p:embed/>
                  <p:pic>
                    <p:nvPicPr>
                      <p:cNvPr id="0" name="Object 3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9775" y="1949450"/>
                        <a:ext cx="7664450" cy="3875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29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40259931-D17F-4F63-B97E-5A862CDBE056}" type="slidenum">
              <a:rPr lang="en-US" altLang="en-US" sz="18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13</a:t>
            </a:fld>
            <a:endParaRPr lang="en-US" altLang="en-US" sz="1800"/>
          </a:p>
        </p:txBody>
      </p:sp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>
          <a:xfrm>
            <a:off x="261938" y="609600"/>
            <a:ext cx="7772400" cy="746125"/>
          </a:xfrm>
        </p:spPr>
        <p:txBody>
          <a:bodyPr lIns="90488" tIns="44450" rIns="90488" bIns="44450"/>
          <a:lstStyle/>
          <a:p>
            <a:pPr eaLnBrk="1" hangingPunct="1"/>
            <a:r>
              <a:rPr lang="en-US" altLang="en-US" smtClean="0"/>
              <a:t>The </a:t>
            </a:r>
            <a:r>
              <a:rPr lang="en-US" altLang="en-US" i="1" smtClean="0"/>
              <a:t>N(x) </a:t>
            </a:r>
            <a:r>
              <a:rPr lang="en-US" altLang="en-US" smtClean="0"/>
              <a:t>Function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1752600"/>
            <a:ext cx="7772400" cy="4510088"/>
          </a:xfrm>
        </p:spPr>
        <p:txBody>
          <a:bodyPr lIns="90488" tIns="44450" rIns="90488" bIns="44450"/>
          <a:lstStyle/>
          <a:p>
            <a:pPr eaLnBrk="1" hangingPunct="1"/>
            <a:r>
              <a:rPr lang="en-US" altLang="en-US" sz="2400" i="1" smtClean="0">
                <a:latin typeface="Times New Roman" panose="02020603050405020304" pitchFamily="18" charset="0"/>
                <a:cs typeface="Arial" panose="020B0604020202020204" pitchFamily="34" charset="0"/>
              </a:rPr>
              <a:t>N</a:t>
            </a:r>
            <a:r>
              <a:rPr lang="en-US" altLang="en-US" sz="2400" smtClean="0">
                <a:cs typeface="Arial" panose="020B0604020202020204" pitchFamily="34" charset="0"/>
              </a:rPr>
              <a:t>(</a:t>
            </a:r>
            <a:r>
              <a:rPr lang="en-US" altLang="en-US" sz="2400" i="1" smtClean="0">
                <a:latin typeface="Times New Roman" panose="02020603050405020304" pitchFamily="18" charset="0"/>
                <a:cs typeface="Arial" panose="020B0604020202020204" pitchFamily="34" charset="0"/>
              </a:rPr>
              <a:t>x</a:t>
            </a:r>
            <a:r>
              <a:rPr lang="en-US" altLang="en-US" sz="2400" smtClean="0">
                <a:cs typeface="Arial" panose="020B0604020202020204" pitchFamily="34" charset="0"/>
              </a:rPr>
              <a:t>) is the probability that a normally distributed variable with a mean of zero and a standard deviation of 1 is less than </a:t>
            </a:r>
            <a:r>
              <a:rPr lang="en-US" altLang="en-US" sz="2400" i="1" smtClean="0">
                <a:latin typeface="Times New Roman" panose="02020603050405020304" pitchFamily="18" charset="0"/>
                <a:cs typeface="Arial" panose="020B0604020202020204" pitchFamily="34" charset="0"/>
              </a:rPr>
              <a:t>x</a:t>
            </a:r>
            <a:endParaRPr lang="en-US" altLang="en-US" sz="2400" i="1" smtClean="0">
              <a:cs typeface="Arial" panose="020B0604020202020204" pitchFamily="34" charset="0"/>
            </a:endParaRPr>
          </a:p>
          <a:p>
            <a:pPr eaLnBrk="1" hangingPunct="1"/>
            <a:endParaRPr lang="en-US" altLang="en-US" smtClean="0">
              <a:cs typeface="Arial" panose="020B0604020202020204" pitchFamily="34" charset="0"/>
            </a:endParaRPr>
          </a:p>
          <a:p>
            <a:pPr eaLnBrk="1" hangingPunct="1"/>
            <a:endParaRPr lang="en-US" altLang="en-US" smtClean="0">
              <a:cs typeface="Arial" panose="020B0604020202020204" pitchFamily="34" charset="0"/>
            </a:endParaRPr>
          </a:p>
          <a:p>
            <a:pPr eaLnBrk="1" hangingPunct="1">
              <a:buFontTx/>
              <a:buNone/>
            </a:pPr>
            <a:endParaRPr lang="en-US" altLang="en-US" smtClean="0">
              <a:cs typeface="Arial" panose="020B0604020202020204" pitchFamily="34" charset="0"/>
            </a:endParaRPr>
          </a:p>
          <a:p>
            <a:pPr eaLnBrk="1" hangingPunct="1">
              <a:buFontTx/>
              <a:buNone/>
            </a:pPr>
            <a:endParaRPr lang="en-US" altLang="en-US" smtClean="0">
              <a:cs typeface="Arial" panose="020B0604020202020204" pitchFamily="34" charset="0"/>
            </a:endParaRPr>
          </a:p>
          <a:p>
            <a:pPr eaLnBrk="1" hangingPunct="1"/>
            <a:endParaRPr lang="en-US" altLang="en-US" smtClean="0">
              <a:cs typeface="Arial" panose="020B0604020202020204" pitchFamily="34" charset="0"/>
            </a:endParaRPr>
          </a:p>
          <a:p>
            <a:pPr eaLnBrk="1" hangingPunct="1"/>
            <a:r>
              <a:rPr lang="en-US" altLang="en-US" sz="2400" smtClean="0">
                <a:cs typeface="Arial" panose="020B0604020202020204" pitchFamily="34" charset="0"/>
              </a:rPr>
              <a:t>See tables at the end of the book</a:t>
            </a:r>
          </a:p>
        </p:txBody>
      </p:sp>
      <p:sp>
        <p:nvSpPr>
          <p:cNvPr id="27652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CA" altLang="en-US" sz="1400"/>
              <a:t>Fundamentals of Futures and Options Markets, 9th Ed, Ch 13, Copyright © John C. Hull 2016</a:t>
            </a:r>
            <a:endParaRPr lang="en-US" altLang="en-US" sz="1400"/>
          </a:p>
        </p:txBody>
      </p:sp>
      <p:sp>
        <p:nvSpPr>
          <p:cNvPr id="27653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49D3F64C-129F-4877-8165-066135C55F9F}" type="slidenum">
              <a:rPr lang="en-US" altLang="en-US" sz="18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14</a:t>
            </a:fld>
            <a:endParaRPr lang="en-US" altLang="en-US" sz="1800"/>
          </a:p>
        </p:txBody>
      </p:sp>
      <p:pic>
        <p:nvPicPr>
          <p:cNvPr id="27654" name="Picture 8" descr="OFOD7_13-03.eps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0" y="3048000"/>
            <a:ext cx="4792663" cy="2328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609600"/>
            <a:ext cx="7772400" cy="1143000"/>
          </a:xfrm>
        </p:spPr>
        <p:txBody>
          <a:bodyPr lIns="90488" tIns="44450" rIns="90488" bIns="44450"/>
          <a:lstStyle/>
          <a:p>
            <a:pPr eaLnBrk="1" hangingPunct="1"/>
            <a:r>
              <a:rPr lang="en-US" altLang="en-US" sz="3600" smtClean="0"/>
              <a:t>Properties of Black-Scholes Formula</a:t>
            </a:r>
            <a:br>
              <a:rPr lang="en-US" altLang="en-US" sz="3600" smtClean="0"/>
            </a:br>
            <a:endParaRPr lang="en-US" altLang="en-US" sz="3600" smtClean="0"/>
          </a:p>
        </p:txBody>
      </p:sp>
      <p:sp>
        <p:nvSpPr>
          <p:cNvPr id="26627" name="Rectangle 3"/>
          <p:cNvSpPr>
            <a:spLocks noGrp="1" noChangeArrowheads="1"/>
          </p:cNvSpPr>
          <p:nvPr>
            <p:ph idx="1"/>
          </p:nvPr>
        </p:nvSpPr>
        <p:spPr/>
        <p:txBody>
          <a:bodyPr lIns="90488" tIns="44450" rIns="90488" bIns="44450"/>
          <a:lstStyle/>
          <a:p>
            <a:pPr eaLnBrk="1" hangingPunct="1">
              <a:defRPr/>
            </a:pPr>
            <a:r>
              <a:rPr lang="en-US" dirty="0" smtClean="0">
                <a:cs typeface="Arial" charset="0"/>
              </a:rPr>
              <a:t>As </a:t>
            </a:r>
            <a:r>
              <a:rPr lang="en-US" i="1" dirty="0" smtClean="0">
                <a:latin typeface="Times New Roman" pitchFamily="18" charset="0"/>
                <a:cs typeface="Arial" charset="0"/>
              </a:rPr>
              <a:t>S</a:t>
            </a:r>
            <a:r>
              <a:rPr lang="en-US" baseline="-25000" dirty="0" smtClean="0">
                <a:latin typeface="Times New Roman" pitchFamily="18" charset="0"/>
                <a:cs typeface="Arial" charset="0"/>
              </a:rPr>
              <a:t>0</a:t>
            </a:r>
            <a:r>
              <a:rPr lang="en-US" dirty="0" smtClean="0">
                <a:cs typeface="Arial" charset="0"/>
              </a:rPr>
              <a:t> becomes very large </a:t>
            </a:r>
            <a:r>
              <a:rPr lang="en-US" i="1" dirty="0" smtClean="0">
                <a:latin typeface="Times New Roman" pitchFamily="18" charset="0"/>
                <a:cs typeface="Arial" charset="0"/>
              </a:rPr>
              <a:t>c</a:t>
            </a:r>
            <a:r>
              <a:rPr lang="en-US" i="1" dirty="0" smtClean="0">
                <a:cs typeface="Arial" charset="0"/>
              </a:rPr>
              <a:t> </a:t>
            </a:r>
            <a:r>
              <a:rPr lang="en-US" dirty="0" smtClean="0">
                <a:cs typeface="Arial" charset="0"/>
              </a:rPr>
              <a:t>tends to </a:t>
            </a:r>
            <a:r>
              <a:rPr lang="en-US" i="1" dirty="0" smtClean="0">
                <a:latin typeface="Times New Roman" pitchFamily="18" charset="0"/>
                <a:cs typeface="Arial" charset="0"/>
              </a:rPr>
              <a:t>S</a:t>
            </a:r>
            <a:r>
              <a:rPr lang="en-US" baseline="-25000" dirty="0" smtClean="0">
                <a:latin typeface="Times New Roman" pitchFamily="18" charset="0"/>
                <a:cs typeface="Arial" charset="0"/>
              </a:rPr>
              <a:t>0</a:t>
            </a:r>
            <a:r>
              <a:rPr lang="en-US" i="1" dirty="0" smtClean="0">
                <a:latin typeface="Times New Roman" pitchFamily="18" charset="0"/>
                <a:cs typeface="Arial" charset="0"/>
              </a:rPr>
              <a:t> </a:t>
            </a:r>
            <a:r>
              <a:rPr lang="en-US" i="1" dirty="0" smtClean="0">
                <a:cs typeface="Arial" charset="0"/>
              </a:rPr>
              <a:t>– </a:t>
            </a:r>
            <a:r>
              <a:rPr lang="en-US" i="1" dirty="0" err="1" smtClean="0">
                <a:latin typeface="Times New Roman" pitchFamily="18" charset="0"/>
                <a:cs typeface="Arial" charset="0"/>
              </a:rPr>
              <a:t>Ke</a:t>
            </a:r>
            <a:r>
              <a:rPr lang="en-US" i="1" baseline="30000" dirty="0" err="1" smtClean="0">
                <a:latin typeface="Times New Roman" pitchFamily="18" charset="0"/>
                <a:cs typeface="Arial" charset="0"/>
              </a:rPr>
              <a:t>-rT</a:t>
            </a:r>
            <a:r>
              <a:rPr lang="en-US" i="1" baseline="30000" dirty="0" smtClean="0">
                <a:cs typeface="Arial" charset="0"/>
              </a:rPr>
              <a:t> </a:t>
            </a:r>
            <a:r>
              <a:rPr lang="en-US" dirty="0" smtClean="0">
                <a:cs typeface="Arial" charset="0"/>
              </a:rPr>
              <a:t>and </a:t>
            </a:r>
            <a:r>
              <a:rPr lang="en-US" i="1" dirty="0" smtClean="0">
                <a:latin typeface="Times New Roman" pitchFamily="18" charset="0"/>
                <a:cs typeface="Arial" charset="0"/>
              </a:rPr>
              <a:t>p</a:t>
            </a:r>
            <a:r>
              <a:rPr lang="en-US" dirty="0" smtClean="0">
                <a:cs typeface="Arial" charset="0"/>
              </a:rPr>
              <a:t> tends to zero</a:t>
            </a:r>
          </a:p>
          <a:p>
            <a:pPr eaLnBrk="1" hangingPunct="1">
              <a:defRPr/>
            </a:pPr>
            <a:r>
              <a:rPr lang="en-US" dirty="0" smtClean="0">
                <a:cs typeface="Arial" charset="0"/>
              </a:rPr>
              <a:t>As </a:t>
            </a:r>
            <a:r>
              <a:rPr lang="en-US" i="1" dirty="0" smtClean="0">
                <a:latin typeface="Times New Roman" pitchFamily="18" charset="0"/>
                <a:cs typeface="Arial" charset="0"/>
              </a:rPr>
              <a:t>S</a:t>
            </a:r>
            <a:r>
              <a:rPr lang="en-US" baseline="-25000" dirty="0" smtClean="0">
                <a:latin typeface="Times New Roman" pitchFamily="18" charset="0"/>
                <a:cs typeface="Arial" charset="0"/>
              </a:rPr>
              <a:t>0</a:t>
            </a:r>
            <a:r>
              <a:rPr lang="en-US" dirty="0" smtClean="0">
                <a:cs typeface="Arial" charset="0"/>
              </a:rPr>
              <a:t> becomes very small </a:t>
            </a:r>
            <a:r>
              <a:rPr lang="en-US" i="1" dirty="0" smtClean="0">
                <a:latin typeface="Times New Roman" pitchFamily="18" charset="0"/>
                <a:cs typeface="Arial" charset="0"/>
              </a:rPr>
              <a:t>c</a:t>
            </a:r>
            <a:r>
              <a:rPr lang="en-US" dirty="0" smtClean="0">
                <a:cs typeface="Arial" charset="0"/>
              </a:rPr>
              <a:t> tends to zero and </a:t>
            </a:r>
            <a:r>
              <a:rPr lang="en-US" i="1" dirty="0" smtClean="0">
                <a:latin typeface="Times New Roman" pitchFamily="18" charset="0"/>
                <a:cs typeface="Arial" charset="0"/>
              </a:rPr>
              <a:t>p</a:t>
            </a:r>
            <a:r>
              <a:rPr lang="en-US" dirty="0" smtClean="0">
                <a:cs typeface="Arial" charset="0"/>
              </a:rPr>
              <a:t> tends to </a:t>
            </a:r>
            <a:r>
              <a:rPr lang="en-US" i="1" dirty="0" err="1" smtClean="0">
                <a:latin typeface="Times New Roman" pitchFamily="18" charset="0"/>
                <a:cs typeface="Arial" charset="0"/>
              </a:rPr>
              <a:t>Ke</a:t>
            </a:r>
            <a:r>
              <a:rPr lang="en-US" i="1" baseline="30000" dirty="0" err="1" smtClean="0">
                <a:latin typeface="Times New Roman" pitchFamily="18" charset="0"/>
                <a:cs typeface="Arial" charset="0"/>
              </a:rPr>
              <a:t>-rT</a:t>
            </a:r>
            <a:r>
              <a:rPr lang="en-US" i="1" dirty="0" smtClean="0">
                <a:latin typeface="Times New Roman" pitchFamily="18" charset="0"/>
                <a:cs typeface="Arial" charset="0"/>
              </a:rPr>
              <a:t> </a:t>
            </a:r>
            <a:r>
              <a:rPr lang="en-US" i="1" dirty="0" smtClean="0">
                <a:cs typeface="Arial" charset="0"/>
              </a:rPr>
              <a:t>–</a:t>
            </a:r>
            <a:r>
              <a:rPr lang="en-US" i="1" dirty="0" smtClean="0">
                <a:latin typeface="Times New Roman" pitchFamily="18" charset="0"/>
                <a:cs typeface="Arial" charset="0"/>
              </a:rPr>
              <a:t> S</a:t>
            </a:r>
            <a:r>
              <a:rPr lang="en-US" baseline="-25000" dirty="0" smtClean="0">
                <a:latin typeface="Times New Roman" pitchFamily="18" charset="0"/>
                <a:cs typeface="Arial" charset="0"/>
              </a:rPr>
              <a:t>0</a:t>
            </a:r>
            <a:r>
              <a:rPr lang="en-US" i="1" dirty="0" smtClean="0">
                <a:cs typeface="Arial" charset="0"/>
              </a:rPr>
              <a:t> </a:t>
            </a:r>
          </a:p>
          <a:p>
            <a:pPr eaLnBrk="1" hangingPunct="1">
              <a:defRPr/>
            </a:pPr>
            <a:r>
              <a:rPr lang="en-CA" dirty="0" smtClean="0">
                <a:cs typeface="Arial" charset="0"/>
              </a:rPr>
              <a:t>What happens as </a:t>
            </a:r>
            <a:r>
              <a:rPr lang="en-CA" dirty="0" smtClean="0">
                <a:latin typeface="Symbol" pitchFamily="18" charset="2"/>
                <a:cs typeface="Arial" charset="0"/>
              </a:rPr>
              <a:t>s</a:t>
            </a:r>
            <a:r>
              <a:rPr lang="en-CA" dirty="0" smtClean="0">
                <a:cs typeface="Arial" charset="0"/>
              </a:rPr>
              <a:t> becomes very large?</a:t>
            </a:r>
          </a:p>
          <a:p>
            <a:pPr eaLnBrk="1" hangingPunct="1">
              <a:defRPr/>
            </a:pPr>
            <a:r>
              <a:rPr lang="en-CA" dirty="0" smtClean="0">
                <a:cs typeface="Arial" charset="0"/>
              </a:rPr>
              <a:t>What happens as </a:t>
            </a:r>
            <a:r>
              <a:rPr lang="en-CA" i="1" dirty="0" smtClean="0">
                <a:latin typeface="+mj-lt"/>
                <a:cs typeface="Arial" charset="0"/>
              </a:rPr>
              <a:t>T</a:t>
            </a:r>
            <a:r>
              <a:rPr lang="en-CA" dirty="0" smtClean="0">
                <a:cs typeface="Arial" charset="0"/>
              </a:rPr>
              <a:t> becomes very large?</a:t>
            </a:r>
            <a:endParaRPr lang="en-US" dirty="0" smtClean="0">
              <a:cs typeface="Arial" charset="0"/>
            </a:endParaRPr>
          </a:p>
          <a:p>
            <a:pPr eaLnBrk="1" hangingPunct="1">
              <a:defRPr/>
            </a:pPr>
            <a:endParaRPr lang="en-US" i="1" dirty="0" smtClean="0">
              <a:cs typeface="Arial" charset="0"/>
            </a:endParaRPr>
          </a:p>
        </p:txBody>
      </p:sp>
      <p:sp>
        <p:nvSpPr>
          <p:cNvPr id="28676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CA" altLang="en-US" sz="1400"/>
              <a:t>Fundamentals of Futures and Options Markets, 9th Ed, Ch 13, Copyright © John C. Hull 2016</a:t>
            </a:r>
            <a:endParaRPr lang="en-US" altLang="en-US" sz="1400"/>
          </a:p>
        </p:txBody>
      </p:sp>
      <p:sp>
        <p:nvSpPr>
          <p:cNvPr id="28677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60369B95-F294-4F85-BDFC-F459533D38A9}" type="slidenum">
              <a:rPr lang="en-US" altLang="en-US" sz="18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15</a:t>
            </a:fld>
            <a:endParaRPr lang="en-US" altLang="en-US" sz="180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CA" altLang="en-US" sz="1400"/>
              <a:t>Fundamentals of Futures and Options Markets, 9th Ed, Ch 13, Copyright © John C. Hull 2016</a:t>
            </a:r>
            <a:endParaRPr lang="en-US" altLang="en-US" sz="1400" i="0"/>
          </a:p>
        </p:txBody>
      </p:sp>
      <p:sp>
        <p:nvSpPr>
          <p:cNvPr id="29699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2075" tIns="46038" rIns="92075" bIns="46038" anchor="ctr"/>
          <a:lstStyle/>
          <a:p>
            <a:pPr eaLnBrk="1" hangingPunct="1"/>
            <a:r>
              <a:rPr lang="en-US" altLang="en-US" smtClean="0"/>
              <a:t>Risk-Neutral Valuation</a:t>
            </a:r>
          </a:p>
        </p:txBody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790700"/>
            <a:ext cx="7759700" cy="4114800"/>
          </a:xfrm>
          <a:noFill/>
        </p:spPr>
        <p:txBody>
          <a:bodyPr lIns="92075" tIns="46038" rIns="92075" bIns="46038"/>
          <a:lstStyle/>
          <a:p>
            <a:pPr eaLnBrk="1" hangingPunct="1"/>
            <a:r>
              <a:rPr lang="en-US" altLang="en-US" sz="2800" smtClean="0"/>
              <a:t>The variable </a:t>
            </a:r>
            <a:r>
              <a:rPr lang="en-US" altLang="en-US" sz="2800" smtClean="0">
                <a:latin typeface="Symbol" panose="05050102010706020507" pitchFamily="18" charset="2"/>
              </a:rPr>
              <a:t>m</a:t>
            </a:r>
            <a:r>
              <a:rPr lang="en-US" altLang="en-US" sz="2800" smtClean="0"/>
              <a:t> does not appear in the Black-Scholes equation</a:t>
            </a:r>
          </a:p>
          <a:p>
            <a:pPr eaLnBrk="1" hangingPunct="1"/>
            <a:r>
              <a:rPr lang="en-US" altLang="en-US" sz="2800" smtClean="0"/>
              <a:t>The equation is independent of all variables affected by risk preference</a:t>
            </a:r>
          </a:p>
          <a:p>
            <a:pPr eaLnBrk="1" hangingPunct="1"/>
            <a:r>
              <a:rPr lang="en-US" altLang="en-US" sz="2800" smtClean="0"/>
              <a:t>This is consistent with the risk-neutral valuation principle</a:t>
            </a:r>
          </a:p>
        </p:txBody>
      </p:sp>
      <p:sp>
        <p:nvSpPr>
          <p:cNvPr id="29701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AF0D60C5-1970-4AD2-AA1A-6DE7B773BCD2}" type="slidenum">
              <a:rPr lang="en-US" altLang="en-US" sz="18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16</a:t>
            </a:fld>
            <a:endParaRPr lang="en-US" altLang="en-US" sz="1800"/>
          </a:p>
        </p:txBody>
      </p:sp>
    </p:spTree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1"/>
          <p:cNvSpPr>
            <a:spLocks noGrp="1"/>
          </p:cNvSpPr>
          <p:nvPr>
            <p:ph type="title"/>
          </p:nvPr>
        </p:nvSpPr>
        <p:spPr>
          <a:xfrm>
            <a:off x="0" y="304800"/>
            <a:ext cx="7772400" cy="1143000"/>
          </a:xfrm>
        </p:spPr>
        <p:txBody>
          <a:bodyPr/>
          <a:lstStyle/>
          <a:p>
            <a:r>
              <a:rPr lang="en-US" altLang="en-US" smtClean="0"/>
              <a:t>Understanding Black-Scholes</a:t>
            </a:r>
            <a:endParaRPr lang="en-CA" altLang="en-US" smtClean="0"/>
          </a:p>
        </p:txBody>
      </p:sp>
      <p:sp>
        <p:nvSpPr>
          <p:cNvPr id="30723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CA" altLang="en-US" sz="1400"/>
              <a:t>Fundamentals of Futures and Options Markets, 9th Ed, Ch 13, Copyright © John C. Hull 2016</a:t>
            </a:r>
            <a:endParaRPr lang="en-US" altLang="en-US" sz="1400"/>
          </a:p>
        </p:txBody>
      </p:sp>
      <p:sp>
        <p:nvSpPr>
          <p:cNvPr id="30724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1359BDBA-22AD-425F-8E8A-9F27ECBA7A26}" type="slidenum">
              <a:rPr lang="en-US" altLang="en-US" sz="14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17</a:t>
            </a:fld>
            <a:endParaRPr lang="en-US" altLang="en-US" sz="1400"/>
          </a:p>
        </p:txBody>
      </p:sp>
      <p:graphicFrame>
        <p:nvGraphicFramePr>
          <p:cNvPr id="30725" name="Object 6"/>
          <p:cNvGraphicFramePr>
            <a:graphicFrameLocks noChangeAspect="1"/>
          </p:cNvGraphicFramePr>
          <p:nvPr/>
        </p:nvGraphicFramePr>
        <p:xfrm>
          <a:off x="304800" y="2133600"/>
          <a:ext cx="8839200" cy="3736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26" name="Equation" r:id="rId3" imgW="4025880" imgH="1701720" progId="Equation.DSMT4">
                  <p:embed/>
                </p:oleObj>
              </mc:Choice>
              <mc:Fallback>
                <p:oleObj name="Equation" r:id="rId3" imgW="4025880" imgH="170172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2133600"/>
                        <a:ext cx="8839200" cy="3736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CA" altLang="en-US" sz="1400"/>
              <a:t>Fundamentals of Futures and Options Markets, 9th Ed, Ch 13, Copyright © John C. Hull 2016</a:t>
            </a:r>
            <a:endParaRPr lang="en-US" altLang="en-US" sz="1400" i="0"/>
          </a:p>
        </p:txBody>
      </p:sp>
      <p:sp>
        <p:nvSpPr>
          <p:cNvPr id="31747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2075" tIns="46038" rIns="92075" bIns="46038" anchor="ctr"/>
          <a:lstStyle/>
          <a:p>
            <a:pPr eaLnBrk="1" hangingPunct="1"/>
            <a:r>
              <a:rPr lang="en-US" altLang="en-US" smtClean="0"/>
              <a:t>Applying Risk-Neutral Valuation</a:t>
            </a:r>
          </a:p>
        </p:txBody>
      </p:sp>
      <p:sp>
        <p:nvSpPr>
          <p:cNvPr id="3174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2000" y="1524000"/>
            <a:ext cx="6086475" cy="4411663"/>
          </a:xfrm>
          <a:noFill/>
        </p:spPr>
        <p:txBody>
          <a:bodyPr lIns="92075" tIns="46038" rIns="92075" bIns="46038"/>
          <a:lstStyle/>
          <a:p>
            <a:pPr marL="514350" indent="-514350" eaLnBrk="1" hangingPunct="1">
              <a:buFont typeface="Times New Roman" panose="02020603050405020304" pitchFamily="18" charset="0"/>
              <a:buAutoNum type="arabicPeriod"/>
            </a:pPr>
            <a:r>
              <a:rPr lang="en-US" altLang="en-US" smtClean="0"/>
              <a:t>Assume that the expected return from an asset is the risk-free rate</a:t>
            </a:r>
          </a:p>
          <a:p>
            <a:pPr marL="514350" indent="-514350" eaLnBrk="1" hangingPunct="1">
              <a:buFont typeface="Times New Roman" panose="02020603050405020304" pitchFamily="18" charset="0"/>
              <a:buAutoNum type="arabicPeriod"/>
            </a:pPr>
            <a:r>
              <a:rPr lang="en-US" altLang="en-US" smtClean="0"/>
              <a:t>Calculate the expected payoff from the derivative</a:t>
            </a:r>
          </a:p>
          <a:p>
            <a:pPr marL="514350" indent="-514350" eaLnBrk="1" hangingPunct="1">
              <a:buFont typeface="Times New Roman" panose="02020603050405020304" pitchFamily="18" charset="0"/>
              <a:buAutoNum type="arabicPeriod"/>
            </a:pPr>
            <a:r>
              <a:rPr lang="en-US" altLang="en-US" smtClean="0"/>
              <a:t>Discount at the risk-free rate</a:t>
            </a:r>
          </a:p>
        </p:txBody>
      </p:sp>
      <p:sp>
        <p:nvSpPr>
          <p:cNvPr id="31749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1525A588-2F17-431B-A41B-28953B14F063}" type="slidenum">
              <a:rPr lang="en-US" altLang="en-US" sz="18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18</a:t>
            </a:fld>
            <a:endParaRPr lang="en-US" altLang="en-US" sz="1800"/>
          </a:p>
        </p:txBody>
      </p:sp>
    </p:spTree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CA" altLang="en-US" sz="1400"/>
              <a:t>Fundamentals of Futures and Options Markets, 9th Ed, Ch 13, Copyright © John C. Hull 2016</a:t>
            </a:r>
            <a:endParaRPr lang="en-US" altLang="en-US" sz="1400" i="0"/>
          </a:p>
        </p:txBody>
      </p:sp>
      <p:sp>
        <p:nvSpPr>
          <p:cNvPr id="32771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0488" tIns="44450" rIns="90488" bIns="44450" anchor="ctr"/>
          <a:lstStyle/>
          <a:p>
            <a:pPr eaLnBrk="1" hangingPunct="1"/>
            <a:r>
              <a:rPr lang="en-US" altLang="en-US" smtClean="0"/>
              <a:t>Valuing a Forward Contract with Risk-Neutral Valuation</a:t>
            </a:r>
          </a:p>
        </p:txBody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2209800"/>
            <a:ext cx="8148638" cy="3921125"/>
          </a:xfrm>
          <a:noFill/>
        </p:spPr>
        <p:txBody>
          <a:bodyPr lIns="90488" tIns="44450" rIns="90488" bIns="44450"/>
          <a:lstStyle/>
          <a:p>
            <a:pPr eaLnBrk="1" hangingPunct="1"/>
            <a:r>
              <a:rPr lang="en-US" altLang="en-US" smtClean="0"/>
              <a:t>Payoff is </a:t>
            </a:r>
            <a:r>
              <a:rPr lang="en-US" altLang="en-US" i="1" smtClean="0">
                <a:latin typeface="Times New Roman" panose="02020603050405020304" pitchFamily="18" charset="0"/>
              </a:rPr>
              <a:t>S</a:t>
            </a:r>
            <a:r>
              <a:rPr lang="en-US" altLang="en-US" i="1" baseline="-25000" smtClean="0">
                <a:latin typeface="Times New Roman" panose="02020603050405020304" pitchFamily="18" charset="0"/>
              </a:rPr>
              <a:t>T </a:t>
            </a:r>
            <a:r>
              <a:rPr lang="en-US" altLang="en-US" i="1" smtClean="0">
                <a:cs typeface="Arial" panose="020B0604020202020204" pitchFamily="34" charset="0"/>
              </a:rPr>
              <a:t>–</a:t>
            </a:r>
            <a:r>
              <a:rPr lang="en-US" altLang="en-US" i="1" smtClean="0">
                <a:latin typeface="Times New Roman" panose="02020603050405020304" pitchFamily="18" charset="0"/>
              </a:rPr>
              <a:t> K</a:t>
            </a:r>
            <a:endParaRPr lang="en-US" altLang="en-US" i="1" smtClean="0"/>
          </a:p>
          <a:p>
            <a:pPr eaLnBrk="1" hangingPunct="1"/>
            <a:r>
              <a:rPr lang="en-US" altLang="en-US" smtClean="0"/>
              <a:t>Expected payoff in a risk-neutral world is </a:t>
            </a:r>
            <a:r>
              <a:rPr lang="en-US" altLang="en-US" i="1" smtClean="0">
                <a:latin typeface="Times New Roman" panose="02020603050405020304" pitchFamily="18" charset="0"/>
              </a:rPr>
              <a:t>S</a:t>
            </a:r>
            <a:r>
              <a:rPr lang="en-US" altLang="en-US" baseline="-25000" smtClean="0">
                <a:latin typeface="Times New Roman" panose="02020603050405020304" pitchFamily="18" charset="0"/>
              </a:rPr>
              <a:t>0</a:t>
            </a:r>
            <a:r>
              <a:rPr lang="en-US" altLang="en-US" i="1" smtClean="0">
                <a:latin typeface="Times New Roman" panose="02020603050405020304" pitchFamily="18" charset="0"/>
              </a:rPr>
              <a:t>e</a:t>
            </a:r>
            <a:r>
              <a:rPr lang="en-US" altLang="en-US" i="1" baseline="30000" smtClean="0">
                <a:latin typeface="Times New Roman" panose="02020603050405020304" pitchFamily="18" charset="0"/>
              </a:rPr>
              <a:t>rT </a:t>
            </a:r>
            <a:r>
              <a:rPr lang="en-US" altLang="en-US" i="1" smtClean="0">
                <a:cs typeface="Arial" panose="020B0604020202020204" pitchFamily="34" charset="0"/>
              </a:rPr>
              <a:t>–</a:t>
            </a:r>
            <a:r>
              <a:rPr lang="en-US" altLang="en-US" i="1" baseline="30000" smtClean="0">
                <a:latin typeface="Times New Roman" panose="02020603050405020304" pitchFamily="18" charset="0"/>
              </a:rPr>
              <a:t> </a:t>
            </a:r>
            <a:r>
              <a:rPr lang="en-US" altLang="en-US" i="1" smtClean="0">
                <a:latin typeface="Times New Roman" panose="02020603050405020304" pitchFamily="18" charset="0"/>
              </a:rPr>
              <a:t>K</a:t>
            </a:r>
            <a:endParaRPr lang="en-US" altLang="en-US" i="1" smtClean="0"/>
          </a:p>
          <a:p>
            <a:pPr eaLnBrk="1" hangingPunct="1"/>
            <a:r>
              <a:rPr lang="en-US" altLang="en-US" smtClean="0"/>
              <a:t>Present value of expected payoff is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mtClean="0"/>
              <a:t>		    </a:t>
            </a:r>
            <a:r>
              <a:rPr lang="en-US" altLang="en-US" i="1" smtClean="0">
                <a:latin typeface="Times New Roman" panose="02020603050405020304" pitchFamily="18" charset="0"/>
              </a:rPr>
              <a:t>e</a:t>
            </a:r>
            <a:r>
              <a:rPr lang="en-US" altLang="en-US" i="1" baseline="30000" smtClean="0">
                <a:latin typeface="Times New Roman" panose="02020603050405020304" pitchFamily="18" charset="0"/>
              </a:rPr>
              <a:t>-rT</a:t>
            </a:r>
            <a:r>
              <a:rPr lang="en-US" altLang="en-US" smtClean="0">
                <a:latin typeface="Times New Roman" panose="02020603050405020304" pitchFamily="18" charset="0"/>
              </a:rPr>
              <a:t>[</a:t>
            </a:r>
            <a:r>
              <a:rPr lang="en-US" altLang="en-US" i="1" smtClean="0">
                <a:latin typeface="Times New Roman" panose="02020603050405020304" pitchFamily="18" charset="0"/>
              </a:rPr>
              <a:t>S</a:t>
            </a:r>
            <a:r>
              <a:rPr lang="en-US" altLang="en-US" baseline="-25000" smtClean="0">
                <a:latin typeface="Times New Roman" panose="02020603050405020304" pitchFamily="18" charset="0"/>
              </a:rPr>
              <a:t>0</a:t>
            </a:r>
            <a:r>
              <a:rPr lang="en-US" altLang="en-US" i="1" smtClean="0">
                <a:latin typeface="Times New Roman" panose="02020603050405020304" pitchFamily="18" charset="0"/>
              </a:rPr>
              <a:t>e</a:t>
            </a:r>
            <a:r>
              <a:rPr lang="en-US" altLang="en-US" i="1" baseline="30000" smtClean="0">
                <a:latin typeface="Times New Roman" panose="02020603050405020304" pitchFamily="18" charset="0"/>
              </a:rPr>
              <a:t>rT </a:t>
            </a:r>
            <a:r>
              <a:rPr lang="en-US" altLang="en-US" i="1" smtClean="0">
                <a:cs typeface="Arial" panose="020B0604020202020204" pitchFamily="34" charset="0"/>
              </a:rPr>
              <a:t>–</a:t>
            </a:r>
            <a:r>
              <a:rPr lang="en-US" altLang="en-US" i="1" baseline="30000" smtClean="0">
                <a:latin typeface="Times New Roman" panose="02020603050405020304" pitchFamily="18" charset="0"/>
              </a:rPr>
              <a:t> </a:t>
            </a:r>
            <a:r>
              <a:rPr lang="en-US" altLang="en-US" i="1" smtClean="0">
                <a:latin typeface="Times New Roman" panose="02020603050405020304" pitchFamily="18" charset="0"/>
              </a:rPr>
              <a:t>K</a:t>
            </a:r>
            <a:r>
              <a:rPr lang="en-US" altLang="en-US" smtClean="0">
                <a:latin typeface="Times New Roman" panose="02020603050405020304" pitchFamily="18" charset="0"/>
              </a:rPr>
              <a:t>]=</a:t>
            </a:r>
            <a:r>
              <a:rPr lang="en-US" altLang="en-US" i="1" smtClean="0">
                <a:latin typeface="Times New Roman" panose="02020603050405020304" pitchFamily="18" charset="0"/>
              </a:rPr>
              <a:t>S</a:t>
            </a:r>
            <a:r>
              <a:rPr lang="en-US" altLang="en-US" baseline="-25000" smtClean="0">
                <a:latin typeface="Times New Roman" panose="02020603050405020304" pitchFamily="18" charset="0"/>
              </a:rPr>
              <a:t>0</a:t>
            </a:r>
            <a:r>
              <a:rPr lang="en-US" altLang="en-US" i="1" smtClean="0">
                <a:latin typeface="Times New Roman" panose="02020603050405020304" pitchFamily="18" charset="0"/>
              </a:rPr>
              <a:t> </a:t>
            </a:r>
            <a:r>
              <a:rPr lang="en-US" altLang="en-US" i="1" smtClean="0">
                <a:cs typeface="Arial" panose="020B0604020202020204" pitchFamily="34" charset="0"/>
              </a:rPr>
              <a:t>–</a:t>
            </a:r>
            <a:r>
              <a:rPr lang="en-US" altLang="en-US" i="1" smtClean="0">
                <a:latin typeface="Times New Roman" panose="02020603050405020304" pitchFamily="18" charset="0"/>
              </a:rPr>
              <a:t> Ke</a:t>
            </a:r>
            <a:r>
              <a:rPr lang="en-US" altLang="en-US" i="1" baseline="30000" smtClean="0">
                <a:latin typeface="Times New Roman" panose="02020603050405020304" pitchFamily="18" charset="0"/>
              </a:rPr>
              <a:t>-rT</a:t>
            </a:r>
          </a:p>
        </p:txBody>
      </p:sp>
      <p:sp>
        <p:nvSpPr>
          <p:cNvPr id="32773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530303ED-1FD6-4F3C-963D-CB09D6F441F9}" type="slidenum">
              <a:rPr lang="en-US" altLang="en-US" sz="18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19</a:t>
            </a:fld>
            <a:endParaRPr lang="en-US" altLang="en-US" sz="1800"/>
          </a:p>
        </p:txBody>
      </p:sp>
    </p:spTree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CA" altLang="en-US" sz="1400"/>
              <a:t>Fundamentals of Futures and Options Markets, 9th Ed, Ch 13, Copyright © John C. Hull 2016</a:t>
            </a:r>
            <a:endParaRPr lang="en-US" altLang="en-US" sz="1400" i="0"/>
          </a:p>
        </p:txBody>
      </p:sp>
      <p:sp>
        <p:nvSpPr>
          <p:cNvPr id="33795" name="Rectangle 1026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2075" tIns="46038" rIns="92075" bIns="46038" anchor="ctr"/>
          <a:lstStyle/>
          <a:p>
            <a:pPr eaLnBrk="1" hangingPunct="1"/>
            <a:r>
              <a:rPr lang="en-US" altLang="en-US" smtClean="0"/>
              <a:t>Implied Volatility</a:t>
            </a:r>
          </a:p>
        </p:txBody>
      </p:sp>
      <p:sp>
        <p:nvSpPr>
          <p:cNvPr id="33796" name="Rectangle 1027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 lIns="92075" tIns="46038" rIns="92075" bIns="46038"/>
          <a:lstStyle/>
          <a:p>
            <a:pPr eaLnBrk="1" hangingPunct="1"/>
            <a:r>
              <a:rPr lang="en-US" altLang="en-US" smtClean="0"/>
              <a:t>The implied volatility of an option is the volatility for which the Black-Scholes price equals the market price</a:t>
            </a:r>
          </a:p>
          <a:p>
            <a:pPr eaLnBrk="1" hangingPunct="1"/>
            <a:r>
              <a:rPr lang="en-US" altLang="en-US" smtClean="0"/>
              <a:t>The is a one-to-one correspondence between prices and implied volatilities</a:t>
            </a:r>
          </a:p>
          <a:p>
            <a:pPr eaLnBrk="1" hangingPunct="1"/>
            <a:r>
              <a:rPr lang="en-US" altLang="en-US" smtClean="0"/>
              <a:t>Traders and brokers often quote implied volatilities rather than dollar prices  </a:t>
            </a:r>
          </a:p>
        </p:txBody>
      </p:sp>
      <p:sp>
        <p:nvSpPr>
          <p:cNvPr id="33797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F00C3F6F-0D0C-4EE7-B9DA-02DB335CD646}" type="slidenum">
              <a:rPr lang="en-US" altLang="en-US" sz="18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20</a:t>
            </a:fld>
            <a:endParaRPr lang="en-US" altLang="en-US" sz="18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altLang="en-US" sz="3600" smtClean="0"/>
              <a:t>The VIX Index: S&amp;P 500 Implied Volatility from Jan. 2004 to July 2015</a:t>
            </a:r>
            <a:endParaRPr lang="en-US" altLang="en-US" sz="3600" smtClean="0"/>
          </a:p>
        </p:txBody>
      </p:sp>
      <p:sp>
        <p:nvSpPr>
          <p:cNvPr id="34819" name="Footer Placeholder 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CA" altLang="en-US" sz="1400"/>
              <a:t>Fundamentals of Futures and Options Markets, 9th Ed, Ch 13, Copyright © John C. Hull 2016</a:t>
            </a:r>
            <a:endParaRPr lang="en-US" altLang="en-US" sz="1400" i="0"/>
          </a:p>
        </p:txBody>
      </p:sp>
      <p:sp>
        <p:nvSpPr>
          <p:cNvPr id="34820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9FBB63F9-A3FC-47F8-B43C-0A1B531F9B37}" type="slidenum">
              <a:rPr lang="en-US" altLang="en-US" sz="18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21</a:t>
            </a:fld>
            <a:endParaRPr lang="en-US" altLang="en-US" sz="1800"/>
          </a:p>
        </p:txBody>
      </p:sp>
      <p:graphicFrame>
        <p:nvGraphicFramePr>
          <p:cNvPr id="6" name="Chart 5"/>
          <p:cNvGraphicFramePr>
            <a:graphicFrameLocks/>
          </p:cNvGraphicFramePr>
          <p:nvPr/>
        </p:nvGraphicFramePr>
        <p:xfrm>
          <a:off x="914400" y="1905000"/>
          <a:ext cx="6477000" cy="3581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CA" altLang="en-US" sz="1400"/>
              <a:t>Fundamentals of Futures and Options Markets, 9th Ed, Ch 13, Copyright © John C. Hull 2016</a:t>
            </a:r>
            <a:endParaRPr lang="en-US" altLang="en-US" sz="1400" i="0"/>
          </a:p>
        </p:txBody>
      </p:sp>
      <p:sp>
        <p:nvSpPr>
          <p:cNvPr id="35843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04800"/>
            <a:ext cx="7772400" cy="1143000"/>
          </a:xfrm>
          <a:noFill/>
        </p:spPr>
        <p:txBody>
          <a:bodyPr lIns="92075" tIns="46038" rIns="92075" bIns="46038" anchor="ctr"/>
          <a:lstStyle/>
          <a:p>
            <a:pPr eaLnBrk="1" hangingPunct="1"/>
            <a:r>
              <a:rPr lang="en-US" altLang="en-US" smtClean="0"/>
              <a:t>Dividends</a:t>
            </a:r>
          </a:p>
        </p:txBody>
      </p:sp>
      <p:sp>
        <p:nvSpPr>
          <p:cNvPr id="3584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447800"/>
            <a:ext cx="7772400" cy="4648200"/>
          </a:xfrm>
          <a:noFill/>
        </p:spPr>
        <p:txBody>
          <a:bodyPr lIns="92075" tIns="46038" rIns="92075" bIns="46038"/>
          <a:lstStyle/>
          <a:p>
            <a:pPr eaLnBrk="1" hangingPunct="1"/>
            <a:r>
              <a:rPr lang="en-US" altLang="en-US" sz="2800" smtClean="0"/>
              <a:t>European options on dividend-paying stocks are valued by substituting the stock price less the present value of dividends into the Black-Scholes-Merton formula</a:t>
            </a:r>
          </a:p>
          <a:p>
            <a:pPr eaLnBrk="1" hangingPunct="1"/>
            <a:r>
              <a:rPr lang="en-US" altLang="en-US" sz="2800" smtClean="0"/>
              <a:t>Only dividends with ex-dividend dates during life of option should be included </a:t>
            </a:r>
          </a:p>
          <a:p>
            <a:pPr eaLnBrk="1" hangingPunct="1"/>
            <a:r>
              <a:rPr lang="en-US" altLang="en-US" sz="2800" smtClean="0"/>
              <a:t>The “dividend” should be the expected reduction in the stock price on the ex-dividend date</a:t>
            </a:r>
          </a:p>
        </p:txBody>
      </p:sp>
      <p:sp>
        <p:nvSpPr>
          <p:cNvPr id="35845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3477A02A-EA9E-4418-B1EA-DBF55B1F782F}" type="slidenum">
              <a:rPr lang="en-US" altLang="en-US" sz="18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22</a:t>
            </a:fld>
            <a:endParaRPr lang="en-US" altLang="en-US" sz="18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CA" altLang="en-US" sz="1400"/>
              <a:t>Fundamentals of Futures and Options Markets, 9th Ed, Ch 13, Copyright © John C. Hull 2016</a:t>
            </a:r>
            <a:endParaRPr lang="en-US" altLang="en-US" sz="1400" i="0"/>
          </a:p>
        </p:txBody>
      </p:sp>
      <p:sp>
        <p:nvSpPr>
          <p:cNvPr id="36867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2075" tIns="46038" rIns="92075" bIns="46038" anchor="ctr"/>
          <a:lstStyle/>
          <a:p>
            <a:pPr eaLnBrk="1" hangingPunct="1"/>
            <a:r>
              <a:rPr lang="en-US" altLang="en-US" smtClean="0"/>
              <a:t>American Calls</a:t>
            </a:r>
          </a:p>
        </p:txBody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2133600"/>
            <a:ext cx="7696200" cy="3644900"/>
          </a:xfrm>
          <a:noFill/>
        </p:spPr>
        <p:txBody>
          <a:bodyPr lIns="92075" tIns="46038" rIns="92075" bIns="46038"/>
          <a:lstStyle/>
          <a:p>
            <a:pPr eaLnBrk="1" hangingPunct="1"/>
            <a:r>
              <a:rPr lang="en-US" altLang="en-US" sz="2800" smtClean="0"/>
              <a:t>An American call on a non-dividend-paying stock should never be exercised early</a:t>
            </a:r>
          </a:p>
          <a:p>
            <a:pPr eaLnBrk="1" hangingPunct="1"/>
            <a:r>
              <a:rPr lang="en-US" altLang="en-US" sz="2800" smtClean="0"/>
              <a:t>An American call on a dividend-paying stock should only ever be exercised immediately prior to an ex-dividend date</a:t>
            </a:r>
          </a:p>
        </p:txBody>
      </p:sp>
      <p:sp>
        <p:nvSpPr>
          <p:cNvPr id="36869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7D072DDB-1949-4163-A903-A3192C9E1461}" type="slidenum">
              <a:rPr lang="en-US" altLang="en-US" sz="18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23</a:t>
            </a:fld>
            <a:endParaRPr lang="en-US" altLang="en-US" sz="1800"/>
          </a:p>
        </p:txBody>
      </p:sp>
    </p:spTree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CA" altLang="en-US" sz="1400"/>
              <a:t>Fundamentals of Futures and Options Markets, 9th Ed, Ch 13, Copyright © John C. Hull 2016</a:t>
            </a:r>
            <a:endParaRPr lang="en-US" altLang="en-US" sz="1400" i="0"/>
          </a:p>
        </p:txBody>
      </p:sp>
      <p:sp>
        <p:nvSpPr>
          <p:cNvPr id="37891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2075" tIns="46038" rIns="92075" bIns="46038" anchor="ctr"/>
          <a:lstStyle/>
          <a:p>
            <a:pPr eaLnBrk="1" hangingPunct="1"/>
            <a:r>
              <a:rPr lang="en-US" altLang="en-US" sz="3000" smtClean="0"/>
              <a:t>Black’s Approximation for Dealing with</a:t>
            </a:r>
            <a:br>
              <a:rPr lang="en-US" altLang="en-US" sz="3000" smtClean="0"/>
            </a:br>
            <a:r>
              <a:rPr lang="en-US" altLang="en-US" sz="3000" smtClean="0"/>
              <a:t>Dividends in American Call Options</a:t>
            </a:r>
          </a:p>
        </p:txBody>
      </p:sp>
      <p:sp>
        <p:nvSpPr>
          <p:cNvPr id="3584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09650" y="1676400"/>
            <a:ext cx="7124700" cy="4694238"/>
          </a:xfrm>
        </p:spPr>
        <p:txBody>
          <a:bodyPr lIns="92075" tIns="46038" rIns="92075" bIns="46038"/>
          <a:lstStyle/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sz="2800" dirty="0" smtClean="0"/>
              <a:t>    Set the American price equal to the maximum of two European prices:</a:t>
            </a:r>
          </a:p>
          <a:p>
            <a:pPr marL="514350" indent="-514350" eaLnBrk="1" hangingPunct="1">
              <a:buFont typeface="+mj-lt"/>
              <a:buAutoNum type="arabicPeriod"/>
              <a:defRPr/>
            </a:pPr>
            <a:r>
              <a:rPr lang="en-US" sz="2800" dirty="0" smtClean="0"/>
              <a:t>The 1st European price is for an option maturing at the same time as the American option</a:t>
            </a:r>
          </a:p>
          <a:p>
            <a:pPr marL="514350" indent="-514350" eaLnBrk="1" hangingPunct="1">
              <a:buFont typeface="+mj-lt"/>
              <a:buAutoNum type="arabicPeriod"/>
              <a:defRPr/>
            </a:pPr>
            <a:r>
              <a:rPr lang="en-US" sz="2800" dirty="0" smtClean="0"/>
              <a:t>The 2nd European price is for an option maturing just before the final ex-dividend date</a:t>
            </a:r>
          </a:p>
        </p:txBody>
      </p:sp>
      <p:sp>
        <p:nvSpPr>
          <p:cNvPr id="37893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8A7C9C90-AF94-4CDE-A5B1-1CEEE779CFA9}" type="slidenum">
              <a:rPr lang="en-US" altLang="en-US" sz="18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24</a:t>
            </a:fld>
            <a:endParaRPr lang="en-US" altLang="en-US" sz="1800"/>
          </a:p>
        </p:txBody>
      </p:sp>
    </p:spTree>
  </p:cSld>
  <p:clrMapOvr>
    <a:masterClrMapping/>
  </p:clrMapOvr>
  <p:transition/>
</p:sld>
</file>

<file path=ppt/theme/theme1.xml><?xml version="1.0" encoding="utf-8"?>
<a:theme xmlns:a="http://schemas.openxmlformats.org/drawingml/2006/main" name="1_Network">
  <a:themeElements>
    <a:clrScheme name="1_Network 9">
      <a:dk1>
        <a:srgbClr val="000000"/>
      </a:dk1>
      <a:lt1>
        <a:srgbClr val="FFFFFF"/>
      </a:lt1>
      <a:dk2>
        <a:srgbClr val="7C1302"/>
      </a:dk2>
      <a:lt2>
        <a:srgbClr val="CC9900"/>
      </a:lt2>
      <a:accent1>
        <a:srgbClr val="CC9900"/>
      </a:accent1>
      <a:accent2>
        <a:srgbClr val="CC3300"/>
      </a:accent2>
      <a:accent3>
        <a:srgbClr val="FFFFFF"/>
      </a:accent3>
      <a:accent4>
        <a:srgbClr val="000000"/>
      </a:accent4>
      <a:accent5>
        <a:srgbClr val="E2CAAA"/>
      </a:accent5>
      <a:accent6>
        <a:srgbClr val="B92D00"/>
      </a:accent6>
      <a:hlink>
        <a:srgbClr val="808080"/>
      </a:hlink>
      <a:folHlink>
        <a:srgbClr val="CCCC66"/>
      </a:folHlink>
    </a:clrScheme>
    <a:fontScheme name="1_Network">
      <a:majorFont>
        <a:latin typeface="Times New Roman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none" lIns="92075" tIns="46038" rIns="92075" bIns="46038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none" lIns="92075" tIns="46038" rIns="92075" bIns="46038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lnDef>
  </a:objectDefaults>
  <a:extraClrSchemeLst>
    <a:extraClrScheme>
      <a:clrScheme name="1_Network 1">
        <a:dk1>
          <a:srgbClr val="4F747B"/>
        </a:dk1>
        <a:lt1>
          <a:srgbClr val="FFFFFF"/>
        </a:lt1>
        <a:dk2>
          <a:srgbClr val="000000"/>
        </a:dk2>
        <a:lt2>
          <a:srgbClr val="C0C0C0"/>
        </a:lt2>
        <a:accent1>
          <a:srgbClr val="859868"/>
        </a:accent1>
        <a:accent2>
          <a:srgbClr val="5F5F5F"/>
        </a:accent2>
        <a:accent3>
          <a:srgbClr val="AAAAAA"/>
        </a:accent3>
        <a:accent4>
          <a:srgbClr val="DADADA"/>
        </a:accent4>
        <a:accent5>
          <a:srgbClr val="C2CAB9"/>
        </a:accent5>
        <a:accent6>
          <a:srgbClr val="555555"/>
        </a:accent6>
        <a:hlink>
          <a:srgbClr val="5F5F5F"/>
        </a:hlink>
        <a:folHlink>
          <a:srgbClr val="BA121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2">
        <a:dk1>
          <a:srgbClr val="3C0000"/>
        </a:dk1>
        <a:lt1>
          <a:srgbClr val="FFFFFF"/>
        </a:lt1>
        <a:dk2>
          <a:srgbClr val="4D0B0B"/>
        </a:dk2>
        <a:lt2>
          <a:srgbClr val="FFFFFF"/>
        </a:lt2>
        <a:accent1>
          <a:srgbClr val="666633"/>
        </a:accent1>
        <a:accent2>
          <a:srgbClr val="CC3300"/>
        </a:accent2>
        <a:accent3>
          <a:srgbClr val="B2AAAA"/>
        </a:accent3>
        <a:accent4>
          <a:srgbClr val="DADADA"/>
        </a:accent4>
        <a:accent5>
          <a:srgbClr val="B8B8AD"/>
        </a:accent5>
        <a:accent6>
          <a:srgbClr val="B92D00"/>
        </a:accent6>
        <a:hlink>
          <a:srgbClr val="CC9900"/>
        </a:hlink>
        <a:folHlink>
          <a:srgbClr val="CCCC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3">
        <a:dk1>
          <a:srgbClr val="666699"/>
        </a:dk1>
        <a:lt1>
          <a:srgbClr val="FFFFFF"/>
        </a:lt1>
        <a:dk2>
          <a:srgbClr val="15192B"/>
        </a:dk2>
        <a:lt2>
          <a:srgbClr val="CCCCFF"/>
        </a:lt2>
        <a:accent1>
          <a:srgbClr val="4F893D"/>
        </a:accent1>
        <a:accent2>
          <a:srgbClr val="666699"/>
        </a:accent2>
        <a:accent3>
          <a:srgbClr val="AAABAC"/>
        </a:accent3>
        <a:accent4>
          <a:srgbClr val="DADADA"/>
        </a:accent4>
        <a:accent5>
          <a:srgbClr val="B2C4AF"/>
        </a:accent5>
        <a:accent6>
          <a:srgbClr val="5C5C8A"/>
        </a:accent6>
        <a:hlink>
          <a:srgbClr val="CC9900"/>
        </a:hlink>
        <a:folHlink>
          <a:srgbClr val="4837C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4">
        <a:dk1>
          <a:srgbClr val="666699"/>
        </a:dk1>
        <a:lt1>
          <a:srgbClr val="FFFFFF"/>
        </a:lt1>
        <a:dk2>
          <a:srgbClr val="86001A"/>
        </a:dk2>
        <a:lt2>
          <a:srgbClr val="CCCC66"/>
        </a:lt2>
        <a:accent1>
          <a:srgbClr val="FF3300"/>
        </a:accent1>
        <a:accent2>
          <a:srgbClr val="FF6600"/>
        </a:accent2>
        <a:accent3>
          <a:srgbClr val="C3AAAB"/>
        </a:accent3>
        <a:accent4>
          <a:srgbClr val="DADADA"/>
        </a:accent4>
        <a:accent5>
          <a:srgbClr val="FFADAA"/>
        </a:accent5>
        <a:accent6>
          <a:srgbClr val="E75C00"/>
        </a:accent6>
        <a:hlink>
          <a:srgbClr val="CC9900"/>
        </a:hlink>
        <a:folHlink>
          <a:srgbClr val="FF0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5">
        <a:dk1>
          <a:srgbClr val="666699"/>
        </a:dk1>
        <a:lt1>
          <a:srgbClr val="FFFFFF"/>
        </a:lt1>
        <a:dk2>
          <a:srgbClr val="000054"/>
        </a:dk2>
        <a:lt2>
          <a:srgbClr val="FFFFFF"/>
        </a:lt2>
        <a:accent1>
          <a:srgbClr val="3333FF"/>
        </a:accent1>
        <a:accent2>
          <a:srgbClr val="006699"/>
        </a:accent2>
        <a:accent3>
          <a:srgbClr val="AAAAB3"/>
        </a:accent3>
        <a:accent4>
          <a:srgbClr val="DADADA"/>
        </a:accent4>
        <a:accent5>
          <a:srgbClr val="ADADFF"/>
        </a:accent5>
        <a:accent6>
          <a:srgbClr val="005C8A"/>
        </a:accent6>
        <a:hlink>
          <a:srgbClr val="669900"/>
        </a:hlink>
        <a:folHlink>
          <a:srgbClr val="00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6">
        <a:dk1>
          <a:srgbClr val="808080"/>
        </a:dk1>
        <a:lt1>
          <a:srgbClr val="FFFFFF"/>
        </a:lt1>
        <a:dk2>
          <a:srgbClr val="30054B"/>
        </a:dk2>
        <a:lt2>
          <a:srgbClr val="FFFFFF"/>
        </a:lt2>
        <a:accent1>
          <a:srgbClr val="797B9B"/>
        </a:accent1>
        <a:accent2>
          <a:srgbClr val="6B4FB1"/>
        </a:accent2>
        <a:accent3>
          <a:srgbClr val="ADAAB1"/>
        </a:accent3>
        <a:accent4>
          <a:srgbClr val="DADADA"/>
        </a:accent4>
        <a:accent5>
          <a:srgbClr val="BEBFCB"/>
        </a:accent5>
        <a:accent6>
          <a:srgbClr val="6047A0"/>
        </a:accent6>
        <a:hlink>
          <a:srgbClr val="7AACCE"/>
        </a:hlink>
        <a:folHlink>
          <a:srgbClr val="D8D8E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7">
        <a:dk1>
          <a:srgbClr val="808080"/>
        </a:dk1>
        <a:lt1>
          <a:srgbClr val="FFFFCC"/>
        </a:lt1>
        <a:dk2>
          <a:srgbClr val="29527B"/>
        </a:dk2>
        <a:lt2>
          <a:srgbClr val="FFFFFF"/>
        </a:lt2>
        <a:accent1>
          <a:srgbClr val="CCCC00"/>
        </a:accent1>
        <a:accent2>
          <a:srgbClr val="669999"/>
        </a:accent2>
        <a:accent3>
          <a:srgbClr val="ACB3BF"/>
        </a:accent3>
        <a:accent4>
          <a:srgbClr val="DADAAE"/>
        </a:accent4>
        <a:accent5>
          <a:srgbClr val="E2E2AA"/>
        </a:accent5>
        <a:accent6>
          <a:srgbClr val="5C8A8A"/>
        </a:accent6>
        <a:hlink>
          <a:srgbClr val="D8D8EC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8">
        <a:dk1>
          <a:srgbClr val="666699"/>
        </a:dk1>
        <a:lt1>
          <a:srgbClr val="FFFFFF"/>
        </a:lt1>
        <a:dk2>
          <a:srgbClr val="476949"/>
        </a:dk2>
        <a:lt2>
          <a:srgbClr val="FFFFFF"/>
        </a:lt2>
        <a:accent1>
          <a:srgbClr val="CC6600"/>
        </a:accent1>
        <a:accent2>
          <a:srgbClr val="CC9900"/>
        </a:accent2>
        <a:accent3>
          <a:srgbClr val="B1B9B1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452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9">
        <a:dk1>
          <a:srgbClr val="000000"/>
        </a:dk1>
        <a:lt1>
          <a:srgbClr val="FFFFFF"/>
        </a:lt1>
        <a:dk2>
          <a:srgbClr val="7C1302"/>
        </a:dk2>
        <a:lt2>
          <a:srgbClr val="CC9900"/>
        </a:lt2>
        <a:accent1>
          <a:srgbClr val="CC9900"/>
        </a:accent1>
        <a:accent2>
          <a:srgbClr val="CC3300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B92D00"/>
        </a:accent6>
        <a:hlink>
          <a:srgbClr val="808080"/>
        </a:hlink>
        <a:folHlink>
          <a:srgbClr val="CC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Network 10">
        <a:dk1>
          <a:srgbClr val="000000"/>
        </a:dk1>
        <a:lt1>
          <a:srgbClr val="FFFFFF"/>
        </a:lt1>
        <a:dk2>
          <a:srgbClr val="330066"/>
        </a:dk2>
        <a:lt2>
          <a:srgbClr val="808080"/>
        </a:lt2>
        <a:accent1>
          <a:srgbClr val="CCCC00"/>
        </a:accent1>
        <a:accent2>
          <a:srgbClr val="669999"/>
        </a:accent2>
        <a:accent3>
          <a:srgbClr val="FFFFFF"/>
        </a:accent3>
        <a:accent4>
          <a:srgbClr val="000000"/>
        </a:accent4>
        <a:accent5>
          <a:srgbClr val="E2E2AA"/>
        </a:accent5>
        <a:accent6>
          <a:srgbClr val="5C8A8A"/>
        </a:accent6>
        <a:hlink>
          <a:srgbClr val="7E9CE8"/>
        </a:hlink>
        <a:folHlink>
          <a:srgbClr val="D8D8E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1_Network 9">
    <a:dk1>
      <a:srgbClr val="000000"/>
    </a:dk1>
    <a:lt1>
      <a:srgbClr val="FFFFFF"/>
    </a:lt1>
    <a:dk2>
      <a:srgbClr val="7C1302"/>
    </a:dk2>
    <a:lt2>
      <a:srgbClr val="CC9900"/>
    </a:lt2>
    <a:accent1>
      <a:srgbClr val="CC9900"/>
    </a:accent1>
    <a:accent2>
      <a:srgbClr val="CC3300"/>
    </a:accent2>
    <a:accent3>
      <a:srgbClr val="FFFFFF"/>
    </a:accent3>
    <a:accent4>
      <a:srgbClr val="000000"/>
    </a:accent4>
    <a:accent5>
      <a:srgbClr val="E2CAAA"/>
    </a:accent5>
    <a:accent6>
      <a:srgbClr val="B92D00"/>
    </a:accent6>
    <a:hlink>
      <a:srgbClr val="808080"/>
    </a:hlink>
    <a:folHlink>
      <a:srgbClr val="CCCC66"/>
    </a:folHlink>
  </a:clrScheme>
  <a:fontScheme name="1_Network">
    <a:majorFont>
      <a:latin typeface="Times New Roman"/>
      <a:ea typeface=""/>
      <a:cs typeface=""/>
    </a:majorFont>
    <a:minorFont>
      <a:latin typeface="Arial"/>
      <a:ea typeface=""/>
      <a:cs typeface="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4DB470C54600C46B1B0C1FE5EDD1D1B" ma:contentTypeVersion="3" ma:contentTypeDescription="Create a new document." ma:contentTypeScope="" ma:versionID="14dc9d57259abab41c863f8d0f9e2276">
  <xsd:schema xmlns:xsd="http://www.w3.org/2001/XMLSchema" xmlns:xs="http://www.w3.org/2001/XMLSchema" xmlns:p="http://schemas.microsoft.com/office/2006/metadata/properties" xmlns:ns2="cd351f98-0ba7-41cd-87bd-5169e413bab1" targetNamespace="http://schemas.microsoft.com/office/2006/metadata/properties" ma:root="true" ma:fieldsID="f27d059874946e97d17eaa08f9af4415" ns2:_="">
    <xsd:import namespace="cd351f98-0ba7-41cd-87bd-5169e413bab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d351f98-0ba7-41cd-87bd-5169e413bab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6CB8BE06-4AFE-423F-B2E5-A962721E78FF}"/>
</file>

<file path=customXml/itemProps2.xml><?xml version="1.0" encoding="utf-8"?>
<ds:datastoreItem xmlns:ds="http://schemas.openxmlformats.org/officeDocument/2006/customXml" ds:itemID="{5228F3D5-BAF6-4DB2-9B00-AF6FFA6B918C}"/>
</file>

<file path=customXml/itemProps3.xml><?xml version="1.0" encoding="utf-8"?>
<ds:datastoreItem xmlns:ds="http://schemas.openxmlformats.org/officeDocument/2006/customXml" ds:itemID="{3E31EB41-8A3D-4B44-AB6A-C22B3AC643D7}"/>
</file>

<file path=docProps/app.xml><?xml version="1.0" encoding="utf-8"?>
<Properties xmlns="http://schemas.openxmlformats.org/officeDocument/2006/extended-properties" xmlns:vt="http://schemas.openxmlformats.org/officeDocument/2006/docPropsVTypes">
  <Template>Ch02HullFundamentals5thEd</Template>
  <TotalTime>223</TotalTime>
  <Pages>18</Pages>
  <Words>1380</Words>
  <Application>Microsoft Office PowerPoint</Application>
  <PresentationFormat>Letter Paper (8.5x11 in)</PresentationFormat>
  <Paragraphs>166</Paragraphs>
  <Slides>24</Slides>
  <Notes>23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5</vt:i4>
      </vt:variant>
      <vt:variant>
        <vt:lpstr>Slide Titles</vt:lpstr>
      </vt:variant>
      <vt:variant>
        <vt:i4>24</vt:i4>
      </vt:variant>
    </vt:vector>
  </HeadingPairs>
  <TitlesOfParts>
    <vt:vector size="35" baseType="lpstr">
      <vt:lpstr>Arial</vt:lpstr>
      <vt:lpstr>Times New Roman</vt:lpstr>
      <vt:lpstr>Wingdings</vt:lpstr>
      <vt:lpstr>Symbol</vt:lpstr>
      <vt:lpstr>Gloucester MT Extra Condensed</vt:lpstr>
      <vt:lpstr>1_Network</vt:lpstr>
      <vt:lpstr>Microsoft Equation 3.0</vt:lpstr>
      <vt:lpstr>Microsoft Equation 2.0</vt:lpstr>
      <vt:lpstr>Chart</vt:lpstr>
      <vt:lpstr>Equation</vt:lpstr>
      <vt:lpstr>MathType 6.0 Equation</vt:lpstr>
      <vt:lpstr>Valuing Stock Options: The Black-Scholes-Merton Model</vt:lpstr>
      <vt:lpstr>The Black-Scholes-Merton Random Walk Assumption</vt:lpstr>
      <vt:lpstr>The Lognormal Property</vt:lpstr>
      <vt:lpstr>The Lognormal Property continued</vt:lpstr>
      <vt:lpstr>The Lognormal Distribution</vt:lpstr>
      <vt:lpstr>The Expected Return</vt:lpstr>
      <vt:lpstr>Mutual Fund Returns (See Business Snapshot 13.1 on page 298)</vt:lpstr>
      <vt:lpstr>The Volatility</vt:lpstr>
      <vt:lpstr>Nature of Volatility</vt:lpstr>
      <vt:lpstr>Example</vt:lpstr>
      <vt:lpstr>Estimating Volatility from Historical  Data (page 299-301)</vt:lpstr>
      <vt:lpstr>The Concepts Underlying Black-Scholes</vt:lpstr>
      <vt:lpstr>The Black-Scholes Formulas (See page 304)</vt:lpstr>
      <vt:lpstr>The N(x) Function</vt:lpstr>
      <vt:lpstr>Properties of Black-Scholes Formula </vt:lpstr>
      <vt:lpstr>Risk-Neutral Valuation</vt:lpstr>
      <vt:lpstr>Understanding Black-Scholes</vt:lpstr>
      <vt:lpstr>Applying Risk-Neutral Valuation</vt:lpstr>
      <vt:lpstr>Valuing a Forward Contract with Risk-Neutral Valuation</vt:lpstr>
      <vt:lpstr>Implied Volatility</vt:lpstr>
      <vt:lpstr>The VIX Index: S&amp;P 500 Implied Volatility from Jan. 2004 to July 2015</vt:lpstr>
      <vt:lpstr>Dividends</vt:lpstr>
      <vt:lpstr>American Calls</vt:lpstr>
      <vt:lpstr>Black’s Approximation for Dealing with Dividends in American Call Options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Valuing Stock Options: The Black-Scholes-Merton Model</dc:title>
  <dc:subject>Fundamentals of Futures and Options Markets, 9e</dc:subject>
  <dc:creator>John C. Hull</dc:creator>
  <cp:keywords>Chapter 13</cp:keywords>
  <dc:description>Copyright 2016 by John C. Hull.
All rights reserved. Published 2016.</dc:description>
  <cp:lastModifiedBy>John Hull</cp:lastModifiedBy>
  <cp:revision>51</cp:revision>
  <cp:lastPrinted>2001-05-03T13:08:45Z</cp:lastPrinted>
  <dcterms:created xsi:type="dcterms:W3CDTF">1996-07-02T05:06:26Z</dcterms:created>
  <dcterms:modified xsi:type="dcterms:W3CDTF">2016-01-20T21:03:00Z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0x01010034DB470C54600C46B1B0C1FE5EDD1D1B</vt:lpwstr>
  </property>
</Properties>
</file>