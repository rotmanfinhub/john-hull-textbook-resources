
<file path=[Content_Types].xml><?xml version="1.0" encoding="utf-8"?>
<Types xmlns="http://schemas.openxmlformats.org/package/2006/content-types">
  <Default Extension="bin" ContentType="application/vnd.openxmlformats-officedocument.oleObject"/>
  <Default Extension="emf" ContentType="image/x-emf"/>
  <Default Extension="jpeg" ContentType="image/jpeg"/>
  <Default Extension="png" ContentType="image/png"/>
  <Default Extension="rels" ContentType="application/vnd.openxmlformats-package.relationships+xml"/>
  <Default Extension="vml" ContentType="application/vnd.openxmlformats-officedocument.vmlDrawing"/>
  <Default Extension="wmf" ContentType="image/x-wmf"/>
  <Default Extension="xml" ContentType="application/xml"/>
  <Override PartName="/ppt/presentation.xml" ContentType="application/vnd.openxmlformats-officedocument.presentationml.presentation.main+xml"/>
  <Override PartName="/ppt/slides/slide2.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36.xml" ContentType="application/vnd.openxmlformats-officedocument.presentationml.slide+xml"/>
  <Override PartName="/ppt/slides/slide35.xml" ContentType="application/vnd.openxmlformats-officedocument.presentationml.slide+xml"/>
  <Override PartName="/ppt/slides/slide34.xml" ContentType="application/vnd.openxmlformats-officedocument.presentationml.slide+xml"/>
  <Override PartName="/ppt/slides/slide33.xml" ContentType="application/vnd.openxmlformats-officedocument.presentationml.slide+xml"/>
  <Override PartName="/ppt/slides/slide32.xml" ContentType="application/vnd.openxmlformats-officedocument.presentationml.slide+xml"/>
  <Override PartName="/ppt/slides/slide31.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48.xml" ContentType="application/vnd.openxmlformats-officedocument.presentationml.slide+xml"/>
  <Override PartName="/ppt/slides/slide47.xml" ContentType="application/vnd.openxmlformats-officedocument.presentationml.slide+xml"/>
  <Override PartName="/ppt/slides/slide46.xml" ContentType="application/vnd.openxmlformats-officedocument.presentationml.slide+xml"/>
  <Override PartName="/ppt/slides/slide45.xml" ContentType="application/vnd.openxmlformats-officedocument.presentationml.slide+xml"/>
  <Override PartName="/ppt/slides/slide44.xml" ContentType="application/vnd.openxmlformats-officedocument.presentationml.slide+xml"/>
  <Override PartName="/ppt/slides/slide1.xml" ContentType="application/vnd.openxmlformats-officedocument.presentationml.slide+xml"/>
  <Override PartName="/ppt/slides/slide30.xml" ContentType="application/vnd.openxmlformats-officedocument.presentationml.slide+xml"/>
  <Override PartName="/ppt/slides/slide28.xml" ContentType="application/vnd.openxmlformats-officedocument.presentationml.slide+xml"/>
  <Override PartName="/ppt/slides/slide15.xml" ContentType="application/vnd.openxmlformats-officedocument.presentationml.slide+xml"/>
  <Override PartName="/ppt/slides/slide14.xml" ContentType="application/vnd.openxmlformats-officedocument.presentationml.slide+xml"/>
  <Override PartName="/ppt/slides/slide13.xml" ContentType="application/vnd.openxmlformats-officedocument.presentationml.slide+xml"/>
  <Override PartName="/ppt/slides/slide12.xml" ContentType="application/vnd.openxmlformats-officedocument.presentationml.slide+xml"/>
  <Override PartName="/ppt/slides/slide11.xml" ContentType="application/vnd.openxmlformats-officedocument.presentationml.slide+xml"/>
  <Override PartName="/ppt/slides/slide10.xml" ContentType="application/vnd.openxmlformats-officedocument.presentationml.slide+xml"/>
  <Override PartName="/ppt/slides/slide9.xml" ContentType="application/vnd.openxmlformats-officedocument.presentationml.slide+xml"/>
  <Override PartName="/ppt/slides/slide8.xml" ContentType="application/vnd.openxmlformats-officedocument.presentationml.slide+xml"/>
  <Override PartName="/ppt/slides/slide7.xml" ContentType="application/vnd.openxmlformats-officedocument.presentationml.slide+xml"/>
  <Override PartName="/ppt/slides/slide29.xml" ContentType="application/vnd.openxmlformats-officedocument.presentationml.slide+xml"/>
  <Override PartName="/ppt/slides/slide16.xml" ContentType="application/vnd.openxmlformats-officedocument.presentationml.slide+xml"/>
  <Override PartName="/ppt/slides/slide18.xml" ContentType="application/vnd.openxmlformats-officedocument.presentationml.slide+xml"/>
  <Override PartName="/ppt/slides/slide27.xml" ContentType="application/vnd.openxmlformats-officedocument.presentationml.slide+xml"/>
  <Override PartName="/ppt/slides/slide26.xml" ContentType="application/vnd.openxmlformats-officedocument.presentationml.slide+xml"/>
  <Override PartName="/ppt/slides/slide25.xml" ContentType="application/vnd.openxmlformats-officedocument.presentationml.slide+xml"/>
  <Override PartName="/ppt/slides/slide24.xml" ContentType="application/vnd.openxmlformats-officedocument.presentationml.slide+xml"/>
  <Override PartName="/ppt/slides/slide17.xml" ContentType="application/vnd.openxmlformats-officedocument.presentationml.slide+xml"/>
  <Override PartName="/ppt/slides/slide19.xml" ContentType="application/vnd.openxmlformats-officedocument.presentationml.slide+xml"/>
  <Override PartName="/ppt/slides/slide23.xml" ContentType="application/vnd.openxmlformats-officedocument.presentationml.slide+xml"/>
  <Override PartName="/ppt/slides/slide20.xml" ContentType="application/vnd.openxmlformats-officedocument.presentationml.slide+xml"/>
  <Override PartName="/ppt/slides/slide22.xml" ContentType="application/vnd.openxmlformats-officedocument.presentationml.slide+xml"/>
  <Override PartName="/ppt/slides/slide21.xml" ContentType="application/vnd.openxmlformats-officedocument.presentationml.slide+xml"/>
  <Override PartName="/ppt/notesSlides/notesSlide34.xml" ContentType="application/vnd.openxmlformats-officedocument.presentationml.notesSlide+xml"/>
  <Override PartName="/ppt/notesSlides/notesSlide33.xml" ContentType="application/vnd.openxmlformats-officedocument.presentationml.notesSlide+xml"/>
  <Override PartName="/ppt/notesSlides/notesSlide35.xml" ContentType="application/vnd.openxmlformats-officedocument.presentationml.notesSlide+xml"/>
  <Override PartName="/ppt/notesSlides/notesSlide32.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slideMasters/slideMaster1.xml" ContentType="application/vnd.openxmlformats-officedocument.presentationml.slideMaster+xml"/>
  <Override PartName="/ppt/notesSlides/notesSlide43.xml" ContentType="application/vnd.openxmlformats-officedocument.presentationml.notesSlide+xml"/>
  <Override PartName="/ppt/notesSlides/notesSlide42.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1.xml" ContentType="application/vnd.openxmlformats-officedocument.presentationml.notesSlide+xml"/>
  <Override PartName="/ppt/notesSlides/notesSlide15.xml" ContentType="application/vnd.openxmlformats-officedocument.presentationml.notesSlide+xml"/>
  <Override PartName="/ppt/notesSlides/notesSlide14.xml" ContentType="application/vnd.openxmlformats-officedocument.presentationml.notesSlide+xml"/>
  <Override PartName="/ppt/notesSlides/notesSlide13.xml" ContentType="application/vnd.openxmlformats-officedocument.presentationml.notesSlide+xml"/>
  <Override PartName="/ppt/notesSlides/notesSlide16.xml" ContentType="application/vnd.openxmlformats-officedocument.presentationml.notesSlide+xml"/>
  <Override PartName="/ppt/notesSlides/notesSlide18.xml" ContentType="application/vnd.openxmlformats-officedocument.presentationml.notesSlide+xml"/>
  <Override PartName="/ppt/notesSlides/notesSlide17.xml" ContentType="application/vnd.openxmlformats-officedocument.presentationml.notesSlide+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notesSlides/notesSlide12.xml" ContentType="application/vnd.openxmlformats-officedocument.presentationml.notesSlide+xml"/>
  <Override PartName="/ppt/notesSlides/notesSlide6.xml" ContentType="application/vnd.openxmlformats-officedocument.presentationml.notesSlide+xml"/>
  <Override PartName="/ppt/notesSlides/notesSlide5.xml" ContentType="application/vnd.openxmlformats-officedocument.presentationml.notesSlide+xml"/>
  <Override PartName="/ppt/notesSlides/notesSlide4.xml" ContentType="application/vnd.openxmlformats-officedocument.presentationml.notesSlide+xml"/>
  <Override PartName="/ppt/notesSlides/notesSlide3.xml" ContentType="application/vnd.openxmlformats-officedocument.presentationml.notesSlide+xml"/>
  <Override PartName="/ppt/notesSlides/notesSlide2.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11.xml" ContentType="application/vnd.openxmlformats-officedocument.presentationml.notesSlide+xml"/>
  <Override PartName="/ppt/notesSlides/notesSlide10.xml" ContentType="application/vnd.openxmlformats-officedocument.presentationml.notesSlide+xml"/>
  <Override PartName="/ppt/notesSlides/notesSlide9.xml" ContentType="application/vnd.openxmlformats-officedocument.presentationml.notesSlide+xml"/>
  <Override PartName="/ppt/slideLayouts/slideLayout11.xml" ContentType="application/vnd.openxmlformats-officedocument.presentationml.slideLayout+xml"/>
  <Override PartName="/ppt/notesSlides/notesSlide19.xml" ContentType="application/vnd.openxmlformats-officedocument.presentationml.notesSlide+xml"/>
  <Override PartName="/ppt/notesSlides/notesSlide25.xml" ContentType="application/vnd.openxmlformats-officedocument.presentationml.notesSlide+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notesSlides/notesSlide24.xml" ContentType="application/vnd.openxmlformats-officedocument.presentationml.notesSlide+xml"/>
  <Override PartName="/ppt/notesSlides/notesSlide26.xml" ContentType="application/vnd.openxmlformats-officedocument.presentationml.notesSlide+xml"/>
  <Override PartName="/ppt/slideLayouts/slideLayout1.xml" ContentType="application/vnd.openxmlformats-officedocument.presentationml.slideLayout+xml"/>
  <Override PartName="/ppt/notesSlides/notesSlide28.xml" ContentType="application/vnd.openxmlformats-officedocument.presentationml.notesSlide+xml"/>
  <Override PartName="/ppt/notesSlides/notesSlide27.xml" ContentType="application/vnd.openxmlformats-officedocument.presentationml.notesSlide+xml"/>
  <Override PartName="/ppt/slideLayouts/slideLayout4.xml" ContentType="application/vnd.openxmlformats-officedocument.presentationml.slideLayout+xml"/>
  <Override PartName="/ppt/notesSlides/notesSlide23.xml" ContentType="application/vnd.openxmlformats-officedocument.presentationml.notesSlide+xml"/>
  <Override PartName="/ppt/slideLayouts/slideLayout9.xml" ContentType="application/vnd.openxmlformats-officedocument.presentationml.slideLayout+xml"/>
  <Override PartName="/ppt/notesSlides/notesSlide20.xml" ContentType="application/vnd.openxmlformats-officedocument.presentationml.notesSlide+xml"/>
  <Override PartName="/ppt/slideLayouts/slideLayout10.xml" ContentType="application/vnd.openxmlformats-officedocument.presentationml.slideLayout+xml"/>
  <Override PartName="/ppt/slideLayouts/slideLayout8.xml" ContentType="application/vnd.openxmlformats-officedocument.presentationml.slideLayout+xml"/>
  <Override PartName="/ppt/slideLayouts/slideLayout7.xml" ContentType="application/vnd.openxmlformats-officedocument.presentationml.slideLayout+xml"/>
  <Override PartName="/ppt/slideLayouts/slideLayout5.xml" ContentType="application/vnd.openxmlformats-officedocument.presentationml.slideLayout+xml"/>
  <Override PartName="/ppt/notesSlides/notesSlide22.xml" ContentType="application/vnd.openxmlformats-officedocument.presentationml.notesSlide+xml"/>
  <Override PartName="/ppt/notesSlides/notesSlide21.xml" ContentType="application/vnd.openxmlformats-officedocument.presentationml.notesSlide+xml"/>
  <Override PartName="/ppt/slideLayouts/slideLayout6.xml" ContentType="application/vnd.openxmlformats-officedocument.presentationml.slideLayout+xml"/>
  <Override PartName="/ppt/theme/theme1.xml" ContentType="application/vnd.openxmlformats-officedocument.theme+xml"/>
  <Override PartName="/ppt/theme/theme2.xml" ContentType="application/vnd.openxmlformats-officedocument.theme+xml"/>
  <Override PartName="/ppt/notesMasters/notesMaster1.xml" ContentType="application/vnd.openxmlformats-officedocument.presentationml.notesMaster+xml"/>
  <Override PartName="/ppt/viewProps.xml" ContentType="application/vnd.openxmlformats-officedocument.presentationml.viewProps+xml"/>
  <Override PartName="/ppt/presProps.xml" ContentType="application/vnd.openxmlformats-officedocument.presentationml.presProps+xml"/>
  <Override PartName="/ppt/tableStyles.xml" ContentType="application/vnd.openxmlformats-officedocument.presentationml.tableStyles+xml"/>
  <Override PartName="/docProps/core.xml" ContentType="application/vnd.openxmlformats-package.core-properties+xml"/>
  <Override PartName="/docProps/app.xml" ContentType="application/vnd.openxmlformats-officedocument.extended-properties+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788" r:id="rId1"/>
  </p:sldMasterIdLst>
  <p:notesMasterIdLst>
    <p:notesMasterId r:id="rId50"/>
  </p:notesMasterIdLst>
  <p:sldIdLst>
    <p:sldId id="256" r:id="rId2"/>
    <p:sldId id="260" r:id="rId3"/>
    <p:sldId id="262" r:id="rId4"/>
    <p:sldId id="320" r:id="rId5"/>
    <p:sldId id="265" r:id="rId6"/>
    <p:sldId id="266" r:id="rId7"/>
    <p:sldId id="300" r:id="rId8"/>
    <p:sldId id="301" r:id="rId9"/>
    <p:sldId id="302" r:id="rId10"/>
    <p:sldId id="321" r:id="rId11"/>
    <p:sldId id="322" r:id="rId12"/>
    <p:sldId id="323" r:id="rId13"/>
    <p:sldId id="267" r:id="rId14"/>
    <p:sldId id="268" r:id="rId15"/>
    <p:sldId id="269" r:id="rId16"/>
    <p:sldId id="270" r:id="rId17"/>
    <p:sldId id="271" r:id="rId18"/>
    <p:sldId id="273" r:id="rId19"/>
    <p:sldId id="274" r:id="rId20"/>
    <p:sldId id="275" r:id="rId21"/>
    <p:sldId id="276" r:id="rId22"/>
    <p:sldId id="324" r:id="rId23"/>
    <p:sldId id="305" r:id="rId24"/>
    <p:sldId id="306" r:id="rId25"/>
    <p:sldId id="307" r:id="rId26"/>
    <p:sldId id="308" r:id="rId27"/>
    <p:sldId id="309" r:id="rId28"/>
    <p:sldId id="310" r:id="rId29"/>
    <p:sldId id="284" r:id="rId30"/>
    <p:sldId id="285" r:id="rId31"/>
    <p:sldId id="286" r:id="rId32"/>
    <p:sldId id="287" r:id="rId33"/>
    <p:sldId id="311" r:id="rId34"/>
    <p:sldId id="312" r:id="rId35"/>
    <p:sldId id="313" r:id="rId36"/>
    <p:sldId id="314" r:id="rId37"/>
    <p:sldId id="289" r:id="rId38"/>
    <p:sldId id="290" r:id="rId39"/>
    <p:sldId id="315" r:id="rId40"/>
    <p:sldId id="316" r:id="rId41"/>
    <p:sldId id="317" r:id="rId42"/>
    <p:sldId id="294" r:id="rId43"/>
    <p:sldId id="296" r:id="rId44"/>
    <p:sldId id="297" r:id="rId45"/>
    <p:sldId id="318" r:id="rId46"/>
    <p:sldId id="319" r:id="rId47"/>
    <p:sldId id="298" r:id="rId48"/>
    <p:sldId id="299" r:id="rId49"/>
  </p:sldIdLst>
  <p:sldSz cx="9144000" cy="6858000" type="screen4x3"/>
  <p:notesSz cx="6858000" cy="9144000"/>
  <p:defaultTextStyle>
    <a:defPPr>
      <a:defRPr lang="en-US"/>
    </a:defPPr>
    <a:lvl1pPr algn="l" rtl="0" fontAlgn="base">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1pPr>
    <a:lvl2pPr marL="457200" algn="l" rtl="0" fontAlgn="base">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2pPr>
    <a:lvl3pPr marL="914400" algn="l" rtl="0" fontAlgn="base">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3pPr>
    <a:lvl4pPr marL="1371600" algn="l" rtl="0" fontAlgn="base">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4pPr>
    <a:lvl5pPr marL="1828800" algn="l" rtl="0" fontAlgn="base">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5pPr>
    <a:lvl6pPr marL="22860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6pPr>
    <a:lvl7pPr marL="27432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7pPr>
    <a:lvl8pPr marL="32004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8pPr>
    <a:lvl9pPr marL="36576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p:cViewPr varScale="1">
        <p:scale>
          <a:sx n="121" d="100"/>
          <a:sy n="121" d="100"/>
        </p:scale>
        <p:origin x="1236" y="96"/>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notesMaster" Target="notesMasters/notesMaster1.xml"/><Relationship Id="rId55" Type="http://schemas.openxmlformats.org/officeDocument/2006/relationships/customXml" Target="../customXml/item1.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theme" Target="theme/theme1.xml"/><Relationship Id="rId5" Type="http://schemas.openxmlformats.org/officeDocument/2006/relationships/slide" Target="slides/slide4.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customXml" Target="../customXml/item2.xml"/><Relationship Id="rId8" Type="http://schemas.openxmlformats.org/officeDocument/2006/relationships/slide" Target="slides/slide7.xml"/><Relationship Id="rId51" Type="http://schemas.openxmlformats.org/officeDocument/2006/relationships/presProps" Target="presProps.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customXml" Target="../customXml/item3.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viewProps" Target="viewProps.xml"/></Relationships>
</file>

<file path=ppt/drawings/_rels/vmlDrawing1.vml.rels><?xml version="1.0" encoding="UTF-8" standalone="yes"?>
<Relationships xmlns="http://schemas.openxmlformats.org/package/2006/relationships"><Relationship Id="rId1" Type="http://schemas.openxmlformats.org/officeDocument/2006/relationships/image" Target="../media/image4.emf"/></Relationships>
</file>

<file path=ppt/drawings/_rels/vmlDrawing2.vml.rels><?xml version="1.0" encoding="UTF-8" standalone="yes"?>
<Relationships xmlns="http://schemas.openxmlformats.org/package/2006/relationships"><Relationship Id="rId1" Type="http://schemas.openxmlformats.org/officeDocument/2006/relationships/image" Target="../media/image5.wmf"/></Relationships>
</file>

<file path=ppt/drawings/_rels/vmlDrawing3.vml.rels><?xml version="1.0" encoding="UTF-8" standalone="yes"?>
<Relationships xmlns="http://schemas.openxmlformats.org/package/2006/relationships"><Relationship Id="rId1" Type="http://schemas.openxmlformats.org/officeDocument/2006/relationships/image" Target="../media/image6.emf"/></Relationships>
</file>

<file path=ppt/drawings/_rels/vmlDrawing4.vml.rels><?xml version="1.0" encoding="UTF-8" standalone="yes"?>
<Relationships xmlns="http://schemas.openxmlformats.org/package/2006/relationships"><Relationship Id="rId2" Type="http://schemas.openxmlformats.org/officeDocument/2006/relationships/image" Target="../media/image8.wmf"/><Relationship Id="rId1" Type="http://schemas.openxmlformats.org/officeDocument/2006/relationships/image" Target="../media/image7.emf"/></Relationships>
</file>

<file path=ppt/drawings/_rels/vmlDrawing5.vml.rels><?xml version="1.0" encoding="UTF-8" standalone="yes"?>
<Relationships xmlns="http://schemas.openxmlformats.org/package/2006/relationships"><Relationship Id="rId1" Type="http://schemas.openxmlformats.org/officeDocument/2006/relationships/image" Target="../media/image9.wmf"/></Relationships>
</file>

<file path=ppt/drawings/_rels/vmlDrawing6.vml.rels><?xml version="1.0" encoding="UTF-8" standalone="yes"?>
<Relationships xmlns="http://schemas.openxmlformats.org/package/2006/relationships"><Relationship Id="rId1" Type="http://schemas.openxmlformats.org/officeDocument/2006/relationships/image" Target="../media/image10.emf"/></Relationships>
</file>

<file path=ppt/drawings/_rels/vmlDrawing7.vml.rels><?xml version="1.0" encoding="UTF-8" standalone="yes"?>
<Relationships xmlns="http://schemas.openxmlformats.org/package/2006/relationships"><Relationship Id="rId1" Type="http://schemas.openxmlformats.org/officeDocument/2006/relationships/image" Target="../media/image11.emf"/></Relationships>
</file>

<file path=ppt/drawings/_rels/vmlDrawing8.vml.rels><?xml version="1.0" encoding="UTF-8" standalone="yes"?>
<Relationships xmlns="http://schemas.openxmlformats.org/package/2006/relationships"><Relationship Id="rId2" Type="http://schemas.openxmlformats.org/officeDocument/2006/relationships/image" Target="../media/image13.wmf"/><Relationship Id="rId1" Type="http://schemas.openxmlformats.org/officeDocument/2006/relationships/image" Target="../media/image12.wmf"/></Relationships>
</file>

<file path=ppt/drawings/_rels/vmlDrawing9.vml.rels><?xml version="1.0" encoding="UTF-8" standalone="yes"?>
<Relationships xmlns="http://schemas.openxmlformats.org/package/2006/relationships"><Relationship Id="rId1" Type="http://schemas.openxmlformats.org/officeDocument/2006/relationships/image" Target="../media/image14.wmf"/></Relationships>
</file>

<file path=ppt/drawings/_rels/vmlDrawing10.vml.rels><?xml version="1.0" encoding="UTF-8" standalone="yes"?>
<Relationships xmlns="http://schemas.openxmlformats.org/package/2006/relationships"><Relationship Id="rId1" Type="http://schemas.openxmlformats.org/officeDocument/2006/relationships/image" Target="../media/image15.wmf"/></Relationships>
</file>

<file path=ppt/drawings/_rels/vmlDrawing11.vml.rels><?xml version="1.0" encoding="UTF-8" standalone="yes"?>
<Relationships xmlns="http://schemas.openxmlformats.org/package/2006/relationships"><Relationship Id="rId1" Type="http://schemas.openxmlformats.org/officeDocument/2006/relationships/image" Target="../media/image16.wmf"/></Relationships>
</file>

<file path=ppt/drawings/_rels/vmlDrawing12.vml.rels><?xml version="1.0" encoding="UTF-8" standalone="yes"?>
<Relationships xmlns="http://schemas.openxmlformats.org/package/2006/relationships"><Relationship Id="rId1" Type="http://schemas.openxmlformats.org/officeDocument/2006/relationships/image" Target="../media/image17.wmf"/></Relationships>
</file>

<file path=ppt/drawings/_rels/vmlDrawing13.vml.rels><?xml version="1.0" encoding="UTF-8" standalone="yes"?>
<Relationships xmlns="http://schemas.openxmlformats.org/package/2006/relationships"><Relationship Id="rId2" Type="http://schemas.openxmlformats.org/officeDocument/2006/relationships/image" Target="../media/image19.emf"/><Relationship Id="rId1" Type="http://schemas.openxmlformats.org/officeDocument/2006/relationships/image" Target="../media/image18.emf"/></Relationships>
</file>

<file path=ppt/drawings/_rels/vmlDrawing14.vml.rels><?xml version="1.0" encoding="UTF-8" standalone="yes"?>
<Relationships xmlns="http://schemas.openxmlformats.org/package/2006/relationships"><Relationship Id="rId2" Type="http://schemas.openxmlformats.org/officeDocument/2006/relationships/image" Target="../media/image21.emf"/><Relationship Id="rId1" Type="http://schemas.openxmlformats.org/officeDocument/2006/relationships/image" Target="../media/image20.emf"/></Relationships>
</file>

<file path=ppt/drawings/_rels/vmlDrawing15.vml.rels><?xml version="1.0" encoding="UTF-8" standalone="yes"?>
<Relationships xmlns="http://schemas.openxmlformats.org/package/2006/relationships"><Relationship Id="rId1" Type="http://schemas.openxmlformats.org/officeDocument/2006/relationships/image" Target="../media/image22.emf"/></Relationships>
</file>

<file path=ppt/drawings/_rels/vmlDrawing16.vml.rels><?xml version="1.0" encoding="UTF-8" standalone="yes"?>
<Relationships xmlns="http://schemas.openxmlformats.org/package/2006/relationships"><Relationship Id="rId2" Type="http://schemas.openxmlformats.org/officeDocument/2006/relationships/image" Target="../media/image27.emf"/><Relationship Id="rId1" Type="http://schemas.openxmlformats.org/officeDocument/2006/relationships/image" Target="../media/image26.emf"/></Relationships>
</file>

<file path=ppt/drawings/_rels/vmlDrawing17.vml.rels><?xml version="1.0" encoding="UTF-8" standalone="yes"?>
<Relationships xmlns="http://schemas.openxmlformats.org/package/2006/relationships"><Relationship Id="rId2" Type="http://schemas.openxmlformats.org/officeDocument/2006/relationships/image" Target="../media/image29.wmf"/><Relationship Id="rId1" Type="http://schemas.openxmlformats.org/officeDocument/2006/relationships/image" Target="../media/image28.wmf"/></Relationships>
</file>

<file path=ppt/drawings/_rels/vmlDrawing18.vml.rels><?xml version="1.0" encoding="UTF-8" standalone="yes"?>
<Relationships xmlns="http://schemas.openxmlformats.org/package/2006/relationships"><Relationship Id="rId1" Type="http://schemas.openxmlformats.org/officeDocument/2006/relationships/image" Target="../media/image31.wmf"/></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fontAlgn="auto">
              <a:spcBef>
                <a:spcPts val="0"/>
              </a:spcBef>
              <a:spcAft>
                <a:spcPts val="0"/>
              </a:spcAft>
              <a:defRPr sz="1200">
                <a:latin typeface="+mn-lt"/>
                <a:cs typeface="+mn-cs"/>
              </a:defRPr>
            </a:lvl1pPr>
          </a:lstStyle>
          <a:p>
            <a:pPr>
              <a:defRPr/>
            </a:pPr>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fontAlgn="auto">
              <a:spcBef>
                <a:spcPts val="0"/>
              </a:spcBef>
              <a:spcAft>
                <a:spcPts val="0"/>
              </a:spcAft>
              <a:defRPr sz="1200">
                <a:latin typeface="+mn-lt"/>
                <a:cs typeface="+mn-cs"/>
              </a:defRPr>
            </a:lvl1pPr>
          </a:lstStyle>
          <a:p>
            <a:pPr>
              <a:defRPr/>
            </a:pPr>
            <a:fld id="{AF19FAE0-FB2B-44C9-AED4-5B64CB09438A}" type="datetimeFigureOut">
              <a:rPr lang="en-US"/>
              <a:pPr>
                <a:defRPr/>
              </a:pPr>
              <a:t>11/9/2021</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pPr lvl="0"/>
            <a:endParaRPr lang="en-US" noProof="0"/>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normAutofit/>
          </a:bodyPr>
          <a:lstStyle/>
          <a:p>
            <a:pPr lvl="0"/>
            <a:r>
              <a:rPr lang="en-US" noProof="0" smtClean="0"/>
              <a:t>Click to edit Master text styles</a:t>
            </a:r>
          </a:p>
          <a:p>
            <a:pPr lvl="1"/>
            <a:r>
              <a:rPr lang="en-US" noProof="0" smtClean="0"/>
              <a:t>Second level</a:t>
            </a:r>
          </a:p>
          <a:p>
            <a:pPr lvl="2"/>
            <a:r>
              <a:rPr lang="en-US" noProof="0" smtClean="0"/>
              <a:t>Third level</a:t>
            </a:r>
          </a:p>
          <a:p>
            <a:pPr lvl="3"/>
            <a:r>
              <a:rPr lang="en-US" noProof="0" smtClean="0"/>
              <a:t>Fourth level</a:t>
            </a:r>
          </a:p>
          <a:p>
            <a:pPr lvl="4"/>
            <a:r>
              <a:rPr lang="en-US" noProof="0" smtClean="0"/>
              <a:t>Fifth level</a:t>
            </a:r>
            <a:endParaRPr lang="en-US" noProof="0"/>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fontAlgn="auto">
              <a:spcBef>
                <a:spcPts val="0"/>
              </a:spcBef>
              <a:spcAft>
                <a:spcPts val="0"/>
              </a:spcAft>
              <a:defRPr sz="1200">
                <a:latin typeface="+mn-lt"/>
                <a:cs typeface="+mn-cs"/>
              </a:defRPr>
            </a:lvl1pPr>
          </a:lstStyle>
          <a:p>
            <a:pPr>
              <a:defRPr/>
            </a:pPr>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wrap="square" lIns="91440" tIns="45720" rIns="91440" bIns="45720" numCol="1" anchor="b" anchorCtr="0" compatLnSpc="1">
            <a:prstTxWarp prst="textNoShape">
              <a:avLst/>
            </a:prstTxWarp>
          </a:bodyPr>
          <a:lstStyle>
            <a:lvl1pPr algn="r">
              <a:defRPr sz="1200">
                <a:latin typeface="Calibri" panose="020F0502020204030204" pitchFamily="34" charset="0"/>
              </a:defRPr>
            </a:lvl1pPr>
          </a:lstStyle>
          <a:p>
            <a:fld id="{B35F527D-40D0-4D14-B1DD-99A975840AA9}" type="slidenum">
              <a:rPr lang="en-US" altLang="en-US"/>
              <a:pPr/>
              <a:t>‹#›</a:t>
            </a:fld>
            <a:endParaRPr lang="en-US" altLang="en-US"/>
          </a:p>
        </p:txBody>
      </p:sp>
    </p:spTree>
    <p:extLst>
      <p:ext uri="{BB962C8B-B14F-4D97-AF65-F5344CB8AC3E}">
        <p14:creationId xmlns:p14="http://schemas.microsoft.com/office/powerpoint/2010/main" val="1835969156"/>
      </p:ext>
    </p:extLst>
  </p:cSld>
  <p:clrMap bg1="lt1" tx1="dk1" bg2="lt2" tx2="dk2" accent1="accent1" accent2="accent2" accent3="accent3" accent4="accent4" accent5="accent5" accent6="accent6" hlink="hlink" folHlink="folHlink"/>
  <p:notesStyle>
    <a:lvl1pPr algn="l" rtl="0" eaLnBrk="0" fontAlgn="base" hangingPunct="0">
      <a:spcBef>
        <a:spcPct val="30000"/>
      </a:spcBef>
      <a:spcAft>
        <a:spcPct val="0"/>
      </a:spcAft>
      <a:defRPr sz="1200" kern="1200">
        <a:solidFill>
          <a:schemeClr val="tx1"/>
        </a:solidFill>
        <a:latin typeface="+mn-lt"/>
        <a:ea typeface="+mn-ea"/>
        <a:cs typeface="+mn-cs"/>
      </a:defRPr>
    </a:lvl1pPr>
    <a:lvl2pPr marL="457200" algn="l" rtl="0" eaLnBrk="0" fontAlgn="base" hangingPunct="0">
      <a:spcBef>
        <a:spcPct val="30000"/>
      </a:spcBef>
      <a:spcAft>
        <a:spcPct val="0"/>
      </a:spcAft>
      <a:defRPr sz="1200" kern="1200">
        <a:solidFill>
          <a:schemeClr val="tx1"/>
        </a:solidFill>
        <a:latin typeface="+mn-lt"/>
        <a:ea typeface="+mn-ea"/>
        <a:cs typeface="+mn-cs"/>
      </a:defRPr>
    </a:lvl2pPr>
    <a:lvl3pPr marL="914400" algn="l" rtl="0" eaLnBrk="0" fontAlgn="base" hangingPunct="0">
      <a:spcBef>
        <a:spcPct val="30000"/>
      </a:spcBef>
      <a:spcAft>
        <a:spcPct val="0"/>
      </a:spcAft>
      <a:defRPr sz="1200" kern="1200">
        <a:solidFill>
          <a:schemeClr val="tx1"/>
        </a:solidFill>
        <a:latin typeface="+mn-lt"/>
        <a:ea typeface="+mn-ea"/>
        <a:cs typeface="+mn-cs"/>
      </a:defRPr>
    </a:lvl3pPr>
    <a:lvl4pPr marL="1371600" algn="l" rtl="0" eaLnBrk="0" fontAlgn="base" hangingPunct="0">
      <a:spcBef>
        <a:spcPct val="30000"/>
      </a:spcBef>
      <a:spcAft>
        <a:spcPct val="0"/>
      </a:spcAft>
      <a:defRPr sz="1200" kern="1200">
        <a:solidFill>
          <a:schemeClr val="tx1"/>
        </a:solidFill>
        <a:latin typeface="+mn-lt"/>
        <a:ea typeface="+mn-ea"/>
        <a:cs typeface="+mn-cs"/>
      </a:defRPr>
    </a:lvl4pPr>
    <a:lvl5pPr marL="1828800" algn="l" rtl="0" eaLnBrk="0" fontAlgn="base" hangingPunct="0">
      <a:spcBef>
        <a:spcPct val="30000"/>
      </a:spcBef>
      <a:spcAft>
        <a:spcPct val="0"/>
      </a:spcAft>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7346" name="Slide Image Placeholder 1"/>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57347" name="Notes Placeholder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eaLnBrk="1" hangingPunct="1">
              <a:spcBef>
                <a:spcPct val="0"/>
              </a:spcBef>
            </a:pPr>
            <a:endParaRPr lang="en-US" altLang="en-US" smtClean="0"/>
          </a:p>
        </p:txBody>
      </p:sp>
      <p:sp>
        <p:nvSpPr>
          <p:cNvPr id="51204" name="Slide Number Placeholder 3"/>
          <p:cNvSpPr>
            <a:spLocks noGrp="1"/>
          </p:cNvSpPr>
          <p:nvPr>
            <p:ph type="sldNum" sz="quarter" idx="5"/>
          </p:nvPr>
        </p:nvSpPr>
        <p:spPr bwMode="auto">
          <a:ln>
            <a:miter lim="800000"/>
            <a:headEnd/>
            <a:tailEnd/>
          </a:ln>
        </p:spPr>
        <p:txBody>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fld id="{D6807343-2188-4E84-B364-C9FDAB010EC2}" type="slidenum">
              <a:rPr lang="en-US" altLang="en-US">
                <a:latin typeface="Calibri" panose="020F0502020204030204" pitchFamily="34" charset="0"/>
              </a:rPr>
              <a:pPr eaLnBrk="1" hangingPunct="1"/>
              <a:t>1</a:t>
            </a:fld>
            <a:endParaRPr lang="en-US" altLang="en-US">
              <a:latin typeface="Calibri" panose="020F0502020204030204" pitchFamily="34" charset="0"/>
            </a:endParaRPr>
          </a:p>
        </p:txBody>
      </p:sp>
    </p:spTree>
    <p:extLst>
      <p:ext uri="{BB962C8B-B14F-4D97-AF65-F5344CB8AC3E}">
        <p14:creationId xmlns:p14="http://schemas.microsoft.com/office/powerpoint/2010/main" val="1503614268"/>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2226" name="Rectangle 7"/>
          <p:cNvSpPr>
            <a:spLocks noGrp="1" noChangeArrowheads="1"/>
          </p:cNvSpPr>
          <p:nvPr>
            <p:ph type="sldNum" sz="quarter" idx="5"/>
          </p:nvPr>
        </p:nvSpPr>
        <p:spPr bwMode="auto">
          <a:ln>
            <a:miter lim="800000"/>
            <a:headEnd/>
            <a:tailEnd/>
          </a:ln>
        </p:spPr>
        <p:txBody>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fld id="{45A5FE14-E162-4A7B-83E8-6F94264809CA}" type="slidenum">
              <a:rPr lang="en-US" altLang="en-US">
                <a:latin typeface="Calibri" panose="020F0502020204030204" pitchFamily="34" charset="0"/>
              </a:rPr>
              <a:pPr eaLnBrk="1" hangingPunct="1"/>
              <a:t>2</a:t>
            </a:fld>
            <a:endParaRPr lang="en-US" altLang="en-US">
              <a:latin typeface="Calibri" panose="020F0502020204030204" pitchFamily="34" charset="0"/>
            </a:endParaRPr>
          </a:p>
        </p:txBody>
      </p:sp>
      <p:sp>
        <p:nvSpPr>
          <p:cNvPr id="58371" name="Rectangle 2"/>
          <p:cNvSpPr>
            <a:spLocks noGrp="1" noRot="1" noChangeAspect="1" noChangeArrowheads="1" noTextEdit="1"/>
          </p:cNvSpPr>
          <p:nvPr>
            <p:ph type="sldImg"/>
          </p:nvPr>
        </p:nvSpPr>
        <p:spPr bwMode="auto">
          <a:xfrm>
            <a:off x="1152525" y="692150"/>
            <a:ext cx="4552950" cy="3416300"/>
          </a:xfrm>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58372" name="Rectangle 3"/>
          <p:cNvSpPr>
            <a:spLocks noGrp="1" noChangeArrowheads="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eaLnBrk="1" hangingPunct="1">
              <a:spcBef>
                <a:spcPct val="0"/>
              </a:spcBef>
            </a:pPr>
            <a:endParaRPr lang="en-US" altLang="en-US" smtClean="0"/>
          </a:p>
        </p:txBody>
      </p:sp>
    </p:spTree>
    <p:extLst>
      <p:ext uri="{BB962C8B-B14F-4D97-AF65-F5344CB8AC3E}">
        <p14:creationId xmlns:p14="http://schemas.microsoft.com/office/powerpoint/2010/main" val="1860989656"/>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4274" name="Rectangle 7"/>
          <p:cNvSpPr>
            <a:spLocks noGrp="1" noChangeArrowheads="1"/>
          </p:cNvSpPr>
          <p:nvPr>
            <p:ph type="sldNum" sz="quarter" idx="5"/>
          </p:nvPr>
        </p:nvSpPr>
        <p:spPr bwMode="auto">
          <a:ln>
            <a:miter lim="800000"/>
            <a:headEnd/>
            <a:tailEnd/>
          </a:ln>
        </p:spPr>
        <p:txBody>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fld id="{1A066AC3-03BC-4465-8C7E-8F646B824F95}" type="slidenum">
              <a:rPr lang="en-US" altLang="en-US">
                <a:latin typeface="Calibri" panose="020F0502020204030204" pitchFamily="34" charset="0"/>
              </a:rPr>
              <a:pPr eaLnBrk="1" hangingPunct="1"/>
              <a:t>3</a:t>
            </a:fld>
            <a:endParaRPr lang="en-US" altLang="en-US">
              <a:latin typeface="Calibri" panose="020F0502020204030204" pitchFamily="34" charset="0"/>
            </a:endParaRPr>
          </a:p>
        </p:txBody>
      </p:sp>
      <p:sp>
        <p:nvSpPr>
          <p:cNvPr id="59395" name="Rectangle 2"/>
          <p:cNvSpPr>
            <a:spLocks noGrp="1" noRot="1" noChangeAspect="1" noChangeArrowheads="1" noTextEdit="1"/>
          </p:cNvSpPr>
          <p:nvPr>
            <p:ph type="sldImg"/>
          </p:nvPr>
        </p:nvSpPr>
        <p:spPr bwMode="auto">
          <a:xfrm>
            <a:off x="1152525" y="692150"/>
            <a:ext cx="4552950" cy="3416300"/>
          </a:xfrm>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59396" name="Rectangle 3"/>
          <p:cNvSpPr>
            <a:spLocks noGrp="1" noChangeArrowheads="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eaLnBrk="1" hangingPunct="1">
              <a:spcBef>
                <a:spcPct val="0"/>
              </a:spcBef>
            </a:pPr>
            <a:endParaRPr lang="en-US" altLang="en-US" smtClean="0"/>
          </a:p>
        </p:txBody>
      </p:sp>
    </p:spTree>
    <p:extLst>
      <p:ext uri="{BB962C8B-B14F-4D97-AF65-F5344CB8AC3E}">
        <p14:creationId xmlns:p14="http://schemas.microsoft.com/office/powerpoint/2010/main" val="3419625987"/>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4514"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spcBef>
                <a:spcPct val="30000"/>
              </a:spcBef>
              <a:defRPr sz="1200">
                <a:solidFill>
                  <a:schemeClr val="tx1"/>
                </a:solidFill>
                <a:latin typeface="Times New Roman" panose="02020603050405020304" pitchFamily="18" charset="0"/>
              </a:defRPr>
            </a:lvl1pPr>
            <a:lvl2pPr marL="742950" indent="-285750" eaLnBrk="0" hangingPunct="0">
              <a:spcBef>
                <a:spcPct val="30000"/>
              </a:spcBef>
              <a:defRPr sz="1200">
                <a:solidFill>
                  <a:schemeClr val="tx1"/>
                </a:solidFill>
                <a:latin typeface="Times New Roman" panose="02020603050405020304" pitchFamily="18" charset="0"/>
              </a:defRPr>
            </a:lvl2pPr>
            <a:lvl3pPr marL="1143000" indent="-228600" eaLnBrk="0" hangingPunct="0">
              <a:spcBef>
                <a:spcPct val="30000"/>
              </a:spcBef>
              <a:defRPr sz="1200">
                <a:solidFill>
                  <a:schemeClr val="tx1"/>
                </a:solidFill>
                <a:latin typeface="Times New Roman" panose="02020603050405020304" pitchFamily="18" charset="0"/>
              </a:defRPr>
            </a:lvl3pPr>
            <a:lvl4pPr marL="1600200" indent="-228600" eaLnBrk="0" hangingPunct="0">
              <a:spcBef>
                <a:spcPct val="30000"/>
              </a:spcBef>
              <a:defRPr sz="1200">
                <a:solidFill>
                  <a:schemeClr val="tx1"/>
                </a:solidFill>
                <a:latin typeface="Times New Roman" panose="02020603050405020304" pitchFamily="18" charset="0"/>
              </a:defRPr>
            </a:lvl4pPr>
            <a:lvl5pPr marL="2057400" indent="-228600" eaLnBrk="0" hangingPunct="0">
              <a:spcBef>
                <a:spcPct val="30000"/>
              </a:spcBef>
              <a:defRPr sz="1200">
                <a:solidFill>
                  <a:schemeClr val="tx1"/>
                </a:solidFill>
                <a:latin typeface="Times New Roman" panose="02020603050405020304" pitchFamily="18" charset="0"/>
              </a:defRPr>
            </a:lvl5pPr>
            <a:lvl6pPr marL="2514600" indent="-228600" eaLnBrk="0" fontAlgn="base" hangingPunct="0">
              <a:spcBef>
                <a:spcPct val="30000"/>
              </a:spcBef>
              <a:spcAft>
                <a:spcPct val="0"/>
              </a:spcAft>
              <a:defRPr sz="1200">
                <a:solidFill>
                  <a:schemeClr val="tx1"/>
                </a:solidFill>
                <a:latin typeface="Times New Roman" panose="02020603050405020304" pitchFamily="18" charset="0"/>
              </a:defRPr>
            </a:lvl6pPr>
            <a:lvl7pPr marL="2971800" indent="-228600" eaLnBrk="0" fontAlgn="base" hangingPunct="0">
              <a:spcBef>
                <a:spcPct val="30000"/>
              </a:spcBef>
              <a:spcAft>
                <a:spcPct val="0"/>
              </a:spcAft>
              <a:defRPr sz="1200">
                <a:solidFill>
                  <a:schemeClr val="tx1"/>
                </a:solidFill>
                <a:latin typeface="Times New Roman" panose="02020603050405020304" pitchFamily="18" charset="0"/>
              </a:defRPr>
            </a:lvl7pPr>
            <a:lvl8pPr marL="3429000" indent="-228600" eaLnBrk="0" fontAlgn="base" hangingPunct="0">
              <a:spcBef>
                <a:spcPct val="30000"/>
              </a:spcBef>
              <a:spcAft>
                <a:spcPct val="0"/>
              </a:spcAft>
              <a:defRPr sz="1200">
                <a:solidFill>
                  <a:schemeClr val="tx1"/>
                </a:solidFill>
                <a:latin typeface="Times New Roman" panose="02020603050405020304" pitchFamily="18" charset="0"/>
              </a:defRPr>
            </a:lvl8pPr>
            <a:lvl9pPr marL="3886200" indent="-228600" eaLnBrk="0" fontAlgn="base" hangingPunct="0">
              <a:spcBef>
                <a:spcPct val="30000"/>
              </a:spcBef>
              <a:spcAft>
                <a:spcPct val="0"/>
              </a:spcAft>
              <a:defRPr sz="1200">
                <a:solidFill>
                  <a:schemeClr val="tx1"/>
                </a:solidFill>
                <a:latin typeface="Times New Roman" panose="02020603050405020304" pitchFamily="18" charset="0"/>
              </a:defRPr>
            </a:lvl9pPr>
          </a:lstStyle>
          <a:p>
            <a:pPr>
              <a:spcBef>
                <a:spcPct val="0"/>
              </a:spcBef>
            </a:pPr>
            <a:fld id="{EDB32DA8-9969-42DE-9B4C-E5220D5DDBE2}" type="slidenum">
              <a:rPr lang="en-US" altLang="en-US" sz="1000"/>
              <a:pPr>
                <a:spcBef>
                  <a:spcPct val="0"/>
                </a:spcBef>
              </a:pPr>
              <a:t>4</a:t>
            </a:fld>
            <a:endParaRPr lang="en-US" altLang="en-US" sz="1000"/>
          </a:p>
        </p:txBody>
      </p:sp>
      <p:sp>
        <p:nvSpPr>
          <p:cNvPr id="64515" name="Rectangle 2"/>
          <p:cNvSpPr>
            <a:spLocks noGrp="1" noRot="1" noChangeAspect="1" noChangeArrowheads="1" noTextEdit="1"/>
          </p:cNvSpPr>
          <p:nvPr>
            <p:ph type="sldImg"/>
          </p:nvPr>
        </p:nvSpPr>
        <p:spPr>
          <a:xfrm>
            <a:off x="1150938" y="692150"/>
            <a:ext cx="4556125" cy="3416300"/>
          </a:xfrm>
          <a:ln/>
        </p:spPr>
      </p:sp>
      <p:sp>
        <p:nvSpPr>
          <p:cNvPr id="64516"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smtClean="0"/>
          </a:p>
        </p:txBody>
      </p:sp>
    </p:spTree>
    <p:extLst>
      <p:ext uri="{BB962C8B-B14F-4D97-AF65-F5344CB8AC3E}">
        <p14:creationId xmlns:p14="http://schemas.microsoft.com/office/powerpoint/2010/main" val="2467752120"/>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7346" name="Rectangle 7"/>
          <p:cNvSpPr>
            <a:spLocks noGrp="1" noChangeArrowheads="1"/>
          </p:cNvSpPr>
          <p:nvPr>
            <p:ph type="sldNum" sz="quarter" idx="5"/>
          </p:nvPr>
        </p:nvSpPr>
        <p:spPr bwMode="auto">
          <a:ln>
            <a:miter lim="800000"/>
            <a:headEnd/>
            <a:tailEnd/>
          </a:ln>
        </p:spPr>
        <p:txBody>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fld id="{69FF2D06-EA2E-4467-906E-2A211616A55F}" type="slidenum">
              <a:rPr lang="en-US" altLang="en-US">
                <a:latin typeface="Calibri" panose="020F0502020204030204" pitchFamily="34" charset="0"/>
              </a:rPr>
              <a:pPr eaLnBrk="1" hangingPunct="1"/>
              <a:t>5</a:t>
            </a:fld>
            <a:endParaRPr lang="en-US" altLang="en-US">
              <a:latin typeface="Calibri" panose="020F0502020204030204" pitchFamily="34" charset="0"/>
            </a:endParaRPr>
          </a:p>
        </p:txBody>
      </p:sp>
      <p:sp>
        <p:nvSpPr>
          <p:cNvPr id="61443" name="Rectangle 2"/>
          <p:cNvSpPr>
            <a:spLocks noGrp="1" noRot="1" noChangeAspect="1" noChangeArrowheads="1" noTextEdit="1"/>
          </p:cNvSpPr>
          <p:nvPr>
            <p:ph type="sldImg"/>
          </p:nvPr>
        </p:nvSpPr>
        <p:spPr bwMode="auto">
          <a:xfrm>
            <a:off x="1146175" y="687388"/>
            <a:ext cx="4565650" cy="3425825"/>
          </a:xfrm>
          <a:noFill/>
          <a:ln cap="flat">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61444" name="Rectangle 3"/>
          <p:cNvSpPr>
            <a:spLocks noGrp="1" noChangeArrowheads="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2066" tIns="46034" rIns="92066" bIns="46034" numCol="1" anchor="t" anchorCtr="0" compatLnSpc="1">
            <a:prstTxWarp prst="textNoShape">
              <a:avLst/>
            </a:prstTxWarp>
          </a:bodyPr>
          <a:lstStyle/>
          <a:p>
            <a:pPr eaLnBrk="1" hangingPunct="1">
              <a:spcBef>
                <a:spcPct val="0"/>
              </a:spcBef>
            </a:pPr>
            <a:endParaRPr lang="en-US" altLang="en-US" sz="2300" smtClean="0"/>
          </a:p>
        </p:txBody>
      </p:sp>
    </p:spTree>
    <p:extLst>
      <p:ext uri="{BB962C8B-B14F-4D97-AF65-F5344CB8AC3E}">
        <p14:creationId xmlns:p14="http://schemas.microsoft.com/office/powerpoint/2010/main" val="1631774796"/>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8370" name="Rectangle 7"/>
          <p:cNvSpPr>
            <a:spLocks noGrp="1" noChangeArrowheads="1"/>
          </p:cNvSpPr>
          <p:nvPr>
            <p:ph type="sldNum" sz="quarter" idx="5"/>
          </p:nvPr>
        </p:nvSpPr>
        <p:spPr bwMode="auto">
          <a:ln>
            <a:miter lim="800000"/>
            <a:headEnd/>
            <a:tailEnd/>
          </a:ln>
        </p:spPr>
        <p:txBody>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fld id="{0E536714-CBC2-44F6-A69F-87045A7E0CF4}" type="slidenum">
              <a:rPr lang="en-US" altLang="en-US">
                <a:latin typeface="Calibri" panose="020F0502020204030204" pitchFamily="34" charset="0"/>
              </a:rPr>
              <a:pPr eaLnBrk="1" hangingPunct="1"/>
              <a:t>6</a:t>
            </a:fld>
            <a:endParaRPr lang="en-US" altLang="en-US">
              <a:latin typeface="Calibri" panose="020F0502020204030204" pitchFamily="34" charset="0"/>
            </a:endParaRPr>
          </a:p>
        </p:txBody>
      </p:sp>
      <p:sp>
        <p:nvSpPr>
          <p:cNvPr id="62467" name="Rectangle 2"/>
          <p:cNvSpPr>
            <a:spLocks noGrp="1" noRot="1" noChangeAspect="1" noChangeArrowheads="1" noTextEdit="1"/>
          </p:cNvSpPr>
          <p:nvPr>
            <p:ph type="sldImg"/>
          </p:nvPr>
        </p:nvSpPr>
        <p:spPr bwMode="auto">
          <a:xfrm>
            <a:off x="1152525" y="692150"/>
            <a:ext cx="4552950" cy="3416300"/>
          </a:xfrm>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62468" name="Rectangle 3"/>
          <p:cNvSpPr>
            <a:spLocks noGrp="1" noChangeArrowheads="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eaLnBrk="1" hangingPunct="1">
              <a:spcBef>
                <a:spcPct val="0"/>
              </a:spcBef>
            </a:pPr>
            <a:endParaRPr lang="en-US" altLang="en-US" smtClean="0"/>
          </a:p>
        </p:txBody>
      </p:sp>
    </p:spTree>
    <p:extLst>
      <p:ext uri="{BB962C8B-B14F-4D97-AF65-F5344CB8AC3E}">
        <p14:creationId xmlns:p14="http://schemas.microsoft.com/office/powerpoint/2010/main" val="4034885789"/>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3490" name="Slide Image Placeholder 1"/>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63491" name="Notes Placeholder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endParaRPr lang="en-US" altLang="en-US" smtClean="0"/>
          </a:p>
        </p:txBody>
      </p:sp>
      <p:sp>
        <p:nvSpPr>
          <p:cNvPr id="4" name="Slide Number Placeholder 3"/>
          <p:cNvSpPr>
            <a:spLocks noGrp="1"/>
          </p:cNvSpPr>
          <p:nvPr>
            <p:ph type="sldNum" sz="quarter" idx="5"/>
          </p:nvPr>
        </p:nvSpPr>
        <p:spPr/>
        <p:txBody>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fld id="{FABD3914-8E78-44B6-BC3B-41F3D7804C07}" type="slidenum">
              <a:rPr lang="en-US" altLang="en-US">
                <a:latin typeface="Calibri" panose="020F0502020204030204" pitchFamily="34" charset="0"/>
              </a:rPr>
              <a:pPr eaLnBrk="1" hangingPunct="1"/>
              <a:t>7</a:t>
            </a:fld>
            <a:endParaRPr lang="en-US" altLang="en-US">
              <a:latin typeface="Calibri" panose="020F0502020204030204" pitchFamily="34" charset="0"/>
            </a:endParaRPr>
          </a:p>
        </p:txBody>
      </p:sp>
    </p:spTree>
    <p:extLst>
      <p:ext uri="{BB962C8B-B14F-4D97-AF65-F5344CB8AC3E}">
        <p14:creationId xmlns:p14="http://schemas.microsoft.com/office/powerpoint/2010/main" val="2158056675"/>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4514" name="Slide Image Placeholder 1"/>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64515" name="Notes Placeholder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endParaRPr lang="en-US" altLang="en-US" smtClean="0"/>
          </a:p>
        </p:txBody>
      </p:sp>
      <p:sp>
        <p:nvSpPr>
          <p:cNvPr id="4" name="Slide Number Placeholder 3"/>
          <p:cNvSpPr>
            <a:spLocks noGrp="1"/>
          </p:cNvSpPr>
          <p:nvPr>
            <p:ph type="sldNum" sz="quarter" idx="5"/>
          </p:nvPr>
        </p:nvSpPr>
        <p:spPr/>
        <p:txBody>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fld id="{940D6D4F-7072-46D6-B93D-12A51BEB9BAC}" type="slidenum">
              <a:rPr lang="en-US" altLang="en-US">
                <a:latin typeface="Calibri" panose="020F0502020204030204" pitchFamily="34" charset="0"/>
              </a:rPr>
              <a:pPr eaLnBrk="1" hangingPunct="1"/>
              <a:t>8</a:t>
            </a:fld>
            <a:endParaRPr lang="en-US" altLang="en-US">
              <a:latin typeface="Calibri" panose="020F0502020204030204" pitchFamily="34" charset="0"/>
            </a:endParaRPr>
          </a:p>
        </p:txBody>
      </p:sp>
    </p:spTree>
    <p:extLst>
      <p:ext uri="{BB962C8B-B14F-4D97-AF65-F5344CB8AC3E}">
        <p14:creationId xmlns:p14="http://schemas.microsoft.com/office/powerpoint/2010/main" val="3778143617"/>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5538" name="Slide Image Placeholder 1"/>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65539" name="Notes Placeholder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endParaRPr lang="en-US" altLang="en-US" smtClean="0"/>
          </a:p>
        </p:txBody>
      </p:sp>
      <p:sp>
        <p:nvSpPr>
          <p:cNvPr id="4" name="Slide Number Placeholder 3"/>
          <p:cNvSpPr>
            <a:spLocks noGrp="1"/>
          </p:cNvSpPr>
          <p:nvPr>
            <p:ph type="sldNum" sz="quarter" idx="5"/>
          </p:nvPr>
        </p:nvSpPr>
        <p:spPr/>
        <p:txBody>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fld id="{8B502187-7CCA-4FCC-A206-65F7C209AA19}" type="slidenum">
              <a:rPr lang="en-US" altLang="en-US">
                <a:latin typeface="Calibri" panose="020F0502020204030204" pitchFamily="34" charset="0"/>
              </a:rPr>
              <a:pPr eaLnBrk="1" hangingPunct="1"/>
              <a:t>9</a:t>
            </a:fld>
            <a:endParaRPr lang="en-US" altLang="en-US">
              <a:latin typeface="Calibri" panose="020F0502020204030204" pitchFamily="34" charset="0"/>
            </a:endParaRPr>
          </a:p>
        </p:txBody>
      </p:sp>
    </p:spTree>
    <p:extLst>
      <p:ext uri="{BB962C8B-B14F-4D97-AF65-F5344CB8AC3E}">
        <p14:creationId xmlns:p14="http://schemas.microsoft.com/office/powerpoint/2010/main" val="2733017457"/>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682" name="Slide Image Placeholder 1"/>
          <p:cNvSpPr>
            <a:spLocks noGrp="1" noRot="1" noChangeAspect="1" noTextEdit="1"/>
          </p:cNvSpPr>
          <p:nvPr>
            <p:ph type="sldImg"/>
          </p:nvPr>
        </p:nvSpPr>
        <p:spPr>
          <a:xfrm>
            <a:off x="1150938" y="692150"/>
            <a:ext cx="4556125" cy="3416300"/>
          </a:xfrm>
          <a:ln/>
        </p:spPr>
      </p:sp>
      <p:sp>
        <p:nvSpPr>
          <p:cNvPr id="71683" name="Notes Placeholder 2"/>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smtClean="0"/>
          </a:p>
        </p:txBody>
      </p:sp>
      <p:sp>
        <p:nvSpPr>
          <p:cNvPr id="71684" name="Slide Number Placeholder 3"/>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spcBef>
                <a:spcPct val="30000"/>
              </a:spcBef>
              <a:defRPr sz="1200">
                <a:solidFill>
                  <a:schemeClr val="tx1"/>
                </a:solidFill>
                <a:latin typeface="Times New Roman" panose="02020603050405020304" pitchFamily="18" charset="0"/>
              </a:defRPr>
            </a:lvl1pPr>
            <a:lvl2pPr marL="742950" indent="-285750" eaLnBrk="0" hangingPunct="0">
              <a:spcBef>
                <a:spcPct val="30000"/>
              </a:spcBef>
              <a:defRPr sz="1200">
                <a:solidFill>
                  <a:schemeClr val="tx1"/>
                </a:solidFill>
                <a:latin typeface="Times New Roman" panose="02020603050405020304" pitchFamily="18" charset="0"/>
              </a:defRPr>
            </a:lvl2pPr>
            <a:lvl3pPr marL="1143000" indent="-228600" eaLnBrk="0" hangingPunct="0">
              <a:spcBef>
                <a:spcPct val="30000"/>
              </a:spcBef>
              <a:defRPr sz="1200">
                <a:solidFill>
                  <a:schemeClr val="tx1"/>
                </a:solidFill>
                <a:latin typeface="Times New Roman" panose="02020603050405020304" pitchFamily="18" charset="0"/>
              </a:defRPr>
            </a:lvl3pPr>
            <a:lvl4pPr marL="1600200" indent="-228600" eaLnBrk="0" hangingPunct="0">
              <a:spcBef>
                <a:spcPct val="30000"/>
              </a:spcBef>
              <a:defRPr sz="1200">
                <a:solidFill>
                  <a:schemeClr val="tx1"/>
                </a:solidFill>
                <a:latin typeface="Times New Roman" panose="02020603050405020304" pitchFamily="18" charset="0"/>
              </a:defRPr>
            </a:lvl4pPr>
            <a:lvl5pPr marL="2057400" indent="-228600" eaLnBrk="0" hangingPunct="0">
              <a:spcBef>
                <a:spcPct val="30000"/>
              </a:spcBef>
              <a:defRPr sz="1200">
                <a:solidFill>
                  <a:schemeClr val="tx1"/>
                </a:solidFill>
                <a:latin typeface="Times New Roman" panose="02020603050405020304" pitchFamily="18" charset="0"/>
              </a:defRPr>
            </a:lvl5pPr>
            <a:lvl6pPr marL="2514600" indent="-228600" eaLnBrk="0" fontAlgn="base" hangingPunct="0">
              <a:spcBef>
                <a:spcPct val="30000"/>
              </a:spcBef>
              <a:spcAft>
                <a:spcPct val="0"/>
              </a:spcAft>
              <a:defRPr sz="1200">
                <a:solidFill>
                  <a:schemeClr val="tx1"/>
                </a:solidFill>
                <a:latin typeface="Times New Roman" panose="02020603050405020304" pitchFamily="18" charset="0"/>
              </a:defRPr>
            </a:lvl6pPr>
            <a:lvl7pPr marL="2971800" indent="-228600" eaLnBrk="0" fontAlgn="base" hangingPunct="0">
              <a:spcBef>
                <a:spcPct val="30000"/>
              </a:spcBef>
              <a:spcAft>
                <a:spcPct val="0"/>
              </a:spcAft>
              <a:defRPr sz="1200">
                <a:solidFill>
                  <a:schemeClr val="tx1"/>
                </a:solidFill>
                <a:latin typeface="Times New Roman" panose="02020603050405020304" pitchFamily="18" charset="0"/>
              </a:defRPr>
            </a:lvl7pPr>
            <a:lvl8pPr marL="3429000" indent="-228600" eaLnBrk="0" fontAlgn="base" hangingPunct="0">
              <a:spcBef>
                <a:spcPct val="30000"/>
              </a:spcBef>
              <a:spcAft>
                <a:spcPct val="0"/>
              </a:spcAft>
              <a:defRPr sz="1200">
                <a:solidFill>
                  <a:schemeClr val="tx1"/>
                </a:solidFill>
                <a:latin typeface="Times New Roman" panose="02020603050405020304" pitchFamily="18" charset="0"/>
              </a:defRPr>
            </a:lvl8pPr>
            <a:lvl9pPr marL="3886200" indent="-228600" eaLnBrk="0" fontAlgn="base" hangingPunct="0">
              <a:spcBef>
                <a:spcPct val="30000"/>
              </a:spcBef>
              <a:spcAft>
                <a:spcPct val="0"/>
              </a:spcAft>
              <a:defRPr sz="1200">
                <a:solidFill>
                  <a:schemeClr val="tx1"/>
                </a:solidFill>
                <a:latin typeface="Times New Roman" panose="02020603050405020304" pitchFamily="18" charset="0"/>
              </a:defRPr>
            </a:lvl9pPr>
          </a:lstStyle>
          <a:p>
            <a:pPr>
              <a:spcBef>
                <a:spcPct val="0"/>
              </a:spcBef>
            </a:pPr>
            <a:fld id="{6DA5E7A6-7777-4F2B-BE59-796191607033}" type="slidenum">
              <a:rPr lang="en-US" altLang="en-US" sz="1000"/>
              <a:pPr>
                <a:spcBef>
                  <a:spcPct val="0"/>
                </a:spcBef>
              </a:pPr>
              <a:t>10</a:t>
            </a:fld>
            <a:endParaRPr lang="en-US" altLang="en-US" sz="1000"/>
          </a:p>
        </p:txBody>
      </p:sp>
    </p:spTree>
    <p:extLst>
      <p:ext uri="{BB962C8B-B14F-4D97-AF65-F5344CB8AC3E}">
        <p14:creationId xmlns:p14="http://schemas.microsoft.com/office/powerpoint/2010/main" val="299819200"/>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2706" name="Slide Image Placeholder 1"/>
          <p:cNvSpPr>
            <a:spLocks noGrp="1" noRot="1" noChangeAspect="1" noTextEdit="1"/>
          </p:cNvSpPr>
          <p:nvPr>
            <p:ph type="sldImg"/>
          </p:nvPr>
        </p:nvSpPr>
        <p:spPr>
          <a:xfrm>
            <a:off x="1150938" y="692150"/>
            <a:ext cx="4556125" cy="3416300"/>
          </a:xfrm>
          <a:ln/>
        </p:spPr>
      </p:sp>
      <p:sp>
        <p:nvSpPr>
          <p:cNvPr id="72707" name="Notes Placeholder 2"/>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smtClean="0"/>
          </a:p>
        </p:txBody>
      </p:sp>
      <p:sp>
        <p:nvSpPr>
          <p:cNvPr id="72708" name="Slide Number Placeholder 3"/>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spcBef>
                <a:spcPct val="30000"/>
              </a:spcBef>
              <a:defRPr sz="1200">
                <a:solidFill>
                  <a:schemeClr val="tx1"/>
                </a:solidFill>
                <a:latin typeface="Times New Roman" panose="02020603050405020304" pitchFamily="18" charset="0"/>
              </a:defRPr>
            </a:lvl1pPr>
            <a:lvl2pPr marL="742950" indent="-285750" eaLnBrk="0" hangingPunct="0">
              <a:spcBef>
                <a:spcPct val="30000"/>
              </a:spcBef>
              <a:defRPr sz="1200">
                <a:solidFill>
                  <a:schemeClr val="tx1"/>
                </a:solidFill>
                <a:latin typeface="Times New Roman" panose="02020603050405020304" pitchFamily="18" charset="0"/>
              </a:defRPr>
            </a:lvl2pPr>
            <a:lvl3pPr marL="1143000" indent="-228600" eaLnBrk="0" hangingPunct="0">
              <a:spcBef>
                <a:spcPct val="30000"/>
              </a:spcBef>
              <a:defRPr sz="1200">
                <a:solidFill>
                  <a:schemeClr val="tx1"/>
                </a:solidFill>
                <a:latin typeface="Times New Roman" panose="02020603050405020304" pitchFamily="18" charset="0"/>
              </a:defRPr>
            </a:lvl3pPr>
            <a:lvl4pPr marL="1600200" indent="-228600" eaLnBrk="0" hangingPunct="0">
              <a:spcBef>
                <a:spcPct val="30000"/>
              </a:spcBef>
              <a:defRPr sz="1200">
                <a:solidFill>
                  <a:schemeClr val="tx1"/>
                </a:solidFill>
                <a:latin typeface="Times New Roman" panose="02020603050405020304" pitchFamily="18" charset="0"/>
              </a:defRPr>
            </a:lvl4pPr>
            <a:lvl5pPr marL="2057400" indent="-228600" eaLnBrk="0" hangingPunct="0">
              <a:spcBef>
                <a:spcPct val="30000"/>
              </a:spcBef>
              <a:defRPr sz="1200">
                <a:solidFill>
                  <a:schemeClr val="tx1"/>
                </a:solidFill>
                <a:latin typeface="Times New Roman" panose="02020603050405020304" pitchFamily="18" charset="0"/>
              </a:defRPr>
            </a:lvl5pPr>
            <a:lvl6pPr marL="2514600" indent="-228600" eaLnBrk="0" fontAlgn="base" hangingPunct="0">
              <a:spcBef>
                <a:spcPct val="30000"/>
              </a:spcBef>
              <a:spcAft>
                <a:spcPct val="0"/>
              </a:spcAft>
              <a:defRPr sz="1200">
                <a:solidFill>
                  <a:schemeClr val="tx1"/>
                </a:solidFill>
                <a:latin typeface="Times New Roman" panose="02020603050405020304" pitchFamily="18" charset="0"/>
              </a:defRPr>
            </a:lvl6pPr>
            <a:lvl7pPr marL="2971800" indent="-228600" eaLnBrk="0" fontAlgn="base" hangingPunct="0">
              <a:spcBef>
                <a:spcPct val="30000"/>
              </a:spcBef>
              <a:spcAft>
                <a:spcPct val="0"/>
              </a:spcAft>
              <a:defRPr sz="1200">
                <a:solidFill>
                  <a:schemeClr val="tx1"/>
                </a:solidFill>
                <a:latin typeface="Times New Roman" panose="02020603050405020304" pitchFamily="18" charset="0"/>
              </a:defRPr>
            </a:lvl7pPr>
            <a:lvl8pPr marL="3429000" indent="-228600" eaLnBrk="0" fontAlgn="base" hangingPunct="0">
              <a:spcBef>
                <a:spcPct val="30000"/>
              </a:spcBef>
              <a:spcAft>
                <a:spcPct val="0"/>
              </a:spcAft>
              <a:defRPr sz="1200">
                <a:solidFill>
                  <a:schemeClr val="tx1"/>
                </a:solidFill>
                <a:latin typeface="Times New Roman" panose="02020603050405020304" pitchFamily="18" charset="0"/>
              </a:defRPr>
            </a:lvl8pPr>
            <a:lvl9pPr marL="3886200" indent="-228600" eaLnBrk="0" fontAlgn="base" hangingPunct="0">
              <a:spcBef>
                <a:spcPct val="30000"/>
              </a:spcBef>
              <a:spcAft>
                <a:spcPct val="0"/>
              </a:spcAft>
              <a:defRPr sz="1200">
                <a:solidFill>
                  <a:schemeClr val="tx1"/>
                </a:solidFill>
                <a:latin typeface="Times New Roman" panose="02020603050405020304" pitchFamily="18" charset="0"/>
              </a:defRPr>
            </a:lvl9pPr>
          </a:lstStyle>
          <a:p>
            <a:pPr>
              <a:spcBef>
                <a:spcPct val="0"/>
              </a:spcBef>
            </a:pPr>
            <a:fld id="{6BA846AF-904C-4360-983C-8084918E8040}" type="slidenum">
              <a:rPr lang="en-US" altLang="en-US" sz="1000"/>
              <a:pPr>
                <a:spcBef>
                  <a:spcPct val="0"/>
                </a:spcBef>
              </a:pPr>
              <a:t>11</a:t>
            </a:fld>
            <a:endParaRPr lang="en-US" altLang="en-US" sz="1000"/>
          </a:p>
        </p:txBody>
      </p:sp>
    </p:spTree>
    <p:extLst>
      <p:ext uri="{BB962C8B-B14F-4D97-AF65-F5344CB8AC3E}">
        <p14:creationId xmlns:p14="http://schemas.microsoft.com/office/powerpoint/2010/main" val="3956102622"/>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9394" name="Rectangle 7"/>
          <p:cNvSpPr>
            <a:spLocks noGrp="1" noChangeArrowheads="1"/>
          </p:cNvSpPr>
          <p:nvPr>
            <p:ph type="sldNum" sz="quarter" idx="5"/>
          </p:nvPr>
        </p:nvSpPr>
        <p:spPr bwMode="auto">
          <a:ln>
            <a:miter lim="800000"/>
            <a:headEnd/>
            <a:tailEnd/>
          </a:ln>
        </p:spPr>
        <p:txBody>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fld id="{7C9398C6-6A82-4736-8ED0-5F7EFD49BAFF}" type="slidenum">
              <a:rPr lang="en-US" altLang="en-US">
                <a:latin typeface="Calibri" panose="020F0502020204030204" pitchFamily="34" charset="0"/>
              </a:rPr>
              <a:pPr eaLnBrk="1" hangingPunct="1"/>
              <a:t>13</a:t>
            </a:fld>
            <a:endParaRPr lang="en-US" altLang="en-US">
              <a:latin typeface="Calibri" panose="020F0502020204030204" pitchFamily="34" charset="0"/>
            </a:endParaRPr>
          </a:p>
        </p:txBody>
      </p:sp>
      <p:sp>
        <p:nvSpPr>
          <p:cNvPr id="68611" name="Rectangle 2"/>
          <p:cNvSpPr>
            <a:spLocks noGrp="1" noRot="1" noChangeAspect="1" noChangeArrowheads="1" noTextEdit="1"/>
          </p:cNvSpPr>
          <p:nvPr>
            <p:ph type="sldImg"/>
          </p:nvPr>
        </p:nvSpPr>
        <p:spPr bwMode="auto">
          <a:xfrm>
            <a:off x="1152525" y="692150"/>
            <a:ext cx="4552950" cy="3416300"/>
          </a:xfrm>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68612" name="Rectangle 3"/>
          <p:cNvSpPr>
            <a:spLocks noGrp="1" noChangeArrowheads="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eaLnBrk="1" hangingPunct="1">
              <a:spcBef>
                <a:spcPct val="0"/>
              </a:spcBef>
            </a:pPr>
            <a:endParaRPr lang="en-US" altLang="en-US" smtClean="0"/>
          </a:p>
        </p:txBody>
      </p:sp>
    </p:spTree>
    <p:extLst>
      <p:ext uri="{BB962C8B-B14F-4D97-AF65-F5344CB8AC3E}">
        <p14:creationId xmlns:p14="http://schemas.microsoft.com/office/powerpoint/2010/main" val="833383984"/>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0418" name="Rectangle 7"/>
          <p:cNvSpPr>
            <a:spLocks noGrp="1" noChangeArrowheads="1"/>
          </p:cNvSpPr>
          <p:nvPr>
            <p:ph type="sldNum" sz="quarter" idx="5"/>
          </p:nvPr>
        </p:nvSpPr>
        <p:spPr bwMode="auto">
          <a:ln>
            <a:miter lim="800000"/>
            <a:headEnd/>
            <a:tailEnd/>
          </a:ln>
        </p:spPr>
        <p:txBody>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fld id="{A96329E0-143E-4E09-BA19-C0B82100EE2E}" type="slidenum">
              <a:rPr lang="en-US" altLang="en-US">
                <a:latin typeface="Calibri" panose="020F0502020204030204" pitchFamily="34" charset="0"/>
              </a:rPr>
              <a:pPr eaLnBrk="1" hangingPunct="1"/>
              <a:t>14</a:t>
            </a:fld>
            <a:endParaRPr lang="en-US" altLang="en-US">
              <a:latin typeface="Calibri" panose="020F0502020204030204" pitchFamily="34" charset="0"/>
            </a:endParaRPr>
          </a:p>
        </p:txBody>
      </p:sp>
      <p:sp>
        <p:nvSpPr>
          <p:cNvPr id="69635" name="Rectangle 2"/>
          <p:cNvSpPr>
            <a:spLocks noGrp="1" noRot="1" noChangeAspect="1" noChangeArrowheads="1" noTextEdit="1"/>
          </p:cNvSpPr>
          <p:nvPr>
            <p:ph type="sldImg"/>
          </p:nvPr>
        </p:nvSpPr>
        <p:spPr bwMode="auto">
          <a:xfrm>
            <a:off x="1152525" y="692150"/>
            <a:ext cx="4552950" cy="3416300"/>
          </a:xfrm>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69636" name="Rectangle 3"/>
          <p:cNvSpPr>
            <a:spLocks noGrp="1" noChangeArrowheads="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eaLnBrk="1" hangingPunct="1">
              <a:spcBef>
                <a:spcPct val="0"/>
              </a:spcBef>
            </a:pPr>
            <a:endParaRPr lang="en-US" altLang="en-US" smtClean="0"/>
          </a:p>
        </p:txBody>
      </p:sp>
    </p:spTree>
    <p:extLst>
      <p:ext uri="{BB962C8B-B14F-4D97-AF65-F5344CB8AC3E}">
        <p14:creationId xmlns:p14="http://schemas.microsoft.com/office/powerpoint/2010/main" val="2627706277"/>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42" name="Rectangle 7"/>
          <p:cNvSpPr>
            <a:spLocks noGrp="1" noChangeArrowheads="1"/>
          </p:cNvSpPr>
          <p:nvPr>
            <p:ph type="sldNum" sz="quarter" idx="5"/>
          </p:nvPr>
        </p:nvSpPr>
        <p:spPr bwMode="auto">
          <a:ln>
            <a:miter lim="800000"/>
            <a:headEnd/>
            <a:tailEnd/>
          </a:ln>
        </p:spPr>
        <p:txBody>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fld id="{D564E59A-0B7E-40D5-952E-4121486103DE}" type="slidenum">
              <a:rPr lang="en-US" altLang="en-US">
                <a:latin typeface="Calibri" panose="020F0502020204030204" pitchFamily="34" charset="0"/>
              </a:rPr>
              <a:pPr eaLnBrk="1" hangingPunct="1"/>
              <a:t>15</a:t>
            </a:fld>
            <a:endParaRPr lang="en-US" altLang="en-US">
              <a:latin typeface="Calibri" panose="020F0502020204030204" pitchFamily="34" charset="0"/>
            </a:endParaRPr>
          </a:p>
        </p:txBody>
      </p:sp>
      <p:sp>
        <p:nvSpPr>
          <p:cNvPr id="70659" name="Rectangle 2"/>
          <p:cNvSpPr>
            <a:spLocks noGrp="1" noRot="1" noChangeAspect="1" noChangeArrowheads="1" noTextEdit="1"/>
          </p:cNvSpPr>
          <p:nvPr>
            <p:ph type="sldImg"/>
          </p:nvPr>
        </p:nvSpPr>
        <p:spPr bwMode="auto">
          <a:xfrm>
            <a:off x="1152525" y="692150"/>
            <a:ext cx="4552950" cy="3416300"/>
          </a:xfrm>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70660" name="Rectangle 3"/>
          <p:cNvSpPr>
            <a:spLocks noGrp="1" noChangeArrowheads="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eaLnBrk="1" hangingPunct="1">
              <a:spcBef>
                <a:spcPct val="0"/>
              </a:spcBef>
            </a:pPr>
            <a:endParaRPr lang="en-US" altLang="en-US" smtClean="0"/>
          </a:p>
        </p:txBody>
      </p:sp>
    </p:spTree>
    <p:extLst>
      <p:ext uri="{BB962C8B-B14F-4D97-AF65-F5344CB8AC3E}">
        <p14:creationId xmlns:p14="http://schemas.microsoft.com/office/powerpoint/2010/main" val="568966604"/>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2466" name="Rectangle 7"/>
          <p:cNvSpPr>
            <a:spLocks noGrp="1" noChangeArrowheads="1"/>
          </p:cNvSpPr>
          <p:nvPr>
            <p:ph type="sldNum" sz="quarter" idx="5"/>
          </p:nvPr>
        </p:nvSpPr>
        <p:spPr bwMode="auto">
          <a:ln>
            <a:miter lim="800000"/>
            <a:headEnd/>
            <a:tailEnd/>
          </a:ln>
        </p:spPr>
        <p:txBody>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fld id="{0C44B241-8F5C-442C-81E3-9974B91E1895}" type="slidenum">
              <a:rPr lang="en-US" altLang="en-US">
                <a:latin typeface="Calibri" panose="020F0502020204030204" pitchFamily="34" charset="0"/>
              </a:rPr>
              <a:pPr eaLnBrk="1" hangingPunct="1"/>
              <a:t>16</a:t>
            </a:fld>
            <a:endParaRPr lang="en-US" altLang="en-US">
              <a:latin typeface="Calibri" panose="020F0502020204030204" pitchFamily="34" charset="0"/>
            </a:endParaRPr>
          </a:p>
        </p:txBody>
      </p:sp>
      <p:sp>
        <p:nvSpPr>
          <p:cNvPr id="71683" name="Rectangle 2"/>
          <p:cNvSpPr>
            <a:spLocks noGrp="1" noRot="1" noChangeAspect="1" noChangeArrowheads="1" noTextEdit="1"/>
          </p:cNvSpPr>
          <p:nvPr>
            <p:ph type="sldImg"/>
          </p:nvPr>
        </p:nvSpPr>
        <p:spPr bwMode="auto">
          <a:xfrm>
            <a:off x="1152525" y="692150"/>
            <a:ext cx="4552950" cy="3416300"/>
          </a:xfrm>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71684" name="Rectangle 3"/>
          <p:cNvSpPr>
            <a:spLocks noGrp="1" noChangeArrowheads="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eaLnBrk="1" hangingPunct="1">
              <a:spcBef>
                <a:spcPct val="0"/>
              </a:spcBef>
            </a:pPr>
            <a:endParaRPr lang="en-US" altLang="en-US" smtClean="0"/>
          </a:p>
        </p:txBody>
      </p:sp>
    </p:spTree>
    <p:extLst>
      <p:ext uri="{BB962C8B-B14F-4D97-AF65-F5344CB8AC3E}">
        <p14:creationId xmlns:p14="http://schemas.microsoft.com/office/powerpoint/2010/main" val="1429712326"/>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3490" name="Rectangle 7"/>
          <p:cNvSpPr>
            <a:spLocks noGrp="1" noChangeArrowheads="1"/>
          </p:cNvSpPr>
          <p:nvPr>
            <p:ph type="sldNum" sz="quarter" idx="5"/>
          </p:nvPr>
        </p:nvSpPr>
        <p:spPr bwMode="auto">
          <a:ln>
            <a:miter lim="800000"/>
            <a:headEnd/>
            <a:tailEnd/>
          </a:ln>
        </p:spPr>
        <p:txBody>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fld id="{2F22D424-8281-41A0-B88A-9EB17992A665}" type="slidenum">
              <a:rPr lang="en-US" altLang="en-US">
                <a:latin typeface="Calibri" panose="020F0502020204030204" pitchFamily="34" charset="0"/>
              </a:rPr>
              <a:pPr eaLnBrk="1" hangingPunct="1"/>
              <a:t>17</a:t>
            </a:fld>
            <a:endParaRPr lang="en-US" altLang="en-US">
              <a:latin typeface="Calibri" panose="020F0502020204030204" pitchFamily="34" charset="0"/>
            </a:endParaRPr>
          </a:p>
        </p:txBody>
      </p:sp>
      <p:sp>
        <p:nvSpPr>
          <p:cNvPr id="72707" name="Rectangle 2"/>
          <p:cNvSpPr>
            <a:spLocks noGrp="1" noRot="1" noChangeAspect="1" noChangeArrowheads="1" noTextEdit="1"/>
          </p:cNvSpPr>
          <p:nvPr>
            <p:ph type="sldImg"/>
          </p:nvPr>
        </p:nvSpPr>
        <p:spPr bwMode="auto">
          <a:xfrm>
            <a:off x="1152525" y="692150"/>
            <a:ext cx="4552950" cy="3416300"/>
          </a:xfrm>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72708" name="Rectangle 3"/>
          <p:cNvSpPr>
            <a:spLocks noGrp="1" noChangeArrowheads="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eaLnBrk="1" hangingPunct="1">
              <a:spcBef>
                <a:spcPct val="0"/>
              </a:spcBef>
            </a:pPr>
            <a:endParaRPr lang="en-US" altLang="en-US" smtClean="0"/>
          </a:p>
        </p:txBody>
      </p:sp>
    </p:spTree>
    <p:extLst>
      <p:ext uri="{BB962C8B-B14F-4D97-AF65-F5344CB8AC3E}">
        <p14:creationId xmlns:p14="http://schemas.microsoft.com/office/powerpoint/2010/main" val="1070105719"/>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5538" name="Rectangle 7"/>
          <p:cNvSpPr>
            <a:spLocks noGrp="1" noChangeArrowheads="1"/>
          </p:cNvSpPr>
          <p:nvPr>
            <p:ph type="sldNum" sz="quarter" idx="5"/>
          </p:nvPr>
        </p:nvSpPr>
        <p:spPr bwMode="auto">
          <a:ln>
            <a:miter lim="800000"/>
            <a:headEnd/>
            <a:tailEnd/>
          </a:ln>
        </p:spPr>
        <p:txBody>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fld id="{35392675-7B3E-4F5F-9A07-967E7D2DB5D5}" type="slidenum">
              <a:rPr lang="en-US" altLang="en-US">
                <a:latin typeface="Calibri" panose="020F0502020204030204" pitchFamily="34" charset="0"/>
              </a:rPr>
              <a:pPr eaLnBrk="1" hangingPunct="1"/>
              <a:t>18</a:t>
            </a:fld>
            <a:endParaRPr lang="en-US" altLang="en-US">
              <a:latin typeface="Calibri" panose="020F0502020204030204" pitchFamily="34" charset="0"/>
            </a:endParaRPr>
          </a:p>
        </p:txBody>
      </p:sp>
      <p:sp>
        <p:nvSpPr>
          <p:cNvPr id="73731" name="Rectangle 2"/>
          <p:cNvSpPr>
            <a:spLocks noGrp="1" noRot="1" noChangeAspect="1" noChangeArrowheads="1" noTextEdit="1"/>
          </p:cNvSpPr>
          <p:nvPr>
            <p:ph type="sldImg"/>
          </p:nvPr>
        </p:nvSpPr>
        <p:spPr bwMode="auto">
          <a:xfrm>
            <a:off x="1152525" y="692150"/>
            <a:ext cx="4552950" cy="3416300"/>
          </a:xfrm>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73732" name="Rectangle 3"/>
          <p:cNvSpPr>
            <a:spLocks noGrp="1" noChangeArrowheads="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eaLnBrk="1" hangingPunct="1">
              <a:spcBef>
                <a:spcPct val="0"/>
              </a:spcBef>
            </a:pPr>
            <a:endParaRPr lang="en-US" altLang="en-US" smtClean="0"/>
          </a:p>
        </p:txBody>
      </p:sp>
    </p:spTree>
    <p:extLst>
      <p:ext uri="{BB962C8B-B14F-4D97-AF65-F5344CB8AC3E}">
        <p14:creationId xmlns:p14="http://schemas.microsoft.com/office/powerpoint/2010/main" val="120516419"/>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6562" name="Rectangle 7"/>
          <p:cNvSpPr>
            <a:spLocks noGrp="1" noChangeArrowheads="1"/>
          </p:cNvSpPr>
          <p:nvPr>
            <p:ph type="sldNum" sz="quarter" idx="5"/>
          </p:nvPr>
        </p:nvSpPr>
        <p:spPr bwMode="auto">
          <a:ln>
            <a:miter lim="800000"/>
            <a:headEnd/>
            <a:tailEnd/>
          </a:ln>
        </p:spPr>
        <p:txBody>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fld id="{ABD6D9B6-1B42-4300-833B-9A7530D6753A}" type="slidenum">
              <a:rPr lang="en-US" altLang="en-US">
                <a:latin typeface="Calibri" panose="020F0502020204030204" pitchFamily="34" charset="0"/>
              </a:rPr>
              <a:pPr eaLnBrk="1" hangingPunct="1"/>
              <a:t>19</a:t>
            </a:fld>
            <a:endParaRPr lang="en-US" altLang="en-US">
              <a:latin typeface="Calibri" panose="020F0502020204030204" pitchFamily="34" charset="0"/>
            </a:endParaRPr>
          </a:p>
        </p:txBody>
      </p:sp>
      <p:sp>
        <p:nvSpPr>
          <p:cNvPr id="74755" name="Rectangle 2"/>
          <p:cNvSpPr>
            <a:spLocks noGrp="1" noRot="1" noChangeAspect="1" noChangeArrowheads="1" noTextEdit="1"/>
          </p:cNvSpPr>
          <p:nvPr>
            <p:ph type="sldImg"/>
          </p:nvPr>
        </p:nvSpPr>
        <p:spPr bwMode="auto">
          <a:xfrm>
            <a:off x="1152525" y="692150"/>
            <a:ext cx="4552950" cy="3416300"/>
          </a:xfrm>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74756" name="Rectangle 3"/>
          <p:cNvSpPr>
            <a:spLocks noGrp="1" noChangeArrowheads="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eaLnBrk="1" hangingPunct="1">
              <a:spcBef>
                <a:spcPct val="0"/>
              </a:spcBef>
            </a:pPr>
            <a:endParaRPr lang="en-US" altLang="en-US" smtClean="0"/>
          </a:p>
        </p:txBody>
      </p:sp>
    </p:spTree>
    <p:extLst>
      <p:ext uri="{BB962C8B-B14F-4D97-AF65-F5344CB8AC3E}">
        <p14:creationId xmlns:p14="http://schemas.microsoft.com/office/powerpoint/2010/main" val="1220449562"/>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7586" name="Rectangle 7"/>
          <p:cNvSpPr>
            <a:spLocks noGrp="1" noChangeArrowheads="1"/>
          </p:cNvSpPr>
          <p:nvPr>
            <p:ph type="sldNum" sz="quarter" idx="5"/>
          </p:nvPr>
        </p:nvSpPr>
        <p:spPr bwMode="auto">
          <a:ln>
            <a:miter lim="800000"/>
            <a:headEnd/>
            <a:tailEnd/>
          </a:ln>
        </p:spPr>
        <p:txBody>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fld id="{D73B5C07-26C9-40EA-94F8-90BD7039BEC8}" type="slidenum">
              <a:rPr lang="en-US" altLang="en-US">
                <a:latin typeface="Calibri" panose="020F0502020204030204" pitchFamily="34" charset="0"/>
              </a:rPr>
              <a:pPr eaLnBrk="1" hangingPunct="1"/>
              <a:t>20</a:t>
            </a:fld>
            <a:endParaRPr lang="en-US" altLang="en-US">
              <a:latin typeface="Calibri" panose="020F0502020204030204" pitchFamily="34" charset="0"/>
            </a:endParaRPr>
          </a:p>
        </p:txBody>
      </p:sp>
      <p:sp>
        <p:nvSpPr>
          <p:cNvPr id="75779" name="Rectangle 2"/>
          <p:cNvSpPr>
            <a:spLocks noGrp="1" noRot="1" noChangeAspect="1" noChangeArrowheads="1" noTextEdit="1"/>
          </p:cNvSpPr>
          <p:nvPr>
            <p:ph type="sldImg"/>
          </p:nvPr>
        </p:nvSpPr>
        <p:spPr bwMode="auto">
          <a:xfrm>
            <a:off x="1152525" y="692150"/>
            <a:ext cx="4552950" cy="3416300"/>
          </a:xfrm>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75780" name="Rectangle 3"/>
          <p:cNvSpPr>
            <a:spLocks noGrp="1" noChangeArrowheads="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eaLnBrk="1" hangingPunct="1">
              <a:spcBef>
                <a:spcPct val="0"/>
              </a:spcBef>
            </a:pPr>
            <a:endParaRPr lang="en-US" altLang="en-US" smtClean="0"/>
          </a:p>
        </p:txBody>
      </p:sp>
    </p:spTree>
    <p:extLst>
      <p:ext uri="{BB962C8B-B14F-4D97-AF65-F5344CB8AC3E}">
        <p14:creationId xmlns:p14="http://schemas.microsoft.com/office/powerpoint/2010/main" val="2229834305"/>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8610" name="Rectangle 7"/>
          <p:cNvSpPr>
            <a:spLocks noGrp="1" noChangeArrowheads="1"/>
          </p:cNvSpPr>
          <p:nvPr>
            <p:ph type="sldNum" sz="quarter" idx="5"/>
          </p:nvPr>
        </p:nvSpPr>
        <p:spPr bwMode="auto">
          <a:ln>
            <a:miter lim="800000"/>
            <a:headEnd/>
            <a:tailEnd/>
          </a:ln>
        </p:spPr>
        <p:txBody>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fld id="{F04D7B21-CE1F-4EA7-B12B-8779A034C319}" type="slidenum">
              <a:rPr lang="en-US" altLang="en-US">
                <a:latin typeface="Calibri" panose="020F0502020204030204" pitchFamily="34" charset="0"/>
              </a:rPr>
              <a:pPr eaLnBrk="1" hangingPunct="1"/>
              <a:t>21</a:t>
            </a:fld>
            <a:endParaRPr lang="en-US" altLang="en-US">
              <a:latin typeface="Calibri" panose="020F0502020204030204" pitchFamily="34" charset="0"/>
            </a:endParaRPr>
          </a:p>
        </p:txBody>
      </p:sp>
      <p:sp>
        <p:nvSpPr>
          <p:cNvPr id="76803" name="Rectangle 2"/>
          <p:cNvSpPr>
            <a:spLocks noGrp="1" noRot="1" noChangeAspect="1" noChangeArrowheads="1" noTextEdit="1"/>
          </p:cNvSpPr>
          <p:nvPr>
            <p:ph type="sldImg"/>
          </p:nvPr>
        </p:nvSpPr>
        <p:spPr bwMode="auto">
          <a:xfrm>
            <a:off x="1152525" y="692150"/>
            <a:ext cx="4552950" cy="3416300"/>
          </a:xfrm>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76804" name="Rectangle 3"/>
          <p:cNvSpPr>
            <a:spLocks noGrp="1" noChangeArrowheads="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eaLnBrk="1" hangingPunct="1">
              <a:spcBef>
                <a:spcPct val="0"/>
              </a:spcBef>
            </a:pPr>
            <a:endParaRPr lang="en-US" altLang="en-US" smtClean="0"/>
          </a:p>
        </p:txBody>
      </p:sp>
    </p:spTree>
    <p:extLst>
      <p:ext uri="{BB962C8B-B14F-4D97-AF65-F5344CB8AC3E}">
        <p14:creationId xmlns:p14="http://schemas.microsoft.com/office/powerpoint/2010/main" val="404002480"/>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7826" name="Rectangle 2"/>
          <p:cNvSpPr>
            <a:spLocks noGrp="1" noRot="1" noChangeAspect="1" noChangeArrowheads="1" noTextEdit="1"/>
          </p:cNvSpPr>
          <p:nvPr>
            <p:ph type="sldImg"/>
          </p:nvPr>
        </p:nvSpPr>
        <p:spPr bwMode="auto">
          <a:xfrm>
            <a:off x="1152525" y="692150"/>
            <a:ext cx="4552950" cy="3416300"/>
          </a:xfrm>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77827" name="Rectangle 3"/>
          <p:cNvSpPr>
            <a:spLocks noGrp="1" noChangeArrowheads="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endParaRPr lang="en-CA" altLang="en-US" smtClean="0"/>
          </a:p>
        </p:txBody>
      </p:sp>
    </p:spTree>
    <p:extLst>
      <p:ext uri="{BB962C8B-B14F-4D97-AF65-F5344CB8AC3E}">
        <p14:creationId xmlns:p14="http://schemas.microsoft.com/office/powerpoint/2010/main" val="1192396258"/>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8850" name="Slide Image Placeholder 1"/>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78851" name="Notes Placeholder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endParaRPr lang="en-US" altLang="en-US" smtClean="0"/>
          </a:p>
        </p:txBody>
      </p:sp>
      <p:sp>
        <p:nvSpPr>
          <p:cNvPr id="63492" name="Slide Number Placeholder 3"/>
          <p:cNvSpPr>
            <a:spLocks noGrp="1"/>
          </p:cNvSpPr>
          <p:nvPr>
            <p:ph type="sldNum" sz="quarter" idx="5"/>
          </p:nvPr>
        </p:nvSpPr>
        <p:spPr/>
        <p:txBody>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fld id="{EE380FDF-5B31-4C8D-AD19-A58195E41D73}" type="slidenum">
              <a:rPr lang="en-US" altLang="en-US">
                <a:latin typeface="Calibri" panose="020F0502020204030204" pitchFamily="34" charset="0"/>
              </a:rPr>
              <a:pPr eaLnBrk="1" hangingPunct="1"/>
              <a:t>24</a:t>
            </a:fld>
            <a:endParaRPr lang="en-US" altLang="en-US">
              <a:latin typeface="Calibri" panose="020F0502020204030204" pitchFamily="34" charset="0"/>
            </a:endParaRPr>
          </a:p>
        </p:txBody>
      </p:sp>
    </p:spTree>
    <p:extLst>
      <p:ext uri="{BB962C8B-B14F-4D97-AF65-F5344CB8AC3E}">
        <p14:creationId xmlns:p14="http://schemas.microsoft.com/office/powerpoint/2010/main" val="2515918047"/>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9874" name="Rectangle 2"/>
          <p:cNvSpPr>
            <a:spLocks noGrp="1" noRot="1" noChangeAspect="1" noChangeArrowheads="1" noTextEdit="1"/>
          </p:cNvSpPr>
          <p:nvPr>
            <p:ph type="sldImg"/>
          </p:nvPr>
        </p:nvSpPr>
        <p:spPr bwMode="auto">
          <a:xfrm>
            <a:off x="1152525" y="692150"/>
            <a:ext cx="4552950" cy="3416300"/>
          </a:xfrm>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79875" name="Rectangle 3"/>
          <p:cNvSpPr>
            <a:spLocks noGrp="1" noChangeArrowheads="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endParaRPr lang="en-CA" altLang="en-US" smtClean="0"/>
          </a:p>
        </p:txBody>
      </p:sp>
    </p:spTree>
    <p:extLst>
      <p:ext uri="{BB962C8B-B14F-4D97-AF65-F5344CB8AC3E}">
        <p14:creationId xmlns:p14="http://schemas.microsoft.com/office/powerpoint/2010/main" val="2236223979"/>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0898" name="Slide Image Placeholder 1"/>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80899" name="Notes Placeholder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endParaRPr lang="en-US" altLang="en-US" smtClean="0"/>
          </a:p>
        </p:txBody>
      </p:sp>
      <p:sp>
        <p:nvSpPr>
          <p:cNvPr id="65540" name="Slide Number Placeholder 3"/>
          <p:cNvSpPr>
            <a:spLocks noGrp="1"/>
          </p:cNvSpPr>
          <p:nvPr>
            <p:ph type="sldNum" sz="quarter" idx="5"/>
          </p:nvPr>
        </p:nvSpPr>
        <p:spPr/>
        <p:txBody>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fld id="{F77F87B4-56AB-4848-BEB9-5CAB51926923}" type="slidenum">
              <a:rPr lang="en-US" altLang="en-US">
                <a:latin typeface="Calibri" panose="020F0502020204030204" pitchFamily="34" charset="0"/>
              </a:rPr>
              <a:pPr eaLnBrk="1" hangingPunct="1"/>
              <a:t>26</a:t>
            </a:fld>
            <a:endParaRPr lang="en-US" altLang="en-US">
              <a:latin typeface="Calibri" panose="020F0502020204030204" pitchFamily="34" charset="0"/>
            </a:endParaRPr>
          </a:p>
        </p:txBody>
      </p:sp>
    </p:spTree>
    <p:extLst>
      <p:ext uri="{BB962C8B-B14F-4D97-AF65-F5344CB8AC3E}">
        <p14:creationId xmlns:p14="http://schemas.microsoft.com/office/powerpoint/2010/main" val="2237274545"/>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22" name="Slide Image Placeholder 1"/>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81923" name="Notes Placeholder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endParaRPr lang="en-US" altLang="en-US" smtClean="0"/>
          </a:p>
        </p:txBody>
      </p:sp>
      <p:sp>
        <p:nvSpPr>
          <p:cNvPr id="66564" name="Slide Number Placeholder 3"/>
          <p:cNvSpPr>
            <a:spLocks noGrp="1"/>
          </p:cNvSpPr>
          <p:nvPr>
            <p:ph type="sldNum" sz="quarter" idx="5"/>
          </p:nvPr>
        </p:nvSpPr>
        <p:spPr/>
        <p:txBody>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fld id="{FBAC714A-6DE7-4E9A-8CC5-8D1409546A97}" type="slidenum">
              <a:rPr lang="en-US" altLang="en-US">
                <a:latin typeface="Calibri" panose="020F0502020204030204" pitchFamily="34" charset="0"/>
              </a:rPr>
              <a:pPr eaLnBrk="1" hangingPunct="1"/>
              <a:t>27</a:t>
            </a:fld>
            <a:endParaRPr lang="en-US" altLang="en-US">
              <a:latin typeface="Calibri" panose="020F0502020204030204" pitchFamily="34" charset="0"/>
            </a:endParaRPr>
          </a:p>
        </p:txBody>
      </p:sp>
    </p:spTree>
    <p:extLst>
      <p:ext uri="{BB962C8B-B14F-4D97-AF65-F5344CB8AC3E}">
        <p14:creationId xmlns:p14="http://schemas.microsoft.com/office/powerpoint/2010/main" val="582286848"/>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2946" name="Rectangle 2"/>
          <p:cNvSpPr>
            <a:spLocks noGrp="1" noRot="1" noChangeAspect="1" noChangeArrowheads="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82947" name="Rectangle 3"/>
          <p:cNvSpPr>
            <a:spLocks noGrp="1" noChangeArrowheads="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endParaRPr lang="en-US" altLang="en-US" smtClean="0"/>
          </a:p>
        </p:txBody>
      </p:sp>
    </p:spTree>
    <p:extLst>
      <p:ext uri="{BB962C8B-B14F-4D97-AF65-F5344CB8AC3E}">
        <p14:creationId xmlns:p14="http://schemas.microsoft.com/office/powerpoint/2010/main" val="555266539"/>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6802" name="Rectangle 7"/>
          <p:cNvSpPr>
            <a:spLocks noGrp="1" noChangeArrowheads="1"/>
          </p:cNvSpPr>
          <p:nvPr>
            <p:ph type="sldNum" sz="quarter" idx="5"/>
          </p:nvPr>
        </p:nvSpPr>
        <p:spPr bwMode="auto">
          <a:ln>
            <a:miter lim="800000"/>
            <a:headEnd/>
            <a:tailEnd/>
          </a:ln>
        </p:spPr>
        <p:txBody>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fld id="{62FA3D47-FB38-4584-A773-36C35A8E18F4}" type="slidenum">
              <a:rPr lang="en-US" altLang="en-US">
                <a:latin typeface="Calibri" panose="020F0502020204030204" pitchFamily="34" charset="0"/>
              </a:rPr>
              <a:pPr eaLnBrk="1" hangingPunct="1"/>
              <a:t>29</a:t>
            </a:fld>
            <a:endParaRPr lang="en-US" altLang="en-US">
              <a:latin typeface="Calibri" panose="020F0502020204030204" pitchFamily="34" charset="0"/>
            </a:endParaRPr>
          </a:p>
        </p:txBody>
      </p:sp>
      <p:sp>
        <p:nvSpPr>
          <p:cNvPr id="83971" name="Rectangle 2"/>
          <p:cNvSpPr>
            <a:spLocks noGrp="1" noRot="1" noChangeAspect="1" noChangeArrowheads="1" noTextEdit="1"/>
          </p:cNvSpPr>
          <p:nvPr>
            <p:ph type="sldImg"/>
          </p:nvPr>
        </p:nvSpPr>
        <p:spPr bwMode="auto">
          <a:xfrm>
            <a:off x="1146175" y="687388"/>
            <a:ext cx="4565650" cy="3425825"/>
          </a:xfrm>
          <a:noFill/>
          <a:ln cap="flat">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83972" name="Rectangle 3"/>
          <p:cNvSpPr>
            <a:spLocks noGrp="1" noChangeArrowheads="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2066" tIns="46034" rIns="92066" bIns="46034" numCol="1" anchor="t" anchorCtr="0" compatLnSpc="1">
            <a:prstTxWarp prst="textNoShape">
              <a:avLst/>
            </a:prstTxWarp>
          </a:bodyPr>
          <a:lstStyle/>
          <a:p>
            <a:pPr eaLnBrk="1" hangingPunct="1">
              <a:spcBef>
                <a:spcPct val="0"/>
              </a:spcBef>
            </a:pPr>
            <a:endParaRPr lang="en-US" altLang="en-US" sz="2300" smtClean="0"/>
          </a:p>
        </p:txBody>
      </p:sp>
    </p:spTree>
    <p:extLst>
      <p:ext uri="{BB962C8B-B14F-4D97-AF65-F5344CB8AC3E}">
        <p14:creationId xmlns:p14="http://schemas.microsoft.com/office/powerpoint/2010/main" val="3851510512"/>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7826" name="Rectangle 7"/>
          <p:cNvSpPr>
            <a:spLocks noGrp="1" noChangeArrowheads="1"/>
          </p:cNvSpPr>
          <p:nvPr>
            <p:ph type="sldNum" sz="quarter" idx="5"/>
          </p:nvPr>
        </p:nvSpPr>
        <p:spPr bwMode="auto">
          <a:ln>
            <a:miter lim="800000"/>
            <a:headEnd/>
            <a:tailEnd/>
          </a:ln>
        </p:spPr>
        <p:txBody>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fld id="{81B3FACF-AD8E-4331-A624-8FEC788E1CB5}" type="slidenum">
              <a:rPr lang="en-US" altLang="en-US">
                <a:latin typeface="Calibri" panose="020F0502020204030204" pitchFamily="34" charset="0"/>
              </a:rPr>
              <a:pPr eaLnBrk="1" hangingPunct="1"/>
              <a:t>30</a:t>
            </a:fld>
            <a:endParaRPr lang="en-US" altLang="en-US">
              <a:latin typeface="Calibri" panose="020F0502020204030204" pitchFamily="34" charset="0"/>
            </a:endParaRPr>
          </a:p>
        </p:txBody>
      </p:sp>
      <p:sp>
        <p:nvSpPr>
          <p:cNvPr id="84995" name="Rectangle 2"/>
          <p:cNvSpPr>
            <a:spLocks noGrp="1" noRot="1" noChangeAspect="1" noChangeArrowheads="1" noTextEdit="1"/>
          </p:cNvSpPr>
          <p:nvPr>
            <p:ph type="sldImg"/>
          </p:nvPr>
        </p:nvSpPr>
        <p:spPr bwMode="auto">
          <a:xfrm>
            <a:off x="1146175" y="687388"/>
            <a:ext cx="4565650" cy="3425825"/>
          </a:xfrm>
          <a:noFill/>
          <a:ln cap="flat">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84996" name="Rectangle 3"/>
          <p:cNvSpPr>
            <a:spLocks noGrp="1" noChangeArrowheads="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2066" tIns="46034" rIns="92066" bIns="46034" numCol="1" anchor="t" anchorCtr="0" compatLnSpc="1">
            <a:prstTxWarp prst="textNoShape">
              <a:avLst/>
            </a:prstTxWarp>
          </a:bodyPr>
          <a:lstStyle/>
          <a:p>
            <a:pPr eaLnBrk="1" hangingPunct="1">
              <a:spcBef>
                <a:spcPct val="0"/>
              </a:spcBef>
            </a:pPr>
            <a:endParaRPr lang="en-US" altLang="en-US" sz="2300" smtClean="0"/>
          </a:p>
        </p:txBody>
      </p:sp>
    </p:spTree>
    <p:extLst>
      <p:ext uri="{BB962C8B-B14F-4D97-AF65-F5344CB8AC3E}">
        <p14:creationId xmlns:p14="http://schemas.microsoft.com/office/powerpoint/2010/main" val="685083442"/>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8850" name="Rectangle 7"/>
          <p:cNvSpPr>
            <a:spLocks noGrp="1" noChangeArrowheads="1"/>
          </p:cNvSpPr>
          <p:nvPr>
            <p:ph type="sldNum" sz="quarter" idx="5"/>
          </p:nvPr>
        </p:nvSpPr>
        <p:spPr bwMode="auto">
          <a:ln>
            <a:miter lim="800000"/>
            <a:headEnd/>
            <a:tailEnd/>
          </a:ln>
        </p:spPr>
        <p:txBody>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fld id="{028A3719-89B2-4DC6-B65E-AB88D0BFCCE2}" type="slidenum">
              <a:rPr lang="en-US" altLang="en-US">
                <a:latin typeface="Calibri" panose="020F0502020204030204" pitchFamily="34" charset="0"/>
              </a:rPr>
              <a:pPr eaLnBrk="1" hangingPunct="1"/>
              <a:t>31</a:t>
            </a:fld>
            <a:endParaRPr lang="en-US" altLang="en-US">
              <a:latin typeface="Calibri" panose="020F0502020204030204" pitchFamily="34" charset="0"/>
            </a:endParaRPr>
          </a:p>
        </p:txBody>
      </p:sp>
      <p:sp>
        <p:nvSpPr>
          <p:cNvPr id="86019" name="Rectangle 2"/>
          <p:cNvSpPr>
            <a:spLocks noGrp="1" noRot="1" noChangeAspect="1" noChangeArrowheads="1" noTextEdit="1"/>
          </p:cNvSpPr>
          <p:nvPr>
            <p:ph type="sldImg"/>
          </p:nvPr>
        </p:nvSpPr>
        <p:spPr bwMode="auto">
          <a:xfrm>
            <a:off x="1146175" y="687388"/>
            <a:ext cx="4565650" cy="3425825"/>
          </a:xfrm>
          <a:noFill/>
          <a:ln cap="flat">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86020" name="Rectangle 3"/>
          <p:cNvSpPr>
            <a:spLocks noGrp="1" noChangeArrowheads="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2066" tIns="46034" rIns="92066" bIns="46034" numCol="1" anchor="t" anchorCtr="0" compatLnSpc="1">
            <a:prstTxWarp prst="textNoShape">
              <a:avLst/>
            </a:prstTxWarp>
          </a:bodyPr>
          <a:lstStyle/>
          <a:p>
            <a:pPr eaLnBrk="1" hangingPunct="1">
              <a:spcBef>
                <a:spcPct val="0"/>
              </a:spcBef>
            </a:pPr>
            <a:endParaRPr lang="en-US" altLang="en-US" sz="2300" smtClean="0"/>
          </a:p>
        </p:txBody>
      </p:sp>
    </p:spTree>
    <p:extLst>
      <p:ext uri="{BB962C8B-B14F-4D97-AF65-F5344CB8AC3E}">
        <p14:creationId xmlns:p14="http://schemas.microsoft.com/office/powerpoint/2010/main" val="126788997"/>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9874" name="Rectangle 7"/>
          <p:cNvSpPr>
            <a:spLocks noGrp="1" noChangeArrowheads="1"/>
          </p:cNvSpPr>
          <p:nvPr>
            <p:ph type="sldNum" sz="quarter" idx="5"/>
          </p:nvPr>
        </p:nvSpPr>
        <p:spPr bwMode="auto">
          <a:ln>
            <a:miter lim="800000"/>
            <a:headEnd/>
            <a:tailEnd/>
          </a:ln>
        </p:spPr>
        <p:txBody>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fld id="{57D98DA5-F393-47D3-A9AA-F6453E10FA21}" type="slidenum">
              <a:rPr lang="en-US" altLang="en-US">
                <a:latin typeface="Calibri" panose="020F0502020204030204" pitchFamily="34" charset="0"/>
              </a:rPr>
              <a:pPr eaLnBrk="1" hangingPunct="1"/>
              <a:t>32</a:t>
            </a:fld>
            <a:endParaRPr lang="en-US" altLang="en-US">
              <a:latin typeface="Calibri" panose="020F0502020204030204" pitchFamily="34" charset="0"/>
            </a:endParaRPr>
          </a:p>
        </p:txBody>
      </p:sp>
      <p:sp>
        <p:nvSpPr>
          <p:cNvPr id="87043" name="Rectangle 2"/>
          <p:cNvSpPr>
            <a:spLocks noGrp="1" noRot="1" noChangeAspect="1" noChangeArrowheads="1" noTextEdit="1"/>
          </p:cNvSpPr>
          <p:nvPr>
            <p:ph type="sldImg"/>
          </p:nvPr>
        </p:nvSpPr>
        <p:spPr bwMode="auto">
          <a:xfrm>
            <a:off x="1146175" y="687388"/>
            <a:ext cx="4565650" cy="3425825"/>
          </a:xfrm>
          <a:noFill/>
          <a:ln cap="flat">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87044" name="Rectangle 3"/>
          <p:cNvSpPr>
            <a:spLocks noGrp="1" noChangeArrowheads="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2066" tIns="46034" rIns="92066" bIns="46034" numCol="1" anchor="t" anchorCtr="0" compatLnSpc="1">
            <a:prstTxWarp prst="textNoShape">
              <a:avLst/>
            </a:prstTxWarp>
          </a:bodyPr>
          <a:lstStyle/>
          <a:p>
            <a:pPr eaLnBrk="1" hangingPunct="1">
              <a:spcBef>
                <a:spcPct val="0"/>
              </a:spcBef>
            </a:pPr>
            <a:endParaRPr lang="en-US" altLang="en-US" sz="2300" smtClean="0"/>
          </a:p>
        </p:txBody>
      </p:sp>
    </p:spTree>
    <p:extLst>
      <p:ext uri="{BB962C8B-B14F-4D97-AF65-F5344CB8AC3E}">
        <p14:creationId xmlns:p14="http://schemas.microsoft.com/office/powerpoint/2010/main" val="2497851790"/>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8066" name="Rectangle 2"/>
          <p:cNvSpPr>
            <a:spLocks noGrp="1" noRot="1" noChangeAspect="1" noChangeArrowheads="1" noTextEdit="1"/>
          </p:cNvSpPr>
          <p:nvPr>
            <p:ph type="sldImg"/>
          </p:nvPr>
        </p:nvSpPr>
        <p:spPr bwMode="auto">
          <a:xfrm>
            <a:off x="1146175" y="687388"/>
            <a:ext cx="4565650" cy="3425825"/>
          </a:xfrm>
          <a:noFill/>
          <a:ln cap="flat">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88067" name="Rectangle 3"/>
          <p:cNvSpPr>
            <a:spLocks noGrp="1" noChangeArrowheads="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2066" tIns="46034" rIns="92066" bIns="46034" numCol="1" anchor="t" anchorCtr="0" compatLnSpc="1">
            <a:prstTxWarp prst="textNoShape">
              <a:avLst/>
            </a:prstTxWarp>
          </a:bodyPr>
          <a:lstStyle/>
          <a:p>
            <a:pPr eaLnBrk="1" hangingPunct="1">
              <a:spcBef>
                <a:spcPct val="0"/>
              </a:spcBef>
            </a:pPr>
            <a:endParaRPr lang="en-CA" altLang="en-US" sz="2300" smtClean="0"/>
          </a:p>
        </p:txBody>
      </p:sp>
    </p:spTree>
    <p:extLst>
      <p:ext uri="{BB962C8B-B14F-4D97-AF65-F5344CB8AC3E}">
        <p14:creationId xmlns:p14="http://schemas.microsoft.com/office/powerpoint/2010/main" val="133855144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9090" name="Slide Image Placeholder 1"/>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89091" name="Notes Placeholder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endParaRPr lang="en-US" altLang="en-US" smtClean="0"/>
          </a:p>
        </p:txBody>
      </p:sp>
      <p:sp>
        <p:nvSpPr>
          <p:cNvPr id="79876" name="Slide Number Placeholder 3"/>
          <p:cNvSpPr>
            <a:spLocks noGrp="1"/>
          </p:cNvSpPr>
          <p:nvPr>
            <p:ph type="sldNum" sz="quarter" idx="5"/>
          </p:nvPr>
        </p:nvSpPr>
        <p:spPr/>
        <p:txBody>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fld id="{2A603E9A-95DD-4151-8FF3-B22C991422A9}" type="slidenum">
              <a:rPr lang="en-US" altLang="en-US">
                <a:latin typeface="Calibri" panose="020F0502020204030204" pitchFamily="34" charset="0"/>
              </a:rPr>
              <a:pPr eaLnBrk="1" hangingPunct="1"/>
              <a:t>34</a:t>
            </a:fld>
            <a:endParaRPr lang="en-US" altLang="en-US">
              <a:latin typeface="Calibri" panose="020F0502020204030204" pitchFamily="34" charset="0"/>
            </a:endParaRPr>
          </a:p>
        </p:txBody>
      </p:sp>
    </p:spTree>
    <p:extLst>
      <p:ext uri="{BB962C8B-B14F-4D97-AF65-F5344CB8AC3E}">
        <p14:creationId xmlns:p14="http://schemas.microsoft.com/office/powerpoint/2010/main" val="484689844"/>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0114" name="Slide Image Placeholder 1"/>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90115" name="Notes Placeholder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endParaRPr lang="en-US" altLang="en-US" smtClean="0"/>
          </a:p>
        </p:txBody>
      </p:sp>
      <p:sp>
        <p:nvSpPr>
          <p:cNvPr id="80900" name="Slide Number Placeholder 3"/>
          <p:cNvSpPr>
            <a:spLocks noGrp="1"/>
          </p:cNvSpPr>
          <p:nvPr>
            <p:ph type="sldNum" sz="quarter" idx="5"/>
          </p:nvPr>
        </p:nvSpPr>
        <p:spPr/>
        <p:txBody>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fld id="{AA19F63B-0CFD-4FA2-BC30-5E53880FFE7D}" type="slidenum">
              <a:rPr lang="en-US" altLang="en-US">
                <a:latin typeface="Calibri" panose="020F0502020204030204" pitchFamily="34" charset="0"/>
              </a:rPr>
              <a:pPr eaLnBrk="1" hangingPunct="1"/>
              <a:t>35</a:t>
            </a:fld>
            <a:endParaRPr lang="en-US" altLang="en-US">
              <a:latin typeface="Calibri" panose="020F0502020204030204" pitchFamily="34" charset="0"/>
            </a:endParaRPr>
          </a:p>
        </p:txBody>
      </p:sp>
    </p:spTree>
    <p:extLst>
      <p:ext uri="{BB962C8B-B14F-4D97-AF65-F5344CB8AC3E}">
        <p14:creationId xmlns:p14="http://schemas.microsoft.com/office/powerpoint/2010/main" val="2340114019"/>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1138" name="Slide Image Placeholder 1"/>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91139" name="Notes Placeholder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endParaRPr lang="en-US" altLang="en-US" smtClean="0"/>
          </a:p>
        </p:txBody>
      </p:sp>
      <p:sp>
        <p:nvSpPr>
          <p:cNvPr id="81924" name="Slide Number Placeholder 3"/>
          <p:cNvSpPr>
            <a:spLocks noGrp="1"/>
          </p:cNvSpPr>
          <p:nvPr>
            <p:ph type="sldNum" sz="quarter" idx="5"/>
          </p:nvPr>
        </p:nvSpPr>
        <p:spPr/>
        <p:txBody>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fld id="{99CA7CAD-0C58-444D-B539-3078641CFDEF}" type="slidenum">
              <a:rPr lang="en-US" altLang="en-US">
                <a:latin typeface="Calibri" panose="020F0502020204030204" pitchFamily="34" charset="0"/>
              </a:rPr>
              <a:pPr eaLnBrk="1" hangingPunct="1"/>
              <a:t>36</a:t>
            </a:fld>
            <a:endParaRPr lang="en-US" altLang="en-US">
              <a:latin typeface="Calibri" panose="020F0502020204030204" pitchFamily="34" charset="0"/>
            </a:endParaRPr>
          </a:p>
        </p:txBody>
      </p:sp>
    </p:spTree>
    <p:extLst>
      <p:ext uri="{BB962C8B-B14F-4D97-AF65-F5344CB8AC3E}">
        <p14:creationId xmlns:p14="http://schemas.microsoft.com/office/powerpoint/2010/main" val="4000490839"/>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22" name="Rectangle 7"/>
          <p:cNvSpPr>
            <a:spLocks noGrp="1" noChangeArrowheads="1"/>
          </p:cNvSpPr>
          <p:nvPr>
            <p:ph type="sldNum" sz="quarter" idx="5"/>
          </p:nvPr>
        </p:nvSpPr>
        <p:spPr bwMode="auto">
          <a:ln>
            <a:miter lim="800000"/>
            <a:headEnd/>
            <a:tailEnd/>
          </a:ln>
        </p:spPr>
        <p:txBody>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fld id="{E486F15E-14A5-4BF2-B82B-ADD4AD26F829}" type="slidenum">
              <a:rPr lang="en-US" altLang="en-US">
                <a:latin typeface="Calibri" panose="020F0502020204030204" pitchFamily="34" charset="0"/>
              </a:rPr>
              <a:pPr eaLnBrk="1" hangingPunct="1"/>
              <a:t>37</a:t>
            </a:fld>
            <a:endParaRPr lang="en-US" altLang="en-US">
              <a:latin typeface="Calibri" panose="020F0502020204030204" pitchFamily="34" charset="0"/>
            </a:endParaRPr>
          </a:p>
        </p:txBody>
      </p:sp>
      <p:sp>
        <p:nvSpPr>
          <p:cNvPr id="92163" name="Rectangle 2"/>
          <p:cNvSpPr>
            <a:spLocks noGrp="1" noRot="1" noChangeAspect="1" noChangeArrowheads="1" noTextEdit="1"/>
          </p:cNvSpPr>
          <p:nvPr>
            <p:ph type="sldImg"/>
          </p:nvPr>
        </p:nvSpPr>
        <p:spPr bwMode="auto">
          <a:xfrm>
            <a:off x="1146175" y="687388"/>
            <a:ext cx="4565650" cy="3425825"/>
          </a:xfrm>
          <a:noFill/>
          <a:ln cap="flat">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92164" name="Rectangle 3"/>
          <p:cNvSpPr>
            <a:spLocks noGrp="1" noChangeArrowheads="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2066" tIns="46034" rIns="92066" bIns="46034" numCol="1" anchor="t" anchorCtr="0" compatLnSpc="1">
            <a:prstTxWarp prst="textNoShape">
              <a:avLst/>
            </a:prstTxWarp>
          </a:bodyPr>
          <a:lstStyle/>
          <a:p>
            <a:pPr eaLnBrk="1" hangingPunct="1">
              <a:spcBef>
                <a:spcPct val="0"/>
              </a:spcBef>
            </a:pPr>
            <a:endParaRPr lang="en-US" altLang="en-US" sz="2300" smtClean="0"/>
          </a:p>
        </p:txBody>
      </p:sp>
    </p:spTree>
    <p:extLst>
      <p:ext uri="{BB962C8B-B14F-4D97-AF65-F5344CB8AC3E}">
        <p14:creationId xmlns:p14="http://schemas.microsoft.com/office/powerpoint/2010/main" val="2773436231"/>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2946" name="Rectangle 7"/>
          <p:cNvSpPr>
            <a:spLocks noGrp="1" noChangeArrowheads="1"/>
          </p:cNvSpPr>
          <p:nvPr>
            <p:ph type="sldNum" sz="quarter" idx="5"/>
          </p:nvPr>
        </p:nvSpPr>
        <p:spPr bwMode="auto">
          <a:ln>
            <a:miter lim="800000"/>
            <a:headEnd/>
            <a:tailEnd/>
          </a:ln>
        </p:spPr>
        <p:txBody>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fld id="{11DAC4F1-83AF-4B3A-BF96-A99BBBDE7BE1}" type="slidenum">
              <a:rPr lang="en-US" altLang="en-US">
                <a:latin typeface="Calibri" panose="020F0502020204030204" pitchFamily="34" charset="0"/>
              </a:rPr>
              <a:pPr eaLnBrk="1" hangingPunct="1"/>
              <a:t>38</a:t>
            </a:fld>
            <a:endParaRPr lang="en-US" altLang="en-US">
              <a:latin typeface="Calibri" panose="020F0502020204030204" pitchFamily="34" charset="0"/>
            </a:endParaRPr>
          </a:p>
        </p:txBody>
      </p:sp>
      <p:sp>
        <p:nvSpPr>
          <p:cNvPr id="93187" name="Rectangle 2"/>
          <p:cNvSpPr>
            <a:spLocks noGrp="1" noRot="1" noChangeAspect="1" noChangeArrowheads="1" noTextEdit="1"/>
          </p:cNvSpPr>
          <p:nvPr>
            <p:ph type="sldImg"/>
          </p:nvPr>
        </p:nvSpPr>
        <p:spPr bwMode="auto">
          <a:xfrm>
            <a:off x="1146175" y="687388"/>
            <a:ext cx="4565650" cy="3425825"/>
          </a:xfrm>
          <a:noFill/>
          <a:ln cap="flat">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93188" name="Rectangle 3"/>
          <p:cNvSpPr>
            <a:spLocks noGrp="1" noChangeArrowheads="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2066" tIns="46034" rIns="92066" bIns="46034" numCol="1" anchor="t" anchorCtr="0" compatLnSpc="1">
            <a:prstTxWarp prst="textNoShape">
              <a:avLst/>
            </a:prstTxWarp>
          </a:bodyPr>
          <a:lstStyle/>
          <a:p>
            <a:pPr eaLnBrk="1" hangingPunct="1">
              <a:spcBef>
                <a:spcPct val="0"/>
              </a:spcBef>
            </a:pPr>
            <a:endParaRPr lang="en-US" altLang="en-US" sz="2300" smtClean="0"/>
          </a:p>
        </p:txBody>
      </p:sp>
    </p:spTree>
    <p:extLst>
      <p:ext uri="{BB962C8B-B14F-4D97-AF65-F5344CB8AC3E}">
        <p14:creationId xmlns:p14="http://schemas.microsoft.com/office/powerpoint/2010/main" val="217945764"/>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4210" name="Rectangle 2"/>
          <p:cNvSpPr>
            <a:spLocks noGrp="1" noRot="1" noChangeAspect="1" noChangeArrowheads="1" noTextEdit="1"/>
          </p:cNvSpPr>
          <p:nvPr>
            <p:ph type="sldImg"/>
          </p:nvPr>
        </p:nvSpPr>
        <p:spPr bwMode="auto">
          <a:xfrm>
            <a:off x="1146175" y="687388"/>
            <a:ext cx="4565650" cy="3425825"/>
          </a:xfrm>
          <a:noFill/>
          <a:ln cap="flat">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94211" name="Rectangle 3"/>
          <p:cNvSpPr>
            <a:spLocks noGrp="1" noChangeArrowheads="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2066" tIns="46034" rIns="92066" bIns="46034" numCol="1" anchor="t" anchorCtr="0" compatLnSpc="1">
            <a:prstTxWarp prst="textNoShape">
              <a:avLst/>
            </a:prstTxWarp>
          </a:bodyPr>
          <a:lstStyle/>
          <a:p>
            <a:pPr eaLnBrk="1" hangingPunct="1">
              <a:spcBef>
                <a:spcPct val="0"/>
              </a:spcBef>
            </a:pPr>
            <a:endParaRPr lang="en-CA" altLang="en-US" sz="2300" smtClean="0"/>
          </a:p>
        </p:txBody>
      </p:sp>
    </p:spTree>
    <p:extLst>
      <p:ext uri="{BB962C8B-B14F-4D97-AF65-F5344CB8AC3E}">
        <p14:creationId xmlns:p14="http://schemas.microsoft.com/office/powerpoint/2010/main" val="1087975451"/>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5234" name="Rectangle 2"/>
          <p:cNvSpPr>
            <a:spLocks noGrp="1" noRot="1" noChangeAspect="1" noChangeArrowheads="1" noTextEdit="1"/>
          </p:cNvSpPr>
          <p:nvPr>
            <p:ph type="sldImg"/>
          </p:nvPr>
        </p:nvSpPr>
        <p:spPr bwMode="auto">
          <a:xfrm>
            <a:off x="1146175" y="687388"/>
            <a:ext cx="4565650" cy="3425825"/>
          </a:xfrm>
          <a:noFill/>
          <a:ln cap="flat">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95235" name="Rectangle 3"/>
          <p:cNvSpPr>
            <a:spLocks noGrp="1" noChangeArrowheads="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2066" tIns="46034" rIns="92066" bIns="46034" numCol="1" anchor="t" anchorCtr="0" compatLnSpc="1">
            <a:prstTxWarp prst="textNoShape">
              <a:avLst/>
            </a:prstTxWarp>
          </a:bodyPr>
          <a:lstStyle/>
          <a:p>
            <a:pPr eaLnBrk="1" hangingPunct="1">
              <a:spcBef>
                <a:spcPct val="0"/>
              </a:spcBef>
            </a:pPr>
            <a:endParaRPr lang="en-CA" altLang="en-US" sz="2300" smtClean="0"/>
          </a:p>
        </p:txBody>
      </p:sp>
    </p:spTree>
    <p:extLst>
      <p:ext uri="{BB962C8B-B14F-4D97-AF65-F5344CB8AC3E}">
        <p14:creationId xmlns:p14="http://schemas.microsoft.com/office/powerpoint/2010/main" val="815328808"/>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7282" name="Rectangle 2"/>
          <p:cNvSpPr>
            <a:spLocks noGrp="1" noRot="1" noChangeAspect="1" noChangeArrowheads="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97283" name="Rectangle 3"/>
          <p:cNvSpPr>
            <a:spLocks noGrp="1" noChangeArrowheads="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endParaRPr lang="en-US" altLang="en-US" smtClean="0"/>
          </a:p>
        </p:txBody>
      </p:sp>
    </p:spTree>
    <p:extLst>
      <p:ext uri="{BB962C8B-B14F-4D97-AF65-F5344CB8AC3E}">
        <p14:creationId xmlns:p14="http://schemas.microsoft.com/office/powerpoint/2010/main" val="636556572"/>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7042" name="Rectangle 7"/>
          <p:cNvSpPr>
            <a:spLocks noGrp="1" noChangeArrowheads="1"/>
          </p:cNvSpPr>
          <p:nvPr>
            <p:ph type="sldNum" sz="quarter" idx="5"/>
          </p:nvPr>
        </p:nvSpPr>
        <p:spPr bwMode="auto">
          <a:ln>
            <a:miter lim="800000"/>
            <a:headEnd/>
            <a:tailEnd/>
          </a:ln>
        </p:spPr>
        <p:txBody>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fld id="{F8007334-7E7E-4BF0-8938-1E44F107983C}" type="slidenum">
              <a:rPr lang="en-US" altLang="en-US">
                <a:latin typeface="Calibri" panose="020F0502020204030204" pitchFamily="34" charset="0"/>
              </a:rPr>
              <a:pPr eaLnBrk="1" hangingPunct="1"/>
              <a:t>42</a:t>
            </a:fld>
            <a:endParaRPr lang="en-US" altLang="en-US">
              <a:latin typeface="Calibri" panose="020F0502020204030204" pitchFamily="34" charset="0"/>
            </a:endParaRPr>
          </a:p>
        </p:txBody>
      </p:sp>
      <p:sp>
        <p:nvSpPr>
          <p:cNvPr id="98307" name="Rectangle 2"/>
          <p:cNvSpPr>
            <a:spLocks noGrp="1" noRot="1" noChangeAspect="1" noChangeArrowheads="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98308" name="Rectangle 3"/>
          <p:cNvSpPr>
            <a:spLocks noGrp="1" noChangeArrowheads="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eaLnBrk="1" hangingPunct="1">
              <a:spcBef>
                <a:spcPct val="0"/>
              </a:spcBef>
            </a:pPr>
            <a:endParaRPr lang="en-US" altLang="en-US" smtClean="0"/>
          </a:p>
        </p:txBody>
      </p:sp>
    </p:spTree>
    <p:extLst>
      <p:ext uri="{BB962C8B-B14F-4D97-AF65-F5344CB8AC3E}">
        <p14:creationId xmlns:p14="http://schemas.microsoft.com/office/powerpoint/2010/main" val="845023458"/>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9090" name="Rectangle 7"/>
          <p:cNvSpPr>
            <a:spLocks noGrp="1" noChangeArrowheads="1"/>
          </p:cNvSpPr>
          <p:nvPr>
            <p:ph type="sldNum" sz="quarter" idx="5"/>
          </p:nvPr>
        </p:nvSpPr>
        <p:spPr bwMode="auto">
          <a:ln>
            <a:miter lim="800000"/>
            <a:headEnd/>
            <a:tailEnd/>
          </a:ln>
        </p:spPr>
        <p:txBody>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fld id="{4A878A00-569E-4867-93C1-F8B0D61A7E08}" type="slidenum">
              <a:rPr lang="en-US" altLang="en-US">
                <a:latin typeface="Calibri" panose="020F0502020204030204" pitchFamily="34" charset="0"/>
              </a:rPr>
              <a:pPr eaLnBrk="1" hangingPunct="1"/>
              <a:t>43</a:t>
            </a:fld>
            <a:endParaRPr lang="en-US" altLang="en-US">
              <a:latin typeface="Calibri" panose="020F0502020204030204" pitchFamily="34" charset="0"/>
            </a:endParaRPr>
          </a:p>
        </p:txBody>
      </p:sp>
      <p:sp>
        <p:nvSpPr>
          <p:cNvPr id="100355" name="Rectangle 2"/>
          <p:cNvSpPr>
            <a:spLocks noGrp="1" noRot="1" noChangeAspect="1" noChangeArrowheads="1" noTextEdit="1"/>
          </p:cNvSpPr>
          <p:nvPr>
            <p:ph type="sldImg"/>
          </p:nvPr>
        </p:nvSpPr>
        <p:spPr bwMode="auto">
          <a:xfrm>
            <a:off x="1152525" y="692150"/>
            <a:ext cx="4552950" cy="3416300"/>
          </a:xfrm>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100356" name="Rectangle 3"/>
          <p:cNvSpPr>
            <a:spLocks noGrp="1" noChangeArrowheads="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eaLnBrk="1" hangingPunct="1">
              <a:spcBef>
                <a:spcPct val="0"/>
              </a:spcBef>
            </a:pPr>
            <a:endParaRPr lang="en-US" altLang="en-US" smtClean="0"/>
          </a:p>
        </p:txBody>
      </p:sp>
    </p:spTree>
    <p:extLst>
      <p:ext uri="{BB962C8B-B14F-4D97-AF65-F5344CB8AC3E}">
        <p14:creationId xmlns:p14="http://schemas.microsoft.com/office/powerpoint/2010/main" val="2252868789"/>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0114" name="Rectangle 7"/>
          <p:cNvSpPr>
            <a:spLocks noGrp="1" noChangeArrowheads="1"/>
          </p:cNvSpPr>
          <p:nvPr>
            <p:ph type="sldNum" sz="quarter" idx="5"/>
          </p:nvPr>
        </p:nvSpPr>
        <p:spPr bwMode="auto">
          <a:ln>
            <a:miter lim="800000"/>
            <a:headEnd/>
            <a:tailEnd/>
          </a:ln>
        </p:spPr>
        <p:txBody>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fld id="{D7E56ACB-D879-48A9-B236-0125E777750F}" type="slidenum">
              <a:rPr lang="en-US" altLang="en-US">
                <a:latin typeface="Calibri" panose="020F0502020204030204" pitchFamily="34" charset="0"/>
              </a:rPr>
              <a:pPr eaLnBrk="1" hangingPunct="1"/>
              <a:t>44</a:t>
            </a:fld>
            <a:endParaRPr lang="en-US" altLang="en-US">
              <a:latin typeface="Calibri" panose="020F0502020204030204" pitchFamily="34" charset="0"/>
            </a:endParaRPr>
          </a:p>
        </p:txBody>
      </p:sp>
      <p:sp>
        <p:nvSpPr>
          <p:cNvPr id="101379" name="Rectangle 2"/>
          <p:cNvSpPr>
            <a:spLocks noGrp="1" noRot="1" noChangeAspect="1" noChangeArrowheads="1" noTextEdit="1"/>
          </p:cNvSpPr>
          <p:nvPr>
            <p:ph type="sldImg"/>
          </p:nvPr>
        </p:nvSpPr>
        <p:spPr bwMode="auto">
          <a:xfrm>
            <a:off x="1152525" y="692150"/>
            <a:ext cx="4552950" cy="3416300"/>
          </a:xfrm>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101380" name="Rectangle 3"/>
          <p:cNvSpPr>
            <a:spLocks noGrp="1" noChangeArrowheads="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eaLnBrk="1" hangingPunct="1">
              <a:spcBef>
                <a:spcPct val="0"/>
              </a:spcBef>
            </a:pPr>
            <a:endParaRPr lang="en-US" altLang="en-US" smtClean="0"/>
          </a:p>
        </p:txBody>
      </p:sp>
    </p:spTree>
    <p:extLst>
      <p:ext uri="{BB962C8B-B14F-4D97-AF65-F5344CB8AC3E}">
        <p14:creationId xmlns:p14="http://schemas.microsoft.com/office/powerpoint/2010/main" val="171093596"/>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02" name="Slide Image Placeholder 1"/>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102403" name="Notes Placeholder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endParaRPr lang="en-US" altLang="en-US" smtClean="0"/>
          </a:p>
        </p:txBody>
      </p:sp>
      <p:sp>
        <p:nvSpPr>
          <p:cNvPr id="4" name="Slide Number Placeholder 3"/>
          <p:cNvSpPr>
            <a:spLocks noGrp="1"/>
          </p:cNvSpPr>
          <p:nvPr>
            <p:ph type="sldNum" sz="quarter" idx="5"/>
          </p:nvPr>
        </p:nvSpPr>
        <p:spPr/>
        <p:txBody>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fld id="{4B326A64-6F78-4CF6-AC98-4AFC8FE29ADB}" type="slidenum">
              <a:rPr lang="en-US" altLang="en-US">
                <a:latin typeface="Calibri" panose="020F0502020204030204" pitchFamily="34" charset="0"/>
              </a:rPr>
              <a:pPr eaLnBrk="1" hangingPunct="1"/>
              <a:t>45</a:t>
            </a:fld>
            <a:endParaRPr lang="en-US" altLang="en-US">
              <a:latin typeface="Calibri" panose="020F0502020204030204" pitchFamily="34" charset="0"/>
            </a:endParaRPr>
          </a:p>
        </p:txBody>
      </p:sp>
    </p:spTree>
    <p:extLst>
      <p:ext uri="{BB962C8B-B14F-4D97-AF65-F5344CB8AC3E}">
        <p14:creationId xmlns:p14="http://schemas.microsoft.com/office/powerpoint/2010/main" val="2596412963"/>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3426" name="Slide Image Placeholder 1"/>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103427" name="Notes Placeholder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endParaRPr lang="en-US" altLang="en-US" smtClean="0"/>
          </a:p>
        </p:txBody>
      </p:sp>
      <p:sp>
        <p:nvSpPr>
          <p:cNvPr id="4" name="Slide Number Placeholder 3"/>
          <p:cNvSpPr>
            <a:spLocks noGrp="1"/>
          </p:cNvSpPr>
          <p:nvPr>
            <p:ph type="sldNum" sz="quarter" idx="5"/>
          </p:nvPr>
        </p:nvSpPr>
        <p:spPr/>
        <p:txBody>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fld id="{B210B31A-9F07-4906-B801-221686EE8C03}" type="slidenum">
              <a:rPr lang="en-US" altLang="en-US">
                <a:latin typeface="Calibri" panose="020F0502020204030204" pitchFamily="34" charset="0"/>
              </a:rPr>
              <a:pPr eaLnBrk="1" hangingPunct="1"/>
              <a:t>46</a:t>
            </a:fld>
            <a:endParaRPr lang="en-US" altLang="en-US">
              <a:latin typeface="Calibri" panose="020F0502020204030204" pitchFamily="34" charset="0"/>
            </a:endParaRPr>
          </a:p>
        </p:txBody>
      </p:sp>
    </p:spTree>
    <p:extLst>
      <p:ext uri="{BB962C8B-B14F-4D97-AF65-F5344CB8AC3E}">
        <p14:creationId xmlns:p14="http://schemas.microsoft.com/office/powerpoint/2010/main" val="2892551815"/>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1138" name="Rectangle 7"/>
          <p:cNvSpPr>
            <a:spLocks noGrp="1" noChangeArrowheads="1"/>
          </p:cNvSpPr>
          <p:nvPr>
            <p:ph type="sldNum" sz="quarter" idx="5"/>
          </p:nvPr>
        </p:nvSpPr>
        <p:spPr bwMode="auto">
          <a:ln>
            <a:miter lim="800000"/>
            <a:headEnd/>
            <a:tailEnd/>
          </a:ln>
        </p:spPr>
        <p:txBody>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fld id="{956B7881-CA2B-4253-A72C-10BBFCADF7F3}" type="slidenum">
              <a:rPr lang="en-US" altLang="en-US">
                <a:latin typeface="Calibri" panose="020F0502020204030204" pitchFamily="34" charset="0"/>
              </a:rPr>
              <a:pPr eaLnBrk="1" hangingPunct="1"/>
              <a:t>47</a:t>
            </a:fld>
            <a:endParaRPr lang="en-US" altLang="en-US">
              <a:latin typeface="Calibri" panose="020F0502020204030204" pitchFamily="34" charset="0"/>
            </a:endParaRPr>
          </a:p>
        </p:txBody>
      </p:sp>
      <p:sp>
        <p:nvSpPr>
          <p:cNvPr id="104451" name="Rectangle 2"/>
          <p:cNvSpPr>
            <a:spLocks noGrp="1" noRot="1" noChangeAspect="1" noChangeArrowheads="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104452" name="Rectangle 3"/>
          <p:cNvSpPr>
            <a:spLocks noGrp="1" noChangeArrowheads="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eaLnBrk="1" hangingPunct="1">
              <a:spcBef>
                <a:spcPct val="0"/>
              </a:spcBef>
            </a:pPr>
            <a:endParaRPr lang="en-US" altLang="en-US" smtClean="0"/>
          </a:p>
        </p:txBody>
      </p:sp>
    </p:spTree>
    <p:extLst>
      <p:ext uri="{BB962C8B-B14F-4D97-AF65-F5344CB8AC3E}">
        <p14:creationId xmlns:p14="http://schemas.microsoft.com/office/powerpoint/2010/main" val="1962237105"/>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62" name="Rectangle 7"/>
          <p:cNvSpPr>
            <a:spLocks noGrp="1" noChangeArrowheads="1"/>
          </p:cNvSpPr>
          <p:nvPr>
            <p:ph type="sldNum" sz="quarter" idx="5"/>
          </p:nvPr>
        </p:nvSpPr>
        <p:spPr bwMode="auto">
          <a:ln>
            <a:miter lim="800000"/>
            <a:headEnd/>
            <a:tailEnd/>
          </a:ln>
        </p:spPr>
        <p:txBody>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fld id="{92EE72DF-CCD0-4845-8105-FFB340F9EEB7}" type="slidenum">
              <a:rPr lang="en-US" altLang="en-US">
                <a:latin typeface="Calibri" panose="020F0502020204030204" pitchFamily="34" charset="0"/>
              </a:rPr>
              <a:pPr eaLnBrk="1" hangingPunct="1"/>
              <a:t>48</a:t>
            </a:fld>
            <a:endParaRPr lang="en-US" altLang="en-US">
              <a:latin typeface="Calibri" panose="020F0502020204030204" pitchFamily="34" charset="0"/>
            </a:endParaRPr>
          </a:p>
        </p:txBody>
      </p:sp>
      <p:sp>
        <p:nvSpPr>
          <p:cNvPr id="105475" name="Rectangle 2"/>
          <p:cNvSpPr>
            <a:spLocks noGrp="1" noRot="1" noChangeAspect="1" noChangeArrowheads="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105476" name="Rectangle 3"/>
          <p:cNvSpPr>
            <a:spLocks noGrp="1" noChangeArrowheads="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eaLnBrk="1" hangingPunct="1">
              <a:spcBef>
                <a:spcPct val="0"/>
              </a:spcBef>
            </a:pPr>
            <a:endParaRPr lang="en-US" altLang="en-US" smtClean="0"/>
          </a:p>
        </p:txBody>
      </p:sp>
    </p:spTree>
    <p:extLst>
      <p:ext uri="{BB962C8B-B14F-4D97-AF65-F5344CB8AC3E}">
        <p14:creationId xmlns:p14="http://schemas.microsoft.com/office/powerpoint/2010/main" val="316760739"/>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bg>
      <p:bgPr>
        <a:solidFill>
          <a:schemeClr val="bg1"/>
        </a:solidFill>
        <a:effectLst/>
      </p:bgPr>
    </p:bg>
    <p:spTree>
      <p:nvGrpSpPr>
        <p:cNvPr id="1" name=""/>
        <p:cNvGrpSpPr/>
        <p:nvPr/>
      </p:nvGrpSpPr>
      <p:grpSpPr>
        <a:xfrm>
          <a:off x="0" y="0"/>
          <a:ext cx="0" cy="0"/>
          <a:chOff x="0" y="0"/>
          <a:chExt cx="0" cy="0"/>
        </a:xfrm>
      </p:grpSpPr>
      <p:grpSp>
        <p:nvGrpSpPr>
          <p:cNvPr id="4" name="Group 2"/>
          <p:cNvGrpSpPr>
            <a:grpSpLocks/>
          </p:cNvGrpSpPr>
          <p:nvPr/>
        </p:nvGrpSpPr>
        <p:grpSpPr bwMode="auto">
          <a:xfrm>
            <a:off x="0" y="-19050"/>
            <a:ext cx="9144000" cy="6877050"/>
            <a:chOff x="0" y="-12"/>
            <a:chExt cx="5760" cy="4332"/>
          </a:xfrm>
        </p:grpSpPr>
        <p:sp>
          <p:nvSpPr>
            <p:cNvPr id="5" name="Rectangle 3"/>
            <p:cNvSpPr>
              <a:spLocks noChangeArrowheads="1"/>
            </p:cNvSpPr>
            <p:nvPr userDrawn="1"/>
          </p:nvSpPr>
          <p:spPr bwMode="hidden">
            <a:xfrm>
              <a:off x="1104" y="1008"/>
              <a:ext cx="4656" cy="3312"/>
            </a:xfrm>
            <a:prstGeom prst="rect">
              <a:avLst/>
            </a:prstGeom>
            <a:gradFill rotWithShape="0">
              <a:gsLst>
                <a:gs pos="0">
                  <a:schemeClr val="bg2"/>
                </a:gs>
                <a:gs pos="50000">
                  <a:schemeClr val="bg1"/>
                </a:gs>
                <a:gs pos="100000">
                  <a:schemeClr val="bg2"/>
                </a:gs>
              </a:gsLst>
              <a:lin ang="2700000" scaled="1"/>
            </a:gradFill>
            <a:ln w="9525">
              <a:noFill/>
              <a:miter lim="800000"/>
              <a:headEnd/>
              <a:tailEnd/>
            </a:ln>
            <a:effectLst/>
          </p:spPr>
          <p:txBody>
            <a:bodyPr wrap="none" anchor="ctr"/>
            <a:lstStyle/>
            <a:p>
              <a:pPr>
                <a:defRPr/>
              </a:pPr>
              <a:endParaRPr lang="en-US">
                <a:latin typeface="Arial" charset="0"/>
                <a:cs typeface="Arial" charset="0"/>
              </a:endParaRPr>
            </a:p>
          </p:txBody>
        </p:sp>
        <p:grpSp>
          <p:nvGrpSpPr>
            <p:cNvPr id="6" name="Group 4"/>
            <p:cNvGrpSpPr>
              <a:grpSpLocks/>
            </p:cNvGrpSpPr>
            <p:nvPr userDrawn="1"/>
          </p:nvGrpSpPr>
          <p:grpSpPr bwMode="auto">
            <a:xfrm>
              <a:off x="-1261" y="-157"/>
              <a:ext cx="7021" cy="1190"/>
              <a:chOff x="-1261" y="-154"/>
              <a:chExt cx="7021" cy="1190"/>
            </a:xfrm>
          </p:grpSpPr>
          <p:sp>
            <p:nvSpPr>
              <p:cNvPr id="8" name="Freeform 5"/>
              <p:cNvSpPr>
                <a:spLocks/>
              </p:cNvSpPr>
              <p:nvPr userDrawn="1"/>
            </p:nvSpPr>
            <p:spPr bwMode="ltGray">
              <a:xfrm>
                <a:off x="0" y="4"/>
                <a:ext cx="5760" cy="1032"/>
              </a:xfrm>
              <a:custGeom>
                <a:avLst/>
                <a:gdLst>
                  <a:gd name="T0" fmla="*/ 5760 w 4848"/>
                  <a:gd name="T1" fmla="*/ 1032 h 432"/>
                  <a:gd name="T2" fmla="*/ 0 w 4848"/>
                  <a:gd name="T3" fmla="*/ 1032 h 432"/>
                  <a:gd name="T4" fmla="*/ 0 w 4848"/>
                  <a:gd name="T5" fmla="*/ 0 h 432"/>
                  <a:gd name="T6" fmla="*/ 5760 w 4848"/>
                  <a:gd name="T7" fmla="*/ 0 h 432"/>
                  <a:gd name="T8" fmla="*/ 5760 w 4848"/>
                  <a:gd name="T9" fmla="*/ 1032 h 432"/>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4848" h="432">
                    <a:moveTo>
                      <a:pt x="4848" y="432"/>
                    </a:moveTo>
                    <a:lnTo>
                      <a:pt x="0" y="432"/>
                    </a:lnTo>
                    <a:lnTo>
                      <a:pt x="0" y="0"/>
                    </a:lnTo>
                    <a:lnTo>
                      <a:pt x="4848" y="0"/>
                    </a:lnTo>
                    <a:lnTo>
                      <a:pt x="4848" y="432"/>
                    </a:lnTo>
                    <a:close/>
                  </a:path>
                </a:pathLst>
              </a:custGeom>
              <a:solidFill>
                <a:schemeClr val="hlink"/>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US"/>
              </a:p>
            </p:txBody>
          </p:sp>
          <p:grpSp>
            <p:nvGrpSpPr>
              <p:cNvPr id="9" name="Group 6"/>
              <p:cNvGrpSpPr>
                <a:grpSpLocks/>
              </p:cNvGrpSpPr>
              <p:nvPr userDrawn="1"/>
            </p:nvGrpSpPr>
            <p:grpSpPr bwMode="auto">
              <a:xfrm>
                <a:off x="333" y="-9"/>
                <a:ext cx="5176" cy="1044"/>
                <a:chOff x="333" y="-9"/>
                <a:chExt cx="5176" cy="1044"/>
              </a:xfrm>
            </p:grpSpPr>
            <p:sp>
              <p:nvSpPr>
                <p:cNvPr id="38" name="Freeform 7"/>
                <p:cNvSpPr>
                  <a:spLocks/>
                </p:cNvSpPr>
                <p:nvPr userDrawn="1"/>
              </p:nvSpPr>
              <p:spPr bwMode="ltGray">
                <a:xfrm>
                  <a:off x="3230" y="949"/>
                  <a:ext cx="17" cy="20"/>
                </a:xfrm>
                <a:custGeom>
                  <a:avLst/>
                  <a:gdLst>
                    <a:gd name="T0" fmla="*/ 6 w 15"/>
                    <a:gd name="T1" fmla="*/ 10 h 23"/>
                    <a:gd name="T2" fmla="*/ 17 w 15"/>
                    <a:gd name="T3" fmla="*/ 4 h 23"/>
                    <a:gd name="T4" fmla="*/ 15 w 15"/>
                    <a:gd name="T5" fmla="*/ 15 h 23"/>
                    <a:gd name="T6" fmla="*/ 6 w 15"/>
                    <a:gd name="T7" fmla="*/ 10 h 23"/>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15" h="23">
                      <a:moveTo>
                        <a:pt x="5" y="11"/>
                      </a:moveTo>
                      <a:cubicBezTo>
                        <a:pt x="2" y="1"/>
                        <a:pt x="7" y="0"/>
                        <a:pt x="15" y="5"/>
                      </a:cubicBezTo>
                      <a:cubicBezTo>
                        <a:pt x="14" y="9"/>
                        <a:pt x="15" y="13"/>
                        <a:pt x="13" y="17"/>
                      </a:cubicBezTo>
                      <a:cubicBezTo>
                        <a:pt x="9" y="23"/>
                        <a:pt x="0" y="16"/>
                        <a:pt x="5" y="11"/>
                      </a:cubicBezTo>
                      <a:close/>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US"/>
                </a:p>
              </p:txBody>
            </p:sp>
            <p:sp>
              <p:nvSpPr>
                <p:cNvPr id="39" name="Freeform 8"/>
                <p:cNvSpPr>
                  <a:spLocks/>
                </p:cNvSpPr>
                <p:nvPr userDrawn="1"/>
              </p:nvSpPr>
              <p:spPr bwMode="ltGray">
                <a:xfrm>
                  <a:off x="3406" y="1015"/>
                  <a:ext cx="21" cy="20"/>
                </a:xfrm>
                <a:custGeom>
                  <a:avLst/>
                  <a:gdLst>
                    <a:gd name="T0" fmla="*/ 3 w 20"/>
                    <a:gd name="T1" fmla="*/ 11 h 23"/>
                    <a:gd name="T2" fmla="*/ 12 w 20"/>
                    <a:gd name="T3" fmla="*/ 3 h 23"/>
                    <a:gd name="T4" fmla="*/ 7 w 20"/>
                    <a:gd name="T5" fmla="*/ 17 h 23"/>
                    <a:gd name="T6" fmla="*/ 3 w 20"/>
                    <a:gd name="T7" fmla="*/ 11 h 23"/>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20" h="23">
                      <a:moveTo>
                        <a:pt x="3" y="13"/>
                      </a:moveTo>
                      <a:cubicBezTo>
                        <a:pt x="0" y="5"/>
                        <a:pt x="2" y="0"/>
                        <a:pt x="11" y="3"/>
                      </a:cubicBezTo>
                      <a:cubicBezTo>
                        <a:pt x="16" y="10"/>
                        <a:pt x="20" y="23"/>
                        <a:pt x="7" y="19"/>
                      </a:cubicBezTo>
                      <a:cubicBezTo>
                        <a:pt x="6" y="17"/>
                        <a:pt x="3" y="13"/>
                        <a:pt x="3" y="13"/>
                      </a:cubicBezTo>
                      <a:close/>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US"/>
                </a:p>
              </p:txBody>
            </p:sp>
            <p:sp>
              <p:nvSpPr>
                <p:cNvPr id="40" name="Freeform 9"/>
                <p:cNvSpPr>
                  <a:spLocks/>
                </p:cNvSpPr>
                <p:nvPr userDrawn="1"/>
              </p:nvSpPr>
              <p:spPr bwMode="ltGray">
                <a:xfrm>
                  <a:off x="2909" y="908"/>
                  <a:ext cx="31" cy="34"/>
                </a:xfrm>
                <a:custGeom>
                  <a:avLst/>
                  <a:gdLst>
                    <a:gd name="T0" fmla="*/ 17 w 30"/>
                    <a:gd name="T1" fmla="*/ 27 h 42"/>
                    <a:gd name="T2" fmla="*/ 8 w 30"/>
                    <a:gd name="T3" fmla="*/ 17 h 42"/>
                    <a:gd name="T4" fmla="*/ 0 w 30"/>
                    <a:gd name="T5" fmla="*/ 7 h 42"/>
                    <a:gd name="T6" fmla="*/ 17 w 30"/>
                    <a:gd name="T7" fmla="*/ 2 h 42"/>
                    <a:gd name="T8" fmla="*/ 31 w 30"/>
                    <a:gd name="T9" fmla="*/ 19 h 42"/>
                    <a:gd name="T10" fmla="*/ 29 w 30"/>
                    <a:gd name="T11" fmla="*/ 25 h 42"/>
                    <a:gd name="T12" fmla="*/ 17 w 30"/>
                    <a:gd name="T13" fmla="*/ 27 h 42"/>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30" h="42">
                      <a:moveTo>
                        <a:pt x="16" y="33"/>
                      </a:moveTo>
                      <a:cubicBezTo>
                        <a:pt x="3" y="20"/>
                        <a:pt x="15" y="34"/>
                        <a:pt x="8" y="21"/>
                      </a:cubicBezTo>
                      <a:cubicBezTo>
                        <a:pt x="6" y="17"/>
                        <a:pt x="0" y="9"/>
                        <a:pt x="0" y="9"/>
                      </a:cubicBezTo>
                      <a:cubicBezTo>
                        <a:pt x="5" y="1"/>
                        <a:pt x="7" y="0"/>
                        <a:pt x="16" y="3"/>
                      </a:cubicBezTo>
                      <a:cubicBezTo>
                        <a:pt x="25" y="16"/>
                        <a:pt x="10" y="16"/>
                        <a:pt x="30" y="23"/>
                      </a:cubicBezTo>
                      <a:cubicBezTo>
                        <a:pt x="29" y="26"/>
                        <a:pt x="30" y="29"/>
                        <a:pt x="28" y="31"/>
                      </a:cubicBezTo>
                      <a:cubicBezTo>
                        <a:pt x="15" y="42"/>
                        <a:pt x="16" y="38"/>
                        <a:pt x="16" y="33"/>
                      </a:cubicBezTo>
                      <a:close/>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US"/>
                </a:p>
              </p:txBody>
            </p:sp>
            <p:sp>
              <p:nvSpPr>
                <p:cNvPr id="41" name="Freeform 10"/>
                <p:cNvSpPr>
                  <a:spLocks/>
                </p:cNvSpPr>
                <p:nvPr userDrawn="1"/>
              </p:nvSpPr>
              <p:spPr bwMode="ltGray">
                <a:xfrm>
                  <a:off x="2551" y="940"/>
                  <a:ext cx="25" cy="12"/>
                </a:xfrm>
                <a:custGeom>
                  <a:avLst/>
                  <a:gdLst>
                    <a:gd name="T0" fmla="*/ 15 w 25"/>
                    <a:gd name="T1" fmla="*/ 12 h 16"/>
                    <a:gd name="T2" fmla="*/ 3 w 25"/>
                    <a:gd name="T3" fmla="*/ 6 h 16"/>
                    <a:gd name="T4" fmla="*/ 15 w 25"/>
                    <a:gd name="T5" fmla="*/ 0 h 16"/>
                    <a:gd name="T6" fmla="*/ 15 w 25"/>
                    <a:gd name="T7" fmla="*/ 12 h 16"/>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25" h="16">
                      <a:moveTo>
                        <a:pt x="15" y="16"/>
                      </a:moveTo>
                      <a:cubicBezTo>
                        <a:pt x="10" y="15"/>
                        <a:pt x="0" y="12"/>
                        <a:pt x="3" y="8"/>
                      </a:cubicBezTo>
                      <a:cubicBezTo>
                        <a:pt x="6" y="4"/>
                        <a:pt x="15" y="0"/>
                        <a:pt x="15" y="0"/>
                      </a:cubicBezTo>
                      <a:cubicBezTo>
                        <a:pt x="17" y="3"/>
                        <a:pt x="25" y="16"/>
                        <a:pt x="15" y="16"/>
                      </a:cubicBezTo>
                      <a:close/>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US"/>
                </a:p>
              </p:txBody>
            </p:sp>
            <p:sp>
              <p:nvSpPr>
                <p:cNvPr id="42" name="Freeform 11"/>
                <p:cNvSpPr>
                  <a:spLocks/>
                </p:cNvSpPr>
                <p:nvPr userDrawn="1"/>
              </p:nvSpPr>
              <p:spPr bwMode="ltGray">
                <a:xfrm>
                  <a:off x="2443" y="954"/>
                  <a:ext cx="65" cy="39"/>
                </a:xfrm>
                <a:custGeom>
                  <a:avLst/>
                  <a:gdLst>
                    <a:gd name="T0" fmla="*/ 14 w 65"/>
                    <a:gd name="T1" fmla="*/ 20 h 46"/>
                    <a:gd name="T2" fmla="*/ 30 w 65"/>
                    <a:gd name="T3" fmla="*/ 3 h 46"/>
                    <a:gd name="T4" fmla="*/ 42 w 65"/>
                    <a:gd name="T5" fmla="*/ 0 h 46"/>
                    <a:gd name="T6" fmla="*/ 58 w 65"/>
                    <a:gd name="T7" fmla="*/ 10 h 46"/>
                    <a:gd name="T8" fmla="*/ 32 w 65"/>
                    <a:gd name="T9" fmla="*/ 22 h 46"/>
                    <a:gd name="T10" fmla="*/ 12 w 65"/>
                    <a:gd name="T11" fmla="*/ 39 h 46"/>
                    <a:gd name="T12" fmla="*/ 8 w 65"/>
                    <a:gd name="T13" fmla="*/ 17 h 46"/>
                    <a:gd name="T14" fmla="*/ 12 w 65"/>
                    <a:gd name="T15" fmla="*/ 12 h 46"/>
                    <a:gd name="T16" fmla="*/ 14 w 65"/>
                    <a:gd name="T17" fmla="*/ 20 h 46"/>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0" t="0" r="r" b="b"/>
                  <a:pathLst>
                    <a:path w="65" h="46">
                      <a:moveTo>
                        <a:pt x="14" y="24"/>
                      </a:moveTo>
                      <a:cubicBezTo>
                        <a:pt x="18" y="13"/>
                        <a:pt x="16" y="9"/>
                        <a:pt x="30" y="4"/>
                      </a:cubicBezTo>
                      <a:cubicBezTo>
                        <a:pt x="34" y="3"/>
                        <a:pt x="42" y="0"/>
                        <a:pt x="42" y="0"/>
                      </a:cubicBezTo>
                      <a:cubicBezTo>
                        <a:pt x="50" y="1"/>
                        <a:pt x="65" y="0"/>
                        <a:pt x="58" y="12"/>
                      </a:cubicBezTo>
                      <a:cubicBezTo>
                        <a:pt x="53" y="21"/>
                        <a:pt x="40" y="21"/>
                        <a:pt x="32" y="26"/>
                      </a:cubicBezTo>
                      <a:cubicBezTo>
                        <a:pt x="26" y="35"/>
                        <a:pt x="23" y="42"/>
                        <a:pt x="12" y="46"/>
                      </a:cubicBezTo>
                      <a:cubicBezTo>
                        <a:pt x="0" y="42"/>
                        <a:pt x="5" y="30"/>
                        <a:pt x="8" y="20"/>
                      </a:cubicBezTo>
                      <a:cubicBezTo>
                        <a:pt x="9" y="18"/>
                        <a:pt x="10" y="13"/>
                        <a:pt x="12" y="14"/>
                      </a:cubicBezTo>
                      <a:cubicBezTo>
                        <a:pt x="15" y="16"/>
                        <a:pt x="13" y="21"/>
                        <a:pt x="14" y="24"/>
                      </a:cubicBezTo>
                      <a:close/>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US"/>
                </a:p>
              </p:txBody>
            </p:sp>
            <p:sp>
              <p:nvSpPr>
                <p:cNvPr id="43" name="Freeform 12"/>
                <p:cNvSpPr>
                  <a:spLocks/>
                </p:cNvSpPr>
                <p:nvPr userDrawn="1"/>
              </p:nvSpPr>
              <p:spPr bwMode="ltGray">
                <a:xfrm>
                  <a:off x="2375" y="952"/>
                  <a:ext cx="68" cy="39"/>
                </a:xfrm>
                <a:custGeom>
                  <a:avLst/>
                  <a:gdLst>
                    <a:gd name="T0" fmla="*/ 0 w 69"/>
                    <a:gd name="T1" fmla="*/ 26 h 47"/>
                    <a:gd name="T2" fmla="*/ 18 w 69"/>
                    <a:gd name="T3" fmla="*/ 21 h 47"/>
                    <a:gd name="T4" fmla="*/ 51 w 69"/>
                    <a:gd name="T5" fmla="*/ 1 h 47"/>
                    <a:gd name="T6" fmla="*/ 63 w 69"/>
                    <a:gd name="T7" fmla="*/ 2 h 47"/>
                    <a:gd name="T8" fmla="*/ 49 w 69"/>
                    <a:gd name="T9" fmla="*/ 16 h 47"/>
                    <a:gd name="T10" fmla="*/ 28 w 69"/>
                    <a:gd name="T11" fmla="*/ 27 h 47"/>
                    <a:gd name="T12" fmla="*/ 22 w 69"/>
                    <a:gd name="T13" fmla="*/ 39 h 47"/>
                    <a:gd name="T14" fmla="*/ 16 w 69"/>
                    <a:gd name="T15" fmla="*/ 37 h 47"/>
                    <a:gd name="T16" fmla="*/ 12 w 69"/>
                    <a:gd name="T17" fmla="*/ 32 h 47"/>
                    <a:gd name="T18" fmla="*/ 0 w 69"/>
                    <a:gd name="T19" fmla="*/ 29 h 47"/>
                    <a:gd name="T20" fmla="*/ 0 w 69"/>
                    <a:gd name="T21" fmla="*/ 26 h 47"/>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0" t="0" r="r" b="b"/>
                  <a:pathLst>
                    <a:path w="69" h="47">
                      <a:moveTo>
                        <a:pt x="0" y="31"/>
                      </a:moveTo>
                      <a:cubicBezTo>
                        <a:pt x="7" y="24"/>
                        <a:pt x="9" y="22"/>
                        <a:pt x="18" y="25"/>
                      </a:cubicBezTo>
                      <a:cubicBezTo>
                        <a:pt x="25" y="4"/>
                        <a:pt x="36" y="12"/>
                        <a:pt x="52" y="1"/>
                      </a:cubicBezTo>
                      <a:cubicBezTo>
                        <a:pt x="56" y="2"/>
                        <a:pt x="61" y="0"/>
                        <a:pt x="64" y="3"/>
                      </a:cubicBezTo>
                      <a:cubicBezTo>
                        <a:pt x="69" y="8"/>
                        <a:pt x="50" y="19"/>
                        <a:pt x="50" y="19"/>
                      </a:cubicBezTo>
                      <a:cubicBezTo>
                        <a:pt x="46" y="31"/>
                        <a:pt x="35" y="22"/>
                        <a:pt x="28" y="33"/>
                      </a:cubicBezTo>
                      <a:cubicBezTo>
                        <a:pt x="31" y="41"/>
                        <a:pt x="31" y="44"/>
                        <a:pt x="22" y="47"/>
                      </a:cubicBezTo>
                      <a:cubicBezTo>
                        <a:pt x="20" y="46"/>
                        <a:pt x="18" y="46"/>
                        <a:pt x="16" y="45"/>
                      </a:cubicBezTo>
                      <a:cubicBezTo>
                        <a:pt x="14" y="43"/>
                        <a:pt x="14" y="40"/>
                        <a:pt x="12" y="39"/>
                      </a:cubicBezTo>
                      <a:cubicBezTo>
                        <a:pt x="8" y="37"/>
                        <a:pt x="0" y="35"/>
                        <a:pt x="0" y="35"/>
                      </a:cubicBezTo>
                      <a:cubicBezTo>
                        <a:pt x="2" y="26"/>
                        <a:pt x="3" y="25"/>
                        <a:pt x="0" y="31"/>
                      </a:cubicBezTo>
                      <a:close/>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US"/>
                </a:p>
              </p:txBody>
            </p:sp>
            <p:sp>
              <p:nvSpPr>
                <p:cNvPr id="44" name="Freeform 13"/>
                <p:cNvSpPr>
                  <a:spLocks/>
                </p:cNvSpPr>
                <p:nvPr userDrawn="1"/>
              </p:nvSpPr>
              <p:spPr bwMode="ltGray">
                <a:xfrm>
                  <a:off x="2007" y="739"/>
                  <a:ext cx="354" cy="228"/>
                </a:xfrm>
                <a:custGeom>
                  <a:avLst/>
                  <a:gdLst>
                    <a:gd name="T0" fmla="*/ 10 w 355"/>
                    <a:gd name="T1" fmla="*/ 3 h 277"/>
                    <a:gd name="T2" fmla="*/ 36 w 355"/>
                    <a:gd name="T3" fmla="*/ 15 h 277"/>
                    <a:gd name="T4" fmla="*/ 46 w 355"/>
                    <a:gd name="T5" fmla="*/ 25 h 277"/>
                    <a:gd name="T6" fmla="*/ 76 w 355"/>
                    <a:gd name="T7" fmla="*/ 43 h 277"/>
                    <a:gd name="T8" fmla="*/ 92 w 355"/>
                    <a:gd name="T9" fmla="*/ 54 h 277"/>
                    <a:gd name="T10" fmla="*/ 122 w 355"/>
                    <a:gd name="T11" fmla="*/ 81 h 277"/>
                    <a:gd name="T12" fmla="*/ 136 w 355"/>
                    <a:gd name="T13" fmla="*/ 105 h 277"/>
                    <a:gd name="T14" fmla="*/ 148 w 355"/>
                    <a:gd name="T15" fmla="*/ 109 h 277"/>
                    <a:gd name="T16" fmla="*/ 154 w 355"/>
                    <a:gd name="T17" fmla="*/ 123 h 277"/>
                    <a:gd name="T18" fmla="*/ 176 w 355"/>
                    <a:gd name="T19" fmla="*/ 125 h 277"/>
                    <a:gd name="T20" fmla="*/ 170 w 355"/>
                    <a:gd name="T21" fmla="*/ 161 h 277"/>
                    <a:gd name="T22" fmla="*/ 179 w 355"/>
                    <a:gd name="T23" fmla="*/ 184 h 277"/>
                    <a:gd name="T24" fmla="*/ 197 w 355"/>
                    <a:gd name="T25" fmla="*/ 191 h 277"/>
                    <a:gd name="T26" fmla="*/ 215 w 355"/>
                    <a:gd name="T27" fmla="*/ 193 h 277"/>
                    <a:gd name="T28" fmla="*/ 235 w 355"/>
                    <a:gd name="T29" fmla="*/ 199 h 277"/>
                    <a:gd name="T30" fmla="*/ 253 w 355"/>
                    <a:gd name="T31" fmla="*/ 194 h 277"/>
                    <a:gd name="T32" fmla="*/ 271 w 355"/>
                    <a:gd name="T33" fmla="*/ 204 h 277"/>
                    <a:gd name="T34" fmla="*/ 295 w 355"/>
                    <a:gd name="T35" fmla="*/ 211 h 277"/>
                    <a:gd name="T36" fmla="*/ 313 w 355"/>
                    <a:gd name="T37" fmla="*/ 217 h 277"/>
                    <a:gd name="T38" fmla="*/ 351 w 355"/>
                    <a:gd name="T39" fmla="*/ 219 h 277"/>
                    <a:gd name="T40" fmla="*/ 341 w 355"/>
                    <a:gd name="T41" fmla="*/ 226 h 277"/>
                    <a:gd name="T42" fmla="*/ 321 w 355"/>
                    <a:gd name="T43" fmla="*/ 224 h 277"/>
                    <a:gd name="T44" fmla="*/ 299 w 355"/>
                    <a:gd name="T45" fmla="*/ 222 h 277"/>
                    <a:gd name="T46" fmla="*/ 287 w 355"/>
                    <a:gd name="T47" fmla="*/ 219 h 277"/>
                    <a:gd name="T48" fmla="*/ 251 w 355"/>
                    <a:gd name="T49" fmla="*/ 217 h 277"/>
                    <a:gd name="T50" fmla="*/ 233 w 355"/>
                    <a:gd name="T51" fmla="*/ 214 h 277"/>
                    <a:gd name="T52" fmla="*/ 172 w 355"/>
                    <a:gd name="T53" fmla="*/ 199 h 277"/>
                    <a:gd name="T54" fmla="*/ 160 w 355"/>
                    <a:gd name="T55" fmla="*/ 178 h 277"/>
                    <a:gd name="T56" fmla="*/ 126 w 355"/>
                    <a:gd name="T57" fmla="*/ 165 h 277"/>
                    <a:gd name="T58" fmla="*/ 108 w 355"/>
                    <a:gd name="T59" fmla="*/ 153 h 277"/>
                    <a:gd name="T60" fmla="*/ 94 w 355"/>
                    <a:gd name="T61" fmla="*/ 130 h 277"/>
                    <a:gd name="T62" fmla="*/ 68 w 355"/>
                    <a:gd name="T63" fmla="*/ 89 h 277"/>
                    <a:gd name="T64" fmla="*/ 64 w 355"/>
                    <a:gd name="T65" fmla="*/ 84 h 277"/>
                    <a:gd name="T66" fmla="*/ 58 w 355"/>
                    <a:gd name="T67" fmla="*/ 82 h 277"/>
                    <a:gd name="T68" fmla="*/ 54 w 355"/>
                    <a:gd name="T69" fmla="*/ 72 h 277"/>
                    <a:gd name="T70" fmla="*/ 38 w 355"/>
                    <a:gd name="T71" fmla="*/ 48 h 277"/>
                    <a:gd name="T72" fmla="*/ 20 w 355"/>
                    <a:gd name="T73" fmla="*/ 33 h 277"/>
                    <a:gd name="T74" fmla="*/ 4 w 355"/>
                    <a:gd name="T75" fmla="*/ 18 h 277"/>
                    <a:gd name="T76" fmla="*/ 10 w 355"/>
                    <a:gd name="T77" fmla="*/ 2 h 277"/>
                    <a:gd name="T78" fmla="*/ 10 w 355"/>
                    <a:gd name="T79" fmla="*/ 3 h 277"/>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Lst>
                  <a:ahLst/>
                  <a:cxnLst>
                    <a:cxn ang="T80">
                      <a:pos x="T0" y="T1"/>
                    </a:cxn>
                    <a:cxn ang="T81">
                      <a:pos x="T2" y="T3"/>
                    </a:cxn>
                    <a:cxn ang="T82">
                      <a:pos x="T4" y="T5"/>
                    </a:cxn>
                    <a:cxn ang="T83">
                      <a:pos x="T6" y="T7"/>
                    </a:cxn>
                    <a:cxn ang="T84">
                      <a:pos x="T8" y="T9"/>
                    </a:cxn>
                    <a:cxn ang="T85">
                      <a:pos x="T10" y="T11"/>
                    </a:cxn>
                    <a:cxn ang="T86">
                      <a:pos x="T12" y="T13"/>
                    </a:cxn>
                    <a:cxn ang="T87">
                      <a:pos x="T14" y="T15"/>
                    </a:cxn>
                    <a:cxn ang="T88">
                      <a:pos x="T16" y="T17"/>
                    </a:cxn>
                    <a:cxn ang="T89">
                      <a:pos x="T18" y="T19"/>
                    </a:cxn>
                    <a:cxn ang="T90">
                      <a:pos x="T20" y="T21"/>
                    </a:cxn>
                    <a:cxn ang="T91">
                      <a:pos x="T22" y="T23"/>
                    </a:cxn>
                    <a:cxn ang="T92">
                      <a:pos x="T24" y="T25"/>
                    </a:cxn>
                    <a:cxn ang="T93">
                      <a:pos x="T26" y="T27"/>
                    </a:cxn>
                    <a:cxn ang="T94">
                      <a:pos x="T28" y="T29"/>
                    </a:cxn>
                    <a:cxn ang="T95">
                      <a:pos x="T30" y="T31"/>
                    </a:cxn>
                    <a:cxn ang="T96">
                      <a:pos x="T32" y="T33"/>
                    </a:cxn>
                    <a:cxn ang="T97">
                      <a:pos x="T34" y="T35"/>
                    </a:cxn>
                    <a:cxn ang="T98">
                      <a:pos x="T36" y="T37"/>
                    </a:cxn>
                    <a:cxn ang="T99">
                      <a:pos x="T38" y="T39"/>
                    </a:cxn>
                    <a:cxn ang="T100">
                      <a:pos x="T40" y="T41"/>
                    </a:cxn>
                    <a:cxn ang="T101">
                      <a:pos x="T42" y="T43"/>
                    </a:cxn>
                    <a:cxn ang="T102">
                      <a:pos x="T44" y="T45"/>
                    </a:cxn>
                    <a:cxn ang="T103">
                      <a:pos x="T46" y="T47"/>
                    </a:cxn>
                    <a:cxn ang="T104">
                      <a:pos x="T48" y="T49"/>
                    </a:cxn>
                    <a:cxn ang="T105">
                      <a:pos x="T50" y="T51"/>
                    </a:cxn>
                    <a:cxn ang="T106">
                      <a:pos x="T52" y="T53"/>
                    </a:cxn>
                    <a:cxn ang="T107">
                      <a:pos x="T54" y="T55"/>
                    </a:cxn>
                    <a:cxn ang="T108">
                      <a:pos x="T56" y="T57"/>
                    </a:cxn>
                    <a:cxn ang="T109">
                      <a:pos x="T58" y="T59"/>
                    </a:cxn>
                    <a:cxn ang="T110">
                      <a:pos x="T60" y="T61"/>
                    </a:cxn>
                    <a:cxn ang="T111">
                      <a:pos x="T62" y="T63"/>
                    </a:cxn>
                    <a:cxn ang="T112">
                      <a:pos x="T64" y="T65"/>
                    </a:cxn>
                    <a:cxn ang="T113">
                      <a:pos x="T66" y="T67"/>
                    </a:cxn>
                    <a:cxn ang="T114">
                      <a:pos x="T68" y="T69"/>
                    </a:cxn>
                    <a:cxn ang="T115">
                      <a:pos x="T70" y="T71"/>
                    </a:cxn>
                    <a:cxn ang="T116">
                      <a:pos x="T72" y="T73"/>
                    </a:cxn>
                    <a:cxn ang="T117">
                      <a:pos x="T74" y="T75"/>
                    </a:cxn>
                    <a:cxn ang="T118">
                      <a:pos x="T76" y="T77"/>
                    </a:cxn>
                    <a:cxn ang="T119">
                      <a:pos x="T78" y="T79"/>
                    </a:cxn>
                  </a:cxnLst>
                  <a:rect l="0" t="0" r="r" b="b"/>
                  <a:pathLst>
                    <a:path w="355" h="277">
                      <a:moveTo>
                        <a:pt x="10" y="4"/>
                      </a:moveTo>
                      <a:cubicBezTo>
                        <a:pt x="22" y="0"/>
                        <a:pt x="24" y="14"/>
                        <a:pt x="36" y="18"/>
                      </a:cubicBezTo>
                      <a:cubicBezTo>
                        <a:pt x="37" y="19"/>
                        <a:pt x="45" y="29"/>
                        <a:pt x="46" y="30"/>
                      </a:cubicBezTo>
                      <a:cubicBezTo>
                        <a:pt x="56" y="40"/>
                        <a:pt x="67" y="38"/>
                        <a:pt x="76" y="52"/>
                      </a:cubicBezTo>
                      <a:cubicBezTo>
                        <a:pt x="80" y="58"/>
                        <a:pt x="92" y="66"/>
                        <a:pt x="92" y="66"/>
                      </a:cubicBezTo>
                      <a:cubicBezTo>
                        <a:pt x="96" y="79"/>
                        <a:pt x="112" y="88"/>
                        <a:pt x="122" y="98"/>
                      </a:cubicBezTo>
                      <a:cubicBezTo>
                        <a:pt x="124" y="105"/>
                        <a:pt x="130" y="124"/>
                        <a:pt x="136" y="128"/>
                      </a:cubicBezTo>
                      <a:cubicBezTo>
                        <a:pt x="140" y="130"/>
                        <a:pt x="148" y="132"/>
                        <a:pt x="148" y="132"/>
                      </a:cubicBezTo>
                      <a:cubicBezTo>
                        <a:pt x="150" y="138"/>
                        <a:pt x="154" y="150"/>
                        <a:pt x="154" y="150"/>
                      </a:cubicBezTo>
                      <a:cubicBezTo>
                        <a:pt x="161" y="139"/>
                        <a:pt x="168" y="144"/>
                        <a:pt x="176" y="152"/>
                      </a:cubicBezTo>
                      <a:cubicBezTo>
                        <a:pt x="174" y="167"/>
                        <a:pt x="173" y="181"/>
                        <a:pt x="170" y="196"/>
                      </a:cubicBezTo>
                      <a:cubicBezTo>
                        <a:pt x="171" y="202"/>
                        <a:pt x="174" y="220"/>
                        <a:pt x="180" y="224"/>
                      </a:cubicBezTo>
                      <a:cubicBezTo>
                        <a:pt x="185" y="228"/>
                        <a:pt x="193" y="228"/>
                        <a:pt x="198" y="232"/>
                      </a:cubicBezTo>
                      <a:cubicBezTo>
                        <a:pt x="204" y="230"/>
                        <a:pt x="216" y="234"/>
                        <a:pt x="216" y="234"/>
                      </a:cubicBezTo>
                      <a:cubicBezTo>
                        <a:pt x="223" y="241"/>
                        <a:pt x="225" y="245"/>
                        <a:pt x="236" y="242"/>
                      </a:cubicBezTo>
                      <a:cubicBezTo>
                        <a:pt x="242" y="240"/>
                        <a:pt x="254" y="236"/>
                        <a:pt x="254" y="236"/>
                      </a:cubicBezTo>
                      <a:cubicBezTo>
                        <a:pt x="260" y="240"/>
                        <a:pt x="265" y="246"/>
                        <a:pt x="272" y="248"/>
                      </a:cubicBezTo>
                      <a:cubicBezTo>
                        <a:pt x="277" y="250"/>
                        <a:pt x="291" y="252"/>
                        <a:pt x="296" y="256"/>
                      </a:cubicBezTo>
                      <a:cubicBezTo>
                        <a:pt x="301" y="260"/>
                        <a:pt x="314" y="264"/>
                        <a:pt x="314" y="264"/>
                      </a:cubicBezTo>
                      <a:cubicBezTo>
                        <a:pt x="330" y="263"/>
                        <a:pt x="338" y="261"/>
                        <a:pt x="352" y="266"/>
                      </a:cubicBezTo>
                      <a:cubicBezTo>
                        <a:pt x="355" y="275"/>
                        <a:pt x="350" y="277"/>
                        <a:pt x="342" y="274"/>
                      </a:cubicBezTo>
                      <a:cubicBezTo>
                        <a:pt x="336" y="276"/>
                        <a:pt x="322" y="272"/>
                        <a:pt x="322" y="272"/>
                      </a:cubicBezTo>
                      <a:cubicBezTo>
                        <a:pt x="314" y="275"/>
                        <a:pt x="308" y="272"/>
                        <a:pt x="300" y="270"/>
                      </a:cubicBezTo>
                      <a:cubicBezTo>
                        <a:pt x="296" y="269"/>
                        <a:pt x="288" y="266"/>
                        <a:pt x="288" y="266"/>
                      </a:cubicBezTo>
                      <a:cubicBezTo>
                        <a:pt x="276" y="270"/>
                        <a:pt x="264" y="266"/>
                        <a:pt x="252" y="264"/>
                      </a:cubicBezTo>
                      <a:cubicBezTo>
                        <a:pt x="245" y="259"/>
                        <a:pt x="242" y="257"/>
                        <a:pt x="234" y="260"/>
                      </a:cubicBezTo>
                      <a:cubicBezTo>
                        <a:pt x="211" y="252"/>
                        <a:pt x="192" y="256"/>
                        <a:pt x="172" y="242"/>
                      </a:cubicBezTo>
                      <a:cubicBezTo>
                        <a:pt x="165" y="231"/>
                        <a:pt x="176" y="221"/>
                        <a:pt x="160" y="216"/>
                      </a:cubicBezTo>
                      <a:cubicBezTo>
                        <a:pt x="154" y="233"/>
                        <a:pt x="136" y="203"/>
                        <a:pt x="126" y="200"/>
                      </a:cubicBezTo>
                      <a:cubicBezTo>
                        <a:pt x="120" y="196"/>
                        <a:pt x="114" y="190"/>
                        <a:pt x="108" y="186"/>
                      </a:cubicBezTo>
                      <a:cubicBezTo>
                        <a:pt x="104" y="175"/>
                        <a:pt x="104" y="165"/>
                        <a:pt x="94" y="158"/>
                      </a:cubicBezTo>
                      <a:cubicBezTo>
                        <a:pt x="83" y="142"/>
                        <a:pt x="85" y="119"/>
                        <a:pt x="68" y="108"/>
                      </a:cubicBezTo>
                      <a:cubicBezTo>
                        <a:pt x="67" y="106"/>
                        <a:pt x="66" y="104"/>
                        <a:pt x="64" y="102"/>
                      </a:cubicBezTo>
                      <a:cubicBezTo>
                        <a:pt x="62" y="101"/>
                        <a:pt x="59" y="102"/>
                        <a:pt x="58" y="100"/>
                      </a:cubicBezTo>
                      <a:cubicBezTo>
                        <a:pt x="56" y="97"/>
                        <a:pt x="54" y="88"/>
                        <a:pt x="54" y="88"/>
                      </a:cubicBezTo>
                      <a:cubicBezTo>
                        <a:pt x="59" y="73"/>
                        <a:pt x="52" y="61"/>
                        <a:pt x="38" y="58"/>
                      </a:cubicBezTo>
                      <a:cubicBezTo>
                        <a:pt x="32" y="49"/>
                        <a:pt x="31" y="44"/>
                        <a:pt x="20" y="40"/>
                      </a:cubicBezTo>
                      <a:cubicBezTo>
                        <a:pt x="16" y="27"/>
                        <a:pt x="16" y="26"/>
                        <a:pt x="4" y="22"/>
                      </a:cubicBezTo>
                      <a:cubicBezTo>
                        <a:pt x="1" y="13"/>
                        <a:pt x="0" y="5"/>
                        <a:pt x="10" y="2"/>
                      </a:cubicBezTo>
                      <a:cubicBezTo>
                        <a:pt x="18" y="5"/>
                        <a:pt x="18" y="4"/>
                        <a:pt x="10" y="4"/>
                      </a:cubicBezTo>
                      <a:close/>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US"/>
                </a:p>
              </p:txBody>
            </p:sp>
            <p:sp>
              <p:nvSpPr>
                <p:cNvPr id="45" name="Freeform 14"/>
                <p:cNvSpPr>
                  <a:spLocks/>
                </p:cNvSpPr>
                <p:nvPr userDrawn="1"/>
              </p:nvSpPr>
              <p:spPr bwMode="ltGray">
                <a:xfrm>
                  <a:off x="2222" y="724"/>
                  <a:ext cx="157" cy="167"/>
                </a:xfrm>
                <a:custGeom>
                  <a:avLst/>
                  <a:gdLst>
                    <a:gd name="T0" fmla="*/ 54 w 156"/>
                    <a:gd name="T1" fmla="*/ 54 h 206"/>
                    <a:gd name="T2" fmla="*/ 66 w 156"/>
                    <a:gd name="T3" fmla="*/ 47 h 206"/>
                    <a:gd name="T4" fmla="*/ 68 w 156"/>
                    <a:gd name="T5" fmla="*/ 42 h 206"/>
                    <a:gd name="T6" fmla="*/ 81 w 156"/>
                    <a:gd name="T7" fmla="*/ 36 h 206"/>
                    <a:gd name="T8" fmla="*/ 107 w 156"/>
                    <a:gd name="T9" fmla="*/ 18 h 206"/>
                    <a:gd name="T10" fmla="*/ 113 w 156"/>
                    <a:gd name="T11" fmla="*/ 3 h 206"/>
                    <a:gd name="T12" fmla="*/ 125 w 156"/>
                    <a:gd name="T13" fmla="*/ 0 h 206"/>
                    <a:gd name="T14" fmla="*/ 151 w 156"/>
                    <a:gd name="T15" fmla="*/ 23 h 206"/>
                    <a:gd name="T16" fmla="*/ 147 w 156"/>
                    <a:gd name="T17" fmla="*/ 36 h 206"/>
                    <a:gd name="T18" fmla="*/ 127 w 156"/>
                    <a:gd name="T19" fmla="*/ 52 h 206"/>
                    <a:gd name="T20" fmla="*/ 133 w 156"/>
                    <a:gd name="T21" fmla="*/ 76 h 206"/>
                    <a:gd name="T22" fmla="*/ 143 w 156"/>
                    <a:gd name="T23" fmla="*/ 89 h 206"/>
                    <a:gd name="T24" fmla="*/ 147 w 156"/>
                    <a:gd name="T25" fmla="*/ 104 h 206"/>
                    <a:gd name="T26" fmla="*/ 129 w 156"/>
                    <a:gd name="T27" fmla="*/ 104 h 206"/>
                    <a:gd name="T28" fmla="*/ 117 w 156"/>
                    <a:gd name="T29" fmla="*/ 118 h 206"/>
                    <a:gd name="T30" fmla="*/ 105 w 156"/>
                    <a:gd name="T31" fmla="*/ 126 h 206"/>
                    <a:gd name="T32" fmla="*/ 101 w 156"/>
                    <a:gd name="T33" fmla="*/ 161 h 206"/>
                    <a:gd name="T34" fmla="*/ 89 w 156"/>
                    <a:gd name="T35" fmla="*/ 164 h 206"/>
                    <a:gd name="T36" fmla="*/ 83 w 156"/>
                    <a:gd name="T37" fmla="*/ 167 h 206"/>
                    <a:gd name="T38" fmla="*/ 76 w 156"/>
                    <a:gd name="T39" fmla="*/ 164 h 206"/>
                    <a:gd name="T40" fmla="*/ 72 w 156"/>
                    <a:gd name="T41" fmla="*/ 154 h 206"/>
                    <a:gd name="T42" fmla="*/ 60 w 156"/>
                    <a:gd name="T43" fmla="*/ 151 h 206"/>
                    <a:gd name="T44" fmla="*/ 42 w 156"/>
                    <a:gd name="T45" fmla="*/ 157 h 206"/>
                    <a:gd name="T46" fmla="*/ 28 w 156"/>
                    <a:gd name="T47" fmla="*/ 151 h 206"/>
                    <a:gd name="T48" fmla="*/ 10 w 156"/>
                    <a:gd name="T49" fmla="*/ 120 h 206"/>
                    <a:gd name="T50" fmla="*/ 4 w 156"/>
                    <a:gd name="T51" fmla="*/ 105 h 206"/>
                    <a:gd name="T52" fmla="*/ 0 w 156"/>
                    <a:gd name="T53" fmla="*/ 96 h 206"/>
                    <a:gd name="T54" fmla="*/ 20 w 156"/>
                    <a:gd name="T55" fmla="*/ 78 h 206"/>
                    <a:gd name="T56" fmla="*/ 32 w 156"/>
                    <a:gd name="T57" fmla="*/ 84 h 206"/>
                    <a:gd name="T58" fmla="*/ 34 w 156"/>
                    <a:gd name="T59" fmla="*/ 65 h 206"/>
                    <a:gd name="T60" fmla="*/ 52 w 156"/>
                    <a:gd name="T61" fmla="*/ 57 h 206"/>
                    <a:gd name="T62" fmla="*/ 54 w 156"/>
                    <a:gd name="T63" fmla="*/ 54 h 20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Lst>
                  <a:ahLst/>
                  <a:cxnLst>
                    <a:cxn ang="T64">
                      <a:pos x="T0" y="T1"/>
                    </a:cxn>
                    <a:cxn ang="T65">
                      <a:pos x="T2" y="T3"/>
                    </a:cxn>
                    <a:cxn ang="T66">
                      <a:pos x="T4" y="T5"/>
                    </a:cxn>
                    <a:cxn ang="T67">
                      <a:pos x="T6" y="T7"/>
                    </a:cxn>
                    <a:cxn ang="T68">
                      <a:pos x="T8" y="T9"/>
                    </a:cxn>
                    <a:cxn ang="T69">
                      <a:pos x="T10" y="T11"/>
                    </a:cxn>
                    <a:cxn ang="T70">
                      <a:pos x="T12" y="T13"/>
                    </a:cxn>
                    <a:cxn ang="T71">
                      <a:pos x="T14" y="T15"/>
                    </a:cxn>
                    <a:cxn ang="T72">
                      <a:pos x="T16" y="T17"/>
                    </a:cxn>
                    <a:cxn ang="T73">
                      <a:pos x="T18" y="T19"/>
                    </a:cxn>
                    <a:cxn ang="T74">
                      <a:pos x="T20" y="T21"/>
                    </a:cxn>
                    <a:cxn ang="T75">
                      <a:pos x="T22" y="T23"/>
                    </a:cxn>
                    <a:cxn ang="T76">
                      <a:pos x="T24" y="T25"/>
                    </a:cxn>
                    <a:cxn ang="T77">
                      <a:pos x="T26" y="T27"/>
                    </a:cxn>
                    <a:cxn ang="T78">
                      <a:pos x="T28" y="T29"/>
                    </a:cxn>
                    <a:cxn ang="T79">
                      <a:pos x="T30" y="T31"/>
                    </a:cxn>
                    <a:cxn ang="T80">
                      <a:pos x="T32" y="T33"/>
                    </a:cxn>
                    <a:cxn ang="T81">
                      <a:pos x="T34" y="T35"/>
                    </a:cxn>
                    <a:cxn ang="T82">
                      <a:pos x="T36" y="T37"/>
                    </a:cxn>
                    <a:cxn ang="T83">
                      <a:pos x="T38" y="T39"/>
                    </a:cxn>
                    <a:cxn ang="T84">
                      <a:pos x="T40" y="T41"/>
                    </a:cxn>
                    <a:cxn ang="T85">
                      <a:pos x="T42" y="T43"/>
                    </a:cxn>
                    <a:cxn ang="T86">
                      <a:pos x="T44" y="T45"/>
                    </a:cxn>
                    <a:cxn ang="T87">
                      <a:pos x="T46" y="T47"/>
                    </a:cxn>
                    <a:cxn ang="T88">
                      <a:pos x="T48" y="T49"/>
                    </a:cxn>
                    <a:cxn ang="T89">
                      <a:pos x="T50" y="T51"/>
                    </a:cxn>
                    <a:cxn ang="T90">
                      <a:pos x="T52" y="T53"/>
                    </a:cxn>
                    <a:cxn ang="T91">
                      <a:pos x="T54" y="T55"/>
                    </a:cxn>
                    <a:cxn ang="T92">
                      <a:pos x="T56" y="T57"/>
                    </a:cxn>
                    <a:cxn ang="T93">
                      <a:pos x="T58" y="T59"/>
                    </a:cxn>
                    <a:cxn ang="T94">
                      <a:pos x="T60" y="T61"/>
                    </a:cxn>
                    <a:cxn ang="T95">
                      <a:pos x="T62" y="T63"/>
                    </a:cxn>
                  </a:cxnLst>
                  <a:rect l="0" t="0" r="r" b="b"/>
                  <a:pathLst>
                    <a:path w="156" h="206">
                      <a:moveTo>
                        <a:pt x="54" y="66"/>
                      </a:moveTo>
                      <a:cubicBezTo>
                        <a:pt x="58" y="63"/>
                        <a:pt x="64" y="63"/>
                        <a:pt x="66" y="58"/>
                      </a:cubicBezTo>
                      <a:cubicBezTo>
                        <a:pt x="67" y="56"/>
                        <a:pt x="67" y="53"/>
                        <a:pt x="68" y="52"/>
                      </a:cubicBezTo>
                      <a:cubicBezTo>
                        <a:pt x="71" y="49"/>
                        <a:pt x="80" y="44"/>
                        <a:pt x="80" y="44"/>
                      </a:cubicBezTo>
                      <a:cubicBezTo>
                        <a:pt x="113" y="55"/>
                        <a:pt x="85" y="29"/>
                        <a:pt x="106" y="22"/>
                      </a:cubicBezTo>
                      <a:cubicBezTo>
                        <a:pt x="110" y="17"/>
                        <a:pt x="108" y="9"/>
                        <a:pt x="112" y="4"/>
                      </a:cubicBezTo>
                      <a:cubicBezTo>
                        <a:pt x="115" y="1"/>
                        <a:pt x="124" y="0"/>
                        <a:pt x="124" y="0"/>
                      </a:cubicBezTo>
                      <a:cubicBezTo>
                        <a:pt x="138" y="14"/>
                        <a:pt x="126" y="23"/>
                        <a:pt x="150" y="28"/>
                      </a:cubicBezTo>
                      <a:cubicBezTo>
                        <a:pt x="156" y="36"/>
                        <a:pt x="154" y="39"/>
                        <a:pt x="146" y="44"/>
                      </a:cubicBezTo>
                      <a:cubicBezTo>
                        <a:pt x="141" y="52"/>
                        <a:pt x="135" y="61"/>
                        <a:pt x="126" y="64"/>
                      </a:cubicBezTo>
                      <a:cubicBezTo>
                        <a:pt x="118" y="75"/>
                        <a:pt x="128" y="83"/>
                        <a:pt x="132" y="94"/>
                      </a:cubicBezTo>
                      <a:cubicBezTo>
                        <a:pt x="129" y="103"/>
                        <a:pt x="135" y="105"/>
                        <a:pt x="142" y="110"/>
                      </a:cubicBezTo>
                      <a:cubicBezTo>
                        <a:pt x="145" y="119"/>
                        <a:pt x="141" y="120"/>
                        <a:pt x="146" y="128"/>
                      </a:cubicBezTo>
                      <a:cubicBezTo>
                        <a:pt x="142" y="139"/>
                        <a:pt x="135" y="133"/>
                        <a:pt x="128" y="128"/>
                      </a:cubicBezTo>
                      <a:cubicBezTo>
                        <a:pt x="116" y="132"/>
                        <a:pt x="122" y="136"/>
                        <a:pt x="116" y="146"/>
                      </a:cubicBezTo>
                      <a:cubicBezTo>
                        <a:pt x="113" y="151"/>
                        <a:pt x="108" y="152"/>
                        <a:pt x="104" y="156"/>
                      </a:cubicBezTo>
                      <a:cubicBezTo>
                        <a:pt x="107" y="167"/>
                        <a:pt x="112" y="191"/>
                        <a:pt x="100" y="198"/>
                      </a:cubicBezTo>
                      <a:cubicBezTo>
                        <a:pt x="96" y="200"/>
                        <a:pt x="92" y="200"/>
                        <a:pt x="88" y="202"/>
                      </a:cubicBezTo>
                      <a:cubicBezTo>
                        <a:pt x="86" y="203"/>
                        <a:pt x="84" y="205"/>
                        <a:pt x="82" y="206"/>
                      </a:cubicBezTo>
                      <a:cubicBezTo>
                        <a:pt x="80" y="205"/>
                        <a:pt x="77" y="204"/>
                        <a:pt x="76" y="202"/>
                      </a:cubicBezTo>
                      <a:cubicBezTo>
                        <a:pt x="74" y="198"/>
                        <a:pt x="76" y="191"/>
                        <a:pt x="72" y="190"/>
                      </a:cubicBezTo>
                      <a:cubicBezTo>
                        <a:pt x="68" y="189"/>
                        <a:pt x="60" y="186"/>
                        <a:pt x="60" y="186"/>
                      </a:cubicBezTo>
                      <a:cubicBezTo>
                        <a:pt x="53" y="188"/>
                        <a:pt x="49" y="192"/>
                        <a:pt x="42" y="194"/>
                      </a:cubicBezTo>
                      <a:cubicBezTo>
                        <a:pt x="34" y="189"/>
                        <a:pt x="37" y="183"/>
                        <a:pt x="28" y="186"/>
                      </a:cubicBezTo>
                      <a:cubicBezTo>
                        <a:pt x="12" y="181"/>
                        <a:pt x="19" y="161"/>
                        <a:pt x="10" y="148"/>
                      </a:cubicBezTo>
                      <a:cubicBezTo>
                        <a:pt x="5" y="121"/>
                        <a:pt x="11" y="147"/>
                        <a:pt x="4" y="130"/>
                      </a:cubicBezTo>
                      <a:cubicBezTo>
                        <a:pt x="2" y="126"/>
                        <a:pt x="0" y="118"/>
                        <a:pt x="0" y="118"/>
                      </a:cubicBezTo>
                      <a:cubicBezTo>
                        <a:pt x="2" y="95"/>
                        <a:pt x="0" y="83"/>
                        <a:pt x="20" y="96"/>
                      </a:cubicBezTo>
                      <a:cubicBezTo>
                        <a:pt x="23" y="105"/>
                        <a:pt x="23" y="110"/>
                        <a:pt x="32" y="104"/>
                      </a:cubicBezTo>
                      <a:cubicBezTo>
                        <a:pt x="35" y="95"/>
                        <a:pt x="29" y="88"/>
                        <a:pt x="34" y="80"/>
                      </a:cubicBezTo>
                      <a:cubicBezTo>
                        <a:pt x="36" y="76"/>
                        <a:pt x="48" y="73"/>
                        <a:pt x="52" y="70"/>
                      </a:cubicBezTo>
                      <a:cubicBezTo>
                        <a:pt x="57" y="63"/>
                        <a:pt x="58" y="62"/>
                        <a:pt x="54" y="66"/>
                      </a:cubicBezTo>
                      <a:close/>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US"/>
                </a:p>
              </p:txBody>
            </p:sp>
            <p:sp>
              <p:nvSpPr>
                <p:cNvPr id="46" name="Freeform 15"/>
                <p:cNvSpPr>
                  <a:spLocks/>
                </p:cNvSpPr>
                <p:nvPr userDrawn="1"/>
              </p:nvSpPr>
              <p:spPr bwMode="ltGray">
                <a:xfrm>
                  <a:off x="2375" y="800"/>
                  <a:ext cx="110" cy="32"/>
                </a:xfrm>
                <a:custGeom>
                  <a:avLst/>
                  <a:gdLst>
                    <a:gd name="T0" fmla="*/ 4 w 109"/>
                    <a:gd name="T1" fmla="*/ 27 h 38"/>
                    <a:gd name="T2" fmla="*/ 18 w 109"/>
                    <a:gd name="T3" fmla="*/ 8 h 38"/>
                    <a:gd name="T4" fmla="*/ 46 w 109"/>
                    <a:gd name="T5" fmla="*/ 17 h 38"/>
                    <a:gd name="T6" fmla="*/ 73 w 109"/>
                    <a:gd name="T7" fmla="*/ 12 h 38"/>
                    <a:gd name="T8" fmla="*/ 91 w 109"/>
                    <a:gd name="T9" fmla="*/ 0 h 38"/>
                    <a:gd name="T10" fmla="*/ 77 w 109"/>
                    <a:gd name="T11" fmla="*/ 22 h 38"/>
                    <a:gd name="T12" fmla="*/ 61 w 109"/>
                    <a:gd name="T13" fmla="*/ 32 h 38"/>
                    <a:gd name="T14" fmla="*/ 42 w 109"/>
                    <a:gd name="T15" fmla="*/ 27 h 38"/>
                    <a:gd name="T16" fmla="*/ 14 w 109"/>
                    <a:gd name="T17" fmla="*/ 25 h 38"/>
                    <a:gd name="T18" fmla="*/ 4 w 109"/>
                    <a:gd name="T19" fmla="*/ 27 h 38"/>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0" t="0" r="r" b="b"/>
                  <a:pathLst>
                    <a:path w="109" h="38">
                      <a:moveTo>
                        <a:pt x="4" y="32"/>
                      </a:moveTo>
                      <a:cubicBezTo>
                        <a:pt x="7" y="22"/>
                        <a:pt x="7" y="14"/>
                        <a:pt x="18" y="10"/>
                      </a:cubicBezTo>
                      <a:cubicBezTo>
                        <a:pt x="28" y="12"/>
                        <a:pt x="37" y="14"/>
                        <a:pt x="46" y="20"/>
                      </a:cubicBezTo>
                      <a:cubicBezTo>
                        <a:pt x="62" y="15"/>
                        <a:pt x="54" y="17"/>
                        <a:pt x="72" y="14"/>
                      </a:cubicBezTo>
                      <a:cubicBezTo>
                        <a:pt x="77" y="9"/>
                        <a:pt x="90" y="0"/>
                        <a:pt x="90" y="0"/>
                      </a:cubicBezTo>
                      <a:cubicBezTo>
                        <a:pt x="109" y="6"/>
                        <a:pt x="85" y="23"/>
                        <a:pt x="76" y="26"/>
                      </a:cubicBezTo>
                      <a:cubicBezTo>
                        <a:pt x="71" y="33"/>
                        <a:pt x="68" y="35"/>
                        <a:pt x="60" y="38"/>
                      </a:cubicBezTo>
                      <a:cubicBezTo>
                        <a:pt x="54" y="36"/>
                        <a:pt x="42" y="32"/>
                        <a:pt x="42" y="32"/>
                      </a:cubicBezTo>
                      <a:cubicBezTo>
                        <a:pt x="33" y="23"/>
                        <a:pt x="26" y="26"/>
                        <a:pt x="14" y="30"/>
                      </a:cubicBezTo>
                      <a:cubicBezTo>
                        <a:pt x="1" y="28"/>
                        <a:pt x="0" y="24"/>
                        <a:pt x="4" y="32"/>
                      </a:cubicBezTo>
                      <a:close/>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US"/>
                </a:p>
              </p:txBody>
            </p:sp>
            <p:sp>
              <p:nvSpPr>
                <p:cNvPr id="47" name="Freeform 16"/>
                <p:cNvSpPr>
                  <a:spLocks/>
                </p:cNvSpPr>
                <p:nvPr userDrawn="1"/>
              </p:nvSpPr>
              <p:spPr bwMode="ltGray">
                <a:xfrm>
                  <a:off x="2370" y="839"/>
                  <a:ext cx="75" cy="84"/>
                </a:xfrm>
                <a:custGeom>
                  <a:avLst/>
                  <a:gdLst>
                    <a:gd name="T0" fmla="*/ 8 w 76"/>
                    <a:gd name="T1" fmla="*/ 15 h 104"/>
                    <a:gd name="T2" fmla="*/ 18 w 76"/>
                    <a:gd name="T3" fmla="*/ 0 h 104"/>
                    <a:gd name="T4" fmla="*/ 34 w 76"/>
                    <a:gd name="T5" fmla="*/ 15 h 104"/>
                    <a:gd name="T6" fmla="*/ 61 w 76"/>
                    <a:gd name="T7" fmla="*/ 3 h 104"/>
                    <a:gd name="T8" fmla="*/ 45 w 76"/>
                    <a:gd name="T9" fmla="*/ 27 h 104"/>
                    <a:gd name="T10" fmla="*/ 53 w 76"/>
                    <a:gd name="T11" fmla="*/ 39 h 104"/>
                    <a:gd name="T12" fmla="*/ 57 w 76"/>
                    <a:gd name="T13" fmla="*/ 48 h 104"/>
                    <a:gd name="T14" fmla="*/ 45 w 76"/>
                    <a:gd name="T15" fmla="*/ 60 h 104"/>
                    <a:gd name="T16" fmla="*/ 34 w 76"/>
                    <a:gd name="T17" fmla="*/ 48 h 104"/>
                    <a:gd name="T18" fmla="*/ 22 w 76"/>
                    <a:gd name="T19" fmla="*/ 39 h 104"/>
                    <a:gd name="T20" fmla="*/ 28 w 76"/>
                    <a:gd name="T21" fmla="*/ 55 h 104"/>
                    <a:gd name="T22" fmla="*/ 30 w 76"/>
                    <a:gd name="T23" fmla="*/ 60 h 104"/>
                    <a:gd name="T24" fmla="*/ 20 w 76"/>
                    <a:gd name="T25" fmla="*/ 84 h 104"/>
                    <a:gd name="T26" fmla="*/ 12 w 76"/>
                    <a:gd name="T27" fmla="*/ 82 h 104"/>
                    <a:gd name="T28" fmla="*/ 8 w 76"/>
                    <a:gd name="T29" fmla="*/ 73 h 104"/>
                    <a:gd name="T30" fmla="*/ 0 w 76"/>
                    <a:gd name="T31" fmla="*/ 44 h 104"/>
                    <a:gd name="T32" fmla="*/ 2 w 76"/>
                    <a:gd name="T33" fmla="*/ 24 h 104"/>
                    <a:gd name="T34" fmla="*/ 8 w 76"/>
                    <a:gd name="T35" fmla="*/ 15 h 104"/>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Lst>
                  <a:ahLst/>
                  <a:cxnLst>
                    <a:cxn ang="T36">
                      <a:pos x="T0" y="T1"/>
                    </a:cxn>
                    <a:cxn ang="T37">
                      <a:pos x="T2" y="T3"/>
                    </a:cxn>
                    <a:cxn ang="T38">
                      <a:pos x="T4" y="T5"/>
                    </a:cxn>
                    <a:cxn ang="T39">
                      <a:pos x="T6" y="T7"/>
                    </a:cxn>
                    <a:cxn ang="T40">
                      <a:pos x="T8" y="T9"/>
                    </a:cxn>
                    <a:cxn ang="T41">
                      <a:pos x="T10" y="T11"/>
                    </a:cxn>
                    <a:cxn ang="T42">
                      <a:pos x="T12" y="T13"/>
                    </a:cxn>
                    <a:cxn ang="T43">
                      <a:pos x="T14" y="T15"/>
                    </a:cxn>
                    <a:cxn ang="T44">
                      <a:pos x="T16" y="T17"/>
                    </a:cxn>
                    <a:cxn ang="T45">
                      <a:pos x="T18" y="T19"/>
                    </a:cxn>
                    <a:cxn ang="T46">
                      <a:pos x="T20" y="T21"/>
                    </a:cxn>
                    <a:cxn ang="T47">
                      <a:pos x="T22" y="T23"/>
                    </a:cxn>
                    <a:cxn ang="T48">
                      <a:pos x="T24" y="T25"/>
                    </a:cxn>
                    <a:cxn ang="T49">
                      <a:pos x="T26" y="T27"/>
                    </a:cxn>
                    <a:cxn ang="T50">
                      <a:pos x="T28" y="T29"/>
                    </a:cxn>
                    <a:cxn ang="T51">
                      <a:pos x="T30" y="T31"/>
                    </a:cxn>
                    <a:cxn ang="T52">
                      <a:pos x="T32" y="T33"/>
                    </a:cxn>
                    <a:cxn ang="T53">
                      <a:pos x="T34" y="T35"/>
                    </a:cxn>
                  </a:cxnLst>
                  <a:rect l="0" t="0" r="r" b="b"/>
                  <a:pathLst>
                    <a:path w="76" h="104">
                      <a:moveTo>
                        <a:pt x="8" y="18"/>
                      </a:moveTo>
                      <a:cubicBezTo>
                        <a:pt x="10" y="8"/>
                        <a:pt x="9" y="3"/>
                        <a:pt x="18" y="0"/>
                      </a:cubicBezTo>
                      <a:cubicBezTo>
                        <a:pt x="28" y="3"/>
                        <a:pt x="25" y="12"/>
                        <a:pt x="34" y="18"/>
                      </a:cubicBezTo>
                      <a:cubicBezTo>
                        <a:pt x="46" y="16"/>
                        <a:pt x="51" y="8"/>
                        <a:pt x="62" y="4"/>
                      </a:cubicBezTo>
                      <a:cubicBezTo>
                        <a:pt x="76" y="9"/>
                        <a:pt x="56" y="31"/>
                        <a:pt x="46" y="34"/>
                      </a:cubicBezTo>
                      <a:cubicBezTo>
                        <a:pt x="51" y="56"/>
                        <a:pt x="43" y="29"/>
                        <a:pt x="54" y="48"/>
                      </a:cubicBezTo>
                      <a:cubicBezTo>
                        <a:pt x="56" y="52"/>
                        <a:pt x="58" y="60"/>
                        <a:pt x="58" y="60"/>
                      </a:cubicBezTo>
                      <a:cubicBezTo>
                        <a:pt x="55" y="68"/>
                        <a:pt x="54" y="71"/>
                        <a:pt x="46" y="74"/>
                      </a:cubicBezTo>
                      <a:cubicBezTo>
                        <a:pt x="38" y="71"/>
                        <a:pt x="37" y="68"/>
                        <a:pt x="34" y="60"/>
                      </a:cubicBezTo>
                      <a:cubicBezTo>
                        <a:pt x="33" y="50"/>
                        <a:pt x="32" y="33"/>
                        <a:pt x="22" y="48"/>
                      </a:cubicBezTo>
                      <a:cubicBezTo>
                        <a:pt x="25" y="60"/>
                        <a:pt x="23" y="53"/>
                        <a:pt x="28" y="68"/>
                      </a:cubicBezTo>
                      <a:cubicBezTo>
                        <a:pt x="29" y="70"/>
                        <a:pt x="30" y="74"/>
                        <a:pt x="30" y="74"/>
                      </a:cubicBezTo>
                      <a:cubicBezTo>
                        <a:pt x="24" y="84"/>
                        <a:pt x="22" y="93"/>
                        <a:pt x="20" y="104"/>
                      </a:cubicBezTo>
                      <a:cubicBezTo>
                        <a:pt x="17" y="103"/>
                        <a:pt x="14" y="104"/>
                        <a:pt x="12" y="102"/>
                      </a:cubicBezTo>
                      <a:cubicBezTo>
                        <a:pt x="9" y="99"/>
                        <a:pt x="8" y="90"/>
                        <a:pt x="8" y="90"/>
                      </a:cubicBezTo>
                      <a:cubicBezTo>
                        <a:pt x="13" y="75"/>
                        <a:pt x="14" y="64"/>
                        <a:pt x="0" y="54"/>
                      </a:cubicBezTo>
                      <a:cubicBezTo>
                        <a:pt x="1" y="46"/>
                        <a:pt x="1" y="38"/>
                        <a:pt x="2" y="30"/>
                      </a:cubicBezTo>
                      <a:cubicBezTo>
                        <a:pt x="2" y="27"/>
                        <a:pt x="13" y="2"/>
                        <a:pt x="8" y="18"/>
                      </a:cubicBezTo>
                      <a:close/>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US"/>
                </a:p>
              </p:txBody>
            </p:sp>
            <p:sp>
              <p:nvSpPr>
                <p:cNvPr id="48" name="Freeform 17"/>
                <p:cNvSpPr>
                  <a:spLocks/>
                </p:cNvSpPr>
                <p:nvPr userDrawn="1"/>
              </p:nvSpPr>
              <p:spPr bwMode="ltGray">
                <a:xfrm>
                  <a:off x="2497" y="793"/>
                  <a:ext cx="37" cy="49"/>
                </a:xfrm>
                <a:custGeom>
                  <a:avLst/>
                  <a:gdLst>
                    <a:gd name="T0" fmla="*/ 3 w 37"/>
                    <a:gd name="T1" fmla="*/ 22 h 61"/>
                    <a:gd name="T2" fmla="*/ 13 w 37"/>
                    <a:gd name="T3" fmla="*/ 0 h 61"/>
                    <a:gd name="T4" fmla="*/ 15 w 37"/>
                    <a:gd name="T5" fmla="*/ 22 h 61"/>
                    <a:gd name="T6" fmla="*/ 37 w 37"/>
                    <a:gd name="T7" fmla="*/ 31 h 61"/>
                    <a:gd name="T8" fmla="*/ 19 w 37"/>
                    <a:gd name="T9" fmla="*/ 35 h 61"/>
                    <a:gd name="T10" fmla="*/ 5 w 37"/>
                    <a:gd name="T11" fmla="*/ 47 h 61"/>
                    <a:gd name="T12" fmla="*/ 1 w 37"/>
                    <a:gd name="T13" fmla="*/ 27 h 61"/>
                    <a:gd name="T14" fmla="*/ 3 w 37"/>
                    <a:gd name="T15" fmla="*/ 22 h 61"/>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37" h="61">
                      <a:moveTo>
                        <a:pt x="3" y="28"/>
                      </a:moveTo>
                      <a:cubicBezTo>
                        <a:pt x="5" y="14"/>
                        <a:pt x="2" y="7"/>
                        <a:pt x="13" y="0"/>
                      </a:cubicBezTo>
                      <a:cubicBezTo>
                        <a:pt x="26" y="9"/>
                        <a:pt x="23" y="17"/>
                        <a:pt x="15" y="28"/>
                      </a:cubicBezTo>
                      <a:cubicBezTo>
                        <a:pt x="25" y="31"/>
                        <a:pt x="33" y="27"/>
                        <a:pt x="37" y="38"/>
                      </a:cubicBezTo>
                      <a:cubicBezTo>
                        <a:pt x="30" y="45"/>
                        <a:pt x="28" y="47"/>
                        <a:pt x="19" y="44"/>
                      </a:cubicBezTo>
                      <a:cubicBezTo>
                        <a:pt x="13" y="54"/>
                        <a:pt x="18" y="61"/>
                        <a:pt x="5" y="58"/>
                      </a:cubicBezTo>
                      <a:cubicBezTo>
                        <a:pt x="0" y="50"/>
                        <a:pt x="3" y="44"/>
                        <a:pt x="1" y="34"/>
                      </a:cubicBezTo>
                      <a:cubicBezTo>
                        <a:pt x="2" y="32"/>
                        <a:pt x="3" y="28"/>
                        <a:pt x="3" y="28"/>
                      </a:cubicBezTo>
                      <a:close/>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US"/>
                </a:p>
              </p:txBody>
            </p:sp>
            <p:sp>
              <p:nvSpPr>
                <p:cNvPr id="49" name="Freeform 18"/>
                <p:cNvSpPr>
                  <a:spLocks/>
                </p:cNvSpPr>
                <p:nvPr userDrawn="1"/>
              </p:nvSpPr>
              <p:spPr bwMode="ltGray">
                <a:xfrm>
                  <a:off x="2506" y="869"/>
                  <a:ext cx="47" cy="24"/>
                </a:xfrm>
                <a:custGeom>
                  <a:avLst/>
                  <a:gdLst>
                    <a:gd name="T0" fmla="*/ 7 w 49"/>
                    <a:gd name="T1" fmla="*/ 0 h 29"/>
                    <a:gd name="T2" fmla="*/ 28 w 49"/>
                    <a:gd name="T3" fmla="*/ 0 h 29"/>
                    <a:gd name="T4" fmla="*/ 47 w 49"/>
                    <a:gd name="T5" fmla="*/ 13 h 29"/>
                    <a:gd name="T6" fmla="*/ 34 w 49"/>
                    <a:gd name="T7" fmla="*/ 12 h 29"/>
                    <a:gd name="T8" fmla="*/ 3 w 49"/>
                    <a:gd name="T9" fmla="*/ 13 h 29"/>
                    <a:gd name="T10" fmla="*/ 7 w 49"/>
                    <a:gd name="T11" fmla="*/ 0 h 29"/>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49" h="29">
                      <a:moveTo>
                        <a:pt x="7" y="0"/>
                      </a:moveTo>
                      <a:cubicBezTo>
                        <a:pt x="15" y="6"/>
                        <a:pt x="19" y="2"/>
                        <a:pt x="29" y="0"/>
                      </a:cubicBezTo>
                      <a:cubicBezTo>
                        <a:pt x="45" y="5"/>
                        <a:pt x="40" y="3"/>
                        <a:pt x="49" y="16"/>
                      </a:cubicBezTo>
                      <a:cubicBezTo>
                        <a:pt x="46" y="29"/>
                        <a:pt x="42" y="21"/>
                        <a:pt x="35" y="14"/>
                      </a:cubicBezTo>
                      <a:cubicBezTo>
                        <a:pt x="26" y="15"/>
                        <a:pt x="12" y="19"/>
                        <a:pt x="3" y="16"/>
                      </a:cubicBezTo>
                      <a:cubicBezTo>
                        <a:pt x="0" y="6"/>
                        <a:pt x="7" y="10"/>
                        <a:pt x="7" y="0"/>
                      </a:cubicBezTo>
                      <a:close/>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US"/>
                </a:p>
              </p:txBody>
            </p:sp>
            <p:sp>
              <p:nvSpPr>
                <p:cNvPr id="50" name="Freeform 19"/>
                <p:cNvSpPr>
                  <a:spLocks/>
                </p:cNvSpPr>
                <p:nvPr userDrawn="1"/>
              </p:nvSpPr>
              <p:spPr bwMode="ltGray">
                <a:xfrm>
                  <a:off x="2555" y="832"/>
                  <a:ext cx="61" cy="42"/>
                </a:xfrm>
                <a:custGeom>
                  <a:avLst/>
                  <a:gdLst>
                    <a:gd name="T0" fmla="*/ 21 w 61"/>
                    <a:gd name="T1" fmla="*/ 33 h 48"/>
                    <a:gd name="T2" fmla="*/ 15 w 61"/>
                    <a:gd name="T3" fmla="*/ 23 h 48"/>
                    <a:gd name="T4" fmla="*/ 3 w 61"/>
                    <a:gd name="T5" fmla="*/ 19 h 48"/>
                    <a:gd name="T6" fmla="*/ 13 w 61"/>
                    <a:gd name="T7" fmla="*/ 7 h 48"/>
                    <a:gd name="T8" fmla="*/ 25 w 61"/>
                    <a:gd name="T9" fmla="*/ 0 h 48"/>
                    <a:gd name="T10" fmla="*/ 49 w 61"/>
                    <a:gd name="T11" fmla="*/ 9 h 48"/>
                    <a:gd name="T12" fmla="*/ 53 w 61"/>
                    <a:gd name="T13" fmla="*/ 18 h 48"/>
                    <a:gd name="T14" fmla="*/ 61 w 61"/>
                    <a:gd name="T15" fmla="*/ 28 h 48"/>
                    <a:gd name="T16" fmla="*/ 41 w 61"/>
                    <a:gd name="T17" fmla="*/ 33 h 48"/>
                    <a:gd name="T18" fmla="*/ 23 w 61"/>
                    <a:gd name="T19" fmla="*/ 39 h 48"/>
                    <a:gd name="T20" fmla="*/ 21 w 61"/>
                    <a:gd name="T21" fmla="*/ 33 h 48"/>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0" t="0" r="r" b="b"/>
                  <a:pathLst>
                    <a:path w="61" h="48">
                      <a:moveTo>
                        <a:pt x="21" y="38"/>
                      </a:moveTo>
                      <a:cubicBezTo>
                        <a:pt x="19" y="34"/>
                        <a:pt x="19" y="29"/>
                        <a:pt x="15" y="26"/>
                      </a:cubicBezTo>
                      <a:cubicBezTo>
                        <a:pt x="12" y="24"/>
                        <a:pt x="3" y="22"/>
                        <a:pt x="3" y="22"/>
                      </a:cubicBezTo>
                      <a:cubicBezTo>
                        <a:pt x="0" y="12"/>
                        <a:pt x="5" y="12"/>
                        <a:pt x="13" y="8"/>
                      </a:cubicBezTo>
                      <a:cubicBezTo>
                        <a:pt x="17" y="6"/>
                        <a:pt x="25" y="0"/>
                        <a:pt x="25" y="0"/>
                      </a:cubicBezTo>
                      <a:cubicBezTo>
                        <a:pt x="37" y="2"/>
                        <a:pt x="41" y="2"/>
                        <a:pt x="49" y="10"/>
                      </a:cubicBezTo>
                      <a:cubicBezTo>
                        <a:pt x="45" y="21"/>
                        <a:pt x="46" y="12"/>
                        <a:pt x="53" y="20"/>
                      </a:cubicBezTo>
                      <a:cubicBezTo>
                        <a:pt x="56" y="24"/>
                        <a:pt x="61" y="32"/>
                        <a:pt x="61" y="32"/>
                      </a:cubicBezTo>
                      <a:cubicBezTo>
                        <a:pt x="56" y="47"/>
                        <a:pt x="53" y="42"/>
                        <a:pt x="41" y="38"/>
                      </a:cubicBezTo>
                      <a:cubicBezTo>
                        <a:pt x="27" y="47"/>
                        <a:pt x="34" y="48"/>
                        <a:pt x="23" y="44"/>
                      </a:cubicBezTo>
                      <a:cubicBezTo>
                        <a:pt x="22" y="42"/>
                        <a:pt x="21" y="38"/>
                        <a:pt x="21" y="38"/>
                      </a:cubicBezTo>
                      <a:close/>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US"/>
                </a:p>
              </p:txBody>
            </p:sp>
            <p:sp>
              <p:nvSpPr>
                <p:cNvPr id="51" name="Freeform 20"/>
                <p:cNvSpPr>
                  <a:spLocks/>
                </p:cNvSpPr>
                <p:nvPr userDrawn="1"/>
              </p:nvSpPr>
              <p:spPr bwMode="ltGray">
                <a:xfrm>
                  <a:off x="2572" y="852"/>
                  <a:ext cx="286" cy="149"/>
                </a:xfrm>
                <a:custGeom>
                  <a:avLst/>
                  <a:gdLst>
                    <a:gd name="T0" fmla="*/ 46 w 286"/>
                    <a:gd name="T1" fmla="*/ 23 h 182"/>
                    <a:gd name="T2" fmla="*/ 36 w 286"/>
                    <a:gd name="T3" fmla="*/ 11 h 182"/>
                    <a:gd name="T4" fmla="*/ 26 w 286"/>
                    <a:gd name="T5" fmla="*/ 25 h 182"/>
                    <a:gd name="T6" fmla="*/ 0 w 286"/>
                    <a:gd name="T7" fmla="*/ 20 h 182"/>
                    <a:gd name="T8" fmla="*/ 10 w 286"/>
                    <a:gd name="T9" fmla="*/ 34 h 182"/>
                    <a:gd name="T10" fmla="*/ 16 w 286"/>
                    <a:gd name="T11" fmla="*/ 51 h 182"/>
                    <a:gd name="T12" fmla="*/ 24 w 286"/>
                    <a:gd name="T13" fmla="*/ 39 h 182"/>
                    <a:gd name="T14" fmla="*/ 30 w 286"/>
                    <a:gd name="T15" fmla="*/ 36 h 182"/>
                    <a:gd name="T16" fmla="*/ 48 w 286"/>
                    <a:gd name="T17" fmla="*/ 46 h 182"/>
                    <a:gd name="T18" fmla="*/ 70 w 286"/>
                    <a:gd name="T19" fmla="*/ 51 h 182"/>
                    <a:gd name="T20" fmla="*/ 88 w 286"/>
                    <a:gd name="T21" fmla="*/ 59 h 182"/>
                    <a:gd name="T22" fmla="*/ 106 w 286"/>
                    <a:gd name="T23" fmla="*/ 84 h 182"/>
                    <a:gd name="T24" fmla="*/ 104 w 286"/>
                    <a:gd name="T25" fmla="*/ 100 h 182"/>
                    <a:gd name="T26" fmla="*/ 98 w 286"/>
                    <a:gd name="T27" fmla="*/ 110 h 182"/>
                    <a:gd name="T28" fmla="*/ 122 w 286"/>
                    <a:gd name="T29" fmla="*/ 105 h 182"/>
                    <a:gd name="T30" fmla="*/ 140 w 286"/>
                    <a:gd name="T31" fmla="*/ 115 h 182"/>
                    <a:gd name="T32" fmla="*/ 168 w 286"/>
                    <a:gd name="T33" fmla="*/ 121 h 182"/>
                    <a:gd name="T34" fmla="*/ 174 w 286"/>
                    <a:gd name="T35" fmla="*/ 120 h 182"/>
                    <a:gd name="T36" fmla="*/ 168 w 286"/>
                    <a:gd name="T37" fmla="*/ 110 h 182"/>
                    <a:gd name="T38" fmla="*/ 178 w 286"/>
                    <a:gd name="T39" fmla="*/ 111 h 182"/>
                    <a:gd name="T40" fmla="*/ 186 w 286"/>
                    <a:gd name="T41" fmla="*/ 97 h 182"/>
                    <a:gd name="T42" fmla="*/ 202 w 286"/>
                    <a:gd name="T43" fmla="*/ 100 h 182"/>
                    <a:gd name="T44" fmla="*/ 214 w 286"/>
                    <a:gd name="T45" fmla="*/ 106 h 182"/>
                    <a:gd name="T46" fmla="*/ 244 w 286"/>
                    <a:gd name="T47" fmla="*/ 138 h 182"/>
                    <a:gd name="T48" fmla="*/ 262 w 286"/>
                    <a:gd name="T49" fmla="*/ 146 h 182"/>
                    <a:gd name="T50" fmla="*/ 284 w 286"/>
                    <a:gd name="T51" fmla="*/ 139 h 182"/>
                    <a:gd name="T52" fmla="*/ 268 w 286"/>
                    <a:gd name="T53" fmla="*/ 131 h 182"/>
                    <a:gd name="T54" fmla="*/ 256 w 286"/>
                    <a:gd name="T55" fmla="*/ 113 h 182"/>
                    <a:gd name="T56" fmla="*/ 250 w 286"/>
                    <a:gd name="T57" fmla="*/ 108 h 182"/>
                    <a:gd name="T58" fmla="*/ 248 w 286"/>
                    <a:gd name="T59" fmla="*/ 100 h 182"/>
                    <a:gd name="T60" fmla="*/ 236 w 286"/>
                    <a:gd name="T61" fmla="*/ 95 h 182"/>
                    <a:gd name="T62" fmla="*/ 240 w 286"/>
                    <a:gd name="T63" fmla="*/ 79 h 182"/>
                    <a:gd name="T64" fmla="*/ 220 w 286"/>
                    <a:gd name="T65" fmla="*/ 70 h 182"/>
                    <a:gd name="T66" fmla="*/ 210 w 286"/>
                    <a:gd name="T67" fmla="*/ 57 h 182"/>
                    <a:gd name="T68" fmla="*/ 190 w 286"/>
                    <a:gd name="T69" fmla="*/ 44 h 182"/>
                    <a:gd name="T70" fmla="*/ 168 w 286"/>
                    <a:gd name="T71" fmla="*/ 31 h 182"/>
                    <a:gd name="T72" fmla="*/ 156 w 286"/>
                    <a:gd name="T73" fmla="*/ 28 h 182"/>
                    <a:gd name="T74" fmla="*/ 120 w 286"/>
                    <a:gd name="T75" fmla="*/ 13 h 182"/>
                    <a:gd name="T76" fmla="*/ 102 w 286"/>
                    <a:gd name="T77" fmla="*/ 3 h 182"/>
                    <a:gd name="T78" fmla="*/ 96 w 286"/>
                    <a:gd name="T79" fmla="*/ 0 h 182"/>
                    <a:gd name="T80" fmla="*/ 70 w 286"/>
                    <a:gd name="T81" fmla="*/ 8 h 182"/>
                    <a:gd name="T82" fmla="*/ 56 w 286"/>
                    <a:gd name="T83" fmla="*/ 26 h 182"/>
                    <a:gd name="T84" fmla="*/ 46 w 286"/>
                    <a:gd name="T85" fmla="*/ 23 h 182"/>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Lst>
                  <a:ahLst/>
                  <a:cxnLst>
                    <a:cxn ang="T86">
                      <a:pos x="T0" y="T1"/>
                    </a:cxn>
                    <a:cxn ang="T87">
                      <a:pos x="T2" y="T3"/>
                    </a:cxn>
                    <a:cxn ang="T88">
                      <a:pos x="T4" y="T5"/>
                    </a:cxn>
                    <a:cxn ang="T89">
                      <a:pos x="T6" y="T7"/>
                    </a:cxn>
                    <a:cxn ang="T90">
                      <a:pos x="T8" y="T9"/>
                    </a:cxn>
                    <a:cxn ang="T91">
                      <a:pos x="T10" y="T11"/>
                    </a:cxn>
                    <a:cxn ang="T92">
                      <a:pos x="T12" y="T13"/>
                    </a:cxn>
                    <a:cxn ang="T93">
                      <a:pos x="T14" y="T15"/>
                    </a:cxn>
                    <a:cxn ang="T94">
                      <a:pos x="T16" y="T17"/>
                    </a:cxn>
                    <a:cxn ang="T95">
                      <a:pos x="T18" y="T19"/>
                    </a:cxn>
                    <a:cxn ang="T96">
                      <a:pos x="T20" y="T21"/>
                    </a:cxn>
                    <a:cxn ang="T97">
                      <a:pos x="T22" y="T23"/>
                    </a:cxn>
                    <a:cxn ang="T98">
                      <a:pos x="T24" y="T25"/>
                    </a:cxn>
                    <a:cxn ang="T99">
                      <a:pos x="T26" y="T27"/>
                    </a:cxn>
                    <a:cxn ang="T100">
                      <a:pos x="T28" y="T29"/>
                    </a:cxn>
                    <a:cxn ang="T101">
                      <a:pos x="T30" y="T31"/>
                    </a:cxn>
                    <a:cxn ang="T102">
                      <a:pos x="T32" y="T33"/>
                    </a:cxn>
                    <a:cxn ang="T103">
                      <a:pos x="T34" y="T35"/>
                    </a:cxn>
                    <a:cxn ang="T104">
                      <a:pos x="T36" y="T37"/>
                    </a:cxn>
                    <a:cxn ang="T105">
                      <a:pos x="T38" y="T39"/>
                    </a:cxn>
                    <a:cxn ang="T106">
                      <a:pos x="T40" y="T41"/>
                    </a:cxn>
                    <a:cxn ang="T107">
                      <a:pos x="T42" y="T43"/>
                    </a:cxn>
                    <a:cxn ang="T108">
                      <a:pos x="T44" y="T45"/>
                    </a:cxn>
                    <a:cxn ang="T109">
                      <a:pos x="T46" y="T47"/>
                    </a:cxn>
                    <a:cxn ang="T110">
                      <a:pos x="T48" y="T49"/>
                    </a:cxn>
                    <a:cxn ang="T111">
                      <a:pos x="T50" y="T51"/>
                    </a:cxn>
                    <a:cxn ang="T112">
                      <a:pos x="T52" y="T53"/>
                    </a:cxn>
                    <a:cxn ang="T113">
                      <a:pos x="T54" y="T55"/>
                    </a:cxn>
                    <a:cxn ang="T114">
                      <a:pos x="T56" y="T57"/>
                    </a:cxn>
                    <a:cxn ang="T115">
                      <a:pos x="T58" y="T59"/>
                    </a:cxn>
                    <a:cxn ang="T116">
                      <a:pos x="T60" y="T61"/>
                    </a:cxn>
                    <a:cxn ang="T117">
                      <a:pos x="T62" y="T63"/>
                    </a:cxn>
                    <a:cxn ang="T118">
                      <a:pos x="T64" y="T65"/>
                    </a:cxn>
                    <a:cxn ang="T119">
                      <a:pos x="T66" y="T67"/>
                    </a:cxn>
                    <a:cxn ang="T120">
                      <a:pos x="T68" y="T69"/>
                    </a:cxn>
                    <a:cxn ang="T121">
                      <a:pos x="T70" y="T71"/>
                    </a:cxn>
                    <a:cxn ang="T122">
                      <a:pos x="T72" y="T73"/>
                    </a:cxn>
                    <a:cxn ang="T123">
                      <a:pos x="T74" y="T75"/>
                    </a:cxn>
                    <a:cxn ang="T124">
                      <a:pos x="T76" y="T77"/>
                    </a:cxn>
                    <a:cxn ang="T125">
                      <a:pos x="T78" y="T79"/>
                    </a:cxn>
                    <a:cxn ang="T126">
                      <a:pos x="T80" y="T81"/>
                    </a:cxn>
                    <a:cxn ang="T127">
                      <a:pos x="T82" y="T83"/>
                    </a:cxn>
                    <a:cxn ang="T128">
                      <a:pos x="T84" y="T85"/>
                    </a:cxn>
                  </a:cxnLst>
                  <a:rect l="0" t="0" r="r" b="b"/>
                  <a:pathLst>
                    <a:path w="286" h="182">
                      <a:moveTo>
                        <a:pt x="46" y="28"/>
                      </a:moveTo>
                      <a:cubicBezTo>
                        <a:pt x="41" y="14"/>
                        <a:pt x="46" y="17"/>
                        <a:pt x="36" y="14"/>
                      </a:cubicBezTo>
                      <a:cubicBezTo>
                        <a:pt x="31" y="17"/>
                        <a:pt x="26" y="30"/>
                        <a:pt x="26" y="30"/>
                      </a:cubicBezTo>
                      <a:cubicBezTo>
                        <a:pt x="12" y="25"/>
                        <a:pt x="19" y="21"/>
                        <a:pt x="0" y="24"/>
                      </a:cubicBezTo>
                      <a:cubicBezTo>
                        <a:pt x="2" y="33"/>
                        <a:pt x="2" y="37"/>
                        <a:pt x="10" y="42"/>
                      </a:cubicBezTo>
                      <a:cubicBezTo>
                        <a:pt x="12" y="49"/>
                        <a:pt x="14" y="55"/>
                        <a:pt x="16" y="62"/>
                      </a:cubicBezTo>
                      <a:cubicBezTo>
                        <a:pt x="24" y="59"/>
                        <a:pt x="27" y="57"/>
                        <a:pt x="24" y="48"/>
                      </a:cubicBezTo>
                      <a:cubicBezTo>
                        <a:pt x="26" y="47"/>
                        <a:pt x="28" y="43"/>
                        <a:pt x="30" y="44"/>
                      </a:cubicBezTo>
                      <a:cubicBezTo>
                        <a:pt x="48" y="48"/>
                        <a:pt x="36" y="52"/>
                        <a:pt x="48" y="56"/>
                      </a:cubicBezTo>
                      <a:cubicBezTo>
                        <a:pt x="74" y="65"/>
                        <a:pt x="47" y="56"/>
                        <a:pt x="70" y="62"/>
                      </a:cubicBezTo>
                      <a:cubicBezTo>
                        <a:pt x="77" y="64"/>
                        <a:pt x="88" y="72"/>
                        <a:pt x="88" y="72"/>
                      </a:cubicBezTo>
                      <a:cubicBezTo>
                        <a:pt x="96" y="84"/>
                        <a:pt x="102" y="87"/>
                        <a:pt x="106" y="102"/>
                      </a:cubicBezTo>
                      <a:cubicBezTo>
                        <a:pt x="105" y="109"/>
                        <a:pt x="106" y="115"/>
                        <a:pt x="104" y="122"/>
                      </a:cubicBezTo>
                      <a:cubicBezTo>
                        <a:pt x="103" y="126"/>
                        <a:pt x="94" y="132"/>
                        <a:pt x="98" y="134"/>
                      </a:cubicBezTo>
                      <a:cubicBezTo>
                        <a:pt x="106" y="137"/>
                        <a:pt x="122" y="128"/>
                        <a:pt x="122" y="128"/>
                      </a:cubicBezTo>
                      <a:cubicBezTo>
                        <a:pt x="130" y="131"/>
                        <a:pt x="133" y="135"/>
                        <a:pt x="140" y="140"/>
                      </a:cubicBezTo>
                      <a:cubicBezTo>
                        <a:pt x="148" y="145"/>
                        <a:pt x="159" y="145"/>
                        <a:pt x="168" y="148"/>
                      </a:cubicBezTo>
                      <a:cubicBezTo>
                        <a:pt x="170" y="147"/>
                        <a:pt x="173" y="148"/>
                        <a:pt x="174" y="146"/>
                      </a:cubicBezTo>
                      <a:cubicBezTo>
                        <a:pt x="176" y="142"/>
                        <a:pt x="164" y="136"/>
                        <a:pt x="168" y="134"/>
                      </a:cubicBezTo>
                      <a:cubicBezTo>
                        <a:pt x="171" y="132"/>
                        <a:pt x="175" y="135"/>
                        <a:pt x="178" y="136"/>
                      </a:cubicBezTo>
                      <a:cubicBezTo>
                        <a:pt x="182" y="131"/>
                        <a:pt x="186" y="118"/>
                        <a:pt x="186" y="118"/>
                      </a:cubicBezTo>
                      <a:cubicBezTo>
                        <a:pt x="189" y="119"/>
                        <a:pt x="199" y="120"/>
                        <a:pt x="202" y="122"/>
                      </a:cubicBezTo>
                      <a:cubicBezTo>
                        <a:pt x="206" y="124"/>
                        <a:pt x="214" y="130"/>
                        <a:pt x="214" y="130"/>
                      </a:cubicBezTo>
                      <a:cubicBezTo>
                        <a:pt x="224" y="145"/>
                        <a:pt x="228" y="158"/>
                        <a:pt x="244" y="168"/>
                      </a:cubicBezTo>
                      <a:cubicBezTo>
                        <a:pt x="250" y="172"/>
                        <a:pt x="262" y="178"/>
                        <a:pt x="262" y="178"/>
                      </a:cubicBezTo>
                      <a:cubicBezTo>
                        <a:pt x="265" y="178"/>
                        <a:pt x="286" y="182"/>
                        <a:pt x="284" y="170"/>
                      </a:cubicBezTo>
                      <a:cubicBezTo>
                        <a:pt x="283" y="164"/>
                        <a:pt x="268" y="160"/>
                        <a:pt x="268" y="160"/>
                      </a:cubicBezTo>
                      <a:cubicBezTo>
                        <a:pt x="261" y="150"/>
                        <a:pt x="270" y="143"/>
                        <a:pt x="256" y="138"/>
                      </a:cubicBezTo>
                      <a:cubicBezTo>
                        <a:pt x="254" y="136"/>
                        <a:pt x="251" y="135"/>
                        <a:pt x="250" y="132"/>
                      </a:cubicBezTo>
                      <a:cubicBezTo>
                        <a:pt x="248" y="129"/>
                        <a:pt x="250" y="125"/>
                        <a:pt x="248" y="122"/>
                      </a:cubicBezTo>
                      <a:cubicBezTo>
                        <a:pt x="246" y="118"/>
                        <a:pt x="240" y="118"/>
                        <a:pt x="236" y="116"/>
                      </a:cubicBezTo>
                      <a:cubicBezTo>
                        <a:pt x="230" y="107"/>
                        <a:pt x="227" y="100"/>
                        <a:pt x="240" y="96"/>
                      </a:cubicBezTo>
                      <a:cubicBezTo>
                        <a:pt x="236" y="83"/>
                        <a:pt x="236" y="84"/>
                        <a:pt x="220" y="86"/>
                      </a:cubicBezTo>
                      <a:cubicBezTo>
                        <a:pt x="209" y="82"/>
                        <a:pt x="208" y="82"/>
                        <a:pt x="210" y="70"/>
                      </a:cubicBezTo>
                      <a:cubicBezTo>
                        <a:pt x="207" y="60"/>
                        <a:pt x="199" y="57"/>
                        <a:pt x="190" y="54"/>
                      </a:cubicBezTo>
                      <a:cubicBezTo>
                        <a:pt x="181" y="45"/>
                        <a:pt x="181" y="42"/>
                        <a:pt x="168" y="38"/>
                      </a:cubicBezTo>
                      <a:cubicBezTo>
                        <a:pt x="164" y="37"/>
                        <a:pt x="156" y="34"/>
                        <a:pt x="156" y="34"/>
                      </a:cubicBezTo>
                      <a:cubicBezTo>
                        <a:pt x="146" y="24"/>
                        <a:pt x="134" y="21"/>
                        <a:pt x="120" y="16"/>
                      </a:cubicBezTo>
                      <a:cubicBezTo>
                        <a:pt x="113" y="14"/>
                        <a:pt x="108" y="8"/>
                        <a:pt x="102" y="4"/>
                      </a:cubicBezTo>
                      <a:cubicBezTo>
                        <a:pt x="100" y="3"/>
                        <a:pt x="96" y="0"/>
                        <a:pt x="96" y="0"/>
                      </a:cubicBezTo>
                      <a:cubicBezTo>
                        <a:pt x="83" y="2"/>
                        <a:pt x="79" y="1"/>
                        <a:pt x="70" y="10"/>
                      </a:cubicBezTo>
                      <a:cubicBezTo>
                        <a:pt x="67" y="19"/>
                        <a:pt x="63" y="27"/>
                        <a:pt x="56" y="32"/>
                      </a:cubicBezTo>
                      <a:cubicBezTo>
                        <a:pt x="49" y="30"/>
                        <a:pt x="52" y="31"/>
                        <a:pt x="46" y="28"/>
                      </a:cubicBezTo>
                      <a:close/>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US"/>
                </a:p>
              </p:txBody>
            </p:sp>
            <p:sp>
              <p:nvSpPr>
                <p:cNvPr id="52" name="Freeform 21"/>
                <p:cNvSpPr>
                  <a:spLocks/>
                </p:cNvSpPr>
                <p:nvPr userDrawn="1"/>
              </p:nvSpPr>
              <p:spPr bwMode="ltGray">
                <a:xfrm>
                  <a:off x="2820" y="866"/>
                  <a:ext cx="78" cy="64"/>
                </a:xfrm>
                <a:custGeom>
                  <a:avLst/>
                  <a:gdLst>
                    <a:gd name="T0" fmla="*/ 1 w 78"/>
                    <a:gd name="T1" fmla="*/ 48 h 78"/>
                    <a:gd name="T2" fmla="*/ 27 w 78"/>
                    <a:gd name="T3" fmla="*/ 49 h 78"/>
                    <a:gd name="T4" fmla="*/ 45 w 78"/>
                    <a:gd name="T5" fmla="*/ 39 h 78"/>
                    <a:gd name="T6" fmla="*/ 57 w 78"/>
                    <a:gd name="T7" fmla="*/ 25 h 78"/>
                    <a:gd name="T8" fmla="*/ 43 w 78"/>
                    <a:gd name="T9" fmla="*/ 11 h 78"/>
                    <a:gd name="T10" fmla="*/ 43 w 78"/>
                    <a:gd name="T11" fmla="*/ 3 h 78"/>
                    <a:gd name="T12" fmla="*/ 71 w 78"/>
                    <a:gd name="T13" fmla="*/ 21 h 78"/>
                    <a:gd name="T14" fmla="*/ 67 w 78"/>
                    <a:gd name="T15" fmla="*/ 44 h 78"/>
                    <a:gd name="T16" fmla="*/ 33 w 78"/>
                    <a:gd name="T17" fmla="*/ 64 h 78"/>
                    <a:gd name="T18" fmla="*/ 9 w 78"/>
                    <a:gd name="T19" fmla="*/ 54 h 78"/>
                    <a:gd name="T20" fmla="*/ 3 w 78"/>
                    <a:gd name="T21" fmla="*/ 51 h 78"/>
                    <a:gd name="T22" fmla="*/ 1 w 78"/>
                    <a:gd name="T23" fmla="*/ 48 h 78"/>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Lst>
                  <a:ahLst/>
                  <a:cxnLst>
                    <a:cxn ang="T24">
                      <a:pos x="T0" y="T1"/>
                    </a:cxn>
                    <a:cxn ang="T25">
                      <a:pos x="T2" y="T3"/>
                    </a:cxn>
                    <a:cxn ang="T26">
                      <a:pos x="T4" y="T5"/>
                    </a:cxn>
                    <a:cxn ang="T27">
                      <a:pos x="T6" y="T7"/>
                    </a:cxn>
                    <a:cxn ang="T28">
                      <a:pos x="T8" y="T9"/>
                    </a:cxn>
                    <a:cxn ang="T29">
                      <a:pos x="T10" y="T11"/>
                    </a:cxn>
                    <a:cxn ang="T30">
                      <a:pos x="T12" y="T13"/>
                    </a:cxn>
                    <a:cxn ang="T31">
                      <a:pos x="T14" y="T15"/>
                    </a:cxn>
                    <a:cxn ang="T32">
                      <a:pos x="T16" y="T17"/>
                    </a:cxn>
                    <a:cxn ang="T33">
                      <a:pos x="T18" y="T19"/>
                    </a:cxn>
                    <a:cxn ang="T34">
                      <a:pos x="T20" y="T21"/>
                    </a:cxn>
                    <a:cxn ang="T35">
                      <a:pos x="T22" y="T23"/>
                    </a:cxn>
                  </a:cxnLst>
                  <a:rect l="0" t="0" r="r" b="b"/>
                  <a:pathLst>
                    <a:path w="78" h="78">
                      <a:moveTo>
                        <a:pt x="1" y="58"/>
                      </a:moveTo>
                      <a:cubicBezTo>
                        <a:pt x="6" y="44"/>
                        <a:pt x="18" y="57"/>
                        <a:pt x="27" y="60"/>
                      </a:cubicBezTo>
                      <a:cubicBezTo>
                        <a:pt x="35" y="57"/>
                        <a:pt x="38" y="52"/>
                        <a:pt x="45" y="48"/>
                      </a:cubicBezTo>
                      <a:cubicBezTo>
                        <a:pt x="48" y="40"/>
                        <a:pt x="51" y="36"/>
                        <a:pt x="57" y="30"/>
                      </a:cubicBezTo>
                      <a:cubicBezTo>
                        <a:pt x="55" y="23"/>
                        <a:pt x="43" y="14"/>
                        <a:pt x="43" y="14"/>
                      </a:cubicBezTo>
                      <a:cubicBezTo>
                        <a:pt x="33" y="0"/>
                        <a:pt x="30" y="1"/>
                        <a:pt x="43" y="4"/>
                      </a:cubicBezTo>
                      <a:cubicBezTo>
                        <a:pt x="54" y="11"/>
                        <a:pt x="58" y="22"/>
                        <a:pt x="71" y="26"/>
                      </a:cubicBezTo>
                      <a:cubicBezTo>
                        <a:pt x="78" y="37"/>
                        <a:pt x="78" y="46"/>
                        <a:pt x="67" y="54"/>
                      </a:cubicBezTo>
                      <a:cubicBezTo>
                        <a:pt x="51" y="49"/>
                        <a:pt x="53" y="71"/>
                        <a:pt x="33" y="78"/>
                      </a:cubicBezTo>
                      <a:cubicBezTo>
                        <a:pt x="16" y="72"/>
                        <a:pt x="25" y="76"/>
                        <a:pt x="9" y="66"/>
                      </a:cubicBezTo>
                      <a:cubicBezTo>
                        <a:pt x="7" y="65"/>
                        <a:pt x="3" y="62"/>
                        <a:pt x="3" y="62"/>
                      </a:cubicBezTo>
                      <a:cubicBezTo>
                        <a:pt x="0" y="54"/>
                        <a:pt x="13" y="42"/>
                        <a:pt x="1" y="58"/>
                      </a:cubicBezTo>
                      <a:close/>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US"/>
                </a:p>
              </p:txBody>
            </p:sp>
            <p:sp>
              <p:nvSpPr>
                <p:cNvPr id="53" name="Freeform 22"/>
                <p:cNvSpPr>
                  <a:spLocks/>
                </p:cNvSpPr>
                <p:nvPr userDrawn="1"/>
              </p:nvSpPr>
              <p:spPr bwMode="ltGray">
                <a:xfrm>
                  <a:off x="2984" y="732"/>
                  <a:ext cx="19" cy="14"/>
                </a:xfrm>
                <a:custGeom>
                  <a:avLst/>
                  <a:gdLst>
                    <a:gd name="T0" fmla="*/ 3 w 17"/>
                    <a:gd name="T1" fmla="*/ 3 h 18"/>
                    <a:gd name="T2" fmla="*/ 3 w 17"/>
                    <a:gd name="T3" fmla="*/ 11 h 18"/>
                    <a:gd name="T4" fmla="*/ 3 w 17"/>
                    <a:gd name="T5" fmla="*/ 3 h 18"/>
                    <a:gd name="T6" fmla="*/ 0 60000 65536"/>
                    <a:gd name="T7" fmla="*/ 0 60000 65536"/>
                    <a:gd name="T8" fmla="*/ 0 60000 65536"/>
                  </a:gdLst>
                  <a:ahLst/>
                  <a:cxnLst>
                    <a:cxn ang="T6">
                      <a:pos x="T0" y="T1"/>
                    </a:cxn>
                    <a:cxn ang="T7">
                      <a:pos x="T2" y="T3"/>
                    </a:cxn>
                    <a:cxn ang="T8">
                      <a:pos x="T4" y="T5"/>
                    </a:cxn>
                  </a:cxnLst>
                  <a:rect l="0" t="0" r="r" b="b"/>
                  <a:pathLst>
                    <a:path w="17" h="18">
                      <a:moveTo>
                        <a:pt x="3" y="4"/>
                      </a:moveTo>
                      <a:cubicBezTo>
                        <a:pt x="17" y="7"/>
                        <a:pt x="16" y="18"/>
                        <a:pt x="3" y="14"/>
                      </a:cubicBezTo>
                      <a:cubicBezTo>
                        <a:pt x="0" y="6"/>
                        <a:pt x="7" y="0"/>
                        <a:pt x="3" y="4"/>
                      </a:cubicBezTo>
                      <a:close/>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US"/>
                </a:p>
              </p:txBody>
            </p:sp>
            <p:sp>
              <p:nvSpPr>
                <p:cNvPr id="54" name="Freeform 23"/>
                <p:cNvSpPr>
                  <a:spLocks/>
                </p:cNvSpPr>
                <p:nvPr userDrawn="1"/>
              </p:nvSpPr>
              <p:spPr bwMode="ltGray">
                <a:xfrm>
                  <a:off x="3083" y="830"/>
                  <a:ext cx="26" cy="19"/>
                </a:xfrm>
                <a:custGeom>
                  <a:avLst/>
                  <a:gdLst>
                    <a:gd name="T0" fmla="*/ 8 w 26"/>
                    <a:gd name="T1" fmla="*/ 12 h 22"/>
                    <a:gd name="T2" fmla="*/ 14 w 26"/>
                    <a:gd name="T3" fmla="*/ 0 h 22"/>
                    <a:gd name="T4" fmla="*/ 14 w 26"/>
                    <a:gd name="T5" fmla="*/ 19 h 22"/>
                    <a:gd name="T6" fmla="*/ 8 w 26"/>
                    <a:gd name="T7" fmla="*/ 12 h 22"/>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26" h="22">
                      <a:moveTo>
                        <a:pt x="8" y="14"/>
                      </a:moveTo>
                      <a:cubicBezTo>
                        <a:pt x="5" y="6"/>
                        <a:pt x="5" y="3"/>
                        <a:pt x="14" y="0"/>
                      </a:cubicBezTo>
                      <a:cubicBezTo>
                        <a:pt x="26" y="4"/>
                        <a:pt x="23" y="16"/>
                        <a:pt x="14" y="22"/>
                      </a:cubicBezTo>
                      <a:cubicBezTo>
                        <a:pt x="0" y="17"/>
                        <a:pt x="13" y="3"/>
                        <a:pt x="8" y="14"/>
                      </a:cubicBezTo>
                      <a:close/>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US"/>
                </a:p>
              </p:txBody>
            </p:sp>
            <p:sp>
              <p:nvSpPr>
                <p:cNvPr id="55" name="Freeform 24"/>
                <p:cNvSpPr>
                  <a:spLocks/>
                </p:cNvSpPr>
                <p:nvPr userDrawn="1"/>
              </p:nvSpPr>
              <p:spPr bwMode="ltGray">
                <a:xfrm>
                  <a:off x="2766" y="610"/>
                  <a:ext cx="19" cy="12"/>
                </a:xfrm>
                <a:custGeom>
                  <a:avLst/>
                  <a:gdLst>
                    <a:gd name="T0" fmla="*/ 7 w 20"/>
                    <a:gd name="T1" fmla="*/ 10 h 15"/>
                    <a:gd name="T2" fmla="*/ 16 w 20"/>
                    <a:gd name="T3" fmla="*/ 2 h 15"/>
                    <a:gd name="T4" fmla="*/ 9 w 20"/>
                    <a:gd name="T5" fmla="*/ 10 h 15"/>
                    <a:gd name="T6" fmla="*/ 7 w 20"/>
                    <a:gd name="T7" fmla="*/ 10 h 15"/>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20" h="15">
                      <a:moveTo>
                        <a:pt x="7" y="12"/>
                      </a:moveTo>
                      <a:cubicBezTo>
                        <a:pt x="0" y="1"/>
                        <a:pt x="6" y="0"/>
                        <a:pt x="17" y="2"/>
                      </a:cubicBezTo>
                      <a:cubicBezTo>
                        <a:pt x="20" y="10"/>
                        <a:pt x="18" y="15"/>
                        <a:pt x="9" y="12"/>
                      </a:cubicBezTo>
                      <a:cubicBezTo>
                        <a:pt x="4" y="4"/>
                        <a:pt x="4" y="4"/>
                        <a:pt x="7" y="12"/>
                      </a:cubicBezTo>
                      <a:close/>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US"/>
                </a:p>
              </p:txBody>
            </p:sp>
            <p:sp>
              <p:nvSpPr>
                <p:cNvPr id="56" name="Freeform 25"/>
                <p:cNvSpPr>
                  <a:spLocks/>
                </p:cNvSpPr>
                <p:nvPr userDrawn="1"/>
              </p:nvSpPr>
              <p:spPr bwMode="ltGray">
                <a:xfrm>
                  <a:off x="2600" y="712"/>
                  <a:ext cx="19" cy="12"/>
                </a:xfrm>
                <a:custGeom>
                  <a:avLst/>
                  <a:gdLst>
                    <a:gd name="T0" fmla="*/ 7 w 20"/>
                    <a:gd name="T1" fmla="*/ 10 h 15"/>
                    <a:gd name="T2" fmla="*/ 14 w 20"/>
                    <a:gd name="T3" fmla="*/ 2 h 15"/>
                    <a:gd name="T4" fmla="*/ 14 w 20"/>
                    <a:gd name="T5" fmla="*/ 11 h 15"/>
                    <a:gd name="T6" fmla="*/ 7 w 20"/>
                    <a:gd name="T7" fmla="*/ 10 h 15"/>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20" h="15">
                      <a:moveTo>
                        <a:pt x="7" y="12"/>
                      </a:moveTo>
                      <a:cubicBezTo>
                        <a:pt x="0" y="2"/>
                        <a:pt x="3" y="0"/>
                        <a:pt x="15" y="2"/>
                      </a:cubicBezTo>
                      <a:cubicBezTo>
                        <a:pt x="16" y="4"/>
                        <a:pt x="20" y="12"/>
                        <a:pt x="15" y="14"/>
                      </a:cubicBezTo>
                      <a:cubicBezTo>
                        <a:pt x="12" y="15"/>
                        <a:pt x="7" y="12"/>
                        <a:pt x="7" y="12"/>
                      </a:cubicBezTo>
                      <a:close/>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US"/>
                </a:p>
              </p:txBody>
            </p:sp>
            <p:sp>
              <p:nvSpPr>
                <p:cNvPr id="57" name="Freeform 26"/>
                <p:cNvSpPr>
                  <a:spLocks/>
                </p:cNvSpPr>
                <p:nvPr userDrawn="1"/>
              </p:nvSpPr>
              <p:spPr bwMode="ltGray">
                <a:xfrm>
                  <a:off x="2417" y="680"/>
                  <a:ext cx="80" cy="66"/>
                </a:xfrm>
                <a:custGeom>
                  <a:avLst/>
                  <a:gdLst>
                    <a:gd name="T0" fmla="*/ 0 w 80"/>
                    <a:gd name="T1" fmla="*/ 41 h 80"/>
                    <a:gd name="T2" fmla="*/ 14 w 80"/>
                    <a:gd name="T3" fmla="*/ 20 h 80"/>
                    <a:gd name="T4" fmla="*/ 26 w 80"/>
                    <a:gd name="T5" fmla="*/ 17 h 80"/>
                    <a:gd name="T6" fmla="*/ 48 w 80"/>
                    <a:gd name="T7" fmla="*/ 15 h 80"/>
                    <a:gd name="T8" fmla="*/ 58 w 80"/>
                    <a:gd name="T9" fmla="*/ 0 h 80"/>
                    <a:gd name="T10" fmla="*/ 80 w 80"/>
                    <a:gd name="T11" fmla="*/ 33 h 80"/>
                    <a:gd name="T12" fmla="*/ 70 w 80"/>
                    <a:gd name="T13" fmla="*/ 46 h 80"/>
                    <a:gd name="T14" fmla="*/ 54 w 80"/>
                    <a:gd name="T15" fmla="*/ 51 h 80"/>
                    <a:gd name="T16" fmla="*/ 48 w 80"/>
                    <a:gd name="T17" fmla="*/ 66 h 80"/>
                    <a:gd name="T18" fmla="*/ 32 w 80"/>
                    <a:gd name="T19" fmla="*/ 56 h 80"/>
                    <a:gd name="T20" fmla="*/ 38 w 80"/>
                    <a:gd name="T21" fmla="*/ 43 h 80"/>
                    <a:gd name="T22" fmla="*/ 30 w 80"/>
                    <a:gd name="T23" fmla="*/ 23 h 80"/>
                    <a:gd name="T24" fmla="*/ 20 w 80"/>
                    <a:gd name="T25" fmla="*/ 40 h 80"/>
                    <a:gd name="T26" fmla="*/ 8 w 80"/>
                    <a:gd name="T27" fmla="*/ 46 h 80"/>
                    <a:gd name="T28" fmla="*/ 0 w 80"/>
                    <a:gd name="T29" fmla="*/ 41 h 80"/>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Lst>
                  <a:ahLst/>
                  <a:cxnLst>
                    <a:cxn ang="T30">
                      <a:pos x="T0" y="T1"/>
                    </a:cxn>
                    <a:cxn ang="T31">
                      <a:pos x="T2" y="T3"/>
                    </a:cxn>
                    <a:cxn ang="T32">
                      <a:pos x="T4" y="T5"/>
                    </a:cxn>
                    <a:cxn ang="T33">
                      <a:pos x="T6" y="T7"/>
                    </a:cxn>
                    <a:cxn ang="T34">
                      <a:pos x="T8" y="T9"/>
                    </a:cxn>
                    <a:cxn ang="T35">
                      <a:pos x="T10" y="T11"/>
                    </a:cxn>
                    <a:cxn ang="T36">
                      <a:pos x="T12" y="T13"/>
                    </a:cxn>
                    <a:cxn ang="T37">
                      <a:pos x="T14" y="T15"/>
                    </a:cxn>
                    <a:cxn ang="T38">
                      <a:pos x="T16" y="T17"/>
                    </a:cxn>
                    <a:cxn ang="T39">
                      <a:pos x="T18" y="T19"/>
                    </a:cxn>
                    <a:cxn ang="T40">
                      <a:pos x="T20" y="T21"/>
                    </a:cxn>
                    <a:cxn ang="T41">
                      <a:pos x="T22" y="T23"/>
                    </a:cxn>
                    <a:cxn ang="T42">
                      <a:pos x="T24" y="T25"/>
                    </a:cxn>
                    <a:cxn ang="T43">
                      <a:pos x="T26" y="T27"/>
                    </a:cxn>
                    <a:cxn ang="T44">
                      <a:pos x="T28" y="T29"/>
                    </a:cxn>
                  </a:cxnLst>
                  <a:rect l="0" t="0" r="r" b="b"/>
                  <a:pathLst>
                    <a:path w="80" h="80">
                      <a:moveTo>
                        <a:pt x="0" y="50"/>
                      </a:moveTo>
                      <a:cubicBezTo>
                        <a:pt x="1" y="47"/>
                        <a:pt x="12" y="25"/>
                        <a:pt x="14" y="24"/>
                      </a:cubicBezTo>
                      <a:cubicBezTo>
                        <a:pt x="17" y="22"/>
                        <a:pt x="26" y="20"/>
                        <a:pt x="26" y="20"/>
                      </a:cubicBezTo>
                      <a:cubicBezTo>
                        <a:pt x="34" y="23"/>
                        <a:pt x="40" y="21"/>
                        <a:pt x="48" y="18"/>
                      </a:cubicBezTo>
                      <a:cubicBezTo>
                        <a:pt x="52" y="12"/>
                        <a:pt x="54" y="6"/>
                        <a:pt x="58" y="0"/>
                      </a:cubicBezTo>
                      <a:cubicBezTo>
                        <a:pt x="70" y="4"/>
                        <a:pt x="76" y="28"/>
                        <a:pt x="80" y="40"/>
                      </a:cubicBezTo>
                      <a:cubicBezTo>
                        <a:pt x="75" y="54"/>
                        <a:pt x="80" y="50"/>
                        <a:pt x="70" y="56"/>
                      </a:cubicBezTo>
                      <a:cubicBezTo>
                        <a:pt x="61" y="53"/>
                        <a:pt x="59" y="54"/>
                        <a:pt x="54" y="62"/>
                      </a:cubicBezTo>
                      <a:cubicBezTo>
                        <a:pt x="57" y="71"/>
                        <a:pt x="56" y="75"/>
                        <a:pt x="48" y="80"/>
                      </a:cubicBezTo>
                      <a:cubicBezTo>
                        <a:pt x="40" y="77"/>
                        <a:pt x="39" y="72"/>
                        <a:pt x="32" y="68"/>
                      </a:cubicBezTo>
                      <a:cubicBezTo>
                        <a:pt x="26" y="59"/>
                        <a:pt x="30" y="57"/>
                        <a:pt x="38" y="52"/>
                      </a:cubicBezTo>
                      <a:cubicBezTo>
                        <a:pt x="41" y="42"/>
                        <a:pt x="39" y="34"/>
                        <a:pt x="30" y="28"/>
                      </a:cubicBezTo>
                      <a:cubicBezTo>
                        <a:pt x="20" y="31"/>
                        <a:pt x="30" y="40"/>
                        <a:pt x="20" y="48"/>
                      </a:cubicBezTo>
                      <a:cubicBezTo>
                        <a:pt x="16" y="51"/>
                        <a:pt x="8" y="56"/>
                        <a:pt x="8" y="56"/>
                      </a:cubicBezTo>
                      <a:cubicBezTo>
                        <a:pt x="2" y="50"/>
                        <a:pt x="5" y="50"/>
                        <a:pt x="0" y="50"/>
                      </a:cubicBezTo>
                      <a:close/>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US"/>
                </a:p>
              </p:txBody>
            </p:sp>
            <p:sp>
              <p:nvSpPr>
                <p:cNvPr id="58" name="Freeform 27"/>
                <p:cNvSpPr>
                  <a:spLocks/>
                </p:cNvSpPr>
                <p:nvPr userDrawn="1"/>
              </p:nvSpPr>
              <p:spPr bwMode="ltGray">
                <a:xfrm>
                  <a:off x="2391" y="541"/>
                  <a:ext cx="94" cy="142"/>
                </a:xfrm>
                <a:custGeom>
                  <a:avLst/>
                  <a:gdLst>
                    <a:gd name="T0" fmla="*/ 14 w 94"/>
                    <a:gd name="T1" fmla="*/ 78 h 174"/>
                    <a:gd name="T2" fmla="*/ 26 w 94"/>
                    <a:gd name="T3" fmla="*/ 104 h 174"/>
                    <a:gd name="T4" fmla="*/ 32 w 94"/>
                    <a:gd name="T5" fmla="*/ 88 h 174"/>
                    <a:gd name="T6" fmla="*/ 52 w 94"/>
                    <a:gd name="T7" fmla="*/ 82 h 174"/>
                    <a:gd name="T8" fmla="*/ 46 w 94"/>
                    <a:gd name="T9" fmla="*/ 101 h 174"/>
                    <a:gd name="T10" fmla="*/ 66 w 94"/>
                    <a:gd name="T11" fmla="*/ 103 h 174"/>
                    <a:gd name="T12" fmla="*/ 76 w 94"/>
                    <a:gd name="T13" fmla="*/ 116 h 174"/>
                    <a:gd name="T14" fmla="*/ 58 w 94"/>
                    <a:gd name="T15" fmla="*/ 121 h 174"/>
                    <a:gd name="T16" fmla="*/ 74 w 94"/>
                    <a:gd name="T17" fmla="*/ 142 h 174"/>
                    <a:gd name="T18" fmla="*/ 84 w 94"/>
                    <a:gd name="T19" fmla="*/ 126 h 174"/>
                    <a:gd name="T20" fmla="*/ 82 w 94"/>
                    <a:gd name="T21" fmla="*/ 91 h 174"/>
                    <a:gd name="T22" fmla="*/ 60 w 94"/>
                    <a:gd name="T23" fmla="*/ 87 h 174"/>
                    <a:gd name="T24" fmla="*/ 50 w 94"/>
                    <a:gd name="T25" fmla="*/ 67 h 174"/>
                    <a:gd name="T26" fmla="*/ 34 w 94"/>
                    <a:gd name="T27" fmla="*/ 67 h 174"/>
                    <a:gd name="T28" fmla="*/ 30 w 94"/>
                    <a:gd name="T29" fmla="*/ 57 h 174"/>
                    <a:gd name="T30" fmla="*/ 42 w 94"/>
                    <a:gd name="T31" fmla="*/ 34 h 174"/>
                    <a:gd name="T32" fmla="*/ 30 w 94"/>
                    <a:gd name="T33" fmla="*/ 0 h 174"/>
                    <a:gd name="T34" fmla="*/ 18 w 94"/>
                    <a:gd name="T35" fmla="*/ 18 h 174"/>
                    <a:gd name="T36" fmla="*/ 4 w 94"/>
                    <a:gd name="T37" fmla="*/ 38 h 174"/>
                    <a:gd name="T38" fmla="*/ 14 w 94"/>
                    <a:gd name="T39" fmla="*/ 62 h 174"/>
                    <a:gd name="T40" fmla="*/ 14 w 94"/>
                    <a:gd name="T41" fmla="*/ 78 h 174"/>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Lst>
                  <a:ahLst/>
                  <a:cxnLst>
                    <a:cxn ang="T42">
                      <a:pos x="T0" y="T1"/>
                    </a:cxn>
                    <a:cxn ang="T43">
                      <a:pos x="T2" y="T3"/>
                    </a:cxn>
                    <a:cxn ang="T44">
                      <a:pos x="T4" y="T5"/>
                    </a:cxn>
                    <a:cxn ang="T45">
                      <a:pos x="T6" y="T7"/>
                    </a:cxn>
                    <a:cxn ang="T46">
                      <a:pos x="T8" y="T9"/>
                    </a:cxn>
                    <a:cxn ang="T47">
                      <a:pos x="T10" y="T11"/>
                    </a:cxn>
                    <a:cxn ang="T48">
                      <a:pos x="T12" y="T13"/>
                    </a:cxn>
                    <a:cxn ang="T49">
                      <a:pos x="T14" y="T15"/>
                    </a:cxn>
                    <a:cxn ang="T50">
                      <a:pos x="T16" y="T17"/>
                    </a:cxn>
                    <a:cxn ang="T51">
                      <a:pos x="T18" y="T19"/>
                    </a:cxn>
                    <a:cxn ang="T52">
                      <a:pos x="T20" y="T21"/>
                    </a:cxn>
                    <a:cxn ang="T53">
                      <a:pos x="T22" y="T23"/>
                    </a:cxn>
                    <a:cxn ang="T54">
                      <a:pos x="T24" y="T25"/>
                    </a:cxn>
                    <a:cxn ang="T55">
                      <a:pos x="T26" y="T27"/>
                    </a:cxn>
                    <a:cxn ang="T56">
                      <a:pos x="T28" y="T29"/>
                    </a:cxn>
                    <a:cxn ang="T57">
                      <a:pos x="T30" y="T31"/>
                    </a:cxn>
                    <a:cxn ang="T58">
                      <a:pos x="T32" y="T33"/>
                    </a:cxn>
                    <a:cxn ang="T59">
                      <a:pos x="T34" y="T35"/>
                    </a:cxn>
                    <a:cxn ang="T60">
                      <a:pos x="T36" y="T37"/>
                    </a:cxn>
                    <a:cxn ang="T61">
                      <a:pos x="T38" y="T39"/>
                    </a:cxn>
                    <a:cxn ang="T62">
                      <a:pos x="T40" y="T41"/>
                    </a:cxn>
                  </a:cxnLst>
                  <a:rect l="0" t="0" r="r" b="b"/>
                  <a:pathLst>
                    <a:path w="94" h="174">
                      <a:moveTo>
                        <a:pt x="14" y="96"/>
                      </a:moveTo>
                      <a:cubicBezTo>
                        <a:pt x="11" y="109"/>
                        <a:pt x="15" y="120"/>
                        <a:pt x="26" y="128"/>
                      </a:cubicBezTo>
                      <a:cubicBezTo>
                        <a:pt x="34" y="120"/>
                        <a:pt x="35" y="119"/>
                        <a:pt x="32" y="108"/>
                      </a:cubicBezTo>
                      <a:cubicBezTo>
                        <a:pt x="35" y="92"/>
                        <a:pt x="39" y="92"/>
                        <a:pt x="52" y="100"/>
                      </a:cubicBezTo>
                      <a:cubicBezTo>
                        <a:pt x="59" y="110"/>
                        <a:pt x="49" y="114"/>
                        <a:pt x="46" y="124"/>
                      </a:cubicBezTo>
                      <a:cubicBezTo>
                        <a:pt x="50" y="137"/>
                        <a:pt x="57" y="129"/>
                        <a:pt x="66" y="126"/>
                      </a:cubicBezTo>
                      <a:cubicBezTo>
                        <a:pt x="77" y="129"/>
                        <a:pt x="79" y="131"/>
                        <a:pt x="76" y="142"/>
                      </a:cubicBezTo>
                      <a:cubicBezTo>
                        <a:pt x="67" y="139"/>
                        <a:pt x="65" y="141"/>
                        <a:pt x="58" y="148"/>
                      </a:cubicBezTo>
                      <a:cubicBezTo>
                        <a:pt x="60" y="160"/>
                        <a:pt x="62" y="170"/>
                        <a:pt x="74" y="174"/>
                      </a:cubicBezTo>
                      <a:cubicBezTo>
                        <a:pt x="77" y="165"/>
                        <a:pt x="74" y="157"/>
                        <a:pt x="84" y="154"/>
                      </a:cubicBezTo>
                      <a:cubicBezTo>
                        <a:pt x="91" y="143"/>
                        <a:pt x="94" y="122"/>
                        <a:pt x="82" y="112"/>
                      </a:cubicBezTo>
                      <a:cubicBezTo>
                        <a:pt x="77" y="108"/>
                        <a:pt x="66" y="108"/>
                        <a:pt x="60" y="106"/>
                      </a:cubicBezTo>
                      <a:cubicBezTo>
                        <a:pt x="65" y="92"/>
                        <a:pt x="66" y="87"/>
                        <a:pt x="50" y="82"/>
                      </a:cubicBezTo>
                      <a:cubicBezTo>
                        <a:pt x="48" y="82"/>
                        <a:pt x="37" y="86"/>
                        <a:pt x="34" y="82"/>
                      </a:cubicBezTo>
                      <a:cubicBezTo>
                        <a:pt x="32" y="79"/>
                        <a:pt x="30" y="70"/>
                        <a:pt x="30" y="70"/>
                      </a:cubicBezTo>
                      <a:cubicBezTo>
                        <a:pt x="32" y="54"/>
                        <a:pt x="32" y="52"/>
                        <a:pt x="42" y="42"/>
                      </a:cubicBezTo>
                      <a:cubicBezTo>
                        <a:pt x="41" y="30"/>
                        <a:pt x="45" y="5"/>
                        <a:pt x="30" y="0"/>
                      </a:cubicBezTo>
                      <a:cubicBezTo>
                        <a:pt x="14" y="4"/>
                        <a:pt x="16" y="4"/>
                        <a:pt x="18" y="22"/>
                      </a:cubicBezTo>
                      <a:cubicBezTo>
                        <a:pt x="16" y="39"/>
                        <a:pt x="15" y="35"/>
                        <a:pt x="4" y="46"/>
                      </a:cubicBezTo>
                      <a:cubicBezTo>
                        <a:pt x="0" y="59"/>
                        <a:pt x="5" y="67"/>
                        <a:pt x="14" y="76"/>
                      </a:cubicBezTo>
                      <a:cubicBezTo>
                        <a:pt x="15" y="80"/>
                        <a:pt x="17" y="93"/>
                        <a:pt x="14" y="96"/>
                      </a:cubicBezTo>
                      <a:close/>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US"/>
                </a:p>
              </p:txBody>
            </p:sp>
            <p:sp>
              <p:nvSpPr>
                <p:cNvPr id="59" name="Freeform 28"/>
                <p:cNvSpPr>
                  <a:spLocks/>
                </p:cNvSpPr>
                <p:nvPr userDrawn="1"/>
              </p:nvSpPr>
              <p:spPr bwMode="ltGray">
                <a:xfrm>
                  <a:off x="2415" y="644"/>
                  <a:ext cx="32" cy="41"/>
                </a:xfrm>
                <a:custGeom>
                  <a:avLst/>
                  <a:gdLst>
                    <a:gd name="T0" fmla="*/ 6 w 32"/>
                    <a:gd name="T1" fmla="*/ 20 h 50"/>
                    <a:gd name="T2" fmla="*/ 12 w 32"/>
                    <a:gd name="T3" fmla="*/ 0 h 50"/>
                    <a:gd name="T4" fmla="*/ 20 w 32"/>
                    <a:gd name="T5" fmla="*/ 13 h 50"/>
                    <a:gd name="T6" fmla="*/ 22 w 32"/>
                    <a:gd name="T7" fmla="*/ 20 h 50"/>
                    <a:gd name="T8" fmla="*/ 28 w 32"/>
                    <a:gd name="T9" fmla="*/ 21 h 50"/>
                    <a:gd name="T10" fmla="*/ 32 w 32"/>
                    <a:gd name="T11" fmla="*/ 31 h 50"/>
                    <a:gd name="T12" fmla="*/ 18 w 32"/>
                    <a:gd name="T13" fmla="*/ 41 h 50"/>
                    <a:gd name="T14" fmla="*/ 6 w 32"/>
                    <a:gd name="T15" fmla="*/ 20 h 50"/>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32" h="50">
                      <a:moveTo>
                        <a:pt x="6" y="24"/>
                      </a:moveTo>
                      <a:cubicBezTo>
                        <a:pt x="0" y="15"/>
                        <a:pt x="3" y="6"/>
                        <a:pt x="12" y="0"/>
                      </a:cubicBezTo>
                      <a:cubicBezTo>
                        <a:pt x="23" y="3"/>
                        <a:pt x="23" y="5"/>
                        <a:pt x="20" y="16"/>
                      </a:cubicBezTo>
                      <a:cubicBezTo>
                        <a:pt x="21" y="19"/>
                        <a:pt x="20" y="22"/>
                        <a:pt x="22" y="24"/>
                      </a:cubicBezTo>
                      <a:cubicBezTo>
                        <a:pt x="23" y="26"/>
                        <a:pt x="27" y="24"/>
                        <a:pt x="28" y="26"/>
                      </a:cubicBezTo>
                      <a:cubicBezTo>
                        <a:pt x="30" y="29"/>
                        <a:pt x="32" y="38"/>
                        <a:pt x="32" y="38"/>
                      </a:cubicBezTo>
                      <a:cubicBezTo>
                        <a:pt x="29" y="46"/>
                        <a:pt x="26" y="47"/>
                        <a:pt x="18" y="50"/>
                      </a:cubicBezTo>
                      <a:cubicBezTo>
                        <a:pt x="12" y="41"/>
                        <a:pt x="18" y="24"/>
                        <a:pt x="6" y="24"/>
                      </a:cubicBezTo>
                      <a:close/>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US"/>
                </a:p>
              </p:txBody>
            </p:sp>
            <p:sp>
              <p:nvSpPr>
                <p:cNvPr id="60" name="Freeform 29"/>
                <p:cNvSpPr>
                  <a:spLocks/>
                </p:cNvSpPr>
                <p:nvPr userDrawn="1"/>
              </p:nvSpPr>
              <p:spPr bwMode="ltGray">
                <a:xfrm>
                  <a:off x="2349" y="654"/>
                  <a:ext cx="45" cy="41"/>
                </a:xfrm>
                <a:custGeom>
                  <a:avLst/>
                  <a:gdLst>
                    <a:gd name="T0" fmla="*/ 0 w 43"/>
                    <a:gd name="T1" fmla="*/ 36 h 50"/>
                    <a:gd name="T2" fmla="*/ 23 w 43"/>
                    <a:gd name="T3" fmla="*/ 16 h 50"/>
                    <a:gd name="T4" fmla="*/ 38 w 43"/>
                    <a:gd name="T5" fmla="*/ 0 h 50"/>
                    <a:gd name="T6" fmla="*/ 25 w 43"/>
                    <a:gd name="T7" fmla="*/ 23 h 50"/>
                    <a:gd name="T8" fmla="*/ 2 w 43"/>
                    <a:gd name="T9" fmla="*/ 41 h 50"/>
                    <a:gd name="T10" fmla="*/ 0 w 43"/>
                    <a:gd name="T11" fmla="*/ 36 h 50"/>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43" h="50">
                      <a:moveTo>
                        <a:pt x="0" y="44"/>
                      </a:moveTo>
                      <a:cubicBezTo>
                        <a:pt x="6" y="38"/>
                        <a:pt x="18" y="29"/>
                        <a:pt x="22" y="20"/>
                      </a:cubicBezTo>
                      <a:cubicBezTo>
                        <a:pt x="27" y="10"/>
                        <a:pt x="25" y="4"/>
                        <a:pt x="36" y="0"/>
                      </a:cubicBezTo>
                      <a:cubicBezTo>
                        <a:pt x="43" y="11"/>
                        <a:pt x="36" y="24"/>
                        <a:pt x="24" y="28"/>
                      </a:cubicBezTo>
                      <a:cubicBezTo>
                        <a:pt x="21" y="38"/>
                        <a:pt x="12" y="47"/>
                        <a:pt x="2" y="50"/>
                      </a:cubicBezTo>
                      <a:cubicBezTo>
                        <a:pt x="1" y="48"/>
                        <a:pt x="0" y="44"/>
                        <a:pt x="0" y="44"/>
                      </a:cubicBezTo>
                      <a:close/>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US"/>
                </a:p>
              </p:txBody>
            </p:sp>
            <p:sp>
              <p:nvSpPr>
                <p:cNvPr id="61" name="Freeform 30"/>
                <p:cNvSpPr>
                  <a:spLocks/>
                </p:cNvSpPr>
                <p:nvPr userDrawn="1"/>
              </p:nvSpPr>
              <p:spPr bwMode="ltGray">
                <a:xfrm>
                  <a:off x="4808" y="597"/>
                  <a:ext cx="701" cy="438"/>
                </a:xfrm>
                <a:custGeom>
                  <a:avLst/>
                  <a:gdLst>
                    <a:gd name="T0" fmla="*/ 31 w 471"/>
                    <a:gd name="T1" fmla="*/ 436 h 281"/>
                    <a:gd name="T2" fmla="*/ 36 w 471"/>
                    <a:gd name="T3" fmla="*/ 390 h 281"/>
                    <a:gd name="T4" fmla="*/ 33 w 471"/>
                    <a:gd name="T5" fmla="*/ 382 h 281"/>
                    <a:gd name="T6" fmla="*/ 24 w 471"/>
                    <a:gd name="T7" fmla="*/ 340 h 281"/>
                    <a:gd name="T8" fmla="*/ 6 w 471"/>
                    <a:gd name="T9" fmla="*/ 335 h 281"/>
                    <a:gd name="T10" fmla="*/ 0 w 471"/>
                    <a:gd name="T11" fmla="*/ 298 h 281"/>
                    <a:gd name="T12" fmla="*/ 18 w 471"/>
                    <a:gd name="T13" fmla="*/ 281 h 281"/>
                    <a:gd name="T14" fmla="*/ 9 w 471"/>
                    <a:gd name="T15" fmla="*/ 257 h 281"/>
                    <a:gd name="T16" fmla="*/ 3 w 471"/>
                    <a:gd name="T17" fmla="*/ 249 h 281"/>
                    <a:gd name="T18" fmla="*/ 42 w 471"/>
                    <a:gd name="T19" fmla="*/ 187 h 281"/>
                    <a:gd name="T20" fmla="*/ 65 w 471"/>
                    <a:gd name="T21" fmla="*/ 150 h 281"/>
                    <a:gd name="T22" fmla="*/ 63 w 471"/>
                    <a:gd name="T23" fmla="*/ 109 h 281"/>
                    <a:gd name="T24" fmla="*/ 36 w 471"/>
                    <a:gd name="T25" fmla="*/ 67 h 281"/>
                    <a:gd name="T26" fmla="*/ 30 w 471"/>
                    <a:gd name="T27" fmla="*/ 50 h 281"/>
                    <a:gd name="T28" fmla="*/ 39 w 471"/>
                    <a:gd name="T29" fmla="*/ 56 h 281"/>
                    <a:gd name="T30" fmla="*/ 71 w 471"/>
                    <a:gd name="T31" fmla="*/ 55 h 281"/>
                    <a:gd name="T32" fmla="*/ 95 w 471"/>
                    <a:gd name="T33" fmla="*/ 17 h 281"/>
                    <a:gd name="T34" fmla="*/ 122 w 471"/>
                    <a:gd name="T35" fmla="*/ 0 h 281"/>
                    <a:gd name="T36" fmla="*/ 131 w 471"/>
                    <a:gd name="T37" fmla="*/ 3 h 281"/>
                    <a:gd name="T38" fmla="*/ 137 w 471"/>
                    <a:gd name="T39" fmla="*/ 14 h 281"/>
                    <a:gd name="T40" fmla="*/ 146 w 471"/>
                    <a:gd name="T41" fmla="*/ 8 h 281"/>
                    <a:gd name="T42" fmla="*/ 164 w 471"/>
                    <a:gd name="T43" fmla="*/ 12 h 281"/>
                    <a:gd name="T44" fmla="*/ 173 w 471"/>
                    <a:gd name="T45" fmla="*/ 14 h 281"/>
                    <a:gd name="T46" fmla="*/ 210 w 471"/>
                    <a:gd name="T47" fmla="*/ 22 h 281"/>
                    <a:gd name="T48" fmla="*/ 231 w 471"/>
                    <a:gd name="T49" fmla="*/ 37 h 281"/>
                    <a:gd name="T50" fmla="*/ 249 w 471"/>
                    <a:gd name="T51" fmla="*/ 26 h 281"/>
                    <a:gd name="T52" fmla="*/ 257 w 471"/>
                    <a:gd name="T53" fmla="*/ 22 h 281"/>
                    <a:gd name="T54" fmla="*/ 290 w 471"/>
                    <a:gd name="T55" fmla="*/ 22 h 281"/>
                    <a:gd name="T56" fmla="*/ 314 w 471"/>
                    <a:gd name="T57" fmla="*/ 50 h 281"/>
                    <a:gd name="T58" fmla="*/ 344 w 471"/>
                    <a:gd name="T59" fmla="*/ 92 h 281"/>
                    <a:gd name="T60" fmla="*/ 365 w 471"/>
                    <a:gd name="T61" fmla="*/ 109 h 281"/>
                    <a:gd name="T62" fmla="*/ 382 w 471"/>
                    <a:gd name="T63" fmla="*/ 106 h 281"/>
                    <a:gd name="T64" fmla="*/ 402 w 471"/>
                    <a:gd name="T65" fmla="*/ 101 h 281"/>
                    <a:gd name="T66" fmla="*/ 432 w 471"/>
                    <a:gd name="T67" fmla="*/ 111 h 281"/>
                    <a:gd name="T68" fmla="*/ 446 w 471"/>
                    <a:gd name="T69" fmla="*/ 126 h 281"/>
                    <a:gd name="T70" fmla="*/ 458 w 471"/>
                    <a:gd name="T71" fmla="*/ 140 h 281"/>
                    <a:gd name="T72" fmla="*/ 473 w 471"/>
                    <a:gd name="T73" fmla="*/ 173 h 281"/>
                    <a:gd name="T74" fmla="*/ 479 w 471"/>
                    <a:gd name="T75" fmla="*/ 187 h 281"/>
                    <a:gd name="T76" fmla="*/ 482 w 471"/>
                    <a:gd name="T77" fmla="*/ 195 h 281"/>
                    <a:gd name="T78" fmla="*/ 461 w 471"/>
                    <a:gd name="T79" fmla="*/ 221 h 281"/>
                    <a:gd name="T80" fmla="*/ 479 w 471"/>
                    <a:gd name="T81" fmla="*/ 220 h 281"/>
                    <a:gd name="T82" fmla="*/ 509 w 471"/>
                    <a:gd name="T83" fmla="*/ 242 h 281"/>
                    <a:gd name="T84" fmla="*/ 542 w 471"/>
                    <a:gd name="T85" fmla="*/ 245 h 281"/>
                    <a:gd name="T86" fmla="*/ 566 w 471"/>
                    <a:gd name="T87" fmla="*/ 262 h 281"/>
                    <a:gd name="T88" fmla="*/ 569 w 471"/>
                    <a:gd name="T89" fmla="*/ 268 h 281"/>
                    <a:gd name="T90" fmla="*/ 569 w 471"/>
                    <a:gd name="T91" fmla="*/ 274 h 281"/>
                    <a:gd name="T92" fmla="*/ 586 w 471"/>
                    <a:gd name="T93" fmla="*/ 268 h 281"/>
                    <a:gd name="T94" fmla="*/ 595 w 471"/>
                    <a:gd name="T95" fmla="*/ 267 h 281"/>
                    <a:gd name="T96" fmla="*/ 653 w 471"/>
                    <a:gd name="T97" fmla="*/ 288 h 281"/>
                    <a:gd name="T98" fmla="*/ 665 w 471"/>
                    <a:gd name="T99" fmla="*/ 310 h 281"/>
                    <a:gd name="T100" fmla="*/ 692 w 471"/>
                    <a:gd name="T101" fmla="*/ 313 h 281"/>
                    <a:gd name="T102" fmla="*/ 701 w 471"/>
                    <a:gd name="T103" fmla="*/ 335 h 281"/>
                    <a:gd name="T104" fmla="*/ 671 w 471"/>
                    <a:gd name="T105" fmla="*/ 402 h 281"/>
                    <a:gd name="T106" fmla="*/ 647 w 471"/>
                    <a:gd name="T107" fmla="*/ 438 h 281"/>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Lst>
                  <a:ahLst/>
                  <a:cxnLst>
                    <a:cxn ang="T108">
                      <a:pos x="T0" y="T1"/>
                    </a:cxn>
                    <a:cxn ang="T109">
                      <a:pos x="T2" y="T3"/>
                    </a:cxn>
                    <a:cxn ang="T110">
                      <a:pos x="T4" y="T5"/>
                    </a:cxn>
                    <a:cxn ang="T111">
                      <a:pos x="T6" y="T7"/>
                    </a:cxn>
                    <a:cxn ang="T112">
                      <a:pos x="T8" y="T9"/>
                    </a:cxn>
                    <a:cxn ang="T113">
                      <a:pos x="T10" y="T11"/>
                    </a:cxn>
                    <a:cxn ang="T114">
                      <a:pos x="T12" y="T13"/>
                    </a:cxn>
                    <a:cxn ang="T115">
                      <a:pos x="T14" y="T15"/>
                    </a:cxn>
                    <a:cxn ang="T116">
                      <a:pos x="T16" y="T17"/>
                    </a:cxn>
                    <a:cxn ang="T117">
                      <a:pos x="T18" y="T19"/>
                    </a:cxn>
                    <a:cxn ang="T118">
                      <a:pos x="T20" y="T21"/>
                    </a:cxn>
                    <a:cxn ang="T119">
                      <a:pos x="T22" y="T23"/>
                    </a:cxn>
                    <a:cxn ang="T120">
                      <a:pos x="T24" y="T25"/>
                    </a:cxn>
                    <a:cxn ang="T121">
                      <a:pos x="T26" y="T27"/>
                    </a:cxn>
                    <a:cxn ang="T122">
                      <a:pos x="T28" y="T29"/>
                    </a:cxn>
                    <a:cxn ang="T123">
                      <a:pos x="T30" y="T31"/>
                    </a:cxn>
                    <a:cxn ang="T124">
                      <a:pos x="T32" y="T33"/>
                    </a:cxn>
                    <a:cxn ang="T125">
                      <a:pos x="T34" y="T35"/>
                    </a:cxn>
                    <a:cxn ang="T126">
                      <a:pos x="T36" y="T37"/>
                    </a:cxn>
                    <a:cxn ang="T127">
                      <a:pos x="T38" y="T39"/>
                    </a:cxn>
                    <a:cxn ang="T128">
                      <a:pos x="T40" y="T41"/>
                    </a:cxn>
                    <a:cxn ang="T129">
                      <a:pos x="T42" y="T43"/>
                    </a:cxn>
                    <a:cxn ang="T130">
                      <a:pos x="T44" y="T45"/>
                    </a:cxn>
                    <a:cxn ang="T131">
                      <a:pos x="T46" y="T47"/>
                    </a:cxn>
                    <a:cxn ang="T132">
                      <a:pos x="T48" y="T49"/>
                    </a:cxn>
                    <a:cxn ang="T133">
                      <a:pos x="T50" y="T51"/>
                    </a:cxn>
                    <a:cxn ang="T134">
                      <a:pos x="T52" y="T53"/>
                    </a:cxn>
                    <a:cxn ang="T135">
                      <a:pos x="T54" y="T55"/>
                    </a:cxn>
                    <a:cxn ang="T136">
                      <a:pos x="T56" y="T57"/>
                    </a:cxn>
                    <a:cxn ang="T137">
                      <a:pos x="T58" y="T59"/>
                    </a:cxn>
                    <a:cxn ang="T138">
                      <a:pos x="T60" y="T61"/>
                    </a:cxn>
                    <a:cxn ang="T139">
                      <a:pos x="T62" y="T63"/>
                    </a:cxn>
                    <a:cxn ang="T140">
                      <a:pos x="T64" y="T65"/>
                    </a:cxn>
                    <a:cxn ang="T141">
                      <a:pos x="T66" y="T67"/>
                    </a:cxn>
                    <a:cxn ang="T142">
                      <a:pos x="T68" y="T69"/>
                    </a:cxn>
                    <a:cxn ang="T143">
                      <a:pos x="T70" y="T71"/>
                    </a:cxn>
                    <a:cxn ang="T144">
                      <a:pos x="T72" y="T73"/>
                    </a:cxn>
                    <a:cxn ang="T145">
                      <a:pos x="T74" y="T75"/>
                    </a:cxn>
                    <a:cxn ang="T146">
                      <a:pos x="T76" y="T77"/>
                    </a:cxn>
                    <a:cxn ang="T147">
                      <a:pos x="T78" y="T79"/>
                    </a:cxn>
                    <a:cxn ang="T148">
                      <a:pos x="T80" y="T81"/>
                    </a:cxn>
                    <a:cxn ang="T149">
                      <a:pos x="T82" y="T83"/>
                    </a:cxn>
                    <a:cxn ang="T150">
                      <a:pos x="T84" y="T85"/>
                    </a:cxn>
                    <a:cxn ang="T151">
                      <a:pos x="T86" y="T87"/>
                    </a:cxn>
                    <a:cxn ang="T152">
                      <a:pos x="T88" y="T89"/>
                    </a:cxn>
                    <a:cxn ang="T153">
                      <a:pos x="T90" y="T91"/>
                    </a:cxn>
                    <a:cxn ang="T154">
                      <a:pos x="T92" y="T93"/>
                    </a:cxn>
                    <a:cxn ang="T155">
                      <a:pos x="T94" y="T95"/>
                    </a:cxn>
                    <a:cxn ang="T156">
                      <a:pos x="T96" y="T97"/>
                    </a:cxn>
                    <a:cxn ang="T157">
                      <a:pos x="T98" y="T99"/>
                    </a:cxn>
                    <a:cxn ang="T158">
                      <a:pos x="T100" y="T101"/>
                    </a:cxn>
                    <a:cxn ang="T159">
                      <a:pos x="T102" y="T103"/>
                    </a:cxn>
                    <a:cxn ang="T160">
                      <a:pos x="T104" y="T105"/>
                    </a:cxn>
                    <a:cxn ang="T161">
                      <a:pos x="T106" y="T107"/>
                    </a:cxn>
                  </a:cxnLst>
                  <a:rect l="0" t="0" r="r" b="b"/>
                  <a:pathLst>
                    <a:path w="471" h="281">
                      <a:moveTo>
                        <a:pt x="21" y="280"/>
                      </a:moveTo>
                      <a:cubicBezTo>
                        <a:pt x="32" y="281"/>
                        <a:pt x="25" y="253"/>
                        <a:pt x="24" y="250"/>
                      </a:cubicBezTo>
                      <a:cubicBezTo>
                        <a:pt x="23" y="248"/>
                        <a:pt x="22" y="245"/>
                        <a:pt x="22" y="245"/>
                      </a:cubicBezTo>
                      <a:cubicBezTo>
                        <a:pt x="21" y="243"/>
                        <a:pt x="20" y="221"/>
                        <a:pt x="16" y="218"/>
                      </a:cubicBezTo>
                      <a:cubicBezTo>
                        <a:pt x="13" y="216"/>
                        <a:pt x="4" y="215"/>
                        <a:pt x="4" y="215"/>
                      </a:cubicBezTo>
                      <a:cubicBezTo>
                        <a:pt x="0" y="207"/>
                        <a:pt x="3" y="200"/>
                        <a:pt x="0" y="191"/>
                      </a:cubicBezTo>
                      <a:cubicBezTo>
                        <a:pt x="2" y="185"/>
                        <a:pt x="7" y="186"/>
                        <a:pt x="12" y="180"/>
                      </a:cubicBezTo>
                      <a:cubicBezTo>
                        <a:pt x="14" y="172"/>
                        <a:pt x="14" y="169"/>
                        <a:pt x="6" y="165"/>
                      </a:cubicBezTo>
                      <a:cubicBezTo>
                        <a:pt x="4" y="163"/>
                        <a:pt x="2" y="162"/>
                        <a:pt x="2" y="160"/>
                      </a:cubicBezTo>
                      <a:cubicBezTo>
                        <a:pt x="2" y="150"/>
                        <a:pt x="16" y="123"/>
                        <a:pt x="28" y="120"/>
                      </a:cubicBezTo>
                      <a:cubicBezTo>
                        <a:pt x="32" y="111"/>
                        <a:pt x="40" y="105"/>
                        <a:pt x="44" y="96"/>
                      </a:cubicBezTo>
                      <a:cubicBezTo>
                        <a:pt x="39" y="83"/>
                        <a:pt x="38" y="85"/>
                        <a:pt x="42" y="70"/>
                      </a:cubicBezTo>
                      <a:cubicBezTo>
                        <a:pt x="38" y="60"/>
                        <a:pt x="34" y="48"/>
                        <a:pt x="24" y="43"/>
                      </a:cubicBezTo>
                      <a:cubicBezTo>
                        <a:pt x="18" y="36"/>
                        <a:pt x="10" y="37"/>
                        <a:pt x="20" y="32"/>
                      </a:cubicBezTo>
                      <a:cubicBezTo>
                        <a:pt x="27" y="34"/>
                        <a:pt x="26" y="32"/>
                        <a:pt x="26" y="36"/>
                      </a:cubicBezTo>
                      <a:cubicBezTo>
                        <a:pt x="34" y="41"/>
                        <a:pt x="39" y="39"/>
                        <a:pt x="48" y="35"/>
                      </a:cubicBezTo>
                      <a:cubicBezTo>
                        <a:pt x="45" y="22"/>
                        <a:pt x="48" y="14"/>
                        <a:pt x="64" y="11"/>
                      </a:cubicBezTo>
                      <a:cubicBezTo>
                        <a:pt x="71" y="8"/>
                        <a:pt x="75" y="3"/>
                        <a:pt x="82" y="0"/>
                      </a:cubicBezTo>
                      <a:cubicBezTo>
                        <a:pt x="84" y="1"/>
                        <a:pt x="88" y="0"/>
                        <a:pt x="88" y="2"/>
                      </a:cubicBezTo>
                      <a:cubicBezTo>
                        <a:pt x="90" y="12"/>
                        <a:pt x="75" y="13"/>
                        <a:pt x="92" y="9"/>
                      </a:cubicBezTo>
                      <a:cubicBezTo>
                        <a:pt x="94" y="8"/>
                        <a:pt x="96" y="5"/>
                        <a:pt x="98" y="5"/>
                      </a:cubicBezTo>
                      <a:cubicBezTo>
                        <a:pt x="102" y="4"/>
                        <a:pt x="106" y="7"/>
                        <a:pt x="110" y="8"/>
                      </a:cubicBezTo>
                      <a:cubicBezTo>
                        <a:pt x="112" y="8"/>
                        <a:pt x="116" y="9"/>
                        <a:pt x="116" y="9"/>
                      </a:cubicBezTo>
                      <a:cubicBezTo>
                        <a:pt x="122" y="16"/>
                        <a:pt x="129" y="13"/>
                        <a:pt x="141" y="14"/>
                      </a:cubicBezTo>
                      <a:cubicBezTo>
                        <a:pt x="143" y="21"/>
                        <a:pt x="147" y="22"/>
                        <a:pt x="155" y="24"/>
                      </a:cubicBezTo>
                      <a:cubicBezTo>
                        <a:pt x="159" y="22"/>
                        <a:pt x="163" y="20"/>
                        <a:pt x="167" y="17"/>
                      </a:cubicBezTo>
                      <a:cubicBezTo>
                        <a:pt x="169" y="16"/>
                        <a:pt x="173" y="14"/>
                        <a:pt x="173" y="14"/>
                      </a:cubicBezTo>
                      <a:cubicBezTo>
                        <a:pt x="195" y="26"/>
                        <a:pt x="175" y="20"/>
                        <a:pt x="195" y="14"/>
                      </a:cubicBezTo>
                      <a:cubicBezTo>
                        <a:pt x="207" y="17"/>
                        <a:pt x="201" y="26"/>
                        <a:pt x="211" y="32"/>
                      </a:cubicBezTo>
                      <a:cubicBezTo>
                        <a:pt x="214" y="38"/>
                        <a:pt x="224" y="55"/>
                        <a:pt x="231" y="59"/>
                      </a:cubicBezTo>
                      <a:cubicBezTo>
                        <a:pt x="241" y="70"/>
                        <a:pt x="235" y="67"/>
                        <a:pt x="245" y="70"/>
                      </a:cubicBezTo>
                      <a:cubicBezTo>
                        <a:pt x="249" y="69"/>
                        <a:pt x="253" y="69"/>
                        <a:pt x="257" y="68"/>
                      </a:cubicBezTo>
                      <a:cubicBezTo>
                        <a:pt x="261" y="67"/>
                        <a:pt x="270" y="65"/>
                        <a:pt x="270" y="65"/>
                      </a:cubicBezTo>
                      <a:cubicBezTo>
                        <a:pt x="278" y="66"/>
                        <a:pt x="283" y="67"/>
                        <a:pt x="290" y="71"/>
                      </a:cubicBezTo>
                      <a:cubicBezTo>
                        <a:pt x="304" y="88"/>
                        <a:pt x="282" y="62"/>
                        <a:pt x="300" y="81"/>
                      </a:cubicBezTo>
                      <a:cubicBezTo>
                        <a:pt x="302" y="84"/>
                        <a:pt x="308" y="90"/>
                        <a:pt x="308" y="90"/>
                      </a:cubicBezTo>
                      <a:cubicBezTo>
                        <a:pt x="311" y="98"/>
                        <a:pt x="315" y="103"/>
                        <a:pt x="318" y="111"/>
                      </a:cubicBezTo>
                      <a:cubicBezTo>
                        <a:pt x="319" y="114"/>
                        <a:pt x="321" y="117"/>
                        <a:pt x="322" y="120"/>
                      </a:cubicBezTo>
                      <a:cubicBezTo>
                        <a:pt x="323" y="122"/>
                        <a:pt x="324" y="125"/>
                        <a:pt x="324" y="125"/>
                      </a:cubicBezTo>
                      <a:cubicBezTo>
                        <a:pt x="321" y="132"/>
                        <a:pt x="313" y="134"/>
                        <a:pt x="310" y="142"/>
                      </a:cubicBezTo>
                      <a:cubicBezTo>
                        <a:pt x="313" y="151"/>
                        <a:pt x="317" y="146"/>
                        <a:pt x="322" y="141"/>
                      </a:cubicBezTo>
                      <a:cubicBezTo>
                        <a:pt x="341" y="143"/>
                        <a:pt x="339" y="142"/>
                        <a:pt x="342" y="155"/>
                      </a:cubicBezTo>
                      <a:cubicBezTo>
                        <a:pt x="351" y="150"/>
                        <a:pt x="355" y="152"/>
                        <a:pt x="364" y="157"/>
                      </a:cubicBezTo>
                      <a:cubicBezTo>
                        <a:pt x="369" y="162"/>
                        <a:pt x="372" y="166"/>
                        <a:pt x="380" y="168"/>
                      </a:cubicBezTo>
                      <a:cubicBezTo>
                        <a:pt x="381" y="169"/>
                        <a:pt x="383" y="171"/>
                        <a:pt x="382" y="172"/>
                      </a:cubicBezTo>
                      <a:cubicBezTo>
                        <a:pt x="380" y="176"/>
                        <a:pt x="368" y="172"/>
                        <a:pt x="382" y="176"/>
                      </a:cubicBezTo>
                      <a:cubicBezTo>
                        <a:pt x="386" y="175"/>
                        <a:pt x="390" y="173"/>
                        <a:pt x="394" y="172"/>
                      </a:cubicBezTo>
                      <a:cubicBezTo>
                        <a:pt x="396" y="172"/>
                        <a:pt x="400" y="171"/>
                        <a:pt x="400" y="171"/>
                      </a:cubicBezTo>
                      <a:cubicBezTo>
                        <a:pt x="413" y="177"/>
                        <a:pt x="427" y="179"/>
                        <a:pt x="439" y="185"/>
                      </a:cubicBezTo>
                      <a:cubicBezTo>
                        <a:pt x="441" y="190"/>
                        <a:pt x="445" y="194"/>
                        <a:pt x="447" y="199"/>
                      </a:cubicBezTo>
                      <a:cubicBezTo>
                        <a:pt x="453" y="198"/>
                        <a:pt x="460" y="195"/>
                        <a:pt x="465" y="201"/>
                      </a:cubicBezTo>
                      <a:cubicBezTo>
                        <a:pt x="468" y="205"/>
                        <a:pt x="471" y="215"/>
                        <a:pt x="471" y="215"/>
                      </a:cubicBezTo>
                      <a:cubicBezTo>
                        <a:pt x="468" y="231"/>
                        <a:pt x="469" y="248"/>
                        <a:pt x="451" y="258"/>
                      </a:cubicBezTo>
                      <a:cubicBezTo>
                        <a:pt x="447" y="262"/>
                        <a:pt x="437" y="275"/>
                        <a:pt x="435" y="281"/>
                      </a:cubicBezTo>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US"/>
                </a:p>
              </p:txBody>
            </p:sp>
            <p:sp>
              <p:nvSpPr>
                <p:cNvPr id="62" name="Freeform 31"/>
                <p:cNvSpPr>
                  <a:spLocks/>
                </p:cNvSpPr>
                <p:nvPr userDrawn="1"/>
              </p:nvSpPr>
              <p:spPr bwMode="ltGray">
                <a:xfrm>
                  <a:off x="3880" y="-7"/>
                  <a:ext cx="984" cy="692"/>
                </a:xfrm>
                <a:custGeom>
                  <a:avLst/>
                  <a:gdLst>
                    <a:gd name="T0" fmla="*/ 406 w 984"/>
                    <a:gd name="T1" fmla="*/ 5 h 844"/>
                    <a:gd name="T2" fmla="*/ 502 w 984"/>
                    <a:gd name="T3" fmla="*/ 28 h 844"/>
                    <a:gd name="T4" fmla="*/ 550 w 984"/>
                    <a:gd name="T5" fmla="*/ 31 h 844"/>
                    <a:gd name="T6" fmla="*/ 578 w 984"/>
                    <a:gd name="T7" fmla="*/ 107 h 844"/>
                    <a:gd name="T8" fmla="*/ 586 w 984"/>
                    <a:gd name="T9" fmla="*/ 74 h 844"/>
                    <a:gd name="T10" fmla="*/ 606 w 984"/>
                    <a:gd name="T11" fmla="*/ 57 h 844"/>
                    <a:gd name="T12" fmla="*/ 642 w 984"/>
                    <a:gd name="T13" fmla="*/ 103 h 844"/>
                    <a:gd name="T14" fmla="*/ 682 w 984"/>
                    <a:gd name="T15" fmla="*/ 80 h 844"/>
                    <a:gd name="T16" fmla="*/ 706 w 984"/>
                    <a:gd name="T17" fmla="*/ 71 h 844"/>
                    <a:gd name="T18" fmla="*/ 762 w 984"/>
                    <a:gd name="T19" fmla="*/ 2 h 844"/>
                    <a:gd name="T20" fmla="*/ 798 w 984"/>
                    <a:gd name="T21" fmla="*/ 57 h 844"/>
                    <a:gd name="T22" fmla="*/ 798 w 984"/>
                    <a:gd name="T23" fmla="*/ 107 h 844"/>
                    <a:gd name="T24" fmla="*/ 790 w 984"/>
                    <a:gd name="T25" fmla="*/ 130 h 844"/>
                    <a:gd name="T26" fmla="*/ 766 w 984"/>
                    <a:gd name="T27" fmla="*/ 133 h 844"/>
                    <a:gd name="T28" fmla="*/ 762 w 984"/>
                    <a:gd name="T29" fmla="*/ 153 h 844"/>
                    <a:gd name="T30" fmla="*/ 802 w 984"/>
                    <a:gd name="T31" fmla="*/ 185 h 844"/>
                    <a:gd name="T32" fmla="*/ 786 w 984"/>
                    <a:gd name="T33" fmla="*/ 264 h 844"/>
                    <a:gd name="T34" fmla="*/ 830 w 984"/>
                    <a:gd name="T35" fmla="*/ 339 h 844"/>
                    <a:gd name="T36" fmla="*/ 854 w 984"/>
                    <a:gd name="T37" fmla="*/ 369 h 844"/>
                    <a:gd name="T38" fmla="*/ 830 w 984"/>
                    <a:gd name="T39" fmla="*/ 369 h 844"/>
                    <a:gd name="T40" fmla="*/ 746 w 984"/>
                    <a:gd name="T41" fmla="*/ 310 h 844"/>
                    <a:gd name="T42" fmla="*/ 678 w 984"/>
                    <a:gd name="T43" fmla="*/ 330 h 844"/>
                    <a:gd name="T44" fmla="*/ 590 w 984"/>
                    <a:gd name="T45" fmla="*/ 362 h 844"/>
                    <a:gd name="T46" fmla="*/ 642 w 984"/>
                    <a:gd name="T47" fmla="*/ 474 h 844"/>
                    <a:gd name="T48" fmla="*/ 710 w 984"/>
                    <a:gd name="T49" fmla="*/ 500 h 844"/>
                    <a:gd name="T50" fmla="*/ 738 w 984"/>
                    <a:gd name="T51" fmla="*/ 451 h 844"/>
                    <a:gd name="T52" fmla="*/ 774 w 984"/>
                    <a:gd name="T53" fmla="*/ 467 h 844"/>
                    <a:gd name="T54" fmla="*/ 766 w 984"/>
                    <a:gd name="T55" fmla="*/ 517 h 844"/>
                    <a:gd name="T56" fmla="*/ 802 w 984"/>
                    <a:gd name="T57" fmla="*/ 549 h 844"/>
                    <a:gd name="T58" fmla="*/ 838 w 984"/>
                    <a:gd name="T59" fmla="*/ 539 h 844"/>
                    <a:gd name="T60" fmla="*/ 922 w 984"/>
                    <a:gd name="T61" fmla="*/ 661 h 844"/>
                    <a:gd name="T62" fmla="*/ 942 w 984"/>
                    <a:gd name="T63" fmla="*/ 677 h 844"/>
                    <a:gd name="T64" fmla="*/ 874 w 984"/>
                    <a:gd name="T65" fmla="*/ 664 h 844"/>
                    <a:gd name="T66" fmla="*/ 830 w 984"/>
                    <a:gd name="T67" fmla="*/ 621 h 844"/>
                    <a:gd name="T68" fmla="*/ 778 w 984"/>
                    <a:gd name="T69" fmla="*/ 582 h 844"/>
                    <a:gd name="T70" fmla="*/ 702 w 984"/>
                    <a:gd name="T71" fmla="*/ 543 h 844"/>
                    <a:gd name="T72" fmla="*/ 614 w 984"/>
                    <a:gd name="T73" fmla="*/ 530 h 844"/>
                    <a:gd name="T74" fmla="*/ 506 w 984"/>
                    <a:gd name="T75" fmla="*/ 487 h 844"/>
                    <a:gd name="T76" fmla="*/ 462 w 984"/>
                    <a:gd name="T77" fmla="*/ 415 h 844"/>
                    <a:gd name="T78" fmla="*/ 430 w 984"/>
                    <a:gd name="T79" fmla="*/ 379 h 844"/>
                    <a:gd name="T80" fmla="*/ 382 w 984"/>
                    <a:gd name="T81" fmla="*/ 353 h 844"/>
                    <a:gd name="T82" fmla="*/ 342 w 984"/>
                    <a:gd name="T83" fmla="*/ 303 h 844"/>
                    <a:gd name="T84" fmla="*/ 354 w 984"/>
                    <a:gd name="T85" fmla="*/ 339 h 844"/>
                    <a:gd name="T86" fmla="*/ 418 w 984"/>
                    <a:gd name="T87" fmla="*/ 405 h 844"/>
                    <a:gd name="T88" fmla="*/ 422 w 984"/>
                    <a:gd name="T89" fmla="*/ 431 h 844"/>
                    <a:gd name="T90" fmla="*/ 394 w 984"/>
                    <a:gd name="T91" fmla="*/ 408 h 844"/>
                    <a:gd name="T92" fmla="*/ 354 w 984"/>
                    <a:gd name="T93" fmla="*/ 382 h 844"/>
                    <a:gd name="T94" fmla="*/ 314 w 984"/>
                    <a:gd name="T95" fmla="*/ 330 h 844"/>
                    <a:gd name="T96" fmla="*/ 266 w 984"/>
                    <a:gd name="T97" fmla="*/ 284 h 844"/>
                    <a:gd name="T98" fmla="*/ 210 w 984"/>
                    <a:gd name="T99" fmla="*/ 257 h 844"/>
                    <a:gd name="T100" fmla="*/ 154 w 984"/>
                    <a:gd name="T101" fmla="*/ 195 h 844"/>
                    <a:gd name="T102" fmla="*/ 66 w 984"/>
                    <a:gd name="T103" fmla="*/ 54 h 844"/>
                    <a:gd name="T104" fmla="*/ 34 w 984"/>
                    <a:gd name="T105" fmla="*/ 31 h 844"/>
                    <a:gd name="T106" fmla="*/ 46 w 984"/>
                    <a:gd name="T107" fmla="*/ 18 h 844"/>
                    <a:gd name="T108" fmla="*/ 102 w 984"/>
                    <a:gd name="T109" fmla="*/ 57 h 844"/>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Lst>
                  <a:ahLst/>
                  <a:cxnLst>
                    <a:cxn ang="T110">
                      <a:pos x="T0" y="T1"/>
                    </a:cxn>
                    <a:cxn ang="T111">
                      <a:pos x="T2" y="T3"/>
                    </a:cxn>
                    <a:cxn ang="T112">
                      <a:pos x="T4" y="T5"/>
                    </a:cxn>
                    <a:cxn ang="T113">
                      <a:pos x="T6" y="T7"/>
                    </a:cxn>
                    <a:cxn ang="T114">
                      <a:pos x="T8" y="T9"/>
                    </a:cxn>
                    <a:cxn ang="T115">
                      <a:pos x="T10" y="T11"/>
                    </a:cxn>
                    <a:cxn ang="T116">
                      <a:pos x="T12" y="T13"/>
                    </a:cxn>
                    <a:cxn ang="T117">
                      <a:pos x="T14" y="T15"/>
                    </a:cxn>
                    <a:cxn ang="T118">
                      <a:pos x="T16" y="T17"/>
                    </a:cxn>
                    <a:cxn ang="T119">
                      <a:pos x="T18" y="T19"/>
                    </a:cxn>
                    <a:cxn ang="T120">
                      <a:pos x="T20" y="T21"/>
                    </a:cxn>
                    <a:cxn ang="T121">
                      <a:pos x="T22" y="T23"/>
                    </a:cxn>
                    <a:cxn ang="T122">
                      <a:pos x="T24" y="T25"/>
                    </a:cxn>
                    <a:cxn ang="T123">
                      <a:pos x="T26" y="T27"/>
                    </a:cxn>
                    <a:cxn ang="T124">
                      <a:pos x="T28" y="T29"/>
                    </a:cxn>
                    <a:cxn ang="T125">
                      <a:pos x="T30" y="T31"/>
                    </a:cxn>
                    <a:cxn ang="T126">
                      <a:pos x="T32" y="T33"/>
                    </a:cxn>
                    <a:cxn ang="T127">
                      <a:pos x="T34" y="T35"/>
                    </a:cxn>
                    <a:cxn ang="T128">
                      <a:pos x="T36" y="T37"/>
                    </a:cxn>
                    <a:cxn ang="T129">
                      <a:pos x="T38" y="T39"/>
                    </a:cxn>
                    <a:cxn ang="T130">
                      <a:pos x="T40" y="T41"/>
                    </a:cxn>
                    <a:cxn ang="T131">
                      <a:pos x="T42" y="T43"/>
                    </a:cxn>
                    <a:cxn ang="T132">
                      <a:pos x="T44" y="T45"/>
                    </a:cxn>
                    <a:cxn ang="T133">
                      <a:pos x="T46" y="T47"/>
                    </a:cxn>
                    <a:cxn ang="T134">
                      <a:pos x="T48" y="T49"/>
                    </a:cxn>
                    <a:cxn ang="T135">
                      <a:pos x="T50" y="T51"/>
                    </a:cxn>
                    <a:cxn ang="T136">
                      <a:pos x="T52" y="T53"/>
                    </a:cxn>
                    <a:cxn ang="T137">
                      <a:pos x="T54" y="T55"/>
                    </a:cxn>
                    <a:cxn ang="T138">
                      <a:pos x="T56" y="T57"/>
                    </a:cxn>
                    <a:cxn ang="T139">
                      <a:pos x="T58" y="T59"/>
                    </a:cxn>
                    <a:cxn ang="T140">
                      <a:pos x="T60" y="T61"/>
                    </a:cxn>
                    <a:cxn ang="T141">
                      <a:pos x="T62" y="T63"/>
                    </a:cxn>
                    <a:cxn ang="T142">
                      <a:pos x="T64" y="T65"/>
                    </a:cxn>
                    <a:cxn ang="T143">
                      <a:pos x="T66" y="T67"/>
                    </a:cxn>
                    <a:cxn ang="T144">
                      <a:pos x="T68" y="T69"/>
                    </a:cxn>
                    <a:cxn ang="T145">
                      <a:pos x="T70" y="T71"/>
                    </a:cxn>
                    <a:cxn ang="T146">
                      <a:pos x="T72" y="T73"/>
                    </a:cxn>
                    <a:cxn ang="T147">
                      <a:pos x="T74" y="T75"/>
                    </a:cxn>
                    <a:cxn ang="T148">
                      <a:pos x="T76" y="T77"/>
                    </a:cxn>
                    <a:cxn ang="T149">
                      <a:pos x="T78" y="T79"/>
                    </a:cxn>
                    <a:cxn ang="T150">
                      <a:pos x="T80" y="T81"/>
                    </a:cxn>
                    <a:cxn ang="T151">
                      <a:pos x="T82" y="T83"/>
                    </a:cxn>
                    <a:cxn ang="T152">
                      <a:pos x="T84" y="T85"/>
                    </a:cxn>
                    <a:cxn ang="T153">
                      <a:pos x="T86" y="T87"/>
                    </a:cxn>
                    <a:cxn ang="T154">
                      <a:pos x="T88" y="T89"/>
                    </a:cxn>
                    <a:cxn ang="T155">
                      <a:pos x="T90" y="T91"/>
                    </a:cxn>
                    <a:cxn ang="T156">
                      <a:pos x="T92" y="T93"/>
                    </a:cxn>
                    <a:cxn ang="T157">
                      <a:pos x="T94" y="T95"/>
                    </a:cxn>
                    <a:cxn ang="T158">
                      <a:pos x="T96" y="T97"/>
                    </a:cxn>
                    <a:cxn ang="T159">
                      <a:pos x="T98" y="T99"/>
                    </a:cxn>
                    <a:cxn ang="T160">
                      <a:pos x="T100" y="T101"/>
                    </a:cxn>
                    <a:cxn ang="T161">
                      <a:pos x="T102" y="T103"/>
                    </a:cxn>
                    <a:cxn ang="T162">
                      <a:pos x="T104" y="T105"/>
                    </a:cxn>
                    <a:cxn ang="T163">
                      <a:pos x="T106" y="T107"/>
                    </a:cxn>
                    <a:cxn ang="T164">
                      <a:pos x="T108" y="T109"/>
                    </a:cxn>
                  </a:cxnLst>
                  <a:rect l="0" t="0" r="r" b="b"/>
                  <a:pathLst>
                    <a:path w="984" h="844">
                      <a:moveTo>
                        <a:pt x="82" y="38"/>
                      </a:moveTo>
                      <a:lnTo>
                        <a:pt x="406" y="6"/>
                      </a:lnTo>
                      <a:cubicBezTo>
                        <a:pt x="497" y="22"/>
                        <a:pt x="465" y="0"/>
                        <a:pt x="474" y="54"/>
                      </a:cubicBezTo>
                      <a:cubicBezTo>
                        <a:pt x="492" y="48"/>
                        <a:pt x="484" y="40"/>
                        <a:pt x="502" y="34"/>
                      </a:cubicBezTo>
                      <a:cubicBezTo>
                        <a:pt x="510" y="37"/>
                        <a:pt x="517" y="46"/>
                        <a:pt x="526" y="46"/>
                      </a:cubicBezTo>
                      <a:cubicBezTo>
                        <a:pt x="534" y="46"/>
                        <a:pt x="550" y="38"/>
                        <a:pt x="550" y="38"/>
                      </a:cubicBezTo>
                      <a:cubicBezTo>
                        <a:pt x="556" y="55"/>
                        <a:pt x="552" y="60"/>
                        <a:pt x="542" y="74"/>
                      </a:cubicBezTo>
                      <a:cubicBezTo>
                        <a:pt x="555" y="114"/>
                        <a:pt x="550" y="102"/>
                        <a:pt x="578" y="130"/>
                      </a:cubicBezTo>
                      <a:cubicBezTo>
                        <a:pt x="584" y="148"/>
                        <a:pt x="590" y="148"/>
                        <a:pt x="606" y="138"/>
                      </a:cubicBezTo>
                      <a:cubicBezTo>
                        <a:pt x="600" y="119"/>
                        <a:pt x="594" y="107"/>
                        <a:pt x="586" y="90"/>
                      </a:cubicBezTo>
                      <a:cubicBezTo>
                        <a:pt x="583" y="82"/>
                        <a:pt x="578" y="66"/>
                        <a:pt x="578" y="66"/>
                      </a:cubicBezTo>
                      <a:cubicBezTo>
                        <a:pt x="585" y="44"/>
                        <a:pt x="597" y="56"/>
                        <a:pt x="606" y="70"/>
                      </a:cubicBezTo>
                      <a:cubicBezTo>
                        <a:pt x="609" y="86"/>
                        <a:pt x="608" y="117"/>
                        <a:pt x="626" y="90"/>
                      </a:cubicBezTo>
                      <a:cubicBezTo>
                        <a:pt x="648" y="97"/>
                        <a:pt x="646" y="104"/>
                        <a:pt x="642" y="126"/>
                      </a:cubicBezTo>
                      <a:cubicBezTo>
                        <a:pt x="650" y="150"/>
                        <a:pt x="665" y="141"/>
                        <a:pt x="682" y="130"/>
                      </a:cubicBezTo>
                      <a:cubicBezTo>
                        <a:pt x="689" y="108"/>
                        <a:pt x="673" y="124"/>
                        <a:pt x="682" y="98"/>
                      </a:cubicBezTo>
                      <a:cubicBezTo>
                        <a:pt x="683" y="94"/>
                        <a:pt x="690" y="96"/>
                        <a:pt x="694" y="94"/>
                      </a:cubicBezTo>
                      <a:cubicBezTo>
                        <a:pt x="698" y="92"/>
                        <a:pt x="702" y="89"/>
                        <a:pt x="706" y="86"/>
                      </a:cubicBezTo>
                      <a:cubicBezTo>
                        <a:pt x="717" y="54"/>
                        <a:pt x="688" y="54"/>
                        <a:pt x="742" y="46"/>
                      </a:cubicBezTo>
                      <a:cubicBezTo>
                        <a:pt x="748" y="27"/>
                        <a:pt x="741" y="9"/>
                        <a:pt x="762" y="2"/>
                      </a:cubicBezTo>
                      <a:cubicBezTo>
                        <a:pt x="788" y="11"/>
                        <a:pt x="777" y="38"/>
                        <a:pt x="802" y="46"/>
                      </a:cubicBezTo>
                      <a:cubicBezTo>
                        <a:pt x="831" y="36"/>
                        <a:pt x="805" y="63"/>
                        <a:pt x="798" y="70"/>
                      </a:cubicBezTo>
                      <a:cubicBezTo>
                        <a:pt x="789" y="96"/>
                        <a:pt x="787" y="96"/>
                        <a:pt x="802" y="118"/>
                      </a:cubicBezTo>
                      <a:cubicBezTo>
                        <a:pt x="801" y="122"/>
                        <a:pt x="801" y="127"/>
                        <a:pt x="798" y="130"/>
                      </a:cubicBezTo>
                      <a:cubicBezTo>
                        <a:pt x="794" y="133"/>
                        <a:pt x="784" y="129"/>
                        <a:pt x="782" y="134"/>
                      </a:cubicBezTo>
                      <a:cubicBezTo>
                        <a:pt x="780" y="142"/>
                        <a:pt x="790" y="158"/>
                        <a:pt x="790" y="158"/>
                      </a:cubicBezTo>
                      <a:cubicBezTo>
                        <a:pt x="786" y="161"/>
                        <a:pt x="783" y="165"/>
                        <a:pt x="778" y="166"/>
                      </a:cubicBezTo>
                      <a:cubicBezTo>
                        <a:pt x="774" y="167"/>
                        <a:pt x="769" y="159"/>
                        <a:pt x="766" y="162"/>
                      </a:cubicBezTo>
                      <a:cubicBezTo>
                        <a:pt x="758" y="170"/>
                        <a:pt x="794" y="182"/>
                        <a:pt x="794" y="182"/>
                      </a:cubicBezTo>
                      <a:cubicBezTo>
                        <a:pt x="804" y="211"/>
                        <a:pt x="775" y="190"/>
                        <a:pt x="762" y="186"/>
                      </a:cubicBezTo>
                      <a:cubicBezTo>
                        <a:pt x="767" y="194"/>
                        <a:pt x="773" y="202"/>
                        <a:pt x="778" y="210"/>
                      </a:cubicBezTo>
                      <a:cubicBezTo>
                        <a:pt x="783" y="218"/>
                        <a:pt x="802" y="226"/>
                        <a:pt x="802" y="226"/>
                      </a:cubicBezTo>
                      <a:cubicBezTo>
                        <a:pt x="813" y="242"/>
                        <a:pt x="804" y="245"/>
                        <a:pt x="810" y="262"/>
                      </a:cubicBezTo>
                      <a:cubicBezTo>
                        <a:pt x="803" y="282"/>
                        <a:pt x="793" y="301"/>
                        <a:pt x="786" y="322"/>
                      </a:cubicBezTo>
                      <a:cubicBezTo>
                        <a:pt x="783" y="330"/>
                        <a:pt x="778" y="346"/>
                        <a:pt x="778" y="346"/>
                      </a:cubicBezTo>
                      <a:cubicBezTo>
                        <a:pt x="785" y="366"/>
                        <a:pt x="817" y="394"/>
                        <a:pt x="830" y="414"/>
                      </a:cubicBezTo>
                      <a:cubicBezTo>
                        <a:pt x="835" y="422"/>
                        <a:pt x="841" y="430"/>
                        <a:pt x="846" y="438"/>
                      </a:cubicBezTo>
                      <a:cubicBezTo>
                        <a:pt x="849" y="442"/>
                        <a:pt x="854" y="450"/>
                        <a:pt x="854" y="450"/>
                      </a:cubicBezTo>
                      <a:cubicBezTo>
                        <a:pt x="853" y="457"/>
                        <a:pt x="855" y="466"/>
                        <a:pt x="850" y="470"/>
                      </a:cubicBezTo>
                      <a:cubicBezTo>
                        <a:pt x="844" y="475"/>
                        <a:pt x="831" y="451"/>
                        <a:pt x="830" y="450"/>
                      </a:cubicBezTo>
                      <a:cubicBezTo>
                        <a:pt x="811" y="431"/>
                        <a:pt x="789" y="421"/>
                        <a:pt x="774" y="398"/>
                      </a:cubicBezTo>
                      <a:cubicBezTo>
                        <a:pt x="769" y="379"/>
                        <a:pt x="766" y="371"/>
                        <a:pt x="746" y="378"/>
                      </a:cubicBezTo>
                      <a:cubicBezTo>
                        <a:pt x="717" y="368"/>
                        <a:pt x="730" y="368"/>
                        <a:pt x="706" y="374"/>
                      </a:cubicBezTo>
                      <a:cubicBezTo>
                        <a:pt x="688" y="402"/>
                        <a:pt x="699" y="395"/>
                        <a:pt x="678" y="402"/>
                      </a:cubicBezTo>
                      <a:cubicBezTo>
                        <a:pt x="654" y="386"/>
                        <a:pt x="650" y="390"/>
                        <a:pt x="618" y="394"/>
                      </a:cubicBezTo>
                      <a:cubicBezTo>
                        <a:pt x="607" y="411"/>
                        <a:pt x="601" y="426"/>
                        <a:pt x="590" y="442"/>
                      </a:cubicBezTo>
                      <a:cubicBezTo>
                        <a:pt x="600" y="471"/>
                        <a:pt x="593" y="459"/>
                        <a:pt x="606" y="478"/>
                      </a:cubicBezTo>
                      <a:cubicBezTo>
                        <a:pt x="593" y="518"/>
                        <a:pt x="622" y="548"/>
                        <a:pt x="642" y="578"/>
                      </a:cubicBezTo>
                      <a:cubicBezTo>
                        <a:pt x="651" y="591"/>
                        <a:pt x="651" y="601"/>
                        <a:pt x="666" y="606"/>
                      </a:cubicBezTo>
                      <a:cubicBezTo>
                        <a:pt x="680" y="627"/>
                        <a:pt x="691" y="623"/>
                        <a:pt x="710" y="610"/>
                      </a:cubicBezTo>
                      <a:cubicBezTo>
                        <a:pt x="729" y="616"/>
                        <a:pt x="729" y="606"/>
                        <a:pt x="734" y="590"/>
                      </a:cubicBezTo>
                      <a:cubicBezTo>
                        <a:pt x="735" y="577"/>
                        <a:pt x="731" y="562"/>
                        <a:pt x="738" y="550"/>
                      </a:cubicBezTo>
                      <a:cubicBezTo>
                        <a:pt x="742" y="543"/>
                        <a:pt x="762" y="542"/>
                        <a:pt x="762" y="542"/>
                      </a:cubicBezTo>
                      <a:cubicBezTo>
                        <a:pt x="783" y="547"/>
                        <a:pt x="786" y="552"/>
                        <a:pt x="774" y="570"/>
                      </a:cubicBezTo>
                      <a:cubicBezTo>
                        <a:pt x="779" y="590"/>
                        <a:pt x="790" y="605"/>
                        <a:pt x="770" y="618"/>
                      </a:cubicBezTo>
                      <a:cubicBezTo>
                        <a:pt x="769" y="622"/>
                        <a:pt x="764" y="626"/>
                        <a:pt x="766" y="630"/>
                      </a:cubicBezTo>
                      <a:cubicBezTo>
                        <a:pt x="768" y="634"/>
                        <a:pt x="775" y="634"/>
                        <a:pt x="778" y="638"/>
                      </a:cubicBezTo>
                      <a:cubicBezTo>
                        <a:pt x="788" y="651"/>
                        <a:pt x="786" y="660"/>
                        <a:pt x="802" y="670"/>
                      </a:cubicBezTo>
                      <a:cubicBezTo>
                        <a:pt x="810" y="667"/>
                        <a:pt x="818" y="665"/>
                        <a:pt x="826" y="662"/>
                      </a:cubicBezTo>
                      <a:cubicBezTo>
                        <a:pt x="830" y="661"/>
                        <a:pt x="838" y="658"/>
                        <a:pt x="838" y="658"/>
                      </a:cubicBezTo>
                      <a:cubicBezTo>
                        <a:pt x="857" y="664"/>
                        <a:pt x="864" y="680"/>
                        <a:pt x="870" y="698"/>
                      </a:cubicBezTo>
                      <a:cubicBezTo>
                        <a:pt x="859" y="731"/>
                        <a:pt x="887" y="794"/>
                        <a:pt x="922" y="806"/>
                      </a:cubicBezTo>
                      <a:cubicBezTo>
                        <a:pt x="938" y="801"/>
                        <a:pt x="941" y="792"/>
                        <a:pt x="958" y="798"/>
                      </a:cubicBezTo>
                      <a:cubicBezTo>
                        <a:pt x="984" y="837"/>
                        <a:pt x="928" y="784"/>
                        <a:pt x="942" y="826"/>
                      </a:cubicBezTo>
                      <a:cubicBezTo>
                        <a:pt x="936" y="844"/>
                        <a:pt x="930" y="844"/>
                        <a:pt x="914" y="834"/>
                      </a:cubicBezTo>
                      <a:cubicBezTo>
                        <a:pt x="903" y="817"/>
                        <a:pt x="890" y="821"/>
                        <a:pt x="874" y="810"/>
                      </a:cubicBezTo>
                      <a:cubicBezTo>
                        <a:pt x="851" y="776"/>
                        <a:pt x="882" y="816"/>
                        <a:pt x="854" y="794"/>
                      </a:cubicBezTo>
                      <a:cubicBezTo>
                        <a:pt x="843" y="785"/>
                        <a:pt x="840" y="768"/>
                        <a:pt x="830" y="758"/>
                      </a:cubicBezTo>
                      <a:cubicBezTo>
                        <a:pt x="824" y="739"/>
                        <a:pt x="817" y="724"/>
                        <a:pt x="798" y="718"/>
                      </a:cubicBezTo>
                      <a:cubicBezTo>
                        <a:pt x="791" y="696"/>
                        <a:pt x="800" y="712"/>
                        <a:pt x="778" y="710"/>
                      </a:cubicBezTo>
                      <a:cubicBezTo>
                        <a:pt x="767" y="709"/>
                        <a:pt x="746" y="702"/>
                        <a:pt x="746" y="702"/>
                      </a:cubicBezTo>
                      <a:cubicBezTo>
                        <a:pt x="729" y="691"/>
                        <a:pt x="720" y="674"/>
                        <a:pt x="702" y="662"/>
                      </a:cubicBezTo>
                      <a:cubicBezTo>
                        <a:pt x="694" y="665"/>
                        <a:pt x="687" y="673"/>
                        <a:pt x="678" y="674"/>
                      </a:cubicBezTo>
                      <a:cubicBezTo>
                        <a:pt x="657" y="677"/>
                        <a:pt x="630" y="657"/>
                        <a:pt x="614" y="646"/>
                      </a:cubicBezTo>
                      <a:cubicBezTo>
                        <a:pt x="600" y="637"/>
                        <a:pt x="580" y="639"/>
                        <a:pt x="566" y="630"/>
                      </a:cubicBezTo>
                      <a:cubicBezTo>
                        <a:pt x="546" y="617"/>
                        <a:pt x="525" y="607"/>
                        <a:pt x="506" y="594"/>
                      </a:cubicBezTo>
                      <a:cubicBezTo>
                        <a:pt x="513" y="572"/>
                        <a:pt x="509" y="551"/>
                        <a:pt x="490" y="538"/>
                      </a:cubicBezTo>
                      <a:cubicBezTo>
                        <a:pt x="485" y="522"/>
                        <a:pt x="476" y="515"/>
                        <a:pt x="462" y="506"/>
                      </a:cubicBezTo>
                      <a:cubicBezTo>
                        <a:pt x="441" y="474"/>
                        <a:pt x="469" y="513"/>
                        <a:pt x="442" y="486"/>
                      </a:cubicBezTo>
                      <a:cubicBezTo>
                        <a:pt x="436" y="480"/>
                        <a:pt x="436" y="468"/>
                        <a:pt x="430" y="462"/>
                      </a:cubicBezTo>
                      <a:cubicBezTo>
                        <a:pt x="427" y="459"/>
                        <a:pt x="422" y="459"/>
                        <a:pt x="418" y="458"/>
                      </a:cubicBezTo>
                      <a:cubicBezTo>
                        <a:pt x="407" y="447"/>
                        <a:pt x="382" y="430"/>
                        <a:pt x="382" y="430"/>
                      </a:cubicBezTo>
                      <a:cubicBezTo>
                        <a:pt x="371" y="413"/>
                        <a:pt x="358" y="399"/>
                        <a:pt x="346" y="382"/>
                      </a:cubicBezTo>
                      <a:cubicBezTo>
                        <a:pt x="344" y="378"/>
                        <a:pt x="345" y="373"/>
                        <a:pt x="342" y="370"/>
                      </a:cubicBezTo>
                      <a:cubicBezTo>
                        <a:pt x="339" y="367"/>
                        <a:pt x="334" y="367"/>
                        <a:pt x="330" y="366"/>
                      </a:cubicBezTo>
                      <a:cubicBezTo>
                        <a:pt x="322" y="390"/>
                        <a:pt x="342" y="398"/>
                        <a:pt x="354" y="414"/>
                      </a:cubicBezTo>
                      <a:cubicBezTo>
                        <a:pt x="368" y="432"/>
                        <a:pt x="372" y="446"/>
                        <a:pt x="390" y="458"/>
                      </a:cubicBezTo>
                      <a:cubicBezTo>
                        <a:pt x="409" y="487"/>
                        <a:pt x="399" y="475"/>
                        <a:pt x="418" y="494"/>
                      </a:cubicBezTo>
                      <a:cubicBezTo>
                        <a:pt x="423" y="510"/>
                        <a:pt x="428" y="517"/>
                        <a:pt x="442" y="526"/>
                      </a:cubicBezTo>
                      <a:cubicBezTo>
                        <a:pt x="450" y="550"/>
                        <a:pt x="432" y="533"/>
                        <a:pt x="422" y="526"/>
                      </a:cubicBezTo>
                      <a:cubicBezTo>
                        <a:pt x="399" y="492"/>
                        <a:pt x="430" y="532"/>
                        <a:pt x="402" y="510"/>
                      </a:cubicBezTo>
                      <a:cubicBezTo>
                        <a:pt x="398" y="507"/>
                        <a:pt x="397" y="501"/>
                        <a:pt x="394" y="498"/>
                      </a:cubicBezTo>
                      <a:cubicBezTo>
                        <a:pt x="391" y="495"/>
                        <a:pt x="386" y="493"/>
                        <a:pt x="382" y="490"/>
                      </a:cubicBezTo>
                      <a:cubicBezTo>
                        <a:pt x="377" y="474"/>
                        <a:pt x="370" y="471"/>
                        <a:pt x="354" y="466"/>
                      </a:cubicBezTo>
                      <a:cubicBezTo>
                        <a:pt x="344" y="452"/>
                        <a:pt x="340" y="447"/>
                        <a:pt x="346" y="430"/>
                      </a:cubicBezTo>
                      <a:cubicBezTo>
                        <a:pt x="338" y="418"/>
                        <a:pt x="314" y="402"/>
                        <a:pt x="314" y="402"/>
                      </a:cubicBezTo>
                      <a:cubicBezTo>
                        <a:pt x="306" y="390"/>
                        <a:pt x="298" y="378"/>
                        <a:pt x="290" y="366"/>
                      </a:cubicBezTo>
                      <a:cubicBezTo>
                        <a:pt x="284" y="357"/>
                        <a:pt x="273" y="354"/>
                        <a:pt x="266" y="346"/>
                      </a:cubicBezTo>
                      <a:cubicBezTo>
                        <a:pt x="263" y="342"/>
                        <a:pt x="262" y="337"/>
                        <a:pt x="258" y="334"/>
                      </a:cubicBezTo>
                      <a:cubicBezTo>
                        <a:pt x="243" y="324"/>
                        <a:pt x="225" y="324"/>
                        <a:pt x="210" y="314"/>
                      </a:cubicBezTo>
                      <a:cubicBezTo>
                        <a:pt x="201" y="300"/>
                        <a:pt x="194" y="291"/>
                        <a:pt x="178" y="286"/>
                      </a:cubicBezTo>
                      <a:cubicBezTo>
                        <a:pt x="160" y="260"/>
                        <a:pt x="192" y="247"/>
                        <a:pt x="154" y="238"/>
                      </a:cubicBezTo>
                      <a:cubicBezTo>
                        <a:pt x="111" y="209"/>
                        <a:pt x="106" y="149"/>
                        <a:pt x="90" y="102"/>
                      </a:cubicBezTo>
                      <a:cubicBezTo>
                        <a:pt x="86" y="90"/>
                        <a:pt x="76" y="73"/>
                        <a:pt x="66" y="66"/>
                      </a:cubicBezTo>
                      <a:cubicBezTo>
                        <a:pt x="58" y="60"/>
                        <a:pt x="42" y="50"/>
                        <a:pt x="42" y="50"/>
                      </a:cubicBezTo>
                      <a:cubicBezTo>
                        <a:pt x="39" y="46"/>
                        <a:pt x="38" y="41"/>
                        <a:pt x="34" y="38"/>
                      </a:cubicBezTo>
                      <a:cubicBezTo>
                        <a:pt x="27" y="34"/>
                        <a:pt x="10" y="30"/>
                        <a:pt x="10" y="30"/>
                      </a:cubicBezTo>
                      <a:cubicBezTo>
                        <a:pt x="0" y="1"/>
                        <a:pt x="31" y="17"/>
                        <a:pt x="46" y="22"/>
                      </a:cubicBezTo>
                      <a:cubicBezTo>
                        <a:pt x="65" y="51"/>
                        <a:pt x="61" y="41"/>
                        <a:pt x="86" y="58"/>
                      </a:cubicBezTo>
                      <a:cubicBezTo>
                        <a:pt x="94" y="70"/>
                        <a:pt x="94" y="93"/>
                        <a:pt x="102" y="70"/>
                      </a:cubicBezTo>
                      <a:cubicBezTo>
                        <a:pt x="95" y="49"/>
                        <a:pt x="82" y="62"/>
                        <a:pt x="82" y="38"/>
                      </a:cubicBezTo>
                      <a:close/>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US"/>
                </a:p>
              </p:txBody>
            </p:sp>
            <p:sp>
              <p:nvSpPr>
                <p:cNvPr id="63" name="Freeform 32"/>
                <p:cNvSpPr>
                  <a:spLocks/>
                </p:cNvSpPr>
                <p:nvPr userDrawn="1"/>
              </p:nvSpPr>
              <p:spPr bwMode="ltGray">
                <a:xfrm>
                  <a:off x="3577" y="490"/>
                  <a:ext cx="36" cy="39"/>
                </a:xfrm>
                <a:custGeom>
                  <a:avLst/>
                  <a:gdLst>
                    <a:gd name="T0" fmla="*/ 6 w 36"/>
                    <a:gd name="T1" fmla="*/ 23 h 48"/>
                    <a:gd name="T2" fmla="*/ 10 w 36"/>
                    <a:gd name="T3" fmla="*/ 39 h 48"/>
                    <a:gd name="T4" fmla="*/ 6 w 36"/>
                    <a:gd name="T5" fmla="*/ 23 h 48"/>
                    <a:gd name="T6" fmla="*/ 0 60000 65536"/>
                    <a:gd name="T7" fmla="*/ 0 60000 65536"/>
                    <a:gd name="T8" fmla="*/ 0 60000 65536"/>
                  </a:gdLst>
                  <a:ahLst/>
                  <a:cxnLst>
                    <a:cxn ang="T6">
                      <a:pos x="T0" y="T1"/>
                    </a:cxn>
                    <a:cxn ang="T7">
                      <a:pos x="T2" y="T3"/>
                    </a:cxn>
                    <a:cxn ang="T8">
                      <a:pos x="T4" y="T5"/>
                    </a:cxn>
                  </a:cxnLst>
                  <a:rect l="0" t="0" r="r" b="b"/>
                  <a:pathLst>
                    <a:path w="36" h="48">
                      <a:moveTo>
                        <a:pt x="6" y="28"/>
                      </a:moveTo>
                      <a:cubicBezTo>
                        <a:pt x="25" y="0"/>
                        <a:pt x="36" y="31"/>
                        <a:pt x="10" y="48"/>
                      </a:cubicBezTo>
                      <a:cubicBezTo>
                        <a:pt x="0" y="34"/>
                        <a:pt x="0" y="40"/>
                        <a:pt x="6" y="28"/>
                      </a:cubicBezTo>
                      <a:close/>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US"/>
                </a:p>
              </p:txBody>
            </p:sp>
            <p:sp>
              <p:nvSpPr>
                <p:cNvPr id="64" name="Freeform 33"/>
                <p:cNvSpPr>
                  <a:spLocks/>
                </p:cNvSpPr>
                <p:nvPr userDrawn="1"/>
              </p:nvSpPr>
              <p:spPr bwMode="ltGray">
                <a:xfrm>
                  <a:off x="3549" y="475"/>
                  <a:ext cx="38" cy="29"/>
                </a:xfrm>
                <a:custGeom>
                  <a:avLst/>
                  <a:gdLst>
                    <a:gd name="T0" fmla="*/ 0 w 36"/>
                    <a:gd name="T1" fmla="*/ 4 h 37"/>
                    <a:gd name="T2" fmla="*/ 13 w 36"/>
                    <a:gd name="T3" fmla="*/ 1 h 37"/>
                    <a:gd name="T4" fmla="*/ 38 w 36"/>
                    <a:gd name="T5" fmla="*/ 13 h 37"/>
                    <a:gd name="T6" fmla="*/ 8 w 36"/>
                    <a:gd name="T7" fmla="*/ 13 h 37"/>
                    <a:gd name="T8" fmla="*/ 0 w 36"/>
                    <a:gd name="T9" fmla="*/ 4 h 37"/>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6" h="37">
                      <a:moveTo>
                        <a:pt x="0" y="5"/>
                      </a:moveTo>
                      <a:cubicBezTo>
                        <a:pt x="4" y="4"/>
                        <a:pt x="8" y="0"/>
                        <a:pt x="12" y="1"/>
                      </a:cubicBezTo>
                      <a:cubicBezTo>
                        <a:pt x="21" y="4"/>
                        <a:pt x="36" y="17"/>
                        <a:pt x="36" y="17"/>
                      </a:cubicBezTo>
                      <a:cubicBezTo>
                        <a:pt x="29" y="37"/>
                        <a:pt x="22" y="26"/>
                        <a:pt x="8" y="17"/>
                      </a:cubicBezTo>
                      <a:cubicBezTo>
                        <a:pt x="5" y="13"/>
                        <a:pt x="0" y="5"/>
                        <a:pt x="0" y="5"/>
                      </a:cubicBezTo>
                      <a:close/>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US"/>
                </a:p>
              </p:txBody>
            </p:sp>
            <p:sp>
              <p:nvSpPr>
                <p:cNvPr id="65" name="Freeform 34"/>
                <p:cNvSpPr>
                  <a:spLocks/>
                </p:cNvSpPr>
                <p:nvPr userDrawn="1"/>
              </p:nvSpPr>
              <p:spPr bwMode="ltGray">
                <a:xfrm>
                  <a:off x="4686" y="394"/>
                  <a:ext cx="171" cy="81"/>
                </a:xfrm>
                <a:custGeom>
                  <a:avLst/>
                  <a:gdLst>
                    <a:gd name="T0" fmla="*/ 0 w 170"/>
                    <a:gd name="T1" fmla="*/ 41 h 96"/>
                    <a:gd name="T2" fmla="*/ 28 w 170"/>
                    <a:gd name="T3" fmla="*/ 21 h 96"/>
                    <a:gd name="T4" fmla="*/ 56 w 170"/>
                    <a:gd name="T5" fmla="*/ 18 h 96"/>
                    <a:gd name="T6" fmla="*/ 80 w 170"/>
                    <a:gd name="T7" fmla="*/ 8 h 96"/>
                    <a:gd name="T8" fmla="*/ 64 w 170"/>
                    <a:gd name="T9" fmla="*/ 21 h 96"/>
                    <a:gd name="T10" fmla="*/ 125 w 170"/>
                    <a:gd name="T11" fmla="*/ 41 h 96"/>
                    <a:gd name="T12" fmla="*/ 161 w 170"/>
                    <a:gd name="T13" fmla="*/ 55 h 96"/>
                    <a:gd name="T14" fmla="*/ 117 w 170"/>
                    <a:gd name="T15" fmla="*/ 65 h 96"/>
                    <a:gd name="T16" fmla="*/ 89 w 170"/>
                    <a:gd name="T17" fmla="*/ 48 h 96"/>
                    <a:gd name="T18" fmla="*/ 76 w 170"/>
                    <a:gd name="T19" fmla="*/ 45 h 96"/>
                    <a:gd name="T20" fmla="*/ 24 w 170"/>
                    <a:gd name="T21" fmla="*/ 35 h 96"/>
                    <a:gd name="T22" fmla="*/ 0 w 170"/>
                    <a:gd name="T23" fmla="*/ 41 h 9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Lst>
                  <a:ahLst/>
                  <a:cxnLst>
                    <a:cxn ang="T24">
                      <a:pos x="T0" y="T1"/>
                    </a:cxn>
                    <a:cxn ang="T25">
                      <a:pos x="T2" y="T3"/>
                    </a:cxn>
                    <a:cxn ang="T26">
                      <a:pos x="T4" y="T5"/>
                    </a:cxn>
                    <a:cxn ang="T27">
                      <a:pos x="T6" y="T7"/>
                    </a:cxn>
                    <a:cxn ang="T28">
                      <a:pos x="T8" y="T9"/>
                    </a:cxn>
                    <a:cxn ang="T29">
                      <a:pos x="T10" y="T11"/>
                    </a:cxn>
                    <a:cxn ang="T30">
                      <a:pos x="T12" y="T13"/>
                    </a:cxn>
                    <a:cxn ang="T31">
                      <a:pos x="T14" y="T15"/>
                    </a:cxn>
                    <a:cxn ang="T32">
                      <a:pos x="T16" y="T17"/>
                    </a:cxn>
                    <a:cxn ang="T33">
                      <a:pos x="T18" y="T19"/>
                    </a:cxn>
                    <a:cxn ang="T34">
                      <a:pos x="T20" y="T21"/>
                    </a:cxn>
                    <a:cxn ang="T35">
                      <a:pos x="T22" y="T23"/>
                    </a:cxn>
                  </a:cxnLst>
                  <a:rect l="0" t="0" r="r" b="b"/>
                  <a:pathLst>
                    <a:path w="170" h="96">
                      <a:moveTo>
                        <a:pt x="0" y="49"/>
                      </a:moveTo>
                      <a:cubicBezTo>
                        <a:pt x="5" y="33"/>
                        <a:pt x="12" y="30"/>
                        <a:pt x="28" y="25"/>
                      </a:cubicBezTo>
                      <a:cubicBezTo>
                        <a:pt x="20" y="0"/>
                        <a:pt x="42" y="16"/>
                        <a:pt x="56" y="21"/>
                      </a:cubicBezTo>
                      <a:cubicBezTo>
                        <a:pt x="56" y="21"/>
                        <a:pt x="77" y="6"/>
                        <a:pt x="80" y="9"/>
                      </a:cubicBezTo>
                      <a:cubicBezTo>
                        <a:pt x="85" y="14"/>
                        <a:pt x="71" y="23"/>
                        <a:pt x="64" y="25"/>
                      </a:cubicBezTo>
                      <a:cubicBezTo>
                        <a:pt x="82" y="37"/>
                        <a:pt x="103" y="42"/>
                        <a:pt x="124" y="49"/>
                      </a:cubicBezTo>
                      <a:cubicBezTo>
                        <a:pt x="136" y="53"/>
                        <a:pt x="160" y="65"/>
                        <a:pt x="160" y="65"/>
                      </a:cubicBezTo>
                      <a:cubicBezTo>
                        <a:pt x="170" y="96"/>
                        <a:pt x="134" y="83"/>
                        <a:pt x="116" y="77"/>
                      </a:cubicBezTo>
                      <a:cubicBezTo>
                        <a:pt x="109" y="57"/>
                        <a:pt x="116" y="66"/>
                        <a:pt x="88" y="57"/>
                      </a:cubicBezTo>
                      <a:cubicBezTo>
                        <a:pt x="84" y="56"/>
                        <a:pt x="76" y="53"/>
                        <a:pt x="76" y="53"/>
                      </a:cubicBezTo>
                      <a:cubicBezTo>
                        <a:pt x="57" y="34"/>
                        <a:pt x="53" y="37"/>
                        <a:pt x="24" y="41"/>
                      </a:cubicBezTo>
                      <a:cubicBezTo>
                        <a:pt x="9" y="51"/>
                        <a:pt x="17" y="49"/>
                        <a:pt x="0" y="49"/>
                      </a:cubicBezTo>
                      <a:close/>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US"/>
                </a:p>
              </p:txBody>
            </p:sp>
            <p:sp>
              <p:nvSpPr>
                <p:cNvPr id="66" name="Freeform 35"/>
                <p:cNvSpPr>
                  <a:spLocks/>
                </p:cNvSpPr>
                <p:nvPr userDrawn="1"/>
              </p:nvSpPr>
              <p:spPr bwMode="ltGray">
                <a:xfrm>
                  <a:off x="4867" y="460"/>
                  <a:ext cx="138" cy="37"/>
                </a:xfrm>
                <a:custGeom>
                  <a:avLst/>
                  <a:gdLst>
                    <a:gd name="T0" fmla="*/ 0 w 138"/>
                    <a:gd name="T1" fmla="*/ 0 h 44"/>
                    <a:gd name="T2" fmla="*/ 52 w 138"/>
                    <a:gd name="T3" fmla="*/ 3 h 44"/>
                    <a:gd name="T4" fmla="*/ 88 w 138"/>
                    <a:gd name="T5" fmla="*/ 20 h 44"/>
                    <a:gd name="T6" fmla="*/ 112 w 138"/>
                    <a:gd name="T7" fmla="*/ 17 h 44"/>
                    <a:gd name="T8" fmla="*/ 108 w 138"/>
                    <a:gd name="T9" fmla="*/ 37 h 44"/>
                    <a:gd name="T10" fmla="*/ 64 w 138"/>
                    <a:gd name="T11" fmla="*/ 34 h 44"/>
                    <a:gd name="T12" fmla="*/ 0 w 138"/>
                    <a:gd name="T13" fmla="*/ 30 h 44"/>
                    <a:gd name="T14" fmla="*/ 28 w 138"/>
                    <a:gd name="T15" fmla="*/ 17 h 44"/>
                    <a:gd name="T16" fmla="*/ 0 w 138"/>
                    <a:gd name="T17" fmla="*/ 0 h 44"/>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0" t="0" r="r" b="b"/>
                  <a:pathLst>
                    <a:path w="138" h="44">
                      <a:moveTo>
                        <a:pt x="0" y="0"/>
                      </a:moveTo>
                      <a:cubicBezTo>
                        <a:pt x="19" y="3"/>
                        <a:pt x="35" y="10"/>
                        <a:pt x="52" y="4"/>
                      </a:cubicBezTo>
                      <a:cubicBezTo>
                        <a:pt x="87" y="11"/>
                        <a:pt x="61" y="15"/>
                        <a:pt x="88" y="24"/>
                      </a:cubicBezTo>
                      <a:cubicBezTo>
                        <a:pt x="96" y="23"/>
                        <a:pt x="104" y="19"/>
                        <a:pt x="112" y="20"/>
                      </a:cubicBezTo>
                      <a:cubicBezTo>
                        <a:pt x="138" y="23"/>
                        <a:pt x="118" y="41"/>
                        <a:pt x="108" y="44"/>
                      </a:cubicBezTo>
                      <a:cubicBezTo>
                        <a:pt x="78" y="34"/>
                        <a:pt x="92" y="34"/>
                        <a:pt x="64" y="40"/>
                      </a:cubicBezTo>
                      <a:cubicBezTo>
                        <a:pt x="41" y="37"/>
                        <a:pt x="22" y="41"/>
                        <a:pt x="0" y="36"/>
                      </a:cubicBezTo>
                      <a:cubicBezTo>
                        <a:pt x="6" y="11"/>
                        <a:pt x="7" y="27"/>
                        <a:pt x="28" y="20"/>
                      </a:cubicBezTo>
                      <a:cubicBezTo>
                        <a:pt x="17" y="13"/>
                        <a:pt x="0" y="13"/>
                        <a:pt x="0" y="0"/>
                      </a:cubicBezTo>
                      <a:close/>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US"/>
                </a:p>
              </p:txBody>
            </p:sp>
            <p:sp>
              <p:nvSpPr>
                <p:cNvPr id="67" name="Freeform 36"/>
                <p:cNvSpPr>
                  <a:spLocks/>
                </p:cNvSpPr>
                <p:nvPr userDrawn="1"/>
              </p:nvSpPr>
              <p:spPr bwMode="ltGray">
                <a:xfrm>
                  <a:off x="4794" y="480"/>
                  <a:ext cx="56" cy="34"/>
                </a:xfrm>
                <a:custGeom>
                  <a:avLst/>
                  <a:gdLst>
                    <a:gd name="T0" fmla="*/ 17 w 57"/>
                    <a:gd name="T1" fmla="*/ 20 h 42"/>
                    <a:gd name="T2" fmla="*/ 36 w 57"/>
                    <a:gd name="T3" fmla="*/ 11 h 42"/>
                    <a:gd name="T4" fmla="*/ 17 w 57"/>
                    <a:gd name="T5" fmla="*/ 20 h 42"/>
                    <a:gd name="T6" fmla="*/ 0 60000 65536"/>
                    <a:gd name="T7" fmla="*/ 0 60000 65536"/>
                    <a:gd name="T8" fmla="*/ 0 60000 65536"/>
                  </a:gdLst>
                  <a:ahLst/>
                  <a:cxnLst>
                    <a:cxn ang="T6">
                      <a:pos x="T0" y="T1"/>
                    </a:cxn>
                    <a:cxn ang="T7">
                      <a:pos x="T2" y="T3"/>
                    </a:cxn>
                    <a:cxn ang="T8">
                      <a:pos x="T4" y="T5"/>
                    </a:cxn>
                  </a:cxnLst>
                  <a:rect l="0" t="0" r="r" b="b"/>
                  <a:pathLst>
                    <a:path w="57" h="42">
                      <a:moveTo>
                        <a:pt x="17" y="25"/>
                      </a:moveTo>
                      <a:cubicBezTo>
                        <a:pt x="0" y="0"/>
                        <a:pt x="21" y="9"/>
                        <a:pt x="37" y="13"/>
                      </a:cubicBezTo>
                      <a:cubicBezTo>
                        <a:pt x="57" y="42"/>
                        <a:pt x="30" y="25"/>
                        <a:pt x="17" y="25"/>
                      </a:cubicBezTo>
                      <a:close/>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US"/>
                </a:p>
              </p:txBody>
            </p:sp>
            <p:sp>
              <p:nvSpPr>
                <p:cNvPr id="68" name="Freeform 37"/>
                <p:cNvSpPr>
                  <a:spLocks/>
                </p:cNvSpPr>
                <p:nvPr userDrawn="1"/>
              </p:nvSpPr>
              <p:spPr bwMode="ltGray">
                <a:xfrm>
                  <a:off x="4757" y="375"/>
                  <a:ext cx="37" cy="44"/>
                </a:xfrm>
                <a:custGeom>
                  <a:avLst/>
                  <a:gdLst>
                    <a:gd name="T0" fmla="*/ 18 w 39"/>
                    <a:gd name="T1" fmla="*/ 27 h 52"/>
                    <a:gd name="T2" fmla="*/ 18 w 39"/>
                    <a:gd name="T3" fmla="*/ 0 h 52"/>
                    <a:gd name="T4" fmla="*/ 18 w 39"/>
                    <a:gd name="T5" fmla="*/ 27 h 52"/>
                    <a:gd name="T6" fmla="*/ 0 60000 65536"/>
                    <a:gd name="T7" fmla="*/ 0 60000 65536"/>
                    <a:gd name="T8" fmla="*/ 0 60000 65536"/>
                  </a:gdLst>
                  <a:ahLst/>
                  <a:cxnLst>
                    <a:cxn ang="T6">
                      <a:pos x="T0" y="T1"/>
                    </a:cxn>
                    <a:cxn ang="T7">
                      <a:pos x="T2" y="T3"/>
                    </a:cxn>
                    <a:cxn ang="T8">
                      <a:pos x="T4" y="T5"/>
                    </a:cxn>
                  </a:cxnLst>
                  <a:rect l="0" t="0" r="r" b="b"/>
                  <a:pathLst>
                    <a:path w="39" h="52">
                      <a:moveTo>
                        <a:pt x="19" y="32"/>
                      </a:moveTo>
                      <a:cubicBezTo>
                        <a:pt x="13" y="14"/>
                        <a:pt x="0" y="13"/>
                        <a:pt x="19" y="0"/>
                      </a:cubicBezTo>
                      <a:cubicBezTo>
                        <a:pt x="23" y="5"/>
                        <a:pt x="39" y="52"/>
                        <a:pt x="19" y="32"/>
                      </a:cubicBezTo>
                      <a:close/>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US"/>
                </a:p>
              </p:txBody>
            </p:sp>
            <p:sp>
              <p:nvSpPr>
                <p:cNvPr id="69" name="Freeform 38"/>
                <p:cNvSpPr>
                  <a:spLocks/>
                </p:cNvSpPr>
                <p:nvPr userDrawn="1"/>
              </p:nvSpPr>
              <p:spPr bwMode="ltGray">
                <a:xfrm>
                  <a:off x="5054" y="507"/>
                  <a:ext cx="45" cy="66"/>
                </a:xfrm>
                <a:custGeom>
                  <a:avLst/>
                  <a:gdLst>
                    <a:gd name="T0" fmla="*/ 4 w 44"/>
                    <a:gd name="T1" fmla="*/ 7 h 80"/>
                    <a:gd name="T2" fmla="*/ 20 w 44"/>
                    <a:gd name="T3" fmla="*/ 27 h 80"/>
                    <a:gd name="T4" fmla="*/ 25 w 44"/>
                    <a:gd name="T5" fmla="*/ 40 h 80"/>
                    <a:gd name="T6" fmla="*/ 37 w 44"/>
                    <a:gd name="T7" fmla="*/ 44 h 80"/>
                    <a:gd name="T8" fmla="*/ 25 w 44"/>
                    <a:gd name="T9" fmla="*/ 60 h 80"/>
                    <a:gd name="T10" fmla="*/ 0 w 44"/>
                    <a:gd name="T11" fmla="*/ 17 h 80"/>
                    <a:gd name="T12" fmla="*/ 4 w 44"/>
                    <a:gd name="T13" fmla="*/ 7 h 80"/>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44" h="80">
                      <a:moveTo>
                        <a:pt x="4" y="9"/>
                      </a:moveTo>
                      <a:cubicBezTo>
                        <a:pt x="9" y="17"/>
                        <a:pt x="18" y="24"/>
                        <a:pt x="20" y="33"/>
                      </a:cubicBezTo>
                      <a:cubicBezTo>
                        <a:pt x="21" y="38"/>
                        <a:pt x="21" y="45"/>
                        <a:pt x="24" y="49"/>
                      </a:cubicBezTo>
                      <a:cubicBezTo>
                        <a:pt x="27" y="52"/>
                        <a:pt x="32" y="52"/>
                        <a:pt x="36" y="53"/>
                      </a:cubicBezTo>
                      <a:cubicBezTo>
                        <a:pt x="41" y="68"/>
                        <a:pt x="44" y="80"/>
                        <a:pt x="24" y="73"/>
                      </a:cubicBezTo>
                      <a:cubicBezTo>
                        <a:pt x="19" y="55"/>
                        <a:pt x="11" y="37"/>
                        <a:pt x="0" y="21"/>
                      </a:cubicBezTo>
                      <a:cubicBezTo>
                        <a:pt x="4" y="4"/>
                        <a:pt x="4" y="0"/>
                        <a:pt x="4" y="9"/>
                      </a:cubicBezTo>
                      <a:close/>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US"/>
                </a:p>
              </p:txBody>
            </p:sp>
            <p:sp>
              <p:nvSpPr>
                <p:cNvPr id="70" name="Freeform 39"/>
                <p:cNvSpPr>
                  <a:spLocks/>
                </p:cNvSpPr>
                <p:nvPr userDrawn="1"/>
              </p:nvSpPr>
              <p:spPr bwMode="ltGray">
                <a:xfrm>
                  <a:off x="4260" y="6"/>
                  <a:ext cx="480" cy="100"/>
                </a:xfrm>
                <a:custGeom>
                  <a:avLst/>
                  <a:gdLst>
                    <a:gd name="T0" fmla="*/ 327 w 323"/>
                    <a:gd name="T1" fmla="*/ 2 h 64"/>
                    <a:gd name="T2" fmla="*/ 343 w 323"/>
                    <a:gd name="T3" fmla="*/ 13 h 64"/>
                    <a:gd name="T4" fmla="*/ 349 w 323"/>
                    <a:gd name="T5" fmla="*/ 0 h 64"/>
                    <a:gd name="T6" fmla="*/ 394 w 323"/>
                    <a:gd name="T7" fmla="*/ 0 h 64"/>
                    <a:gd name="T8" fmla="*/ 427 w 323"/>
                    <a:gd name="T9" fmla="*/ 27 h 64"/>
                    <a:gd name="T10" fmla="*/ 474 w 323"/>
                    <a:gd name="T11" fmla="*/ 16 h 64"/>
                    <a:gd name="T12" fmla="*/ 467 w 323"/>
                    <a:gd name="T13" fmla="*/ 45 h 64"/>
                    <a:gd name="T14" fmla="*/ 443 w 323"/>
                    <a:gd name="T15" fmla="*/ 72 h 64"/>
                    <a:gd name="T16" fmla="*/ 438 w 323"/>
                    <a:gd name="T17" fmla="*/ 45 h 64"/>
                    <a:gd name="T18" fmla="*/ 427 w 323"/>
                    <a:gd name="T19" fmla="*/ 48 h 64"/>
                    <a:gd name="T20" fmla="*/ 415 w 323"/>
                    <a:gd name="T21" fmla="*/ 45 h 64"/>
                    <a:gd name="T22" fmla="*/ 391 w 323"/>
                    <a:gd name="T23" fmla="*/ 33 h 64"/>
                    <a:gd name="T24" fmla="*/ 339 w 323"/>
                    <a:gd name="T25" fmla="*/ 59 h 64"/>
                    <a:gd name="T26" fmla="*/ 299 w 323"/>
                    <a:gd name="T27" fmla="*/ 69 h 64"/>
                    <a:gd name="T28" fmla="*/ 315 w 323"/>
                    <a:gd name="T29" fmla="*/ 89 h 64"/>
                    <a:gd name="T30" fmla="*/ 279 w 323"/>
                    <a:gd name="T31" fmla="*/ 98 h 64"/>
                    <a:gd name="T32" fmla="*/ 251 w 323"/>
                    <a:gd name="T33" fmla="*/ 95 h 64"/>
                    <a:gd name="T34" fmla="*/ 263 w 323"/>
                    <a:gd name="T35" fmla="*/ 89 h 64"/>
                    <a:gd name="T36" fmla="*/ 254 w 323"/>
                    <a:gd name="T37" fmla="*/ 63 h 64"/>
                    <a:gd name="T38" fmla="*/ 251 w 323"/>
                    <a:gd name="T39" fmla="*/ 48 h 64"/>
                    <a:gd name="T40" fmla="*/ 235 w 323"/>
                    <a:gd name="T41" fmla="*/ 36 h 64"/>
                    <a:gd name="T42" fmla="*/ 211 w 323"/>
                    <a:gd name="T43" fmla="*/ 42 h 64"/>
                    <a:gd name="T44" fmla="*/ 199 w 323"/>
                    <a:gd name="T45" fmla="*/ 42 h 64"/>
                    <a:gd name="T46" fmla="*/ 183 w 323"/>
                    <a:gd name="T47" fmla="*/ 39 h 64"/>
                    <a:gd name="T48" fmla="*/ 123 w 323"/>
                    <a:gd name="T49" fmla="*/ 3 h 64"/>
                    <a:gd name="T50" fmla="*/ 88 w 323"/>
                    <a:gd name="T51" fmla="*/ 22 h 64"/>
                    <a:gd name="T52" fmla="*/ 1 w 323"/>
                    <a:gd name="T53" fmla="*/ 0 h 64"/>
                    <a:gd name="T54" fmla="*/ 327 w 323"/>
                    <a:gd name="T55" fmla="*/ 2 h 64"/>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Lst>
                  <a:ahLst/>
                  <a:cxnLst>
                    <a:cxn ang="T56">
                      <a:pos x="T0" y="T1"/>
                    </a:cxn>
                    <a:cxn ang="T57">
                      <a:pos x="T2" y="T3"/>
                    </a:cxn>
                    <a:cxn ang="T58">
                      <a:pos x="T4" y="T5"/>
                    </a:cxn>
                    <a:cxn ang="T59">
                      <a:pos x="T6" y="T7"/>
                    </a:cxn>
                    <a:cxn ang="T60">
                      <a:pos x="T8" y="T9"/>
                    </a:cxn>
                    <a:cxn ang="T61">
                      <a:pos x="T10" y="T11"/>
                    </a:cxn>
                    <a:cxn ang="T62">
                      <a:pos x="T12" y="T13"/>
                    </a:cxn>
                    <a:cxn ang="T63">
                      <a:pos x="T14" y="T15"/>
                    </a:cxn>
                    <a:cxn ang="T64">
                      <a:pos x="T16" y="T17"/>
                    </a:cxn>
                    <a:cxn ang="T65">
                      <a:pos x="T18" y="T19"/>
                    </a:cxn>
                    <a:cxn ang="T66">
                      <a:pos x="T20" y="T21"/>
                    </a:cxn>
                    <a:cxn ang="T67">
                      <a:pos x="T22" y="T23"/>
                    </a:cxn>
                    <a:cxn ang="T68">
                      <a:pos x="T24" y="T25"/>
                    </a:cxn>
                    <a:cxn ang="T69">
                      <a:pos x="T26" y="T27"/>
                    </a:cxn>
                    <a:cxn ang="T70">
                      <a:pos x="T28" y="T29"/>
                    </a:cxn>
                    <a:cxn ang="T71">
                      <a:pos x="T30" y="T31"/>
                    </a:cxn>
                    <a:cxn ang="T72">
                      <a:pos x="T32" y="T33"/>
                    </a:cxn>
                    <a:cxn ang="T73">
                      <a:pos x="T34" y="T35"/>
                    </a:cxn>
                    <a:cxn ang="T74">
                      <a:pos x="T36" y="T37"/>
                    </a:cxn>
                    <a:cxn ang="T75">
                      <a:pos x="T38" y="T39"/>
                    </a:cxn>
                    <a:cxn ang="T76">
                      <a:pos x="T40" y="T41"/>
                    </a:cxn>
                    <a:cxn ang="T77">
                      <a:pos x="T42" y="T43"/>
                    </a:cxn>
                    <a:cxn ang="T78">
                      <a:pos x="T44" y="T45"/>
                    </a:cxn>
                    <a:cxn ang="T79">
                      <a:pos x="T46" y="T47"/>
                    </a:cxn>
                    <a:cxn ang="T80">
                      <a:pos x="T48" y="T49"/>
                    </a:cxn>
                    <a:cxn ang="T81">
                      <a:pos x="T50" y="T51"/>
                    </a:cxn>
                    <a:cxn ang="T82">
                      <a:pos x="T52" y="T53"/>
                    </a:cxn>
                    <a:cxn ang="T83">
                      <a:pos x="T54" y="T55"/>
                    </a:cxn>
                  </a:cxnLst>
                  <a:rect l="0" t="0" r="r" b="b"/>
                  <a:pathLst>
                    <a:path w="323" h="64">
                      <a:moveTo>
                        <a:pt x="220" y="1"/>
                      </a:moveTo>
                      <a:cubicBezTo>
                        <a:pt x="215" y="12"/>
                        <a:pt x="225" y="17"/>
                        <a:pt x="231" y="8"/>
                      </a:cubicBezTo>
                      <a:cubicBezTo>
                        <a:pt x="235" y="0"/>
                        <a:pt x="229" y="7"/>
                        <a:pt x="235" y="0"/>
                      </a:cubicBezTo>
                      <a:lnTo>
                        <a:pt x="265" y="0"/>
                      </a:lnTo>
                      <a:cubicBezTo>
                        <a:pt x="277" y="6"/>
                        <a:pt x="276" y="11"/>
                        <a:pt x="287" y="17"/>
                      </a:cubicBezTo>
                      <a:cubicBezTo>
                        <a:pt x="308" y="11"/>
                        <a:pt x="293" y="7"/>
                        <a:pt x="319" y="10"/>
                      </a:cubicBezTo>
                      <a:cubicBezTo>
                        <a:pt x="323" y="19"/>
                        <a:pt x="321" y="22"/>
                        <a:pt x="314" y="29"/>
                      </a:cubicBezTo>
                      <a:cubicBezTo>
                        <a:pt x="312" y="39"/>
                        <a:pt x="313" y="50"/>
                        <a:pt x="298" y="46"/>
                      </a:cubicBezTo>
                      <a:cubicBezTo>
                        <a:pt x="297" y="40"/>
                        <a:pt x="298" y="34"/>
                        <a:pt x="295" y="29"/>
                      </a:cubicBezTo>
                      <a:cubicBezTo>
                        <a:pt x="294" y="27"/>
                        <a:pt x="290" y="31"/>
                        <a:pt x="287" y="31"/>
                      </a:cubicBezTo>
                      <a:cubicBezTo>
                        <a:pt x="284" y="31"/>
                        <a:pt x="282" y="30"/>
                        <a:pt x="279" y="29"/>
                      </a:cubicBezTo>
                      <a:cubicBezTo>
                        <a:pt x="274" y="27"/>
                        <a:pt x="263" y="21"/>
                        <a:pt x="263" y="21"/>
                      </a:cubicBezTo>
                      <a:cubicBezTo>
                        <a:pt x="249" y="23"/>
                        <a:pt x="241" y="31"/>
                        <a:pt x="228" y="38"/>
                      </a:cubicBezTo>
                      <a:cubicBezTo>
                        <a:pt x="220" y="41"/>
                        <a:pt x="209" y="42"/>
                        <a:pt x="201" y="44"/>
                      </a:cubicBezTo>
                      <a:cubicBezTo>
                        <a:pt x="193" y="54"/>
                        <a:pt x="200" y="53"/>
                        <a:pt x="212" y="57"/>
                      </a:cubicBezTo>
                      <a:cubicBezTo>
                        <a:pt x="200" y="62"/>
                        <a:pt x="199" y="57"/>
                        <a:pt x="188" y="63"/>
                      </a:cubicBezTo>
                      <a:cubicBezTo>
                        <a:pt x="181" y="62"/>
                        <a:pt x="174" y="64"/>
                        <a:pt x="169" y="61"/>
                      </a:cubicBezTo>
                      <a:cubicBezTo>
                        <a:pt x="166" y="59"/>
                        <a:pt x="175" y="59"/>
                        <a:pt x="177" y="57"/>
                      </a:cubicBezTo>
                      <a:cubicBezTo>
                        <a:pt x="181" y="48"/>
                        <a:pt x="149" y="28"/>
                        <a:pt x="171" y="40"/>
                      </a:cubicBezTo>
                      <a:cubicBezTo>
                        <a:pt x="184" y="55"/>
                        <a:pt x="184" y="36"/>
                        <a:pt x="169" y="31"/>
                      </a:cubicBezTo>
                      <a:cubicBezTo>
                        <a:pt x="167" y="27"/>
                        <a:pt x="167" y="22"/>
                        <a:pt x="158" y="23"/>
                      </a:cubicBezTo>
                      <a:cubicBezTo>
                        <a:pt x="153" y="23"/>
                        <a:pt x="142" y="27"/>
                        <a:pt x="142" y="27"/>
                      </a:cubicBezTo>
                      <a:cubicBezTo>
                        <a:pt x="136" y="39"/>
                        <a:pt x="143" y="31"/>
                        <a:pt x="134" y="27"/>
                      </a:cubicBezTo>
                      <a:cubicBezTo>
                        <a:pt x="130" y="25"/>
                        <a:pt x="126" y="25"/>
                        <a:pt x="123" y="25"/>
                      </a:cubicBezTo>
                      <a:cubicBezTo>
                        <a:pt x="117" y="11"/>
                        <a:pt x="100" y="6"/>
                        <a:pt x="83" y="2"/>
                      </a:cubicBezTo>
                      <a:cubicBezTo>
                        <a:pt x="70" y="4"/>
                        <a:pt x="69" y="9"/>
                        <a:pt x="59" y="14"/>
                      </a:cubicBezTo>
                      <a:cubicBezTo>
                        <a:pt x="45" y="14"/>
                        <a:pt x="0" y="12"/>
                        <a:pt x="1" y="0"/>
                      </a:cubicBezTo>
                      <a:lnTo>
                        <a:pt x="220" y="1"/>
                      </a:lnTo>
                      <a:close/>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US"/>
                </a:p>
              </p:txBody>
            </p:sp>
            <p:sp>
              <p:nvSpPr>
                <p:cNvPr id="71" name="Freeform 40"/>
                <p:cNvSpPr>
                  <a:spLocks/>
                </p:cNvSpPr>
                <p:nvPr userDrawn="1"/>
              </p:nvSpPr>
              <p:spPr bwMode="ltGray">
                <a:xfrm>
                  <a:off x="3835" y="3"/>
                  <a:ext cx="446" cy="49"/>
                </a:xfrm>
                <a:custGeom>
                  <a:avLst/>
                  <a:gdLst>
                    <a:gd name="T0" fmla="*/ 156 w 300"/>
                    <a:gd name="T1" fmla="*/ 49 h 31"/>
                    <a:gd name="T2" fmla="*/ 45 w 300"/>
                    <a:gd name="T3" fmla="*/ 2 h 31"/>
                    <a:gd name="T4" fmla="*/ 424 w 300"/>
                    <a:gd name="T5" fmla="*/ 0 h 31"/>
                    <a:gd name="T6" fmla="*/ 440 w 300"/>
                    <a:gd name="T7" fmla="*/ 22 h 31"/>
                    <a:gd name="T8" fmla="*/ 392 w 300"/>
                    <a:gd name="T9" fmla="*/ 25 h 31"/>
                    <a:gd name="T10" fmla="*/ 156 w 300"/>
                    <a:gd name="T11" fmla="*/ 49 h 31"/>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300" h="31">
                      <a:moveTo>
                        <a:pt x="105" y="31"/>
                      </a:moveTo>
                      <a:cubicBezTo>
                        <a:pt x="83" y="19"/>
                        <a:pt x="0" y="6"/>
                        <a:pt x="30" y="1"/>
                      </a:cubicBezTo>
                      <a:lnTo>
                        <a:pt x="285" y="0"/>
                      </a:lnTo>
                      <a:cubicBezTo>
                        <a:pt x="296" y="4"/>
                        <a:pt x="300" y="5"/>
                        <a:pt x="296" y="14"/>
                      </a:cubicBezTo>
                      <a:cubicBezTo>
                        <a:pt x="285" y="11"/>
                        <a:pt x="276" y="16"/>
                        <a:pt x="264" y="16"/>
                      </a:cubicBezTo>
                      <a:lnTo>
                        <a:pt x="105" y="31"/>
                      </a:lnTo>
                      <a:close/>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US"/>
                </a:p>
              </p:txBody>
            </p:sp>
            <p:sp>
              <p:nvSpPr>
                <p:cNvPr id="72" name="Freeform 41"/>
                <p:cNvSpPr>
                  <a:spLocks/>
                </p:cNvSpPr>
                <p:nvPr userDrawn="1"/>
              </p:nvSpPr>
              <p:spPr bwMode="ltGray">
                <a:xfrm>
                  <a:off x="2853" y="74"/>
                  <a:ext cx="42" cy="25"/>
                </a:xfrm>
                <a:custGeom>
                  <a:avLst/>
                  <a:gdLst>
                    <a:gd name="T0" fmla="*/ 0 w 41"/>
                    <a:gd name="T1" fmla="*/ 22 h 29"/>
                    <a:gd name="T2" fmla="*/ 12 w 41"/>
                    <a:gd name="T3" fmla="*/ 25 h 29"/>
                    <a:gd name="T4" fmla="*/ 0 w 41"/>
                    <a:gd name="T5" fmla="*/ 22 h 29"/>
                    <a:gd name="T6" fmla="*/ 0 60000 65536"/>
                    <a:gd name="T7" fmla="*/ 0 60000 65536"/>
                    <a:gd name="T8" fmla="*/ 0 60000 65536"/>
                  </a:gdLst>
                  <a:ahLst/>
                  <a:cxnLst>
                    <a:cxn ang="T6">
                      <a:pos x="T0" y="T1"/>
                    </a:cxn>
                    <a:cxn ang="T7">
                      <a:pos x="T2" y="T3"/>
                    </a:cxn>
                    <a:cxn ang="T8">
                      <a:pos x="T4" y="T5"/>
                    </a:cxn>
                  </a:cxnLst>
                  <a:rect l="0" t="0" r="r" b="b"/>
                  <a:pathLst>
                    <a:path w="41" h="29">
                      <a:moveTo>
                        <a:pt x="0" y="25"/>
                      </a:moveTo>
                      <a:cubicBezTo>
                        <a:pt x="10" y="11"/>
                        <a:pt x="41" y="0"/>
                        <a:pt x="12" y="29"/>
                      </a:cubicBezTo>
                      <a:cubicBezTo>
                        <a:pt x="8" y="28"/>
                        <a:pt x="0" y="25"/>
                        <a:pt x="0" y="25"/>
                      </a:cubicBezTo>
                      <a:close/>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US"/>
                </a:p>
              </p:txBody>
            </p:sp>
            <p:sp>
              <p:nvSpPr>
                <p:cNvPr id="73" name="Freeform 42"/>
                <p:cNvSpPr>
                  <a:spLocks/>
                </p:cNvSpPr>
                <p:nvPr userDrawn="1"/>
              </p:nvSpPr>
              <p:spPr bwMode="ltGray">
                <a:xfrm>
                  <a:off x="1704" y="3"/>
                  <a:ext cx="1022" cy="372"/>
                </a:xfrm>
                <a:custGeom>
                  <a:avLst/>
                  <a:gdLst>
                    <a:gd name="T0" fmla="*/ 171 w 436"/>
                    <a:gd name="T1" fmla="*/ 2 h 152"/>
                    <a:gd name="T2" fmla="*/ 1022 w 436"/>
                    <a:gd name="T3" fmla="*/ 0 h 152"/>
                    <a:gd name="T4" fmla="*/ 975 w 436"/>
                    <a:gd name="T5" fmla="*/ 132 h 152"/>
                    <a:gd name="T6" fmla="*/ 931 w 436"/>
                    <a:gd name="T7" fmla="*/ 166 h 152"/>
                    <a:gd name="T8" fmla="*/ 919 w 436"/>
                    <a:gd name="T9" fmla="*/ 171 h 152"/>
                    <a:gd name="T10" fmla="*/ 879 w 436"/>
                    <a:gd name="T11" fmla="*/ 179 h 152"/>
                    <a:gd name="T12" fmla="*/ 846 w 436"/>
                    <a:gd name="T13" fmla="*/ 215 h 152"/>
                    <a:gd name="T14" fmla="*/ 849 w 436"/>
                    <a:gd name="T15" fmla="*/ 242 h 152"/>
                    <a:gd name="T16" fmla="*/ 853 w 436"/>
                    <a:gd name="T17" fmla="*/ 262 h 152"/>
                    <a:gd name="T18" fmla="*/ 858 w 436"/>
                    <a:gd name="T19" fmla="*/ 277 h 152"/>
                    <a:gd name="T20" fmla="*/ 849 w 436"/>
                    <a:gd name="T21" fmla="*/ 299 h 152"/>
                    <a:gd name="T22" fmla="*/ 823 w 436"/>
                    <a:gd name="T23" fmla="*/ 294 h 152"/>
                    <a:gd name="T24" fmla="*/ 802 w 436"/>
                    <a:gd name="T25" fmla="*/ 316 h 152"/>
                    <a:gd name="T26" fmla="*/ 813 w 436"/>
                    <a:gd name="T27" fmla="*/ 257 h 152"/>
                    <a:gd name="T28" fmla="*/ 792 w 436"/>
                    <a:gd name="T29" fmla="*/ 245 h 152"/>
                    <a:gd name="T30" fmla="*/ 806 w 436"/>
                    <a:gd name="T31" fmla="*/ 228 h 152"/>
                    <a:gd name="T32" fmla="*/ 802 w 436"/>
                    <a:gd name="T33" fmla="*/ 218 h 152"/>
                    <a:gd name="T34" fmla="*/ 750 w 436"/>
                    <a:gd name="T35" fmla="*/ 230 h 152"/>
                    <a:gd name="T36" fmla="*/ 743 w 436"/>
                    <a:gd name="T37" fmla="*/ 208 h 152"/>
                    <a:gd name="T38" fmla="*/ 696 w 436"/>
                    <a:gd name="T39" fmla="*/ 230 h 152"/>
                    <a:gd name="T40" fmla="*/ 750 w 436"/>
                    <a:gd name="T41" fmla="*/ 252 h 152"/>
                    <a:gd name="T42" fmla="*/ 715 w 436"/>
                    <a:gd name="T43" fmla="*/ 286 h 152"/>
                    <a:gd name="T44" fmla="*/ 729 w 436"/>
                    <a:gd name="T45" fmla="*/ 308 h 152"/>
                    <a:gd name="T46" fmla="*/ 738 w 436"/>
                    <a:gd name="T47" fmla="*/ 338 h 152"/>
                    <a:gd name="T48" fmla="*/ 724 w 436"/>
                    <a:gd name="T49" fmla="*/ 340 h 152"/>
                    <a:gd name="T50" fmla="*/ 736 w 436"/>
                    <a:gd name="T51" fmla="*/ 352 h 152"/>
                    <a:gd name="T52" fmla="*/ 720 w 436"/>
                    <a:gd name="T53" fmla="*/ 372 h 152"/>
                    <a:gd name="T54" fmla="*/ 0 w 436"/>
                    <a:gd name="T55" fmla="*/ 365 h 152"/>
                    <a:gd name="T56" fmla="*/ 171 w 436"/>
                    <a:gd name="T57" fmla="*/ 2 h 152"/>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Lst>
                  <a:ahLst/>
                  <a:cxnLst>
                    <a:cxn ang="T58">
                      <a:pos x="T0" y="T1"/>
                    </a:cxn>
                    <a:cxn ang="T59">
                      <a:pos x="T2" y="T3"/>
                    </a:cxn>
                    <a:cxn ang="T60">
                      <a:pos x="T4" y="T5"/>
                    </a:cxn>
                    <a:cxn ang="T61">
                      <a:pos x="T6" y="T7"/>
                    </a:cxn>
                    <a:cxn ang="T62">
                      <a:pos x="T8" y="T9"/>
                    </a:cxn>
                    <a:cxn ang="T63">
                      <a:pos x="T10" y="T11"/>
                    </a:cxn>
                    <a:cxn ang="T64">
                      <a:pos x="T12" y="T13"/>
                    </a:cxn>
                    <a:cxn ang="T65">
                      <a:pos x="T14" y="T15"/>
                    </a:cxn>
                    <a:cxn ang="T66">
                      <a:pos x="T16" y="T17"/>
                    </a:cxn>
                    <a:cxn ang="T67">
                      <a:pos x="T18" y="T19"/>
                    </a:cxn>
                    <a:cxn ang="T68">
                      <a:pos x="T20" y="T21"/>
                    </a:cxn>
                    <a:cxn ang="T69">
                      <a:pos x="T22" y="T23"/>
                    </a:cxn>
                    <a:cxn ang="T70">
                      <a:pos x="T24" y="T25"/>
                    </a:cxn>
                    <a:cxn ang="T71">
                      <a:pos x="T26" y="T27"/>
                    </a:cxn>
                    <a:cxn ang="T72">
                      <a:pos x="T28" y="T29"/>
                    </a:cxn>
                    <a:cxn ang="T73">
                      <a:pos x="T30" y="T31"/>
                    </a:cxn>
                    <a:cxn ang="T74">
                      <a:pos x="T32" y="T33"/>
                    </a:cxn>
                    <a:cxn ang="T75">
                      <a:pos x="T34" y="T35"/>
                    </a:cxn>
                    <a:cxn ang="T76">
                      <a:pos x="T36" y="T37"/>
                    </a:cxn>
                    <a:cxn ang="T77">
                      <a:pos x="T38" y="T39"/>
                    </a:cxn>
                    <a:cxn ang="T78">
                      <a:pos x="T40" y="T41"/>
                    </a:cxn>
                    <a:cxn ang="T79">
                      <a:pos x="T42" y="T43"/>
                    </a:cxn>
                    <a:cxn ang="T80">
                      <a:pos x="T44" y="T45"/>
                    </a:cxn>
                    <a:cxn ang="T81">
                      <a:pos x="T46" y="T47"/>
                    </a:cxn>
                    <a:cxn ang="T82">
                      <a:pos x="T48" y="T49"/>
                    </a:cxn>
                    <a:cxn ang="T83">
                      <a:pos x="T50" y="T51"/>
                    </a:cxn>
                    <a:cxn ang="T84">
                      <a:pos x="T52" y="T53"/>
                    </a:cxn>
                    <a:cxn ang="T85">
                      <a:pos x="T54" y="T55"/>
                    </a:cxn>
                    <a:cxn ang="T86">
                      <a:pos x="T56" y="T57"/>
                    </a:cxn>
                  </a:cxnLst>
                  <a:rect l="0" t="0" r="r" b="b"/>
                  <a:pathLst>
                    <a:path w="436" h="152">
                      <a:moveTo>
                        <a:pt x="73" y="1"/>
                      </a:moveTo>
                      <a:lnTo>
                        <a:pt x="436" y="0"/>
                      </a:lnTo>
                      <a:cubicBezTo>
                        <a:pt x="430" y="15"/>
                        <a:pt x="429" y="42"/>
                        <a:pt x="416" y="54"/>
                      </a:cubicBezTo>
                      <a:cubicBezTo>
                        <a:pt x="410" y="60"/>
                        <a:pt x="405" y="63"/>
                        <a:pt x="397" y="68"/>
                      </a:cubicBezTo>
                      <a:cubicBezTo>
                        <a:pt x="396" y="69"/>
                        <a:pt x="392" y="70"/>
                        <a:pt x="392" y="70"/>
                      </a:cubicBezTo>
                      <a:cubicBezTo>
                        <a:pt x="377" y="63"/>
                        <a:pt x="385" y="68"/>
                        <a:pt x="375" y="73"/>
                      </a:cubicBezTo>
                      <a:cubicBezTo>
                        <a:pt x="371" y="82"/>
                        <a:pt x="371" y="83"/>
                        <a:pt x="361" y="88"/>
                      </a:cubicBezTo>
                      <a:cubicBezTo>
                        <a:pt x="359" y="92"/>
                        <a:pt x="364" y="93"/>
                        <a:pt x="362" y="99"/>
                      </a:cubicBezTo>
                      <a:cubicBezTo>
                        <a:pt x="363" y="102"/>
                        <a:pt x="364" y="105"/>
                        <a:pt x="364" y="107"/>
                      </a:cubicBezTo>
                      <a:cubicBezTo>
                        <a:pt x="365" y="109"/>
                        <a:pt x="366" y="111"/>
                        <a:pt x="366" y="113"/>
                      </a:cubicBezTo>
                      <a:cubicBezTo>
                        <a:pt x="365" y="115"/>
                        <a:pt x="364" y="120"/>
                        <a:pt x="362" y="122"/>
                      </a:cubicBezTo>
                      <a:cubicBezTo>
                        <a:pt x="359" y="123"/>
                        <a:pt x="354" y="119"/>
                        <a:pt x="351" y="120"/>
                      </a:cubicBezTo>
                      <a:cubicBezTo>
                        <a:pt x="347" y="129"/>
                        <a:pt x="352" y="127"/>
                        <a:pt x="342" y="129"/>
                      </a:cubicBezTo>
                      <a:cubicBezTo>
                        <a:pt x="340" y="123"/>
                        <a:pt x="345" y="111"/>
                        <a:pt x="347" y="105"/>
                      </a:cubicBezTo>
                      <a:cubicBezTo>
                        <a:pt x="347" y="100"/>
                        <a:pt x="338" y="102"/>
                        <a:pt x="338" y="100"/>
                      </a:cubicBezTo>
                      <a:cubicBezTo>
                        <a:pt x="338" y="98"/>
                        <a:pt x="344" y="95"/>
                        <a:pt x="344" y="93"/>
                      </a:cubicBezTo>
                      <a:cubicBezTo>
                        <a:pt x="344" y="92"/>
                        <a:pt x="344" y="89"/>
                        <a:pt x="342" y="89"/>
                      </a:cubicBezTo>
                      <a:cubicBezTo>
                        <a:pt x="339" y="89"/>
                        <a:pt x="324" y="94"/>
                        <a:pt x="320" y="94"/>
                      </a:cubicBezTo>
                      <a:cubicBezTo>
                        <a:pt x="317" y="86"/>
                        <a:pt x="328" y="88"/>
                        <a:pt x="317" y="85"/>
                      </a:cubicBezTo>
                      <a:cubicBezTo>
                        <a:pt x="311" y="91"/>
                        <a:pt x="306" y="93"/>
                        <a:pt x="297" y="94"/>
                      </a:cubicBezTo>
                      <a:cubicBezTo>
                        <a:pt x="300" y="104"/>
                        <a:pt x="307" y="101"/>
                        <a:pt x="320" y="103"/>
                      </a:cubicBezTo>
                      <a:cubicBezTo>
                        <a:pt x="318" y="109"/>
                        <a:pt x="311" y="111"/>
                        <a:pt x="305" y="117"/>
                      </a:cubicBezTo>
                      <a:lnTo>
                        <a:pt x="311" y="126"/>
                      </a:lnTo>
                      <a:lnTo>
                        <a:pt x="315" y="138"/>
                      </a:lnTo>
                      <a:lnTo>
                        <a:pt x="309" y="139"/>
                      </a:lnTo>
                      <a:lnTo>
                        <a:pt x="314" y="144"/>
                      </a:lnTo>
                      <a:lnTo>
                        <a:pt x="307" y="152"/>
                      </a:lnTo>
                      <a:lnTo>
                        <a:pt x="0" y="149"/>
                      </a:lnTo>
                      <a:lnTo>
                        <a:pt x="73" y="1"/>
                      </a:lnTo>
                      <a:close/>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US"/>
                </a:p>
              </p:txBody>
            </p:sp>
            <p:sp>
              <p:nvSpPr>
                <p:cNvPr id="74" name="Freeform 43"/>
                <p:cNvSpPr>
                  <a:spLocks/>
                </p:cNvSpPr>
                <p:nvPr userDrawn="1"/>
              </p:nvSpPr>
              <p:spPr bwMode="ltGray">
                <a:xfrm>
                  <a:off x="2729" y="-9"/>
                  <a:ext cx="47" cy="134"/>
                </a:xfrm>
                <a:custGeom>
                  <a:avLst/>
                  <a:gdLst>
                    <a:gd name="T0" fmla="*/ 5 w 47"/>
                    <a:gd name="T1" fmla="*/ 127 h 165"/>
                    <a:gd name="T2" fmla="*/ 15 w 47"/>
                    <a:gd name="T3" fmla="*/ 88 h 165"/>
                    <a:gd name="T4" fmla="*/ 17 w 47"/>
                    <a:gd name="T5" fmla="*/ 55 h 165"/>
                    <a:gd name="T6" fmla="*/ 11 w 47"/>
                    <a:gd name="T7" fmla="*/ 32 h 165"/>
                    <a:gd name="T8" fmla="*/ 17 w 47"/>
                    <a:gd name="T9" fmla="*/ 10 h 165"/>
                    <a:gd name="T10" fmla="*/ 21 w 47"/>
                    <a:gd name="T11" fmla="*/ 0 h 165"/>
                    <a:gd name="T12" fmla="*/ 31 w 47"/>
                    <a:gd name="T13" fmla="*/ 24 h 165"/>
                    <a:gd name="T14" fmla="*/ 47 w 47"/>
                    <a:gd name="T15" fmla="*/ 80 h 165"/>
                    <a:gd name="T16" fmla="*/ 31 w 47"/>
                    <a:gd name="T17" fmla="*/ 88 h 165"/>
                    <a:gd name="T18" fmla="*/ 23 w 47"/>
                    <a:gd name="T19" fmla="*/ 102 h 165"/>
                    <a:gd name="T20" fmla="*/ 21 w 47"/>
                    <a:gd name="T21" fmla="*/ 107 h 165"/>
                    <a:gd name="T22" fmla="*/ 27 w 47"/>
                    <a:gd name="T23" fmla="*/ 109 h 165"/>
                    <a:gd name="T24" fmla="*/ 31 w 47"/>
                    <a:gd name="T25" fmla="*/ 119 h 165"/>
                    <a:gd name="T26" fmla="*/ 13 w 47"/>
                    <a:gd name="T27" fmla="*/ 120 h 165"/>
                    <a:gd name="T28" fmla="*/ 7 w 47"/>
                    <a:gd name="T29" fmla="*/ 130 h 165"/>
                    <a:gd name="T30" fmla="*/ 3 w 47"/>
                    <a:gd name="T31" fmla="*/ 125 h 165"/>
                    <a:gd name="T32" fmla="*/ 5 w 47"/>
                    <a:gd name="T33" fmla="*/ 127 h 165"/>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Lst>
                  <a:ahLst/>
                  <a:cxnLst>
                    <a:cxn ang="T34">
                      <a:pos x="T0" y="T1"/>
                    </a:cxn>
                    <a:cxn ang="T35">
                      <a:pos x="T2" y="T3"/>
                    </a:cxn>
                    <a:cxn ang="T36">
                      <a:pos x="T4" y="T5"/>
                    </a:cxn>
                    <a:cxn ang="T37">
                      <a:pos x="T6" y="T7"/>
                    </a:cxn>
                    <a:cxn ang="T38">
                      <a:pos x="T8" y="T9"/>
                    </a:cxn>
                    <a:cxn ang="T39">
                      <a:pos x="T10" y="T11"/>
                    </a:cxn>
                    <a:cxn ang="T40">
                      <a:pos x="T12" y="T13"/>
                    </a:cxn>
                    <a:cxn ang="T41">
                      <a:pos x="T14" y="T15"/>
                    </a:cxn>
                    <a:cxn ang="T42">
                      <a:pos x="T16" y="T17"/>
                    </a:cxn>
                    <a:cxn ang="T43">
                      <a:pos x="T18" y="T19"/>
                    </a:cxn>
                    <a:cxn ang="T44">
                      <a:pos x="T20" y="T21"/>
                    </a:cxn>
                    <a:cxn ang="T45">
                      <a:pos x="T22" y="T23"/>
                    </a:cxn>
                    <a:cxn ang="T46">
                      <a:pos x="T24" y="T25"/>
                    </a:cxn>
                    <a:cxn ang="T47">
                      <a:pos x="T26" y="T27"/>
                    </a:cxn>
                    <a:cxn ang="T48">
                      <a:pos x="T28" y="T29"/>
                    </a:cxn>
                    <a:cxn ang="T49">
                      <a:pos x="T30" y="T31"/>
                    </a:cxn>
                    <a:cxn ang="T50">
                      <a:pos x="T32" y="T33"/>
                    </a:cxn>
                  </a:cxnLst>
                  <a:rect l="0" t="0" r="r" b="b"/>
                  <a:pathLst>
                    <a:path w="47" h="165">
                      <a:moveTo>
                        <a:pt x="5" y="156"/>
                      </a:moveTo>
                      <a:cubicBezTo>
                        <a:pt x="0" y="141"/>
                        <a:pt x="1" y="118"/>
                        <a:pt x="15" y="108"/>
                      </a:cubicBezTo>
                      <a:cubicBezTo>
                        <a:pt x="16" y="95"/>
                        <a:pt x="17" y="81"/>
                        <a:pt x="17" y="68"/>
                      </a:cubicBezTo>
                      <a:cubicBezTo>
                        <a:pt x="17" y="58"/>
                        <a:pt x="11" y="40"/>
                        <a:pt x="11" y="40"/>
                      </a:cubicBezTo>
                      <a:cubicBezTo>
                        <a:pt x="14" y="20"/>
                        <a:pt x="11" y="29"/>
                        <a:pt x="17" y="12"/>
                      </a:cubicBezTo>
                      <a:cubicBezTo>
                        <a:pt x="18" y="8"/>
                        <a:pt x="21" y="0"/>
                        <a:pt x="21" y="0"/>
                      </a:cubicBezTo>
                      <a:cubicBezTo>
                        <a:pt x="38" y="6"/>
                        <a:pt x="33" y="7"/>
                        <a:pt x="31" y="30"/>
                      </a:cubicBezTo>
                      <a:cubicBezTo>
                        <a:pt x="38" y="52"/>
                        <a:pt x="40" y="76"/>
                        <a:pt x="47" y="98"/>
                      </a:cubicBezTo>
                      <a:cubicBezTo>
                        <a:pt x="44" y="116"/>
                        <a:pt x="45" y="113"/>
                        <a:pt x="31" y="108"/>
                      </a:cubicBezTo>
                      <a:cubicBezTo>
                        <a:pt x="25" y="118"/>
                        <a:pt x="28" y="112"/>
                        <a:pt x="23" y="126"/>
                      </a:cubicBezTo>
                      <a:cubicBezTo>
                        <a:pt x="22" y="128"/>
                        <a:pt x="21" y="132"/>
                        <a:pt x="21" y="132"/>
                      </a:cubicBezTo>
                      <a:cubicBezTo>
                        <a:pt x="23" y="133"/>
                        <a:pt x="26" y="132"/>
                        <a:pt x="27" y="134"/>
                      </a:cubicBezTo>
                      <a:cubicBezTo>
                        <a:pt x="29" y="137"/>
                        <a:pt x="31" y="146"/>
                        <a:pt x="31" y="146"/>
                      </a:cubicBezTo>
                      <a:cubicBezTo>
                        <a:pt x="27" y="165"/>
                        <a:pt x="23" y="155"/>
                        <a:pt x="13" y="148"/>
                      </a:cubicBezTo>
                      <a:cubicBezTo>
                        <a:pt x="11" y="152"/>
                        <a:pt x="11" y="160"/>
                        <a:pt x="7" y="160"/>
                      </a:cubicBezTo>
                      <a:cubicBezTo>
                        <a:pt x="5" y="160"/>
                        <a:pt x="4" y="156"/>
                        <a:pt x="3" y="154"/>
                      </a:cubicBezTo>
                      <a:cubicBezTo>
                        <a:pt x="3" y="153"/>
                        <a:pt x="4" y="155"/>
                        <a:pt x="5" y="156"/>
                      </a:cubicBezTo>
                      <a:close/>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US"/>
                </a:p>
              </p:txBody>
            </p:sp>
            <p:sp>
              <p:nvSpPr>
                <p:cNvPr id="75" name="Freeform 44"/>
                <p:cNvSpPr>
                  <a:spLocks/>
                </p:cNvSpPr>
                <p:nvPr userDrawn="1"/>
              </p:nvSpPr>
              <p:spPr bwMode="ltGray">
                <a:xfrm>
                  <a:off x="2701" y="103"/>
                  <a:ext cx="138" cy="84"/>
                </a:xfrm>
                <a:custGeom>
                  <a:avLst/>
                  <a:gdLst>
                    <a:gd name="T0" fmla="*/ 26 w 138"/>
                    <a:gd name="T1" fmla="*/ 50 h 103"/>
                    <a:gd name="T2" fmla="*/ 30 w 138"/>
                    <a:gd name="T3" fmla="*/ 35 h 103"/>
                    <a:gd name="T4" fmla="*/ 50 w 138"/>
                    <a:gd name="T5" fmla="*/ 27 h 103"/>
                    <a:gd name="T6" fmla="*/ 54 w 138"/>
                    <a:gd name="T7" fmla="*/ 37 h 103"/>
                    <a:gd name="T8" fmla="*/ 66 w 138"/>
                    <a:gd name="T9" fmla="*/ 40 h 103"/>
                    <a:gd name="T10" fmla="*/ 80 w 138"/>
                    <a:gd name="T11" fmla="*/ 45 h 103"/>
                    <a:gd name="T12" fmla="*/ 116 w 138"/>
                    <a:gd name="T13" fmla="*/ 27 h 103"/>
                    <a:gd name="T14" fmla="*/ 130 w 138"/>
                    <a:gd name="T15" fmla="*/ 14 h 103"/>
                    <a:gd name="T16" fmla="*/ 138 w 138"/>
                    <a:gd name="T17" fmla="*/ 9 h 103"/>
                    <a:gd name="T18" fmla="*/ 106 w 138"/>
                    <a:gd name="T19" fmla="*/ 40 h 103"/>
                    <a:gd name="T20" fmla="*/ 84 w 138"/>
                    <a:gd name="T21" fmla="*/ 55 h 103"/>
                    <a:gd name="T22" fmla="*/ 66 w 138"/>
                    <a:gd name="T23" fmla="*/ 66 h 103"/>
                    <a:gd name="T24" fmla="*/ 48 w 138"/>
                    <a:gd name="T25" fmla="*/ 84 h 103"/>
                    <a:gd name="T26" fmla="*/ 26 w 138"/>
                    <a:gd name="T27" fmla="*/ 73 h 103"/>
                    <a:gd name="T28" fmla="*/ 20 w 138"/>
                    <a:gd name="T29" fmla="*/ 71 h 103"/>
                    <a:gd name="T30" fmla="*/ 22 w 138"/>
                    <a:gd name="T31" fmla="*/ 79 h 103"/>
                    <a:gd name="T32" fmla="*/ 0 w 138"/>
                    <a:gd name="T33" fmla="*/ 79 h 103"/>
                    <a:gd name="T34" fmla="*/ 10 w 138"/>
                    <a:gd name="T35" fmla="*/ 64 h 103"/>
                    <a:gd name="T36" fmla="*/ 26 w 138"/>
                    <a:gd name="T37" fmla="*/ 50 h 103"/>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Lst>
                  <a:ahLst/>
                  <a:cxnLst>
                    <a:cxn ang="T38">
                      <a:pos x="T0" y="T1"/>
                    </a:cxn>
                    <a:cxn ang="T39">
                      <a:pos x="T2" y="T3"/>
                    </a:cxn>
                    <a:cxn ang="T40">
                      <a:pos x="T4" y="T5"/>
                    </a:cxn>
                    <a:cxn ang="T41">
                      <a:pos x="T6" y="T7"/>
                    </a:cxn>
                    <a:cxn ang="T42">
                      <a:pos x="T8" y="T9"/>
                    </a:cxn>
                    <a:cxn ang="T43">
                      <a:pos x="T10" y="T11"/>
                    </a:cxn>
                    <a:cxn ang="T44">
                      <a:pos x="T12" y="T13"/>
                    </a:cxn>
                    <a:cxn ang="T45">
                      <a:pos x="T14" y="T15"/>
                    </a:cxn>
                    <a:cxn ang="T46">
                      <a:pos x="T16" y="T17"/>
                    </a:cxn>
                    <a:cxn ang="T47">
                      <a:pos x="T18" y="T19"/>
                    </a:cxn>
                    <a:cxn ang="T48">
                      <a:pos x="T20" y="T21"/>
                    </a:cxn>
                    <a:cxn ang="T49">
                      <a:pos x="T22" y="T23"/>
                    </a:cxn>
                    <a:cxn ang="T50">
                      <a:pos x="T24" y="T25"/>
                    </a:cxn>
                    <a:cxn ang="T51">
                      <a:pos x="T26" y="T27"/>
                    </a:cxn>
                    <a:cxn ang="T52">
                      <a:pos x="T28" y="T29"/>
                    </a:cxn>
                    <a:cxn ang="T53">
                      <a:pos x="T30" y="T31"/>
                    </a:cxn>
                    <a:cxn ang="T54">
                      <a:pos x="T32" y="T33"/>
                    </a:cxn>
                    <a:cxn ang="T55">
                      <a:pos x="T34" y="T35"/>
                    </a:cxn>
                    <a:cxn ang="T56">
                      <a:pos x="T36" y="T37"/>
                    </a:cxn>
                  </a:cxnLst>
                  <a:rect l="0" t="0" r="r" b="b"/>
                  <a:pathLst>
                    <a:path w="138" h="103">
                      <a:moveTo>
                        <a:pt x="26" y="61"/>
                      </a:moveTo>
                      <a:cubicBezTo>
                        <a:pt x="29" y="53"/>
                        <a:pt x="33" y="51"/>
                        <a:pt x="30" y="43"/>
                      </a:cubicBezTo>
                      <a:cubicBezTo>
                        <a:pt x="33" y="27"/>
                        <a:pt x="37" y="24"/>
                        <a:pt x="50" y="33"/>
                      </a:cubicBezTo>
                      <a:cubicBezTo>
                        <a:pt x="51" y="37"/>
                        <a:pt x="53" y="41"/>
                        <a:pt x="54" y="45"/>
                      </a:cubicBezTo>
                      <a:cubicBezTo>
                        <a:pt x="55" y="49"/>
                        <a:pt x="66" y="49"/>
                        <a:pt x="66" y="49"/>
                      </a:cubicBezTo>
                      <a:cubicBezTo>
                        <a:pt x="75" y="43"/>
                        <a:pt x="77" y="45"/>
                        <a:pt x="80" y="55"/>
                      </a:cubicBezTo>
                      <a:cubicBezTo>
                        <a:pt x="92" y="47"/>
                        <a:pt x="101" y="37"/>
                        <a:pt x="116" y="33"/>
                      </a:cubicBezTo>
                      <a:cubicBezTo>
                        <a:pt x="125" y="19"/>
                        <a:pt x="120" y="24"/>
                        <a:pt x="130" y="17"/>
                      </a:cubicBezTo>
                      <a:cubicBezTo>
                        <a:pt x="134" y="11"/>
                        <a:pt x="134" y="0"/>
                        <a:pt x="138" y="11"/>
                      </a:cubicBezTo>
                      <a:cubicBezTo>
                        <a:pt x="135" y="31"/>
                        <a:pt x="126" y="45"/>
                        <a:pt x="106" y="49"/>
                      </a:cubicBezTo>
                      <a:cubicBezTo>
                        <a:pt x="97" y="55"/>
                        <a:pt x="93" y="61"/>
                        <a:pt x="84" y="67"/>
                      </a:cubicBezTo>
                      <a:cubicBezTo>
                        <a:pt x="80" y="79"/>
                        <a:pt x="79" y="79"/>
                        <a:pt x="66" y="81"/>
                      </a:cubicBezTo>
                      <a:cubicBezTo>
                        <a:pt x="60" y="90"/>
                        <a:pt x="57" y="97"/>
                        <a:pt x="48" y="103"/>
                      </a:cubicBezTo>
                      <a:cubicBezTo>
                        <a:pt x="42" y="94"/>
                        <a:pt x="37" y="93"/>
                        <a:pt x="26" y="89"/>
                      </a:cubicBezTo>
                      <a:cubicBezTo>
                        <a:pt x="24" y="88"/>
                        <a:pt x="20" y="87"/>
                        <a:pt x="20" y="87"/>
                      </a:cubicBezTo>
                      <a:cubicBezTo>
                        <a:pt x="10" y="90"/>
                        <a:pt x="14" y="94"/>
                        <a:pt x="22" y="97"/>
                      </a:cubicBezTo>
                      <a:cubicBezTo>
                        <a:pt x="14" y="103"/>
                        <a:pt x="9" y="100"/>
                        <a:pt x="0" y="97"/>
                      </a:cubicBezTo>
                      <a:cubicBezTo>
                        <a:pt x="2" y="87"/>
                        <a:pt x="1" y="82"/>
                        <a:pt x="10" y="79"/>
                      </a:cubicBezTo>
                      <a:cubicBezTo>
                        <a:pt x="15" y="63"/>
                        <a:pt x="14" y="69"/>
                        <a:pt x="26" y="61"/>
                      </a:cubicBezTo>
                      <a:close/>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US"/>
                </a:p>
              </p:txBody>
            </p:sp>
            <p:sp>
              <p:nvSpPr>
                <p:cNvPr id="76" name="Freeform 45"/>
                <p:cNvSpPr>
                  <a:spLocks/>
                </p:cNvSpPr>
                <p:nvPr userDrawn="1"/>
              </p:nvSpPr>
              <p:spPr bwMode="ltGray">
                <a:xfrm>
                  <a:off x="2553" y="182"/>
                  <a:ext cx="187" cy="176"/>
                </a:xfrm>
                <a:custGeom>
                  <a:avLst/>
                  <a:gdLst>
                    <a:gd name="T0" fmla="*/ 157 w 188"/>
                    <a:gd name="T1" fmla="*/ 20 h 214"/>
                    <a:gd name="T2" fmla="*/ 159 w 188"/>
                    <a:gd name="T3" fmla="*/ 5 h 214"/>
                    <a:gd name="T4" fmla="*/ 169 w 188"/>
                    <a:gd name="T5" fmla="*/ 0 h 214"/>
                    <a:gd name="T6" fmla="*/ 181 w 188"/>
                    <a:gd name="T7" fmla="*/ 20 h 214"/>
                    <a:gd name="T8" fmla="*/ 187 w 188"/>
                    <a:gd name="T9" fmla="*/ 35 h 214"/>
                    <a:gd name="T10" fmla="*/ 177 w 188"/>
                    <a:gd name="T11" fmla="*/ 48 h 214"/>
                    <a:gd name="T12" fmla="*/ 169 w 188"/>
                    <a:gd name="T13" fmla="*/ 63 h 214"/>
                    <a:gd name="T14" fmla="*/ 161 w 188"/>
                    <a:gd name="T15" fmla="*/ 104 h 214"/>
                    <a:gd name="T16" fmla="*/ 143 w 188"/>
                    <a:gd name="T17" fmla="*/ 112 h 214"/>
                    <a:gd name="T18" fmla="*/ 119 w 188"/>
                    <a:gd name="T19" fmla="*/ 113 h 214"/>
                    <a:gd name="T20" fmla="*/ 111 w 188"/>
                    <a:gd name="T21" fmla="*/ 102 h 214"/>
                    <a:gd name="T22" fmla="*/ 101 w 188"/>
                    <a:gd name="T23" fmla="*/ 120 h 214"/>
                    <a:gd name="T24" fmla="*/ 90 w 188"/>
                    <a:gd name="T25" fmla="*/ 123 h 214"/>
                    <a:gd name="T26" fmla="*/ 80 w 188"/>
                    <a:gd name="T27" fmla="*/ 109 h 214"/>
                    <a:gd name="T28" fmla="*/ 58 w 188"/>
                    <a:gd name="T29" fmla="*/ 118 h 214"/>
                    <a:gd name="T30" fmla="*/ 76 w 188"/>
                    <a:gd name="T31" fmla="*/ 117 h 214"/>
                    <a:gd name="T32" fmla="*/ 78 w 188"/>
                    <a:gd name="T33" fmla="*/ 132 h 214"/>
                    <a:gd name="T34" fmla="*/ 58 w 188"/>
                    <a:gd name="T35" fmla="*/ 137 h 214"/>
                    <a:gd name="T36" fmla="*/ 34 w 188"/>
                    <a:gd name="T37" fmla="*/ 137 h 214"/>
                    <a:gd name="T38" fmla="*/ 36 w 188"/>
                    <a:gd name="T39" fmla="*/ 127 h 214"/>
                    <a:gd name="T40" fmla="*/ 46 w 188"/>
                    <a:gd name="T41" fmla="*/ 118 h 214"/>
                    <a:gd name="T42" fmla="*/ 34 w 188"/>
                    <a:gd name="T43" fmla="*/ 122 h 214"/>
                    <a:gd name="T44" fmla="*/ 26 w 188"/>
                    <a:gd name="T45" fmla="*/ 137 h 214"/>
                    <a:gd name="T46" fmla="*/ 30 w 188"/>
                    <a:gd name="T47" fmla="*/ 156 h 214"/>
                    <a:gd name="T48" fmla="*/ 14 w 188"/>
                    <a:gd name="T49" fmla="*/ 164 h 214"/>
                    <a:gd name="T50" fmla="*/ 0 w 188"/>
                    <a:gd name="T51" fmla="*/ 176 h 214"/>
                    <a:gd name="T52" fmla="*/ 8 w 188"/>
                    <a:gd name="T53" fmla="*/ 155 h 214"/>
                    <a:gd name="T54" fmla="*/ 0 w 188"/>
                    <a:gd name="T55" fmla="*/ 135 h 214"/>
                    <a:gd name="T56" fmla="*/ 14 w 188"/>
                    <a:gd name="T57" fmla="*/ 125 h 214"/>
                    <a:gd name="T58" fmla="*/ 32 w 188"/>
                    <a:gd name="T59" fmla="*/ 110 h 214"/>
                    <a:gd name="T60" fmla="*/ 44 w 188"/>
                    <a:gd name="T61" fmla="*/ 97 h 214"/>
                    <a:gd name="T62" fmla="*/ 72 w 188"/>
                    <a:gd name="T63" fmla="*/ 95 h 214"/>
                    <a:gd name="T64" fmla="*/ 84 w 188"/>
                    <a:gd name="T65" fmla="*/ 92 h 214"/>
                    <a:gd name="T66" fmla="*/ 113 w 188"/>
                    <a:gd name="T67" fmla="*/ 64 h 214"/>
                    <a:gd name="T68" fmla="*/ 119 w 188"/>
                    <a:gd name="T69" fmla="*/ 76 h 214"/>
                    <a:gd name="T70" fmla="*/ 131 w 188"/>
                    <a:gd name="T71" fmla="*/ 63 h 214"/>
                    <a:gd name="T72" fmla="*/ 149 w 188"/>
                    <a:gd name="T73" fmla="*/ 44 h 214"/>
                    <a:gd name="T74" fmla="*/ 153 w 188"/>
                    <a:gd name="T75" fmla="*/ 35 h 214"/>
                    <a:gd name="T76" fmla="*/ 147 w 188"/>
                    <a:gd name="T77" fmla="*/ 31 h 214"/>
                    <a:gd name="T78" fmla="*/ 151 w 188"/>
                    <a:gd name="T79" fmla="*/ 26 h 214"/>
                    <a:gd name="T80" fmla="*/ 157 w 188"/>
                    <a:gd name="T81" fmla="*/ 20 h 214"/>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Lst>
                  <a:ahLst/>
                  <a:cxnLst>
                    <a:cxn ang="T82">
                      <a:pos x="T0" y="T1"/>
                    </a:cxn>
                    <a:cxn ang="T83">
                      <a:pos x="T2" y="T3"/>
                    </a:cxn>
                    <a:cxn ang="T84">
                      <a:pos x="T4" y="T5"/>
                    </a:cxn>
                    <a:cxn ang="T85">
                      <a:pos x="T6" y="T7"/>
                    </a:cxn>
                    <a:cxn ang="T86">
                      <a:pos x="T8" y="T9"/>
                    </a:cxn>
                    <a:cxn ang="T87">
                      <a:pos x="T10" y="T11"/>
                    </a:cxn>
                    <a:cxn ang="T88">
                      <a:pos x="T12" y="T13"/>
                    </a:cxn>
                    <a:cxn ang="T89">
                      <a:pos x="T14" y="T15"/>
                    </a:cxn>
                    <a:cxn ang="T90">
                      <a:pos x="T16" y="T17"/>
                    </a:cxn>
                    <a:cxn ang="T91">
                      <a:pos x="T18" y="T19"/>
                    </a:cxn>
                    <a:cxn ang="T92">
                      <a:pos x="T20" y="T21"/>
                    </a:cxn>
                    <a:cxn ang="T93">
                      <a:pos x="T22" y="T23"/>
                    </a:cxn>
                    <a:cxn ang="T94">
                      <a:pos x="T24" y="T25"/>
                    </a:cxn>
                    <a:cxn ang="T95">
                      <a:pos x="T26" y="T27"/>
                    </a:cxn>
                    <a:cxn ang="T96">
                      <a:pos x="T28" y="T29"/>
                    </a:cxn>
                    <a:cxn ang="T97">
                      <a:pos x="T30" y="T31"/>
                    </a:cxn>
                    <a:cxn ang="T98">
                      <a:pos x="T32" y="T33"/>
                    </a:cxn>
                    <a:cxn ang="T99">
                      <a:pos x="T34" y="T35"/>
                    </a:cxn>
                    <a:cxn ang="T100">
                      <a:pos x="T36" y="T37"/>
                    </a:cxn>
                    <a:cxn ang="T101">
                      <a:pos x="T38" y="T39"/>
                    </a:cxn>
                    <a:cxn ang="T102">
                      <a:pos x="T40" y="T41"/>
                    </a:cxn>
                    <a:cxn ang="T103">
                      <a:pos x="T42" y="T43"/>
                    </a:cxn>
                    <a:cxn ang="T104">
                      <a:pos x="T44" y="T45"/>
                    </a:cxn>
                    <a:cxn ang="T105">
                      <a:pos x="T46" y="T47"/>
                    </a:cxn>
                    <a:cxn ang="T106">
                      <a:pos x="T48" y="T49"/>
                    </a:cxn>
                    <a:cxn ang="T107">
                      <a:pos x="T50" y="T51"/>
                    </a:cxn>
                    <a:cxn ang="T108">
                      <a:pos x="T52" y="T53"/>
                    </a:cxn>
                    <a:cxn ang="T109">
                      <a:pos x="T54" y="T55"/>
                    </a:cxn>
                    <a:cxn ang="T110">
                      <a:pos x="T56" y="T57"/>
                    </a:cxn>
                    <a:cxn ang="T111">
                      <a:pos x="T58" y="T59"/>
                    </a:cxn>
                    <a:cxn ang="T112">
                      <a:pos x="T60" y="T61"/>
                    </a:cxn>
                    <a:cxn ang="T113">
                      <a:pos x="T62" y="T63"/>
                    </a:cxn>
                    <a:cxn ang="T114">
                      <a:pos x="T64" y="T65"/>
                    </a:cxn>
                    <a:cxn ang="T115">
                      <a:pos x="T66" y="T67"/>
                    </a:cxn>
                    <a:cxn ang="T116">
                      <a:pos x="T68" y="T69"/>
                    </a:cxn>
                    <a:cxn ang="T117">
                      <a:pos x="T70" y="T71"/>
                    </a:cxn>
                    <a:cxn ang="T118">
                      <a:pos x="T72" y="T73"/>
                    </a:cxn>
                    <a:cxn ang="T119">
                      <a:pos x="T74" y="T75"/>
                    </a:cxn>
                    <a:cxn ang="T120">
                      <a:pos x="T76" y="T77"/>
                    </a:cxn>
                    <a:cxn ang="T121">
                      <a:pos x="T78" y="T79"/>
                    </a:cxn>
                    <a:cxn ang="T122">
                      <a:pos x="T80" y="T81"/>
                    </a:cxn>
                  </a:cxnLst>
                  <a:rect l="0" t="0" r="r" b="b"/>
                  <a:pathLst>
                    <a:path w="188" h="214">
                      <a:moveTo>
                        <a:pt x="158" y="24"/>
                      </a:moveTo>
                      <a:cubicBezTo>
                        <a:pt x="156" y="18"/>
                        <a:pt x="160" y="6"/>
                        <a:pt x="160" y="6"/>
                      </a:cubicBezTo>
                      <a:cubicBezTo>
                        <a:pt x="167" y="16"/>
                        <a:pt x="167" y="8"/>
                        <a:pt x="170" y="0"/>
                      </a:cubicBezTo>
                      <a:cubicBezTo>
                        <a:pt x="181" y="4"/>
                        <a:pt x="179" y="14"/>
                        <a:pt x="182" y="24"/>
                      </a:cubicBezTo>
                      <a:cubicBezTo>
                        <a:pt x="184" y="30"/>
                        <a:pt x="188" y="42"/>
                        <a:pt x="188" y="42"/>
                      </a:cubicBezTo>
                      <a:cubicBezTo>
                        <a:pt x="183" y="56"/>
                        <a:pt x="188" y="52"/>
                        <a:pt x="178" y="58"/>
                      </a:cubicBezTo>
                      <a:cubicBezTo>
                        <a:pt x="174" y="63"/>
                        <a:pt x="170" y="76"/>
                        <a:pt x="170" y="76"/>
                      </a:cubicBezTo>
                      <a:cubicBezTo>
                        <a:pt x="169" y="100"/>
                        <a:pt x="173" y="110"/>
                        <a:pt x="162" y="126"/>
                      </a:cubicBezTo>
                      <a:cubicBezTo>
                        <a:pt x="150" y="118"/>
                        <a:pt x="155" y="132"/>
                        <a:pt x="144" y="136"/>
                      </a:cubicBezTo>
                      <a:cubicBezTo>
                        <a:pt x="135" y="134"/>
                        <a:pt x="129" y="135"/>
                        <a:pt x="120" y="138"/>
                      </a:cubicBezTo>
                      <a:cubicBezTo>
                        <a:pt x="114" y="129"/>
                        <a:pt x="122" y="127"/>
                        <a:pt x="112" y="124"/>
                      </a:cubicBezTo>
                      <a:cubicBezTo>
                        <a:pt x="108" y="130"/>
                        <a:pt x="108" y="142"/>
                        <a:pt x="102" y="146"/>
                      </a:cubicBezTo>
                      <a:cubicBezTo>
                        <a:pt x="98" y="148"/>
                        <a:pt x="90" y="150"/>
                        <a:pt x="90" y="150"/>
                      </a:cubicBezTo>
                      <a:cubicBezTo>
                        <a:pt x="87" y="141"/>
                        <a:pt x="89" y="135"/>
                        <a:pt x="80" y="132"/>
                      </a:cubicBezTo>
                      <a:cubicBezTo>
                        <a:pt x="68" y="134"/>
                        <a:pt x="65" y="134"/>
                        <a:pt x="58" y="144"/>
                      </a:cubicBezTo>
                      <a:cubicBezTo>
                        <a:pt x="66" y="150"/>
                        <a:pt x="68" y="147"/>
                        <a:pt x="76" y="142"/>
                      </a:cubicBezTo>
                      <a:cubicBezTo>
                        <a:pt x="81" y="146"/>
                        <a:pt x="85" y="155"/>
                        <a:pt x="78" y="160"/>
                      </a:cubicBezTo>
                      <a:cubicBezTo>
                        <a:pt x="75" y="162"/>
                        <a:pt x="62" y="165"/>
                        <a:pt x="58" y="166"/>
                      </a:cubicBezTo>
                      <a:cubicBezTo>
                        <a:pt x="48" y="173"/>
                        <a:pt x="44" y="173"/>
                        <a:pt x="34" y="166"/>
                      </a:cubicBezTo>
                      <a:cubicBezTo>
                        <a:pt x="35" y="162"/>
                        <a:pt x="34" y="158"/>
                        <a:pt x="36" y="154"/>
                      </a:cubicBezTo>
                      <a:cubicBezTo>
                        <a:pt x="38" y="150"/>
                        <a:pt x="55" y="146"/>
                        <a:pt x="46" y="144"/>
                      </a:cubicBezTo>
                      <a:cubicBezTo>
                        <a:pt x="42" y="143"/>
                        <a:pt x="34" y="148"/>
                        <a:pt x="34" y="148"/>
                      </a:cubicBezTo>
                      <a:cubicBezTo>
                        <a:pt x="32" y="155"/>
                        <a:pt x="28" y="159"/>
                        <a:pt x="26" y="166"/>
                      </a:cubicBezTo>
                      <a:cubicBezTo>
                        <a:pt x="36" y="182"/>
                        <a:pt x="36" y="173"/>
                        <a:pt x="30" y="190"/>
                      </a:cubicBezTo>
                      <a:cubicBezTo>
                        <a:pt x="28" y="196"/>
                        <a:pt x="14" y="200"/>
                        <a:pt x="14" y="200"/>
                      </a:cubicBezTo>
                      <a:cubicBezTo>
                        <a:pt x="5" y="214"/>
                        <a:pt x="11" y="210"/>
                        <a:pt x="0" y="214"/>
                      </a:cubicBezTo>
                      <a:cubicBezTo>
                        <a:pt x="2" y="202"/>
                        <a:pt x="5" y="198"/>
                        <a:pt x="8" y="188"/>
                      </a:cubicBezTo>
                      <a:cubicBezTo>
                        <a:pt x="6" y="178"/>
                        <a:pt x="3" y="173"/>
                        <a:pt x="0" y="164"/>
                      </a:cubicBezTo>
                      <a:cubicBezTo>
                        <a:pt x="3" y="156"/>
                        <a:pt x="7" y="157"/>
                        <a:pt x="14" y="152"/>
                      </a:cubicBezTo>
                      <a:cubicBezTo>
                        <a:pt x="18" y="141"/>
                        <a:pt x="23" y="140"/>
                        <a:pt x="32" y="134"/>
                      </a:cubicBezTo>
                      <a:cubicBezTo>
                        <a:pt x="37" y="127"/>
                        <a:pt x="37" y="123"/>
                        <a:pt x="44" y="118"/>
                      </a:cubicBezTo>
                      <a:cubicBezTo>
                        <a:pt x="64" y="121"/>
                        <a:pt x="55" y="122"/>
                        <a:pt x="72" y="116"/>
                      </a:cubicBezTo>
                      <a:cubicBezTo>
                        <a:pt x="76" y="115"/>
                        <a:pt x="84" y="112"/>
                        <a:pt x="84" y="112"/>
                      </a:cubicBezTo>
                      <a:cubicBezTo>
                        <a:pt x="105" y="119"/>
                        <a:pt x="97" y="84"/>
                        <a:pt x="114" y="78"/>
                      </a:cubicBezTo>
                      <a:cubicBezTo>
                        <a:pt x="117" y="87"/>
                        <a:pt x="110" y="89"/>
                        <a:pt x="120" y="92"/>
                      </a:cubicBezTo>
                      <a:cubicBezTo>
                        <a:pt x="125" y="85"/>
                        <a:pt x="125" y="81"/>
                        <a:pt x="132" y="76"/>
                      </a:cubicBezTo>
                      <a:cubicBezTo>
                        <a:pt x="138" y="68"/>
                        <a:pt x="146" y="65"/>
                        <a:pt x="150" y="54"/>
                      </a:cubicBezTo>
                      <a:cubicBezTo>
                        <a:pt x="151" y="50"/>
                        <a:pt x="154" y="42"/>
                        <a:pt x="154" y="42"/>
                      </a:cubicBezTo>
                      <a:cubicBezTo>
                        <a:pt x="152" y="41"/>
                        <a:pt x="148" y="40"/>
                        <a:pt x="148" y="38"/>
                      </a:cubicBezTo>
                      <a:cubicBezTo>
                        <a:pt x="148" y="36"/>
                        <a:pt x="161" y="33"/>
                        <a:pt x="152" y="32"/>
                      </a:cubicBezTo>
                      <a:lnTo>
                        <a:pt x="158" y="24"/>
                      </a:lnTo>
                      <a:close/>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US"/>
                </a:p>
              </p:txBody>
            </p:sp>
            <p:sp>
              <p:nvSpPr>
                <p:cNvPr id="77" name="Freeform 46"/>
                <p:cNvSpPr>
                  <a:spLocks/>
                </p:cNvSpPr>
                <p:nvPr userDrawn="1"/>
              </p:nvSpPr>
              <p:spPr bwMode="ltGray">
                <a:xfrm>
                  <a:off x="2677" y="233"/>
                  <a:ext cx="14" cy="10"/>
                </a:xfrm>
                <a:custGeom>
                  <a:avLst/>
                  <a:gdLst>
                    <a:gd name="T0" fmla="*/ 0 w 13"/>
                    <a:gd name="T1" fmla="*/ 7 h 13"/>
                    <a:gd name="T2" fmla="*/ 4 w 13"/>
                    <a:gd name="T3" fmla="*/ 10 h 13"/>
                    <a:gd name="T4" fmla="*/ 0 w 13"/>
                    <a:gd name="T5" fmla="*/ 7 h 13"/>
                    <a:gd name="T6" fmla="*/ 0 60000 65536"/>
                    <a:gd name="T7" fmla="*/ 0 60000 65536"/>
                    <a:gd name="T8" fmla="*/ 0 60000 65536"/>
                  </a:gdLst>
                  <a:ahLst/>
                  <a:cxnLst>
                    <a:cxn ang="T6">
                      <a:pos x="T0" y="T1"/>
                    </a:cxn>
                    <a:cxn ang="T7">
                      <a:pos x="T2" y="T3"/>
                    </a:cxn>
                    <a:cxn ang="T8">
                      <a:pos x="T4" y="T5"/>
                    </a:cxn>
                  </a:cxnLst>
                  <a:rect l="0" t="0" r="r" b="b"/>
                  <a:pathLst>
                    <a:path w="13" h="13">
                      <a:moveTo>
                        <a:pt x="0" y="9"/>
                      </a:moveTo>
                      <a:cubicBezTo>
                        <a:pt x="6" y="0"/>
                        <a:pt x="13" y="7"/>
                        <a:pt x="4" y="13"/>
                      </a:cubicBezTo>
                      <a:cubicBezTo>
                        <a:pt x="0" y="6"/>
                        <a:pt x="0" y="5"/>
                        <a:pt x="0" y="9"/>
                      </a:cubicBezTo>
                      <a:close/>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US"/>
                </a:p>
              </p:txBody>
            </p:sp>
            <p:sp>
              <p:nvSpPr>
                <p:cNvPr id="78" name="Freeform 47"/>
                <p:cNvSpPr>
                  <a:spLocks/>
                </p:cNvSpPr>
                <p:nvPr userDrawn="1"/>
              </p:nvSpPr>
              <p:spPr bwMode="ltGray">
                <a:xfrm>
                  <a:off x="1627" y="353"/>
                  <a:ext cx="813" cy="462"/>
                </a:xfrm>
                <a:custGeom>
                  <a:avLst/>
                  <a:gdLst>
                    <a:gd name="T0" fmla="*/ 813 w 812"/>
                    <a:gd name="T1" fmla="*/ 21 h 564"/>
                    <a:gd name="T2" fmla="*/ 779 w 812"/>
                    <a:gd name="T3" fmla="*/ 64 h 564"/>
                    <a:gd name="T4" fmla="*/ 749 w 812"/>
                    <a:gd name="T5" fmla="*/ 100 h 564"/>
                    <a:gd name="T6" fmla="*/ 723 w 812"/>
                    <a:gd name="T7" fmla="*/ 116 h 564"/>
                    <a:gd name="T8" fmla="*/ 635 w 812"/>
                    <a:gd name="T9" fmla="*/ 147 h 564"/>
                    <a:gd name="T10" fmla="*/ 633 w 812"/>
                    <a:gd name="T11" fmla="*/ 172 h 564"/>
                    <a:gd name="T12" fmla="*/ 605 w 812"/>
                    <a:gd name="T13" fmla="*/ 188 h 564"/>
                    <a:gd name="T14" fmla="*/ 621 w 812"/>
                    <a:gd name="T15" fmla="*/ 146 h 564"/>
                    <a:gd name="T16" fmla="*/ 577 w 812"/>
                    <a:gd name="T17" fmla="*/ 154 h 564"/>
                    <a:gd name="T18" fmla="*/ 557 w 812"/>
                    <a:gd name="T19" fmla="*/ 179 h 564"/>
                    <a:gd name="T20" fmla="*/ 597 w 812"/>
                    <a:gd name="T21" fmla="*/ 229 h 564"/>
                    <a:gd name="T22" fmla="*/ 595 w 812"/>
                    <a:gd name="T23" fmla="*/ 301 h 564"/>
                    <a:gd name="T24" fmla="*/ 543 w 812"/>
                    <a:gd name="T25" fmla="*/ 333 h 564"/>
                    <a:gd name="T26" fmla="*/ 523 w 812"/>
                    <a:gd name="T27" fmla="*/ 316 h 564"/>
                    <a:gd name="T28" fmla="*/ 483 w 812"/>
                    <a:gd name="T29" fmla="*/ 285 h 564"/>
                    <a:gd name="T30" fmla="*/ 463 w 812"/>
                    <a:gd name="T31" fmla="*/ 285 h 564"/>
                    <a:gd name="T32" fmla="*/ 451 w 812"/>
                    <a:gd name="T33" fmla="*/ 323 h 564"/>
                    <a:gd name="T34" fmla="*/ 501 w 812"/>
                    <a:gd name="T35" fmla="*/ 380 h 564"/>
                    <a:gd name="T36" fmla="*/ 511 w 812"/>
                    <a:gd name="T37" fmla="*/ 429 h 564"/>
                    <a:gd name="T38" fmla="*/ 527 w 812"/>
                    <a:gd name="T39" fmla="*/ 459 h 564"/>
                    <a:gd name="T40" fmla="*/ 493 w 812"/>
                    <a:gd name="T41" fmla="*/ 446 h 564"/>
                    <a:gd name="T42" fmla="*/ 471 w 812"/>
                    <a:gd name="T43" fmla="*/ 424 h 564"/>
                    <a:gd name="T44" fmla="*/ 423 w 812"/>
                    <a:gd name="T45" fmla="*/ 347 h 564"/>
                    <a:gd name="T46" fmla="*/ 427 w 812"/>
                    <a:gd name="T47" fmla="*/ 254 h 564"/>
                    <a:gd name="T48" fmla="*/ 423 w 812"/>
                    <a:gd name="T49" fmla="*/ 220 h 564"/>
                    <a:gd name="T50" fmla="*/ 413 w 812"/>
                    <a:gd name="T51" fmla="*/ 226 h 564"/>
                    <a:gd name="T52" fmla="*/ 386 w 812"/>
                    <a:gd name="T53" fmla="*/ 218 h 564"/>
                    <a:gd name="T54" fmla="*/ 360 w 812"/>
                    <a:gd name="T55" fmla="*/ 139 h 564"/>
                    <a:gd name="T56" fmla="*/ 330 w 812"/>
                    <a:gd name="T57" fmla="*/ 136 h 564"/>
                    <a:gd name="T58" fmla="*/ 288 w 812"/>
                    <a:gd name="T59" fmla="*/ 141 h 564"/>
                    <a:gd name="T60" fmla="*/ 242 w 812"/>
                    <a:gd name="T61" fmla="*/ 190 h 564"/>
                    <a:gd name="T62" fmla="*/ 196 w 812"/>
                    <a:gd name="T63" fmla="*/ 220 h 564"/>
                    <a:gd name="T64" fmla="*/ 184 w 812"/>
                    <a:gd name="T65" fmla="*/ 224 h 564"/>
                    <a:gd name="T66" fmla="*/ 160 w 812"/>
                    <a:gd name="T67" fmla="*/ 269 h 564"/>
                    <a:gd name="T68" fmla="*/ 152 w 812"/>
                    <a:gd name="T69" fmla="*/ 290 h 564"/>
                    <a:gd name="T70" fmla="*/ 128 w 812"/>
                    <a:gd name="T71" fmla="*/ 331 h 564"/>
                    <a:gd name="T72" fmla="*/ 94 w 812"/>
                    <a:gd name="T73" fmla="*/ 321 h 564"/>
                    <a:gd name="T74" fmla="*/ 66 w 812"/>
                    <a:gd name="T75" fmla="*/ 211 h 564"/>
                    <a:gd name="T76" fmla="*/ 72 w 812"/>
                    <a:gd name="T77" fmla="*/ 128 h 564"/>
                    <a:gd name="T78" fmla="*/ 44 w 812"/>
                    <a:gd name="T79" fmla="*/ 147 h 564"/>
                    <a:gd name="T80" fmla="*/ 20 w 812"/>
                    <a:gd name="T81" fmla="*/ 123 h 564"/>
                    <a:gd name="T82" fmla="*/ 24 w 812"/>
                    <a:gd name="T83" fmla="*/ 113 h 564"/>
                    <a:gd name="T84" fmla="*/ 0 w 812"/>
                    <a:gd name="T85" fmla="*/ 75 h 564"/>
                    <a:gd name="T86" fmla="*/ 799 w 812"/>
                    <a:gd name="T87" fmla="*/ 5 h 564"/>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Lst>
                  <a:ahLst/>
                  <a:cxnLst>
                    <a:cxn ang="T88">
                      <a:pos x="T0" y="T1"/>
                    </a:cxn>
                    <a:cxn ang="T89">
                      <a:pos x="T2" y="T3"/>
                    </a:cxn>
                    <a:cxn ang="T90">
                      <a:pos x="T4" y="T5"/>
                    </a:cxn>
                    <a:cxn ang="T91">
                      <a:pos x="T6" y="T7"/>
                    </a:cxn>
                    <a:cxn ang="T92">
                      <a:pos x="T8" y="T9"/>
                    </a:cxn>
                    <a:cxn ang="T93">
                      <a:pos x="T10" y="T11"/>
                    </a:cxn>
                    <a:cxn ang="T94">
                      <a:pos x="T12" y="T13"/>
                    </a:cxn>
                    <a:cxn ang="T95">
                      <a:pos x="T14" y="T15"/>
                    </a:cxn>
                    <a:cxn ang="T96">
                      <a:pos x="T16" y="T17"/>
                    </a:cxn>
                    <a:cxn ang="T97">
                      <a:pos x="T18" y="T19"/>
                    </a:cxn>
                    <a:cxn ang="T98">
                      <a:pos x="T20" y="T21"/>
                    </a:cxn>
                    <a:cxn ang="T99">
                      <a:pos x="T22" y="T23"/>
                    </a:cxn>
                    <a:cxn ang="T100">
                      <a:pos x="T24" y="T25"/>
                    </a:cxn>
                    <a:cxn ang="T101">
                      <a:pos x="T26" y="T27"/>
                    </a:cxn>
                    <a:cxn ang="T102">
                      <a:pos x="T28" y="T29"/>
                    </a:cxn>
                    <a:cxn ang="T103">
                      <a:pos x="T30" y="T31"/>
                    </a:cxn>
                    <a:cxn ang="T104">
                      <a:pos x="T32" y="T33"/>
                    </a:cxn>
                    <a:cxn ang="T105">
                      <a:pos x="T34" y="T35"/>
                    </a:cxn>
                    <a:cxn ang="T106">
                      <a:pos x="T36" y="T37"/>
                    </a:cxn>
                    <a:cxn ang="T107">
                      <a:pos x="T38" y="T39"/>
                    </a:cxn>
                    <a:cxn ang="T108">
                      <a:pos x="T40" y="T41"/>
                    </a:cxn>
                    <a:cxn ang="T109">
                      <a:pos x="T42" y="T43"/>
                    </a:cxn>
                    <a:cxn ang="T110">
                      <a:pos x="T44" y="T45"/>
                    </a:cxn>
                    <a:cxn ang="T111">
                      <a:pos x="T46" y="T47"/>
                    </a:cxn>
                    <a:cxn ang="T112">
                      <a:pos x="T48" y="T49"/>
                    </a:cxn>
                    <a:cxn ang="T113">
                      <a:pos x="T50" y="T51"/>
                    </a:cxn>
                    <a:cxn ang="T114">
                      <a:pos x="T52" y="T53"/>
                    </a:cxn>
                    <a:cxn ang="T115">
                      <a:pos x="T54" y="T55"/>
                    </a:cxn>
                    <a:cxn ang="T116">
                      <a:pos x="T56" y="T57"/>
                    </a:cxn>
                    <a:cxn ang="T117">
                      <a:pos x="T58" y="T59"/>
                    </a:cxn>
                    <a:cxn ang="T118">
                      <a:pos x="T60" y="T61"/>
                    </a:cxn>
                    <a:cxn ang="T119">
                      <a:pos x="T62" y="T63"/>
                    </a:cxn>
                    <a:cxn ang="T120">
                      <a:pos x="T64" y="T65"/>
                    </a:cxn>
                    <a:cxn ang="T121">
                      <a:pos x="T66" y="T67"/>
                    </a:cxn>
                    <a:cxn ang="T122">
                      <a:pos x="T68" y="T69"/>
                    </a:cxn>
                    <a:cxn ang="T123">
                      <a:pos x="T70" y="T71"/>
                    </a:cxn>
                    <a:cxn ang="T124">
                      <a:pos x="T72" y="T73"/>
                    </a:cxn>
                    <a:cxn ang="T125">
                      <a:pos x="T74" y="T75"/>
                    </a:cxn>
                    <a:cxn ang="T126">
                      <a:pos x="T76" y="T77"/>
                    </a:cxn>
                    <a:cxn ang="T127">
                      <a:pos x="T78" y="T79"/>
                    </a:cxn>
                    <a:cxn ang="T128">
                      <a:pos x="T80" y="T81"/>
                    </a:cxn>
                    <a:cxn ang="T129">
                      <a:pos x="T82" y="T83"/>
                    </a:cxn>
                    <a:cxn ang="T130">
                      <a:pos x="T84" y="T85"/>
                    </a:cxn>
                    <a:cxn ang="T131">
                      <a:pos x="T86" y="T87"/>
                    </a:cxn>
                  </a:cxnLst>
                  <a:rect l="0" t="0" r="r" b="b"/>
                  <a:pathLst>
                    <a:path w="812" h="564">
                      <a:moveTo>
                        <a:pt x="798" y="6"/>
                      </a:moveTo>
                      <a:cubicBezTo>
                        <a:pt x="801" y="15"/>
                        <a:pt x="809" y="16"/>
                        <a:pt x="812" y="26"/>
                      </a:cubicBezTo>
                      <a:cubicBezTo>
                        <a:pt x="809" y="36"/>
                        <a:pt x="801" y="41"/>
                        <a:pt x="796" y="50"/>
                      </a:cubicBezTo>
                      <a:cubicBezTo>
                        <a:pt x="791" y="61"/>
                        <a:pt x="788" y="71"/>
                        <a:pt x="778" y="78"/>
                      </a:cubicBezTo>
                      <a:cubicBezTo>
                        <a:pt x="773" y="85"/>
                        <a:pt x="771" y="88"/>
                        <a:pt x="774" y="96"/>
                      </a:cubicBezTo>
                      <a:cubicBezTo>
                        <a:pt x="767" y="107"/>
                        <a:pt x="758" y="114"/>
                        <a:pt x="748" y="122"/>
                      </a:cubicBezTo>
                      <a:cubicBezTo>
                        <a:pt x="744" y="125"/>
                        <a:pt x="736" y="130"/>
                        <a:pt x="736" y="130"/>
                      </a:cubicBezTo>
                      <a:cubicBezTo>
                        <a:pt x="740" y="141"/>
                        <a:pt x="731" y="140"/>
                        <a:pt x="722" y="142"/>
                      </a:cubicBezTo>
                      <a:cubicBezTo>
                        <a:pt x="716" y="148"/>
                        <a:pt x="712" y="151"/>
                        <a:pt x="704" y="154"/>
                      </a:cubicBezTo>
                      <a:cubicBezTo>
                        <a:pt x="686" y="150"/>
                        <a:pt x="650" y="169"/>
                        <a:pt x="634" y="180"/>
                      </a:cubicBezTo>
                      <a:cubicBezTo>
                        <a:pt x="636" y="189"/>
                        <a:pt x="631" y="193"/>
                        <a:pt x="640" y="196"/>
                      </a:cubicBezTo>
                      <a:cubicBezTo>
                        <a:pt x="643" y="205"/>
                        <a:pt x="640" y="207"/>
                        <a:pt x="632" y="210"/>
                      </a:cubicBezTo>
                      <a:cubicBezTo>
                        <a:pt x="626" y="219"/>
                        <a:pt x="623" y="226"/>
                        <a:pt x="614" y="232"/>
                      </a:cubicBezTo>
                      <a:cubicBezTo>
                        <a:pt x="611" y="231"/>
                        <a:pt x="606" y="233"/>
                        <a:pt x="604" y="230"/>
                      </a:cubicBezTo>
                      <a:cubicBezTo>
                        <a:pt x="599" y="220"/>
                        <a:pt x="610" y="199"/>
                        <a:pt x="620" y="196"/>
                      </a:cubicBezTo>
                      <a:cubicBezTo>
                        <a:pt x="623" y="187"/>
                        <a:pt x="617" y="187"/>
                        <a:pt x="620" y="178"/>
                      </a:cubicBezTo>
                      <a:cubicBezTo>
                        <a:pt x="617" y="164"/>
                        <a:pt x="609" y="168"/>
                        <a:pt x="598" y="172"/>
                      </a:cubicBezTo>
                      <a:cubicBezTo>
                        <a:pt x="592" y="180"/>
                        <a:pt x="585" y="185"/>
                        <a:pt x="576" y="188"/>
                      </a:cubicBezTo>
                      <a:cubicBezTo>
                        <a:pt x="572" y="194"/>
                        <a:pt x="568" y="200"/>
                        <a:pt x="564" y="206"/>
                      </a:cubicBezTo>
                      <a:cubicBezTo>
                        <a:pt x="561" y="210"/>
                        <a:pt x="556" y="218"/>
                        <a:pt x="556" y="218"/>
                      </a:cubicBezTo>
                      <a:cubicBezTo>
                        <a:pt x="558" y="234"/>
                        <a:pt x="559" y="243"/>
                        <a:pt x="572" y="252"/>
                      </a:cubicBezTo>
                      <a:cubicBezTo>
                        <a:pt x="579" y="262"/>
                        <a:pt x="586" y="273"/>
                        <a:pt x="596" y="280"/>
                      </a:cubicBezTo>
                      <a:cubicBezTo>
                        <a:pt x="598" y="286"/>
                        <a:pt x="602" y="298"/>
                        <a:pt x="602" y="298"/>
                      </a:cubicBezTo>
                      <a:cubicBezTo>
                        <a:pt x="601" y="308"/>
                        <a:pt x="599" y="361"/>
                        <a:pt x="594" y="368"/>
                      </a:cubicBezTo>
                      <a:cubicBezTo>
                        <a:pt x="590" y="374"/>
                        <a:pt x="576" y="378"/>
                        <a:pt x="570" y="382"/>
                      </a:cubicBezTo>
                      <a:cubicBezTo>
                        <a:pt x="563" y="393"/>
                        <a:pt x="550" y="396"/>
                        <a:pt x="542" y="406"/>
                      </a:cubicBezTo>
                      <a:cubicBezTo>
                        <a:pt x="536" y="413"/>
                        <a:pt x="539" y="417"/>
                        <a:pt x="530" y="420"/>
                      </a:cubicBezTo>
                      <a:cubicBezTo>
                        <a:pt x="526" y="408"/>
                        <a:pt x="538" y="391"/>
                        <a:pt x="522" y="386"/>
                      </a:cubicBezTo>
                      <a:cubicBezTo>
                        <a:pt x="516" y="377"/>
                        <a:pt x="510" y="364"/>
                        <a:pt x="502" y="356"/>
                      </a:cubicBezTo>
                      <a:cubicBezTo>
                        <a:pt x="497" y="341"/>
                        <a:pt x="505" y="360"/>
                        <a:pt x="482" y="348"/>
                      </a:cubicBezTo>
                      <a:cubicBezTo>
                        <a:pt x="478" y="346"/>
                        <a:pt x="478" y="339"/>
                        <a:pt x="474" y="336"/>
                      </a:cubicBezTo>
                      <a:cubicBezTo>
                        <a:pt x="470" y="323"/>
                        <a:pt x="466" y="342"/>
                        <a:pt x="462" y="348"/>
                      </a:cubicBezTo>
                      <a:cubicBezTo>
                        <a:pt x="460" y="358"/>
                        <a:pt x="456" y="363"/>
                        <a:pt x="454" y="374"/>
                      </a:cubicBezTo>
                      <a:cubicBezTo>
                        <a:pt x="457" y="383"/>
                        <a:pt x="455" y="387"/>
                        <a:pt x="450" y="394"/>
                      </a:cubicBezTo>
                      <a:cubicBezTo>
                        <a:pt x="454" y="399"/>
                        <a:pt x="464" y="411"/>
                        <a:pt x="466" y="418"/>
                      </a:cubicBezTo>
                      <a:cubicBezTo>
                        <a:pt x="474" y="443"/>
                        <a:pt x="472" y="458"/>
                        <a:pt x="500" y="464"/>
                      </a:cubicBezTo>
                      <a:cubicBezTo>
                        <a:pt x="507" y="469"/>
                        <a:pt x="510" y="474"/>
                        <a:pt x="516" y="480"/>
                      </a:cubicBezTo>
                      <a:cubicBezTo>
                        <a:pt x="511" y="494"/>
                        <a:pt x="513" y="509"/>
                        <a:pt x="510" y="524"/>
                      </a:cubicBezTo>
                      <a:cubicBezTo>
                        <a:pt x="512" y="537"/>
                        <a:pt x="511" y="541"/>
                        <a:pt x="522" y="548"/>
                      </a:cubicBezTo>
                      <a:cubicBezTo>
                        <a:pt x="523" y="552"/>
                        <a:pt x="525" y="556"/>
                        <a:pt x="526" y="560"/>
                      </a:cubicBezTo>
                      <a:cubicBezTo>
                        <a:pt x="527" y="564"/>
                        <a:pt x="514" y="556"/>
                        <a:pt x="514" y="556"/>
                      </a:cubicBezTo>
                      <a:cubicBezTo>
                        <a:pt x="502" y="564"/>
                        <a:pt x="501" y="551"/>
                        <a:pt x="492" y="544"/>
                      </a:cubicBezTo>
                      <a:cubicBezTo>
                        <a:pt x="488" y="541"/>
                        <a:pt x="480" y="536"/>
                        <a:pt x="480" y="536"/>
                      </a:cubicBezTo>
                      <a:cubicBezTo>
                        <a:pt x="471" y="522"/>
                        <a:pt x="474" y="529"/>
                        <a:pt x="470" y="518"/>
                      </a:cubicBezTo>
                      <a:cubicBezTo>
                        <a:pt x="467" y="491"/>
                        <a:pt x="461" y="446"/>
                        <a:pt x="436" y="430"/>
                      </a:cubicBezTo>
                      <a:cubicBezTo>
                        <a:pt x="428" y="433"/>
                        <a:pt x="425" y="433"/>
                        <a:pt x="422" y="424"/>
                      </a:cubicBezTo>
                      <a:cubicBezTo>
                        <a:pt x="427" y="404"/>
                        <a:pt x="432" y="383"/>
                        <a:pt x="438" y="364"/>
                      </a:cubicBezTo>
                      <a:cubicBezTo>
                        <a:pt x="436" y="343"/>
                        <a:pt x="431" y="330"/>
                        <a:pt x="426" y="310"/>
                      </a:cubicBezTo>
                      <a:cubicBezTo>
                        <a:pt x="429" y="302"/>
                        <a:pt x="425" y="300"/>
                        <a:pt x="422" y="292"/>
                      </a:cubicBezTo>
                      <a:cubicBezTo>
                        <a:pt x="424" y="282"/>
                        <a:pt x="428" y="277"/>
                        <a:pt x="422" y="268"/>
                      </a:cubicBezTo>
                      <a:cubicBezTo>
                        <a:pt x="420" y="269"/>
                        <a:pt x="418" y="269"/>
                        <a:pt x="416" y="270"/>
                      </a:cubicBezTo>
                      <a:cubicBezTo>
                        <a:pt x="414" y="272"/>
                        <a:pt x="414" y="275"/>
                        <a:pt x="412" y="276"/>
                      </a:cubicBezTo>
                      <a:cubicBezTo>
                        <a:pt x="408" y="278"/>
                        <a:pt x="400" y="280"/>
                        <a:pt x="400" y="280"/>
                      </a:cubicBezTo>
                      <a:cubicBezTo>
                        <a:pt x="394" y="274"/>
                        <a:pt x="389" y="274"/>
                        <a:pt x="386" y="266"/>
                      </a:cubicBezTo>
                      <a:cubicBezTo>
                        <a:pt x="391" y="251"/>
                        <a:pt x="379" y="206"/>
                        <a:pt x="364" y="196"/>
                      </a:cubicBezTo>
                      <a:cubicBezTo>
                        <a:pt x="357" y="186"/>
                        <a:pt x="358" y="182"/>
                        <a:pt x="360" y="170"/>
                      </a:cubicBezTo>
                      <a:cubicBezTo>
                        <a:pt x="358" y="160"/>
                        <a:pt x="356" y="147"/>
                        <a:pt x="346" y="144"/>
                      </a:cubicBezTo>
                      <a:cubicBezTo>
                        <a:pt x="343" y="154"/>
                        <a:pt x="338" y="160"/>
                        <a:pt x="330" y="166"/>
                      </a:cubicBezTo>
                      <a:cubicBezTo>
                        <a:pt x="323" y="164"/>
                        <a:pt x="308" y="160"/>
                        <a:pt x="308" y="160"/>
                      </a:cubicBezTo>
                      <a:cubicBezTo>
                        <a:pt x="296" y="162"/>
                        <a:pt x="297" y="166"/>
                        <a:pt x="288" y="172"/>
                      </a:cubicBezTo>
                      <a:cubicBezTo>
                        <a:pt x="284" y="185"/>
                        <a:pt x="282" y="191"/>
                        <a:pt x="268" y="196"/>
                      </a:cubicBezTo>
                      <a:cubicBezTo>
                        <a:pt x="264" y="200"/>
                        <a:pt x="243" y="231"/>
                        <a:pt x="242" y="232"/>
                      </a:cubicBezTo>
                      <a:cubicBezTo>
                        <a:pt x="231" y="239"/>
                        <a:pt x="215" y="247"/>
                        <a:pt x="206" y="256"/>
                      </a:cubicBezTo>
                      <a:cubicBezTo>
                        <a:pt x="202" y="260"/>
                        <a:pt x="200" y="265"/>
                        <a:pt x="196" y="268"/>
                      </a:cubicBezTo>
                      <a:cubicBezTo>
                        <a:pt x="194" y="269"/>
                        <a:pt x="192" y="269"/>
                        <a:pt x="190" y="270"/>
                      </a:cubicBezTo>
                      <a:cubicBezTo>
                        <a:pt x="188" y="271"/>
                        <a:pt x="186" y="272"/>
                        <a:pt x="184" y="274"/>
                      </a:cubicBezTo>
                      <a:cubicBezTo>
                        <a:pt x="180" y="278"/>
                        <a:pt x="172" y="286"/>
                        <a:pt x="172" y="286"/>
                      </a:cubicBezTo>
                      <a:cubicBezTo>
                        <a:pt x="167" y="300"/>
                        <a:pt x="165" y="314"/>
                        <a:pt x="160" y="328"/>
                      </a:cubicBezTo>
                      <a:cubicBezTo>
                        <a:pt x="158" y="335"/>
                        <a:pt x="156" y="341"/>
                        <a:pt x="154" y="348"/>
                      </a:cubicBezTo>
                      <a:cubicBezTo>
                        <a:pt x="153" y="350"/>
                        <a:pt x="152" y="354"/>
                        <a:pt x="152" y="354"/>
                      </a:cubicBezTo>
                      <a:cubicBezTo>
                        <a:pt x="152" y="359"/>
                        <a:pt x="156" y="384"/>
                        <a:pt x="146" y="392"/>
                      </a:cubicBezTo>
                      <a:cubicBezTo>
                        <a:pt x="141" y="397"/>
                        <a:pt x="128" y="404"/>
                        <a:pt x="128" y="404"/>
                      </a:cubicBezTo>
                      <a:cubicBezTo>
                        <a:pt x="125" y="412"/>
                        <a:pt x="122" y="421"/>
                        <a:pt x="114" y="424"/>
                      </a:cubicBezTo>
                      <a:cubicBezTo>
                        <a:pt x="100" y="419"/>
                        <a:pt x="97" y="405"/>
                        <a:pt x="94" y="392"/>
                      </a:cubicBezTo>
                      <a:cubicBezTo>
                        <a:pt x="86" y="362"/>
                        <a:pt x="82" y="332"/>
                        <a:pt x="72" y="302"/>
                      </a:cubicBezTo>
                      <a:cubicBezTo>
                        <a:pt x="71" y="281"/>
                        <a:pt x="70" y="275"/>
                        <a:pt x="66" y="258"/>
                      </a:cubicBezTo>
                      <a:cubicBezTo>
                        <a:pt x="66" y="251"/>
                        <a:pt x="68" y="219"/>
                        <a:pt x="64" y="208"/>
                      </a:cubicBezTo>
                      <a:cubicBezTo>
                        <a:pt x="70" y="191"/>
                        <a:pt x="66" y="173"/>
                        <a:pt x="72" y="156"/>
                      </a:cubicBezTo>
                      <a:cubicBezTo>
                        <a:pt x="66" y="139"/>
                        <a:pt x="60" y="168"/>
                        <a:pt x="56" y="172"/>
                      </a:cubicBezTo>
                      <a:cubicBezTo>
                        <a:pt x="53" y="175"/>
                        <a:pt x="44" y="180"/>
                        <a:pt x="44" y="180"/>
                      </a:cubicBezTo>
                      <a:cubicBezTo>
                        <a:pt x="35" y="177"/>
                        <a:pt x="28" y="173"/>
                        <a:pt x="24" y="162"/>
                      </a:cubicBezTo>
                      <a:cubicBezTo>
                        <a:pt x="23" y="158"/>
                        <a:pt x="20" y="150"/>
                        <a:pt x="20" y="150"/>
                      </a:cubicBezTo>
                      <a:cubicBezTo>
                        <a:pt x="30" y="148"/>
                        <a:pt x="30" y="143"/>
                        <a:pt x="38" y="138"/>
                      </a:cubicBezTo>
                      <a:cubicBezTo>
                        <a:pt x="35" y="128"/>
                        <a:pt x="31" y="133"/>
                        <a:pt x="24" y="138"/>
                      </a:cubicBezTo>
                      <a:cubicBezTo>
                        <a:pt x="15" y="135"/>
                        <a:pt x="15" y="132"/>
                        <a:pt x="18" y="124"/>
                      </a:cubicBezTo>
                      <a:cubicBezTo>
                        <a:pt x="11" y="114"/>
                        <a:pt x="9" y="101"/>
                        <a:pt x="0" y="92"/>
                      </a:cubicBezTo>
                      <a:lnTo>
                        <a:pt x="76" y="0"/>
                      </a:lnTo>
                      <a:lnTo>
                        <a:pt x="798" y="6"/>
                      </a:lnTo>
                      <a:close/>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US"/>
                </a:p>
              </p:txBody>
            </p:sp>
            <p:sp>
              <p:nvSpPr>
                <p:cNvPr id="79" name="Freeform 48"/>
                <p:cNvSpPr>
                  <a:spLocks/>
                </p:cNvSpPr>
                <p:nvPr userDrawn="1"/>
              </p:nvSpPr>
              <p:spPr bwMode="ltGray">
                <a:xfrm>
                  <a:off x="1770" y="671"/>
                  <a:ext cx="45" cy="71"/>
                </a:xfrm>
                <a:custGeom>
                  <a:avLst/>
                  <a:gdLst>
                    <a:gd name="T0" fmla="*/ 7 w 43"/>
                    <a:gd name="T1" fmla="*/ 9 h 85"/>
                    <a:gd name="T2" fmla="*/ 18 w 43"/>
                    <a:gd name="T3" fmla="*/ 3 h 85"/>
                    <a:gd name="T4" fmla="*/ 39 w 43"/>
                    <a:gd name="T5" fmla="*/ 28 h 85"/>
                    <a:gd name="T6" fmla="*/ 20 w 43"/>
                    <a:gd name="T7" fmla="*/ 71 h 85"/>
                    <a:gd name="T8" fmla="*/ 1 w 43"/>
                    <a:gd name="T9" fmla="*/ 58 h 85"/>
                    <a:gd name="T10" fmla="*/ 7 w 43"/>
                    <a:gd name="T11" fmla="*/ 9 h 85"/>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43" h="85">
                      <a:moveTo>
                        <a:pt x="7" y="11"/>
                      </a:moveTo>
                      <a:cubicBezTo>
                        <a:pt x="4" y="2"/>
                        <a:pt x="9" y="0"/>
                        <a:pt x="17" y="3"/>
                      </a:cubicBezTo>
                      <a:cubicBezTo>
                        <a:pt x="24" y="13"/>
                        <a:pt x="28" y="24"/>
                        <a:pt x="37" y="33"/>
                      </a:cubicBezTo>
                      <a:cubicBezTo>
                        <a:pt x="43" y="52"/>
                        <a:pt x="40" y="78"/>
                        <a:pt x="19" y="85"/>
                      </a:cubicBezTo>
                      <a:cubicBezTo>
                        <a:pt x="6" y="81"/>
                        <a:pt x="5" y="81"/>
                        <a:pt x="1" y="69"/>
                      </a:cubicBezTo>
                      <a:cubicBezTo>
                        <a:pt x="2" y="66"/>
                        <a:pt x="0" y="4"/>
                        <a:pt x="7" y="11"/>
                      </a:cubicBezTo>
                      <a:close/>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US"/>
                </a:p>
              </p:txBody>
            </p:sp>
            <p:sp>
              <p:nvSpPr>
                <p:cNvPr id="80" name="Freeform 49"/>
                <p:cNvSpPr>
                  <a:spLocks/>
                </p:cNvSpPr>
                <p:nvPr userDrawn="1"/>
              </p:nvSpPr>
              <p:spPr bwMode="ltGray">
                <a:xfrm>
                  <a:off x="2394" y="431"/>
                  <a:ext cx="42" cy="59"/>
                </a:xfrm>
                <a:custGeom>
                  <a:avLst/>
                  <a:gdLst>
                    <a:gd name="T0" fmla="*/ 12 w 44"/>
                    <a:gd name="T1" fmla="*/ 22 h 74"/>
                    <a:gd name="T2" fmla="*/ 28 w 44"/>
                    <a:gd name="T3" fmla="*/ 2 h 74"/>
                    <a:gd name="T4" fmla="*/ 41 w 44"/>
                    <a:gd name="T5" fmla="*/ 3 h 74"/>
                    <a:gd name="T6" fmla="*/ 37 w 44"/>
                    <a:gd name="T7" fmla="*/ 21 h 74"/>
                    <a:gd name="T8" fmla="*/ 12 w 44"/>
                    <a:gd name="T9" fmla="*/ 59 h 74"/>
                    <a:gd name="T10" fmla="*/ 7 w 44"/>
                    <a:gd name="T11" fmla="*/ 48 h 74"/>
                    <a:gd name="T12" fmla="*/ 3 w 44"/>
                    <a:gd name="T13" fmla="*/ 29 h 74"/>
                    <a:gd name="T14" fmla="*/ 12 w 44"/>
                    <a:gd name="T15" fmla="*/ 22 h 74"/>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44" h="74">
                      <a:moveTo>
                        <a:pt x="13" y="28"/>
                      </a:moveTo>
                      <a:cubicBezTo>
                        <a:pt x="15" y="13"/>
                        <a:pt x="14" y="7"/>
                        <a:pt x="29" y="2"/>
                      </a:cubicBezTo>
                      <a:cubicBezTo>
                        <a:pt x="34" y="3"/>
                        <a:pt x="40" y="0"/>
                        <a:pt x="43" y="4"/>
                      </a:cubicBezTo>
                      <a:cubicBezTo>
                        <a:pt x="44" y="6"/>
                        <a:pt x="41" y="21"/>
                        <a:pt x="39" y="26"/>
                      </a:cubicBezTo>
                      <a:cubicBezTo>
                        <a:pt x="31" y="43"/>
                        <a:pt x="30" y="63"/>
                        <a:pt x="13" y="74"/>
                      </a:cubicBezTo>
                      <a:cubicBezTo>
                        <a:pt x="4" y="71"/>
                        <a:pt x="4" y="68"/>
                        <a:pt x="7" y="60"/>
                      </a:cubicBezTo>
                      <a:cubicBezTo>
                        <a:pt x="5" y="50"/>
                        <a:pt x="0" y="46"/>
                        <a:pt x="3" y="36"/>
                      </a:cubicBezTo>
                      <a:cubicBezTo>
                        <a:pt x="4" y="32"/>
                        <a:pt x="8" y="23"/>
                        <a:pt x="13" y="28"/>
                      </a:cubicBezTo>
                      <a:close/>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US"/>
                </a:p>
              </p:txBody>
            </p:sp>
            <p:sp>
              <p:nvSpPr>
                <p:cNvPr id="81" name="Freeform 50"/>
                <p:cNvSpPr>
                  <a:spLocks/>
                </p:cNvSpPr>
                <p:nvPr userDrawn="1"/>
              </p:nvSpPr>
              <p:spPr bwMode="ltGray">
                <a:xfrm>
                  <a:off x="2513" y="402"/>
                  <a:ext cx="21" cy="24"/>
                </a:xfrm>
                <a:custGeom>
                  <a:avLst/>
                  <a:gdLst>
                    <a:gd name="T0" fmla="*/ 7 w 20"/>
                    <a:gd name="T1" fmla="*/ 13 h 30"/>
                    <a:gd name="T2" fmla="*/ 5 w 20"/>
                    <a:gd name="T3" fmla="*/ 24 h 30"/>
                    <a:gd name="T4" fmla="*/ 7 w 20"/>
                    <a:gd name="T5" fmla="*/ 13 h 30"/>
                    <a:gd name="T6" fmla="*/ 0 60000 65536"/>
                    <a:gd name="T7" fmla="*/ 0 60000 65536"/>
                    <a:gd name="T8" fmla="*/ 0 60000 65536"/>
                  </a:gdLst>
                  <a:ahLst/>
                  <a:cxnLst>
                    <a:cxn ang="T6">
                      <a:pos x="T0" y="T1"/>
                    </a:cxn>
                    <a:cxn ang="T7">
                      <a:pos x="T2" y="T3"/>
                    </a:cxn>
                    <a:cxn ang="T8">
                      <a:pos x="T4" y="T5"/>
                    </a:cxn>
                  </a:cxnLst>
                  <a:rect l="0" t="0" r="r" b="b"/>
                  <a:pathLst>
                    <a:path w="20" h="30">
                      <a:moveTo>
                        <a:pt x="7" y="16"/>
                      </a:moveTo>
                      <a:cubicBezTo>
                        <a:pt x="18" y="0"/>
                        <a:pt x="20" y="20"/>
                        <a:pt x="5" y="30"/>
                      </a:cubicBezTo>
                      <a:cubicBezTo>
                        <a:pt x="0" y="23"/>
                        <a:pt x="1" y="22"/>
                        <a:pt x="7" y="16"/>
                      </a:cubicBezTo>
                      <a:close/>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US"/>
                </a:p>
              </p:txBody>
            </p:sp>
            <p:sp>
              <p:nvSpPr>
                <p:cNvPr id="82" name="Freeform 51"/>
                <p:cNvSpPr>
                  <a:spLocks/>
                </p:cNvSpPr>
                <p:nvPr userDrawn="1"/>
              </p:nvSpPr>
              <p:spPr bwMode="ltGray">
                <a:xfrm>
                  <a:off x="333" y="169"/>
                  <a:ext cx="1015" cy="866"/>
                </a:xfrm>
                <a:custGeom>
                  <a:avLst/>
                  <a:gdLst>
                    <a:gd name="T0" fmla="*/ 716 w 682"/>
                    <a:gd name="T1" fmla="*/ 721 h 557"/>
                    <a:gd name="T2" fmla="*/ 723 w 682"/>
                    <a:gd name="T3" fmla="*/ 701 h 557"/>
                    <a:gd name="T4" fmla="*/ 744 w 682"/>
                    <a:gd name="T5" fmla="*/ 642 h 557"/>
                    <a:gd name="T6" fmla="*/ 460 w 682"/>
                    <a:gd name="T7" fmla="*/ 446 h 557"/>
                    <a:gd name="T8" fmla="*/ 420 w 682"/>
                    <a:gd name="T9" fmla="*/ 538 h 557"/>
                    <a:gd name="T10" fmla="*/ 451 w 682"/>
                    <a:gd name="T11" fmla="*/ 864 h 557"/>
                    <a:gd name="T12" fmla="*/ 420 w 682"/>
                    <a:gd name="T13" fmla="*/ 768 h 557"/>
                    <a:gd name="T14" fmla="*/ 360 w 682"/>
                    <a:gd name="T15" fmla="*/ 683 h 557"/>
                    <a:gd name="T16" fmla="*/ 365 w 682"/>
                    <a:gd name="T17" fmla="*/ 642 h 557"/>
                    <a:gd name="T18" fmla="*/ 368 w 682"/>
                    <a:gd name="T19" fmla="*/ 613 h 557"/>
                    <a:gd name="T20" fmla="*/ 327 w 682"/>
                    <a:gd name="T21" fmla="*/ 583 h 557"/>
                    <a:gd name="T22" fmla="*/ 289 w 682"/>
                    <a:gd name="T23" fmla="*/ 538 h 557"/>
                    <a:gd name="T24" fmla="*/ 220 w 682"/>
                    <a:gd name="T25" fmla="*/ 550 h 557"/>
                    <a:gd name="T26" fmla="*/ 188 w 682"/>
                    <a:gd name="T27" fmla="*/ 567 h 557"/>
                    <a:gd name="T28" fmla="*/ 116 w 682"/>
                    <a:gd name="T29" fmla="*/ 567 h 557"/>
                    <a:gd name="T30" fmla="*/ 33 w 682"/>
                    <a:gd name="T31" fmla="*/ 485 h 557"/>
                    <a:gd name="T32" fmla="*/ 16 w 682"/>
                    <a:gd name="T33" fmla="*/ 459 h 557"/>
                    <a:gd name="T34" fmla="*/ 0 w 682"/>
                    <a:gd name="T35" fmla="*/ 410 h 557"/>
                    <a:gd name="T36" fmla="*/ 36 w 682"/>
                    <a:gd name="T37" fmla="*/ 331 h 557"/>
                    <a:gd name="T38" fmla="*/ 48 w 682"/>
                    <a:gd name="T39" fmla="*/ 281 h 557"/>
                    <a:gd name="T40" fmla="*/ 76 w 682"/>
                    <a:gd name="T41" fmla="*/ 222 h 557"/>
                    <a:gd name="T42" fmla="*/ 121 w 682"/>
                    <a:gd name="T43" fmla="*/ 180 h 557"/>
                    <a:gd name="T44" fmla="*/ 249 w 682"/>
                    <a:gd name="T45" fmla="*/ 104 h 557"/>
                    <a:gd name="T46" fmla="*/ 327 w 682"/>
                    <a:gd name="T47" fmla="*/ 47 h 557"/>
                    <a:gd name="T48" fmla="*/ 384 w 682"/>
                    <a:gd name="T49" fmla="*/ 9 h 557"/>
                    <a:gd name="T50" fmla="*/ 540 w 682"/>
                    <a:gd name="T51" fmla="*/ 3 h 557"/>
                    <a:gd name="T52" fmla="*/ 592 w 682"/>
                    <a:gd name="T53" fmla="*/ 0 h 557"/>
                    <a:gd name="T54" fmla="*/ 571 w 682"/>
                    <a:gd name="T55" fmla="*/ 53 h 557"/>
                    <a:gd name="T56" fmla="*/ 659 w 682"/>
                    <a:gd name="T57" fmla="*/ 131 h 557"/>
                    <a:gd name="T58" fmla="*/ 740 w 682"/>
                    <a:gd name="T59" fmla="*/ 115 h 557"/>
                    <a:gd name="T60" fmla="*/ 787 w 682"/>
                    <a:gd name="T61" fmla="*/ 127 h 557"/>
                    <a:gd name="T62" fmla="*/ 832 w 682"/>
                    <a:gd name="T63" fmla="*/ 151 h 557"/>
                    <a:gd name="T64" fmla="*/ 851 w 682"/>
                    <a:gd name="T65" fmla="*/ 292 h 557"/>
                    <a:gd name="T66" fmla="*/ 851 w 682"/>
                    <a:gd name="T67" fmla="*/ 373 h 557"/>
                    <a:gd name="T68" fmla="*/ 891 w 682"/>
                    <a:gd name="T69" fmla="*/ 440 h 557"/>
                    <a:gd name="T70" fmla="*/ 960 w 682"/>
                    <a:gd name="T71" fmla="*/ 466 h 557"/>
                    <a:gd name="T72" fmla="*/ 1012 w 682"/>
                    <a:gd name="T73" fmla="*/ 459 h 557"/>
                    <a:gd name="T74" fmla="*/ 988 w 682"/>
                    <a:gd name="T75" fmla="*/ 529 h 557"/>
                    <a:gd name="T76" fmla="*/ 891 w 682"/>
                    <a:gd name="T77" fmla="*/ 633 h 557"/>
                    <a:gd name="T78" fmla="*/ 816 w 682"/>
                    <a:gd name="T79" fmla="*/ 754 h 557"/>
                    <a:gd name="T80" fmla="*/ 827 w 682"/>
                    <a:gd name="T81" fmla="*/ 790 h 557"/>
                    <a:gd name="T82" fmla="*/ 647 w 682"/>
                    <a:gd name="T83" fmla="*/ 864 h 557"/>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Lst>
                  <a:ahLst/>
                  <a:cxnLst>
                    <a:cxn ang="T84">
                      <a:pos x="T0" y="T1"/>
                    </a:cxn>
                    <a:cxn ang="T85">
                      <a:pos x="T2" y="T3"/>
                    </a:cxn>
                    <a:cxn ang="T86">
                      <a:pos x="T4" y="T5"/>
                    </a:cxn>
                    <a:cxn ang="T87">
                      <a:pos x="T6" y="T7"/>
                    </a:cxn>
                    <a:cxn ang="T88">
                      <a:pos x="T8" y="T9"/>
                    </a:cxn>
                    <a:cxn ang="T89">
                      <a:pos x="T10" y="T11"/>
                    </a:cxn>
                    <a:cxn ang="T90">
                      <a:pos x="T12" y="T13"/>
                    </a:cxn>
                    <a:cxn ang="T91">
                      <a:pos x="T14" y="T15"/>
                    </a:cxn>
                    <a:cxn ang="T92">
                      <a:pos x="T16" y="T17"/>
                    </a:cxn>
                    <a:cxn ang="T93">
                      <a:pos x="T18" y="T19"/>
                    </a:cxn>
                    <a:cxn ang="T94">
                      <a:pos x="T20" y="T21"/>
                    </a:cxn>
                    <a:cxn ang="T95">
                      <a:pos x="T22" y="T23"/>
                    </a:cxn>
                    <a:cxn ang="T96">
                      <a:pos x="T24" y="T25"/>
                    </a:cxn>
                    <a:cxn ang="T97">
                      <a:pos x="T26" y="T27"/>
                    </a:cxn>
                    <a:cxn ang="T98">
                      <a:pos x="T28" y="T29"/>
                    </a:cxn>
                    <a:cxn ang="T99">
                      <a:pos x="T30" y="T31"/>
                    </a:cxn>
                    <a:cxn ang="T100">
                      <a:pos x="T32" y="T33"/>
                    </a:cxn>
                    <a:cxn ang="T101">
                      <a:pos x="T34" y="T35"/>
                    </a:cxn>
                    <a:cxn ang="T102">
                      <a:pos x="T36" y="T37"/>
                    </a:cxn>
                    <a:cxn ang="T103">
                      <a:pos x="T38" y="T39"/>
                    </a:cxn>
                    <a:cxn ang="T104">
                      <a:pos x="T40" y="T41"/>
                    </a:cxn>
                    <a:cxn ang="T105">
                      <a:pos x="T42" y="T43"/>
                    </a:cxn>
                    <a:cxn ang="T106">
                      <a:pos x="T44" y="T45"/>
                    </a:cxn>
                    <a:cxn ang="T107">
                      <a:pos x="T46" y="T47"/>
                    </a:cxn>
                    <a:cxn ang="T108">
                      <a:pos x="T48" y="T49"/>
                    </a:cxn>
                    <a:cxn ang="T109">
                      <a:pos x="T50" y="T51"/>
                    </a:cxn>
                    <a:cxn ang="T110">
                      <a:pos x="T52" y="T53"/>
                    </a:cxn>
                    <a:cxn ang="T111">
                      <a:pos x="T54" y="T55"/>
                    </a:cxn>
                    <a:cxn ang="T112">
                      <a:pos x="T56" y="T57"/>
                    </a:cxn>
                    <a:cxn ang="T113">
                      <a:pos x="T58" y="T59"/>
                    </a:cxn>
                    <a:cxn ang="T114">
                      <a:pos x="T60" y="T61"/>
                    </a:cxn>
                    <a:cxn ang="T115">
                      <a:pos x="T62" y="T63"/>
                    </a:cxn>
                    <a:cxn ang="T116">
                      <a:pos x="T64" y="T65"/>
                    </a:cxn>
                    <a:cxn ang="T117">
                      <a:pos x="T66" y="T67"/>
                    </a:cxn>
                    <a:cxn ang="T118">
                      <a:pos x="T68" y="T69"/>
                    </a:cxn>
                    <a:cxn ang="T119">
                      <a:pos x="T70" y="T71"/>
                    </a:cxn>
                    <a:cxn ang="T120">
                      <a:pos x="T72" y="T73"/>
                    </a:cxn>
                    <a:cxn ang="T121">
                      <a:pos x="T74" y="T75"/>
                    </a:cxn>
                    <a:cxn ang="T122">
                      <a:pos x="T76" y="T77"/>
                    </a:cxn>
                    <a:cxn ang="T123">
                      <a:pos x="T78" y="T79"/>
                    </a:cxn>
                    <a:cxn ang="T124">
                      <a:pos x="T80" y="T81"/>
                    </a:cxn>
                    <a:cxn ang="T125">
                      <a:pos x="T82" y="T83"/>
                    </a:cxn>
                  </a:cxnLst>
                  <a:rect l="0" t="0" r="r" b="b"/>
                  <a:pathLst>
                    <a:path w="682" h="557">
                      <a:moveTo>
                        <a:pt x="435" y="556"/>
                      </a:moveTo>
                      <a:lnTo>
                        <a:pt x="481" y="464"/>
                      </a:lnTo>
                      <a:lnTo>
                        <a:pt x="473" y="449"/>
                      </a:lnTo>
                      <a:lnTo>
                        <a:pt x="486" y="451"/>
                      </a:lnTo>
                      <a:lnTo>
                        <a:pt x="495" y="441"/>
                      </a:lnTo>
                      <a:lnTo>
                        <a:pt x="500" y="413"/>
                      </a:lnTo>
                      <a:lnTo>
                        <a:pt x="500" y="371"/>
                      </a:lnTo>
                      <a:lnTo>
                        <a:pt x="309" y="287"/>
                      </a:lnTo>
                      <a:lnTo>
                        <a:pt x="296" y="308"/>
                      </a:lnTo>
                      <a:lnTo>
                        <a:pt x="282" y="346"/>
                      </a:lnTo>
                      <a:lnTo>
                        <a:pt x="396" y="557"/>
                      </a:lnTo>
                      <a:lnTo>
                        <a:pt x="303" y="556"/>
                      </a:lnTo>
                      <a:lnTo>
                        <a:pt x="304" y="536"/>
                      </a:lnTo>
                      <a:cubicBezTo>
                        <a:pt x="284" y="520"/>
                        <a:pt x="296" y="510"/>
                        <a:pt x="282" y="494"/>
                      </a:cubicBezTo>
                      <a:cubicBezTo>
                        <a:pt x="276" y="475"/>
                        <a:pt x="267" y="468"/>
                        <a:pt x="253" y="451"/>
                      </a:cubicBezTo>
                      <a:cubicBezTo>
                        <a:pt x="249" y="447"/>
                        <a:pt x="245" y="443"/>
                        <a:pt x="242" y="439"/>
                      </a:cubicBezTo>
                      <a:lnTo>
                        <a:pt x="237" y="432"/>
                      </a:lnTo>
                      <a:cubicBezTo>
                        <a:pt x="237" y="432"/>
                        <a:pt x="245" y="413"/>
                        <a:pt x="245" y="413"/>
                      </a:cubicBezTo>
                      <a:cubicBezTo>
                        <a:pt x="247" y="409"/>
                        <a:pt x="250" y="401"/>
                        <a:pt x="250" y="401"/>
                      </a:cubicBezTo>
                      <a:cubicBezTo>
                        <a:pt x="249" y="399"/>
                        <a:pt x="247" y="397"/>
                        <a:pt x="247" y="394"/>
                      </a:cubicBezTo>
                      <a:cubicBezTo>
                        <a:pt x="248" y="390"/>
                        <a:pt x="253" y="382"/>
                        <a:pt x="253" y="382"/>
                      </a:cubicBezTo>
                      <a:cubicBezTo>
                        <a:pt x="243" y="370"/>
                        <a:pt x="237" y="371"/>
                        <a:pt x="220" y="375"/>
                      </a:cubicBezTo>
                      <a:cubicBezTo>
                        <a:pt x="217" y="371"/>
                        <a:pt x="210" y="369"/>
                        <a:pt x="207" y="365"/>
                      </a:cubicBezTo>
                      <a:cubicBezTo>
                        <a:pt x="185" y="337"/>
                        <a:pt x="216" y="363"/>
                        <a:pt x="194" y="346"/>
                      </a:cubicBezTo>
                      <a:cubicBezTo>
                        <a:pt x="167" y="349"/>
                        <a:pt x="179" y="346"/>
                        <a:pt x="156" y="352"/>
                      </a:cubicBezTo>
                      <a:cubicBezTo>
                        <a:pt x="153" y="353"/>
                        <a:pt x="148" y="354"/>
                        <a:pt x="148" y="354"/>
                      </a:cubicBezTo>
                      <a:cubicBezTo>
                        <a:pt x="146" y="356"/>
                        <a:pt x="145" y="359"/>
                        <a:pt x="142" y="361"/>
                      </a:cubicBezTo>
                      <a:cubicBezTo>
                        <a:pt x="138" y="363"/>
                        <a:pt x="126" y="365"/>
                        <a:pt x="126" y="365"/>
                      </a:cubicBezTo>
                      <a:cubicBezTo>
                        <a:pt x="105" y="354"/>
                        <a:pt x="116" y="355"/>
                        <a:pt x="94" y="361"/>
                      </a:cubicBezTo>
                      <a:cubicBezTo>
                        <a:pt x="89" y="362"/>
                        <a:pt x="78" y="365"/>
                        <a:pt x="78" y="365"/>
                      </a:cubicBezTo>
                      <a:cubicBezTo>
                        <a:pt x="62" y="383"/>
                        <a:pt x="46" y="346"/>
                        <a:pt x="35" y="337"/>
                      </a:cubicBezTo>
                      <a:cubicBezTo>
                        <a:pt x="32" y="330"/>
                        <a:pt x="24" y="320"/>
                        <a:pt x="22" y="312"/>
                      </a:cubicBezTo>
                      <a:cubicBezTo>
                        <a:pt x="20" y="308"/>
                        <a:pt x="22" y="303"/>
                        <a:pt x="19" y="300"/>
                      </a:cubicBezTo>
                      <a:cubicBezTo>
                        <a:pt x="17" y="297"/>
                        <a:pt x="13" y="297"/>
                        <a:pt x="11" y="295"/>
                      </a:cubicBezTo>
                      <a:cubicBezTo>
                        <a:pt x="3" y="277"/>
                        <a:pt x="15" y="306"/>
                        <a:pt x="5" y="276"/>
                      </a:cubicBezTo>
                      <a:cubicBezTo>
                        <a:pt x="4" y="272"/>
                        <a:pt x="0" y="264"/>
                        <a:pt x="0" y="264"/>
                      </a:cubicBezTo>
                      <a:cubicBezTo>
                        <a:pt x="3" y="253"/>
                        <a:pt x="2" y="248"/>
                        <a:pt x="13" y="243"/>
                      </a:cubicBezTo>
                      <a:cubicBezTo>
                        <a:pt x="20" y="221"/>
                        <a:pt x="17" y="231"/>
                        <a:pt x="24" y="213"/>
                      </a:cubicBezTo>
                      <a:cubicBezTo>
                        <a:pt x="26" y="209"/>
                        <a:pt x="30" y="200"/>
                        <a:pt x="30" y="200"/>
                      </a:cubicBezTo>
                      <a:cubicBezTo>
                        <a:pt x="26" y="192"/>
                        <a:pt x="24" y="191"/>
                        <a:pt x="32" y="181"/>
                      </a:cubicBezTo>
                      <a:cubicBezTo>
                        <a:pt x="36" y="177"/>
                        <a:pt x="43" y="169"/>
                        <a:pt x="43" y="169"/>
                      </a:cubicBezTo>
                      <a:cubicBezTo>
                        <a:pt x="37" y="155"/>
                        <a:pt x="36" y="153"/>
                        <a:pt x="51" y="143"/>
                      </a:cubicBezTo>
                      <a:cubicBezTo>
                        <a:pt x="56" y="140"/>
                        <a:pt x="67" y="135"/>
                        <a:pt x="67" y="135"/>
                      </a:cubicBezTo>
                      <a:cubicBezTo>
                        <a:pt x="73" y="129"/>
                        <a:pt x="75" y="122"/>
                        <a:pt x="81" y="116"/>
                      </a:cubicBezTo>
                      <a:cubicBezTo>
                        <a:pt x="89" y="107"/>
                        <a:pt x="102" y="105"/>
                        <a:pt x="113" y="99"/>
                      </a:cubicBezTo>
                      <a:cubicBezTo>
                        <a:pt x="125" y="85"/>
                        <a:pt x="149" y="76"/>
                        <a:pt x="167" y="67"/>
                      </a:cubicBezTo>
                      <a:cubicBezTo>
                        <a:pt x="174" y="59"/>
                        <a:pt x="175" y="50"/>
                        <a:pt x="188" y="46"/>
                      </a:cubicBezTo>
                      <a:cubicBezTo>
                        <a:pt x="198" y="39"/>
                        <a:pt x="208" y="36"/>
                        <a:pt x="220" y="30"/>
                      </a:cubicBezTo>
                      <a:cubicBezTo>
                        <a:pt x="223" y="28"/>
                        <a:pt x="228" y="25"/>
                        <a:pt x="228" y="25"/>
                      </a:cubicBezTo>
                      <a:cubicBezTo>
                        <a:pt x="237" y="16"/>
                        <a:pt x="245" y="10"/>
                        <a:pt x="258" y="6"/>
                      </a:cubicBezTo>
                      <a:cubicBezTo>
                        <a:pt x="269" y="31"/>
                        <a:pt x="301" y="6"/>
                        <a:pt x="320" y="4"/>
                      </a:cubicBezTo>
                      <a:cubicBezTo>
                        <a:pt x="334" y="3"/>
                        <a:pt x="349" y="3"/>
                        <a:pt x="363" y="2"/>
                      </a:cubicBezTo>
                      <a:cubicBezTo>
                        <a:pt x="369" y="3"/>
                        <a:pt x="376" y="5"/>
                        <a:pt x="382" y="4"/>
                      </a:cubicBezTo>
                      <a:cubicBezTo>
                        <a:pt x="387" y="4"/>
                        <a:pt x="398" y="0"/>
                        <a:pt x="398" y="0"/>
                      </a:cubicBezTo>
                      <a:cubicBezTo>
                        <a:pt x="415" y="8"/>
                        <a:pt x="406" y="16"/>
                        <a:pt x="400" y="30"/>
                      </a:cubicBezTo>
                      <a:cubicBezTo>
                        <a:pt x="398" y="34"/>
                        <a:pt x="384" y="34"/>
                        <a:pt x="384" y="34"/>
                      </a:cubicBezTo>
                      <a:cubicBezTo>
                        <a:pt x="379" y="47"/>
                        <a:pt x="398" y="51"/>
                        <a:pt x="411" y="55"/>
                      </a:cubicBezTo>
                      <a:cubicBezTo>
                        <a:pt x="419" y="72"/>
                        <a:pt x="421" y="79"/>
                        <a:pt x="443" y="84"/>
                      </a:cubicBezTo>
                      <a:cubicBezTo>
                        <a:pt x="461" y="71"/>
                        <a:pt x="435" y="65"/>
                        <a:pt x="468" y="57"/>
                      </a:cubicBezTo>
                      <a:cubicBezTo>
                        <a:pt x="482" y="61"/>
                        <a:pt x="485" y="70"/>
                        <a:pt x="497" y="74"/>
                      </a:cubicBezTo>
                      <a:cubicBezTo>
                        <a:pt x="505" y="76"/>
                        <a:pt x="513" y="78"/>
                        <a:pt x="521" y="80"/>
                      </a:cubicBezTo>
                      <a:cubicBezTo>
                        <a:pt x="524" y="81"/>
                        <a:pt x="529" y="82"/>
                        <a:pt x="529" y="82"/>
                      </a:cubicBezTo>
                      <a:cubicBezTo>
                        <a:pt x="547" y="78"/>
                        <a:pt x="547" y="76"/>
                        <a:pt x="562" y="84"/>
                      </a:cubicBezTo>
                      <a:cubicBezTo>
                        <a:pt x="566" y="95"/>
                        <a:pt x="565" y="86"/>
                        <a:pt x="559" y="97"/>
                      </a:cubicBezTo>
                      <a:cubicBezTo>
                        <a:pt x="557" y="101"/>
                        <a:pt x="554" y="110"/>
                        <a:pt x="554" y="110"/>
                      </a:cubicBezTo>
                      <a:cubicBezTo>
                        <a:pt x="556" y="132"/>
                        <a:pt x="556" y="168"/>
                        <a:pt x="572" y="188"/>
                      </a:cubicBezTo>
                      <a:cubicBezTo>
                        <a:pt x="568" y="198"/>
                        <a:pt x="564" y="208"/>
                        <a:pt x="562" y="219"/>
                      </a:cubicBezTo>
                      <a:cubicBezTo>
                        <a:pt x="564" y="227"/>
                        <a:pt x="569" y="233"/>
                        <a:pt x="572" y="240"/>
                      </a:cubicBezTo>
                      <a:cubicBezTo>
                        <a:pt x="573" y="247"/>
                        <a:pt x="572" y="254"/>
                        <a:pt x="575" y="259"/>
                      </a:cubicBezTo>
                      <a:cubicBezTo>
                        <a:pt x="577" y="263"/>
                        <a:pt x="595" y="272"/>
                        <a:pt x="599" y="283"/>
                      </a:cubicBezTo>
                      <a:cubicBezTo>
                        <a:pt x="594" y="295"/>
                        <a:pt x="603" y="306"/>
                        <a:pt x="618" y="310"/>
                      </a:cubicBezTo>
                      <a:cubicBezTo>
                        <a:pt x="630" y="307"/>
                        <a:pt x="638" y="308"/>
                        <a:pt x="645" y="300"/>
                      </a:cubicBezTo>
                      <a:cubicBezTo>
                        <a:pt x="660" y="302"/>
                        <a:pt x="663" y="303"/>
                        <a:pt x="672" y="293"/>
                      </a:cubicBezTo>
                      <a:cubicBezTo>
                        <a:pt x="675" y="294"/>
                        <a:pt x="679" y="293"/>
                        <a:pt x="680" y="295"/>
                      </a:cubicBezTo>
                      <a:cubicBezTo>
                        <a:pt x="682" y="301"/>
                        <a:pt x="674" y="321"/>
                        <a:pt x="672" y="327"/>
                      </a:cubicBezTo>
                      <a:cubicBezTo>
                        <a:pt x="668" y="340"/>
                        <a:pt x="671" y="326"/>
                        <a:pt x="664" y="340"/>
                      </a:cubicBezTo>
                      <a:cubicBezTo>
                        <a:pt x="652" y="360"/>
                        <a:pt x="646" y="381"/>
                        <a:pt x="621" y="394"/>
                      </a:cubicBezTo>
                      <a:cubicBezTo>
                        <a:pt x="614" y="402"/>
                        <a:pt x="609" y="402"/>
                        <a:pt x="599" y="407"/>
                      </a:cubicBezTo>
                      <a:cubicBezTo>
                        <a:pt x="590" y="418"/>
                        <a:pt x="579" y="429"/>
                        <a:pt x="567" y="439"/>
                      </a:cubicBezTo>
                      <a:cubicBezTo>
                        <a:pt x="560" y="454"/>
                        <a:pt x="555" y="470"/>
                        <a:pt x="548" y="485"/>
                      </a:cubicBezTo>
                      <a:cubicBezTo>
                        <a:pt x="549" y="489"/>
                        <a:pt x="550" y="492"/>
                        <a:pt x="551" y="496"/>
                      </a:cubicBezTo>
                      <a:cubicBezTo>
                        <a:pt x="552" y="500"/>
                        <a:pt x="556" y="508"/>
                        <a:pt x="556" y="508"/>
                      </a:cubicBezTo>
                      <a:cubicBezTo>
                        <a:pt x="559" y="524"/>
                        <a:pt x="562" y="546"/>
                        <a:pt x="576" y="557"/>
                      </a:cubicBezTo>
                      <a:lnTo>
                        <a:pt x="435" y="556"/>
                      </a:lnTo>
                      <a:close/>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US"/>
                </a:p>
              </p:txBody>
            </p:sp>
            <p:sp>
              <p:nvSpPr>
                <p:cNvPr id="83" name="Freeform 52"/>
                <p:cNvSpPr>
                  <a:spLocks/>
                </p:cNvSpPr>
                <p:nvPr userDrawn="1"/>
              </p:nvSpPr>
              <p:spPr bwMode="ltGray">
                <a:xfrm>
                  <a:off x="727" y="495"/>
                  <a:ext cx="382" cy="540"/>
                </a:xfrm>
                <a:custGeom>
                  <a:avLst/>
                  <a:gdLst>
                    <a:gd name="T0" fmla="*/ 361 w 257"/>
                    <a:gd name="T1" fmla="*/ 540 h 347"/>
                    <a:gd name="T2" fmla="*/ 346 w 257"/>
                    <a:gd name="T3" fmla="*/ 468 h 347"/>
                    <a:gd name="T4" fmla="*/ 323 w 257"/>
                    <a:gd name="T5" fmla="*/ 448 h 347"/>
                    <a:gd name="T6" fmla="*/ 320 w 257"/>
                    <a:gd name="T7" fmla="*/ 419 h 347"/>
                    <a:gd name="T8" fmla="*/ 311 w 257"/>
                    <a:gd name="T9" fmla="*/ 395 h 347"/>
                    <a:gd name="T10" fmla="*/ 311 w 257"/>
                    <a:gd name="T11" fmla="*/ 356 h 347"/>
                    <a:gd name="T12" fmla="*/ 308 w 257"/>
                    <a:gd name="T13" fmla="*/ 333 h 347"/>
                    <a:gd name="T14" fmla="*/ 339 w 257"/>
                    <a:gd name="T15" fmla="*/ 314 h 347"/>
                    <a:gd name="T16" fmla="*/ 382 w 257"/>
                    <a:gd name="T17" fmla="*/ 307 h 347"/>
                    <a:gd name="T18" fmla="*/ 382 w 257"/>
                    <a:gd name="T19" fmla="*/ 212 h 347"/>
                    <a:gd name="T20" fmla="*/ 80 w 257"/>
                    <a:gd name="T21" fmla="*/ 149 h 347"/>
                    <a:gd name="T22" fmla="*/ 48 w 257"/>
                    <a:gd name="T23" fmla="*/ 153 h 347"/>
                    <a:gd name="T24" fmla="*/ 24 w 257"/>
                    <a:gd name="T25" fmla="*/ 159 h 347"/>
                    <a:gd name="T26" fmla="*/ 0 w 257"/>
                    <a:gd name="T27" fmla="*/ 232 h 347"/>
                    <a:gd name="T28" fmla="*/ 138 w 257"/>
                    <a:gd name="T29" fmla="*/ 538 h 347"/>
                    <a:gd name="T30" fmla="*/ 361 w 257"/>
                    <a:gd name="T31" fmla="*/ 540 h 347"/>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Lst>
                  <a:ahLst/>
                  <a:cxnLst>
                    <a:cxn ang="T32">
                      <a:pos x="T0" y="T1"/>
                    </a:cxn>
                    <a:cxn ang="T33">
                      <a:pos x="T2" y="T3"/>
                    </a:cxn>
                    <a:cxn ang="T34">
                      <a:pos x="T4" y="T5"/>
                    </a:cxn>
                    <a:cxn ang="T35">
                      <a:pos x="T6" y="T7"/>
                    </a:cxn>
                    <a:cxn ang="T36">
                      <a:pos x="T8" y="T9"/>
                    </a:cxn>
                    <a:cxn ang="T37">
                      <a:pos x="T10" y="T11"/>
                    </a:cxn>
                    <a:cxn ang="T38">
                      <a:pos x="T12" y="T13"/>
                    </a:cxn>
                    <a:cxn ang="T39">
                      <a:pos x="T14" y="T15"/>
                    </a:cxn>
                    <a:cxn ang="T40">
                      <a:pos x="T16" y="T17"/>
                    </a:cxn>
                    <a:cxn ang="T41">
                      <a:pos x="T18" y="T19"/>
                    </a:cxn>
                    <a:cxn ang="T42">
                      <a:pos x="T20" y="T21"/>
                    </a:cxn>
                    <a:cxn ang="T43">
                      <a:pos x="T22" y="T23"/>
                    </a:cxn>
                    <a:cxn ang="T44">
                      <a:pos x="T24" y="T25"/>
                    </a:cxn>
                    <a:cxn ang="T45">
                      <a:pos x="T26" y="T27"/>
                    </a:cxn>
                    <a:cxn ang="T46">
                      <a:pos x="T28" y="T29"/>
                    </a:cxn>
                    <a:cxn ang="T47">
                      <a:pos x="T30" y="T31"/>
                    </a:cxn>
                  </a:cxnLst>
                  <a:rect l="0" t="0" r="r" b="b"/>
                  <a:pathLst>
                    <a:path w="257" h="347">
                      <a:moveTo>
                        <a:pt x="243" y="347"/>
                      </a:moveTo>
                      <a:lnTo>
                        <a:pt x="233" y="301"/>
                      </a:lnTo>
                      <a:lnTo>
                        <a:pt x="217" y="288"/>
                      </a:lnTo>
                      <a:lnTo>
                        <a:pt x="215" y="269"/>
                      </a:lnTo>
                      <a:lnTo>
                        <a:pt x="209" y="254"/>
                      </a:lnTo>
                      <a:lnTo>
                        <a:pt x="209" y="229"/>
                      </a:lnTo>
                      <a:lnTo>
                        <a:pt x="207" y="214"/>
                      </a:lnTo>
                      <a:lnTo>
                        <a:pt x="228" y="202"/>
                      </a:lnTo>
                      <a:lnTo>
                        <a:pt x="257" y="197"/>
                      </a:lnTo>
                      <a:lnTo>
                        <a:pt x="257" y="136"/>
                      </a:lnTo>
                      <a:cubicBezTo>
                        <a:pt x="209" y="119"/>
                        <a:pt x="13" y="0"/>
                        <a:pt x="54" y="96"/>
                      </a:cubicBezTo>
                      <a:cubicBezTo>
                        <a:pt x="36" y="106"/>
                        <a:pt x="57" y="97"/>
                        <a:pt x="32" y="98"/>
                      </a:cubicBezTo>
                      <a:cubicBezTo>
                        <a:pt x="27" y="99"/>
                        <a:pt x="16" y="102"/>
                        <a:pt x="16" y="102"/>
                      </a:cubicBezTo>
                      <a:lnTo>
                        <a:pt x="0" y="149"/>
                      </a:lnTo>
                      <a:lnTo>
                        <a:pt x="93" y="346"/>
                      </a:lnTo>
                      <a:lnTo>
                        <a:pt x="243" y="347"/>
                      </a:lnTo>
                      <a:close/>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US"/>
                </a:p>
              </p:txBody>
            </p:sp>
            <p:sp>
              <p:nvSpPr>
                <p:cNvPr id="84" name="Freeform 53"/>
                <p:cNvSpPr>
                  <a:spLocks/>
                </p:cNvSpPr>
                <p:nvPr userDrawn="1"/>
              </p:nvSpPr>
              <p:spPr bwMode="ltGray">
                <a:xfrm>
                  <a:off x="1400" y="896"/>
                  <a:ext cx="16" cy="29"/>
                </a:xfrm>
                <a:custGeom>
                  <a:avLst/>
                  <a:gdLst>
                    <a:gd name="T0" fmla="*/ 6 w 19"/>
                    <a:gd name="T1" fmla="*/ 20 h 37"/>
                    <a:gd name="T2" fmla="*/ 16 w 19"/>
                    <a:gd name="T3" fmla="*/ 16 h 37"/>
                    <a:gd name="T4" fmla="*/ 6 w 19"/>
                    <a:gd name="T5" fmla="*/ 20 h 37"/>
                    <a:gd name="T6" fmla="*/ 0 60000 65536"/>
                    <a:gd name="T7" fmla="*/ 0 60000 65536"/>
                    <a:gd name="T8" fmla="*/ 0 60000 65536"/>
                  </a:gdLst>
                  <a:ahLst/>
                  <a:cxnLst>
                    <a:cxn ang="T6">
                      <a:pos x="T0" y="T1"/>
                    </a:cxn>
                    <a:cxn ang="T7">
                      <a:pos x="T2" y="T3"/>
                    </a:cxn>
                    <a:cxn ang="T8">
                      <a:pos x="T4" y="T5"/>
                    </a:cxn>
                  </a:cxnLst>
                  <a:rect l="0" t="0" r="r" b="b"/>
                  <a:pathLst>
                    <a:path w="19" h="37">
                      <a:moveTo>
                        <a:pt x="7" y="25"/>
                      </a:moveTo>
                      <a:cubicBezTo>
                        <a:pt x="0" y="4"/>
                        <a:pt x="12" y="0"/>
                        <a:pt x="19" y="21"/>
                      </a:cubicBezTo>
                      <a:cubicBezTo>
                        <a:pt x="14" y="37"/>
                        <a:pt x="18" y="36"/>
                        <a:pt x="7" y="25"/>
                      </a:cubicBezTo>
                      <a:close/>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US"/>
                </a:p>
              </p:txBody>
            </p:sp>
            <p:sp>
              <p:nvSpPr>
                <p:cNvPr id="85" name="Freeform 54"/>
                <p:cNvSpPr>
                  <a:spLocks/>
                </p:cNvSpPr>
                <p:nvPr userDrawn="1"/>
              </p:nvSpPr>
              <p:spPr bwMode="ltGray">
                <a:xfrm>
                  <a:off x="1379" y="617"/>
                  <a:ext cx="21" cy="17"/>
                </a:xfrm>
                <a:custGeom>
                  <a:avLst/>
                  <a:gdLst>
                    <a:gd name="T0" fmla="*/ 11 w 22"/>
                    <a:gd name="T1" fmla="*/ 10 h 20"/>
                    <a:gd name="T2" fmla="*/ 15 w 22"/>
                    <a:gd name="T3" fmla="*/ 0 h 20"/>
                    <a:gd name="T4" fmla="*/ 19 w 22"/>
                    <a:gd name="T5" fmla="*/ 10 h 20"/>
                    <a:gd name="T6" fmla="*/ 8 w 22"/>
                    <a:gd name="T7" fmla="*/ 17 h 20"/>
                    <a:gd name="T8" fmla="*/ 11 w 22"/>
                    <a:gd name="T9" fmla="*/ 10 h 20"/>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2" h="20">
                      <a:moveTo>
                        <a:pt x="12" y="12"/>
                      </a:moveTo>
                      <a:cubicBezTo>
                        <a:pt x="13" y="8"/>
                        <a:pt x="12" y="0"/>
                        <a:pt x="16" y="0"/>
                      </a:cubicBezTo>
                      <a:cubicBezTo>
                        <a:pt x="20" y="0"/>
                        <a:pt x="22" y="8"/>
                        <a:pt x="20" y="12"/>
                      </a:cubicBezTo>
                      <a:cubicBezTo>
                        <a:pt x="18" y="16"/>
                        <a:pt x="12" y="17"/>
                        <a:pt x="8" y="20"/>
                      </a:cubicBezTo>
                      <a:cubicBezTo>
                        <a:pt x="3" y="5"/>
                        <a:pt x="0" y="6"/>
                        <a:pt x="12" y="12"/>
                      </a:cubicBezTo>
                      <a:close/>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US"/>
                </a:p>
              </p:txBody>
            </p:sp>
            <p:sp>
              <p:nvSpPr>
                <p:cNvPr id="86" name="Freeform 55"/>
                <p:cNvSpPr>
                  <a:spLocks/>
                </p:cNvSpPr>
                <p:nvPr userDrawn="1"/>
              </p:nvSpPr>
              <p:spPr bwMode="ltGray">
                <a:xfrm>
                  <a:off x="453" y="275"/>
                  <a:ext cx="58" cy="24"/>
                </a:xfrm>
                <a:custGeom>
                  <a:avLst/>
                  <a:gdLst>
                    <a:gd name="T0" fmla="*/ 24 w 57"/>
                    <a:gd name="T1" fmla="*/ 14 h 30"/>
                    <a:gd name="T2" fmla="*/ 33 w 57"/>
                    <a:gd name="T3" fmla="*/ 5 h 30"/>
                    <a:gd name="T4" fmla="*/ 37 w 57"/>
                    <a:gd name="T5" fmla="*/ 24 h 30"/>
                    <a:gd name="T6" fmla="*/ 24 w 57"/>
                    <a:gd name="T7" fmla="*/ 14 h 30"/>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57" h="30">
                      <a:moveTo>
                        <a:pt x="24" y="18"/>
                      </a:moveTo>
                      <a:cubicBezTo>
                        <a:pt x="0" y="10"/>
                        <a:pt x="9" y="0"/>
                        <a:pt x="32" y="6"/>
                      </a:cubicBezTo>
                      <a:cubicBezTo>
                        <a:pt x="46" y="15"/>
                        <a:pt x="57" y="23"/>
                        <a:pt x="36" y="30"/>
                      </a:cubicBezTo>
                      <a:cubicBezTo>
                        <a:pt x="21" y="25"/>
                        <a:pt x="24" y="30"/>
                        <a:pt x="24" y="18"/>
                      </a:cubicBezTo>
                      <a:close/>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US"/>
                </a:p>
              </p:txBody>
            </p:sp>
            <p:sp>
              <p:nvSpPr>
                <p:cNvPr id="87" name="Freeform 56"/>
                <p:cNvSpPr>
                  <a:spLocks/>
                </p:cNvSpPr>
                <p:nvPr userDrawn="1"/>
              </p:nvSpPr>
              <p:spPr bwMode="ltGray">
                <a:xfrm>
                  <a:off x="1161" y="50"/>
                  <a:ext cx="691" cy="569"/>
                </a:xfrm>
                <a:custGeom>
                  <a:avLst/>
                  <a:gdLst>
                    <a:gd name="T0" fmla="*/ 472 w 693"/>
                    <a:gd name="T1" fmla="*/ 379 h 696"/>
                    <a:gd name="T2" fmla="*/ 392 w 693"/>
                    <a:gd name="T3" fmla="*/ 370 h 696"/>
                    <a:gd name="T4" fmla="*/ 324 w 693"/>
                    <a:gd name="T5" fmla="*/ 337 h 696"/>
                    <a:gd name="T6" fmla="*/ 264 w 693"/>
                    <a:gd name="T7" fmla="*/ 327 h 696"/>
                    <a:gd name="T8" fmla="*/ 236 w 693"/>
                    <a:gd name="T9" fmla="*/ 340 h 696"/>
                    <a:gd name="T10" fmla="*/ 260 w 693"/>
                    <a:gd name="T11" fmla="*/ 350 h 696"/>
                    <a:gd name="T12" fmla="*/ 292 w 693"/>
                    <a:gd name="T13" fmla="*/ 383 h 696"/>
                    <a:gd name="T14" fmla="*/ 320 w 693"/>
                    <a:gd name="T15" fmla="*/ 389 h 696"/>
                    <a:gd name="T16" fmla="*/ 332 w 693"/>
                    <a:gd name="T17" fmla="*/ 438 h 696"/>
                    <a:gd name="T18" fmla="*/ 312 w 693"/>
                    <a:gd name="T19" fmla="*/ 451 h 696"/>
                    <a:gd name="T20" fmla="*/ 260 w 693"/>
                    <a:gd name="T21" fmla="*/ 504 h 696"/>
                    <a:gd name="T22" fmla="*/ 224 w 693"/>
                    <a:gd name="T23" fmla="*/ 513 h 696"/>
                    <a:gd name="T24" fmla="*/ 97 w 693"/>
                    <a:gd name="T25" fmla="*/ 569 h 696"/>
                    <a:gd name="T26" fmla="*/ 77 w 693"/>
                    <a:gd name="T27" fmla="*/ 504 h 696"/>
                    <a:gd name="T28" fmla="*/ 45 w 693"/>
                    <a:gd name="T29" fmla="*/ 428 h 696"/>
                    <a:gd name="T30" fmla="*/ 33 w 693"/>
                    <a:gd name="T31" fmla="*/ 366 h 696"/>
                    <a:gd name="T32" fmla="*/ 53 w 693"/>
                    <a:gd name="T33" fmla="*/ 281 h 696"/>
                    <a:gd name="T34" fmla="*/ 17 w 693"/>
                    <a:gd name="T35" fmla="*/ 320 h 696"/>
                    <a:gd name="T36" fmla="*/ 81 w 693"/>
                    <a:gd name="T37" fmla="*/ 229 h 696"/>
                    <a:gd name="T38" fmla="*/ 113 w 693"/>
                    <a:gd name="T39" fmla="*/ 167 h 696"/>
                    <a:gd name="T40" fmla="*/ 37 w 693"/>
                    <a:gd name="T41" fmla="*/ 167 h 696"/>
                    <a:gd name="T42" fmla="*/ 1 w 693"/>
                    <a:gd name="T43" fmla="*/ 160 h 696"/>
                    <a:gd name="T44" fmla="*/ 25 w 693"/>
                    <a:gd name="T45" fmla="*/ 114 h 696"/>
                    <a:gd name="T46" fmla="*/ 97 w 693"/>
                    <a:gd name="T47" fmla="*/ 92 h 696"/>
                    <a:gd name="T48" fmla="*/ 220 w 693"/>
                    <a:gd name="T49" fmla="*/ 101 h 696"/>
                    <a:gd name="T50" fmla="*/ 228 w 693"/>
                    <a:gd name="T51" fmla="*/ 52 h 696"/>
                    <a:gd name="T52" fmla="*/ 260 w 693"/>
                    <a:gd name="T53" fmla="*/ 0 h 696"/>
                    <a:gd name="T54" fmla="*/ 356 w 693"/>
                    <a:gd name="T55" fmla="*/ 36 h 696"/>
                    <a:gd name="T56" fmla="*/ 328 w 693"/>
                    <a:gd name="T57" fmla="*/ 72 h 696"/>
                    <a:gd name="T58" fmla="*/ 300 w 693"/>
                    <a:gd name="T59" fmla="*/ 144 h 696"/>
                    <a:gd name="T60" fmla="*/ 360 w 693"/>
                    <a:gd name="T61" fmla="*/ 157 h 696"/>
                    <a:gd name="T62" fmla="*/ 372 w 693"/>
                    <a:gd name="T63" fmla="*/ 111 h 696"/>
                    <a:gd name="T64" fmla="*/ 416 w 693"/>
                    <a:gd name="T65" fmla="*/ 75 h 696"/>
                    <a:gd name="T66" fmla="*/ 496 w 693"/>
                    <a:gd name="T67" fmla="*/ 72 h 696"/>
                    <a:gd name="T68" fmla="*/ 527 w 693"/>
                    <a:gd name="T69" fmla="*/ 43 h 696"/>
                    <a:gd name="T70" fmla="*/ 539 w 693"/>
                    <a:gd name="T71" fmla="*/ 376 h 69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Lst>
                  <a:ahLst/>
                  <a:cxnLst>
                    <a:cxn ang="T72">
                      <a:pos x="T0" y="T1"/>
                    </a:cxn>
                    <a:cxn ang="T73">
                      <a:pos x="T2" y="T3"/>
                    </a:cxn>
                    <a:cxn ang="T74">
                      <a:pos x="T4" y="T5"/>
                    </a:cxn>
                    <a:cxn ang="T75">
                      <a:pos x="T6" y="T7"/>
                    </a:cxn>
                    <a:cxn ang="T76">
                      <a:pos x="T8" y="T9"/>
                    </a:cxn>
                    <a:cxn ang="T77">
                      <a:pos x="T10" y="T11"/>
                    </a:cxn>
                    <a:cxn ang="T78">
                      <a:pos x="T12" y="T13"/>
                    </a:cxn>
                    <a:cxn ang="T79">
                      <a:pos x="T14" y="T15"/>
                    </a:cxn>
                    <a:cxn ang="T80">
                      <a:pos x="T16" y="T17"/>
                    </a:cxn>
                    <a:cxn ang="T81">
                      <a:pos x="T18" y="T19"/>
                    </a:cxn>
                    <a:cxn ang="T82">
                      <a:pos x="T20" y="T21"/>
                    </a:cxn>
                    <a:cxn ang="T83">
                      <a:pos x="T22" y="T23"/>
                    </a:cxn>
                    <a:cxn ang="T84">
                      <a:pos x="T24" y="T25"/>
                    </a:cxn>
                    <a:cxn ang="T85">
                      <a:pos x="T26" y="T27"/>
                    </a:cxn>
                    <a:cxn ang="T86">
                      <a:pos x="T28" y="T29"/>
                    </a:cxn>
                    <a:cxn ang="T87">
                      <a:pos x="T30" y="T31"/>
                    </a:cxn>
                    <a:cxn ang="T88">
                      <a:pos x="T32" y="T33"/>
                    </a:cxn>
                    <a:cxn ang="T89">
                      <a:pos x="T34" y="T35"/>
                    </a:cxn>
                    <a:cxn ang="T90">
                      <a:pos x="T36" y="T37"/>
                    </a:cxn>
                    <a:cxn ang="T91">
                      <a:pos x="T38" y="T39"/>
                    </a:cxn>
                    <a:cxn ang="T92">
                      <a:pos x="T40" y="T41"/>
                    </a:cxn>
                    <a:cxn ang="T93">
                      <a:pos x="T42" y="T43"/>
                    </a:cxn>
                    <a:cxn ang="T94">
                      <a:pos x="T44" y="T45"/>
                    </a:cxn>
                    <a:cxn ang="T95">
                      <a:pos x="T46" y="T47"/>
                    </a:cxn>
                    <a:cxn ang="T96">
                      <a:pos x="T48" y="T49"/>
                    </a:cxn>
                    <a:cxn ang="T97">
                      <a:pos x="T50" y="T51"/>
                    </a:cxn>
                    <a:cxn ang="T98">
                      <a:pos x="T52" y="T53"/>
                    </a:cxn>
                    <a:cxn ang="T99">
                      <a:pos x="T54" y="T55"/>
                    </a:cxn>
                    <a:cxn ang="T100">
                      <a:pos x="T56" y="T57"/>
                    </a:cxn>
                    <a:cxn ang="T101">
                      <a:pos x="T58" y="T59"/>
                    </a:cxn>
                    <a:cxn ang="T102">
                      <a:pos x="T60" y="T61"/>
                    </a:cxn>
                    <a:cxn ang="T103">
                      <a:pos x="T62" y="T63"/>
                    </a:cxn>
                    <a:cxn ang="T104">
                      <a:pos x="T64" y="T65"/>
                    </a:cxn>
                    <a:cxn ang="T105">
                      <a:pos x="T66" y="T67"/>
                    </a:cxn>
                    <a:cxn ang="T106">
                      <a:pos x="T68" y="T69"/>
                    </a:cxn>
                    <a:cxn ang="T107">
                      <a:pos x="T70" y="T71"/>
                    </a:cxn>
                  </a:cxnLst>
                  <a:rect l="0" t="0" r="r" b="b"/>
                  <a:pathLst>
                    <a:path w="693" h="696">
                      <a:moveTo>
                        <a:pt x="541" y="460"/>
                      </a:moveTo>
                      <a:lnTo>
                        <a:pt x="473" y="464"/>
                      </a:lnTo>
                      <a:lnTo>
                        <a:pt x="441" y="452"/>
                      </a:lnTo>
                      <a:lnTo>
                        <a:pt x="393" y="452"/>
                      </a:lnTo>
                      <a:cubicBezTo>
                        <a:pt x="365" y="448"/>
                        <a:pt x="360" y="444"/>
                        <a:pt x="337" y="436"/>
                      </a:cubicBezTo>
                      <a:cubicBezTo>
                        <a:pt x="336" y="432"/>
                        <a:pt x="330" y="413"/>
                        <a:pt x="325" y="412"/>
                      </a:cubicBezTo>
                      <a:cubicBezTo>
                        <a:pt x="317" y="411"/>
                        <a:pt x="301" y="420"/>
                        <a:pt x="301" y="420"/>
                      </a:cubicBezTo>
                      <a:cubicBezTo>
                        <a:pt x="289" y="412"/>
                        <a:pt x="277" y="408"/>
                        <a:pt x="265" y="400"/>
                      </a:cubicBezTo>
                      <a:cubicBezTo>
                        <a:pt x="252" y="380"/>
                        <a:pt x="256" y="356"/>
                        <a:pt x="233" y="348"/>
                      </a:cubicBezTo>
                      <a:cubicBezTo>
                        <a:pt x="217" y="372"/>
                        <a:pt x="221" y="392"/>
                        <a:pt x="237" y="416"/>
                      </a:cubicBezTo>
                      <a:cubicBezTo>
                        <a:pt x="234" y="428"/>
                        <a:pt x="228" y="445"/>
                        <a:pt x="237" y="444"/>
                      </a:cubicBezTo>
                      <a:cubicBezTo>
                        <a:pt x="247" y="443"/>
                        <a:pt x="261" y="428"/>
                        <a:pt x="261" y="428"/>
                      </a:cubicBezTo>
                      <a:cubicBezTo>
                        <a:pt x="258" y="450"/>
                        <a:pt x="243" y="475"/>
                        <a:pt x="269" y="484"/>
                      </a:cubicBezTo>
                      <a:cubicBezTo>
                        <a:pt x="277" y="479"/>
                        <a:pt x="288" y="476"/>
                        <a:pt x="293" y="468"/>
                      </a:cubicBezTo>
                      <a:cubicBezTo>
                        <a:pt x="302" y="454"/>
                        <a:pt x="303" y="446"/>
                        <a:pt x="317" y="436"/>
                      </a:cubicBezTo>
                      <a:cubicBezTo>
                        <a:pt x="315" y="448"/>
                        <a:pt x="306" y="467"/>
                        <a:pt x="321" y="476"/>
                      </a:cubicBezTo>
                      <a:cubicBezTo>
                        <a:pt x="328" y="480"/>
                        <a:pt x="345" y="484"/>
                        <a:pt x="345" y="484"/>
                      </a:cubicBezTo>
                      <a:cubicBezTo>
                        <a:pt x="382" y="472"/>
                        <a:pt x="347" y="527"/>
                        <a:pt x="333" y="536"/>
                      </a:cubicBezTo>
                      <a:cubicBezTo>
                        <a:pt x="330" y="540"/>
                        <a:pt x="329" y="545"/>
                        <a:pt x="325" y="548"/>
                      </a:cubicBezTo>
                      <a:cubicBezTo>
                        <a:pt x="322" y="551"/>
                        <a:pt x="316" y="549"/>
                        <a:pt x="313" y="552"/>
                      </a:cubicBezTo>
                      <a:cubicBezTo>
                        <a:pt x="300" y="565"/>
                        <a:pt x="320" y="575"/>
                        <a:pt x="293" y="584"/>
                      </a:cubicBezTo>
                      <a:cubicBezTo>
                        <a:pt x="286" y="595"/>
                        <a:pt x="272" y="610"/>
                        <a:pt x="261" y="616"/>
                      </a:cubicBezTo>
                      <a:cubicBezTo>
                        <a:pt x="254" y="620"/>
                        <a:pt x="245" y="621"/>
                        <a:pt x="237" y="624"/>
                      </a:cubicBezTo>
                      <a:cubicBezTo>
                        <a:pt x="233" y="625"/>
                        <a:pt x="225" y="628"/>
                        <a:pt x="225" y="628"/>
                      </a:cubicBezTo>
                      <a:cubicBezTo>
                        <a:pt x="215" y="659"/>
                        <a:pt x="212" y="652"/>
                        <a:pt x="173" y="656"/>
                      </a:cubicBezTo>
                      <a:cubicBezTo>
                        <a:pt x="140" y="667"/>
                        <a:pt x="132" y="687"/>
                        <a:pt x="97" y="696"/>
                      </a:cubicBezTo>
                      <a:cubicBezTo>
                        <a:pt x="77" y="691"/>
                        <a:pt x="75" y="687"/>
                        <a:pt x="81" y="668"/>
                      </a:cubicBezTo>
                      <a:cubicBezTo>
                        <a:pt x="77" y="646"/>
                        <a:pt x="72" y="639"/>
                        <a:pt x="77" y="616"/>
                      </a:cubicBezTo>
                      <a:cubicBezTo>
                        <a:pt x="73" y="598"/>
                        <a:pt x="71" y="587"/>
                        <a:pt x="61" y="572"/>
                      </a:cubicBezTo>
                      <a:cubicBezTo>
                        <a:pt x="58" y="551"/>
                        <a:pt x="51" y="543"/>
                        <a:pt x="45" y="524"/>
                      </a:cubicBezTo>
                      <a:cubicBezTo>
                        <a:pt x="52" y="502"/>
                        <a:pt x="58" y="496"/>
                        <a:pt x="49" y="472"/>
                      </a:cubicBezTo>
                      <a:cubicBezTo>
                        <a:pt x="46" y="463"/>
                        <a:pt x="33" y="448"/>
                        <a:pt x="33" y="448"/>
                      </a:cubicBezTo>
                      <a:cubicBezTo>
                        <a:pt x="42" y="422"/>
                        <a:pt x="42" y="408"/>
                        <a:pt x="33" y="380"/>
                      </a:cubicBezTo>
                      <a:cubicBezTo>
                        <a:pt x="49" y="369"/>
                        <a:pt x="48" y="362"/>
                        <a:pt x="53" y="344"/>
                      </a:cubicBezTo>
                      <a:cubicBezTo>
                        <a:pt x="47" y="327"/>
                        <a:pt x="49" y="308"/>
                        <a:pt x="33" y="332"/>
                      </a:cubicBezTo>
                      <a:cubicBezTo>
                        <a:pt x="40" y="353"/>
                        <a:pt x="29" y="374"/>
                        <a:pt x="17" y="392"/>
                      </a:cubicBezTo>
                      <a:cubicBezTo>
                        <a:pt x="6" y="360"/>
                        <a:pt x="10" y="340"/>
                        <a:pt x="13" y="304"/>
                      </a:cubicBezTo>
                      <a:cubicBezTo>
                        <a:pt x="44" y="314"/>
                        <a:pt x="54" y="289"/>
                        <a:pt x="81" y="280"/>
                      </a:cubicBezTo>
                      <a:cubicBezTo>
                        <a:pt x="94" y="261"/>
                        <a:pt x="85" y="242"/>
                        <a:pt x="105" y="228"/>
                      </a:cubicBezTo>
                      <a:cubicBezTo>
                        <a:pt x="108" y="220"/>
                        <a:pt x="110" y="212"/>
                        <a:pt x="113" y="204"/>
                      </a:cubicBezTo>
                      <a:cubicBezTo>
                        <a:pt x="116" y="196"/>
                        <a:pt x="89" y="196"/>
                        <a:pt x="89" y="196"/>
                      </a:cubicBezTo>
                      <a:cubicBezTo>
                        <a:pt x="81" y="221"/>
                        <a:pt x="58" y="211"/>
                        <a:pt x="37" y="204"/>
                      </a:cubicBezTo>
                      <a:cubicBezTo>
                        <a:pt x="33" y="207"/>
                        <a:pt x="30" y="213"/>
                        <a:pt x="25" y="212"/>
                      </a:cubicBezTo>
                      <a:cubicBezTo>
                        <a:pt x="16" y="210"/>
                        <a:pt x="1" y="196"/>
                        <a:pt x="1" y="196"/>
                      </a:cubicBezTo>
                      <a:cubicBezTo>
                        <a:pt x="4" y="186"/>
                        <a:pt x="4" y="174"/>
                        <a:pt x="9" y="164"/>
                      </a:cubicBezTo>
                      <a:cubicBezTo>
                        <a:pt x="13" y="155"/>
                        <a:pt x="25" y="140"/>
                        <a:pt x="25" y="140"/>
                      </a:cubicBezTo>
                      <a:cubicBezTo>
                        <a:pt x="0" y="132"/>
                        <a:pt x="25" y="128"/>
                        <a:pt x="37" y="124"/>
                      </a:cubicBezTo>
                      <a:cubicBezTo>
                        <a:pt x="58" y="131"/>
                        <a:pt x="75" y="116"/>
                        <a:pt x="97" y="112"/>
                      </a:cubicBezTo>
                      <a:cubicBezTo>
                        <a:pt x="135" y="87"/>
                        <a:pt x="159" y="122"/>
                        <a:pt x="197" y="132"/>
                      </a:cubicBezTo>
                      <a:cubicBezTo>
                        <a:pt x="205" y="129"/>
                        <a:pt x="213" y="127"/>
                        <a:pt x="221" y="124"/>
                      </a:cubicBezTo>
                      <a:cubicBezTo>
                        <a:pt x="225" y="123"/>
                        <a:pt x="226" y="147"/>
                        <a:pt x="233" y="120"/>
                      </a:cubicBezTo>
                      <a:lnTo>
                        <a:pt x="229" y="64"/>
                      </a:lnTo>
                      <a:lnTo>
                        <a:pt x="209" y="40"/>
                      </a:lnTo>
                      <a:cubicBezTo>
                        <a:pt x="243" y="21"/>
                        <a:pt x="240" y="21"/>
                        <a:pt x="261" y="0"/>
                      </a:cubicBezTo>
                      <a:cubicBezTo>
                        <a:pt x="297" y="16"/>
                        <a:pt x="333" y="32"/>
                        <a:pt x="369" y="48"/>
                      </a:cubicBezTo>
                      <a:cubicBezTo>
                        <a:pt x="373" y="50"/>
                        <a:pt x="361" y="44"/>
                        <a:pt x="357" y="44"/>
                      </a:cubicBezTo>
                      <a:cubicBezTo>
                        <a:pt x="349" y="45"/>
                        <a:pt x="333" y="52"/>
                        <a:pt x="333" y="52"/>
                      </a:cubicBezTo>
                      <a:cubicBezTo>
                        <a:pt x="322" y="68"/>
                        <a:pt x="318" y="71"/>
                        <a:pt x="329" y="88"/>
                      </a:cubicBezTo>
                      <a:cubicBezTo>
                        <a:pt x="308" y="119"/>
                        <a:pt x="323" y="118"/>
                        <a:pt x="333" y="148"/>
                      </a:cubicBezTo>
                      <a:cubicBezTo>
                        <a:pt x="320" y="157"/>
                        <a:pt x="314" y="167"/>
                        <a:pt x="301" y="176"/>
                      </a:cubicBezTo>
                      <a:cubicBezTo>
                        <a:pt x="306" y="213"/>
                        <a:pt x="303" y="213"/>
                        <a:pt x="337" y="220"/>
                      </a:cubicBezTo>
                      <a:cubicBezTo>
                        <a:pt x="358" y="216"/>
                        <a:pt x="368" y="214"/>
                        <a:pt x="361" y="192"/>
                      </a:cubicBezTo>
                      <a:cubicBezTo>
                        <a:pt x="362" y="177"/>
                        <a:pt x="362" y="162"/>
                        <a:pt x="365" y="148"/>
                      </a:cubicBezTo>
                      <a:cubicBezTo>
                        <a:pt x="366" y="143"/>
                        <a:pt x="369" y="133"/>
                        <a:pt x="373" y="136"/>
                      </a:cubicBezTo>
                      <a:cubicBezTo>
                        <a:pt x="379" y="140"/>
                        <a:pt x="376" y="149"/>
                        <a:pt x="377" y="156"/>
                      </a:cubicBezTo>
                      <a:cubicBezTo>
                        <a:pt x="404" y="147"/>
                        <a:pt x="409" y="116"/>
                        <a:pt x="417" y="92"/>
                      </a:cubicBezTo>
                      <a:cubicBezTo>
                        <a:pt x="422" y="76"/>
                        <a:pt x="453" y="74"/>
                        <a:pt x="465" y="72"/>
                      </a:cubicBezTo>
                      <a:cubicBezTo>
                        <a:pt x="472" y="92"/>
                        <a:pt x="477" y="93"/>
                        <a:pt x="497" y="88"/>
                      </a:cubicBezTo>
                      <a:cubicBezTo>
                        <a:pt x="512" y="78"/>
                        <a:pt x="515" y="74"/>
                        <a:pt x="509" y="56"/>
                      </a:cubicBezTo>
                      <a:cubicBezTo>
                        <a:pt x="523" y="46"/>
                        <a:pt x="517" y="46"/>
                        <a:pt x="529" y="52"/>
                      </a:cubicBezTo>
                      <a:lnTo>
                        <a:pt x="693" y="72"/>
                      </a:lnTo>
                      <a:lnTo>
                        <a:pt x="541" y="460"/>
                      </a:lnTo>
                      <a:close/>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US"/>
                </a:p>
              </p:txBody>
            </p:sp>
            <p:sp>
              <p:nvSpPr>
                <p:cNvPr id="88" name="Freeform 57"/>
                <p:cNvSpPr>
                  <a:spLocks/>
                </p:cNvSpPr>
                <p:nvPr userDrawn="1"/>
              </p:nvSpPr>
              <p:spPr bwMode="ltGray">
                <a:xfrm>
                  <a:off x="689" y="6"/>
                  <a:ext cx="1386" cy="232"/>
                </a:xfrm>
                <a:custGeom>
                  <a:avLst/>
                  <a:gdLst>
                    <a:gd name="T0" fmla="*/ 1228 w 931"/>
                    <a:gd name="T1" fmla="*/ 0 h 149"/>
                    <a:gd name="T2" fmla="*/ 213 w 931"/>
                    <a:gd name="T3" fmla="*/ 45 h 149"/>
                    <a:gd name="T4" fmla="*/ 135 w 931"/>
                    <a:gd name="T5" fmla="*/ 65 h 149"/>
                    <a:gd name="T6" fmla="*/ 92 w 931"/>
                    <a:gd name="T7" fmla="*/ 65 h 149"/>
                    <a:gd name="T8" fmla="*/ 33 w 931"/>
                    <a:gd name="T9" fmla="*/ 120 h 149"/>
                    <a:gd name="T10" fmla="*/ 0 w 931"/>
                    <a:gd name="T11" fmla="*/ 163 h 149"/>
                    <a:gd name="T12" fmla="*/ 88 w 931"/>
                    <a:gd name="T13" fmla="*/ 179 h 149"/>
                    <a:gd name="T14" fmla="*/ 144 w 931"/>
                    <a:gd name="T15" fmla="*/ 149 h 149"/>
                    <a:gd name="T16" fmla="*/ 161 w 931"/>
                    <a:gd name="T17" fmla="*/ 131 h 149"/>
                    <a:gd name="T18" fmla="*/ 249 w 931"/>
                    <a:gd name="T19" fmla="*/ 81 h 149"/>
                    <a:gd name="T20" fmla="*/ 320 w 931"/>
                    <a:gd name="T21" fmla="*/ 72 h 149"/>
                    <a:gd name="T22" fmla="*/ 353 w 931"/>
                    <a:gd name="T23" fmla="*/ 146 h 149"/>
                    <a:gd name="T24" fmla="*/ 280 w 931"/>
                    <a:gd name="T25" fmla="*/ 170 h 149"/>
                    <a:gd name="T26" fmla="*/ 344 w 931"/>
                    <a:gd name="T27" fmla="*/ 176 h 149"/>
                    <a:gd name="T28" fmla="*/ 372 w 931"/>
                    <a:gd name="T29" fmla="*/ 140 h 149"/>
                    <a:gd name="T30" fmla="*/ 396 w 931"/>
                    <a:gd name="T31" fmla="*/ 143 h 149"/>
                    <a:gd name="T32" fmla="*/ 377 w 931"/>
                    <a:gd name="T33" fmla="*/ 84 h 149"/>
                    <a:gd name="T34" fmla="*/ 396 w 931"/>
                    <a:gd name="T35" fmla="*/ 69 h 149"/>
                    <a:gd name="T36" fmla="*/ 412 w 931"/>
                    <a:gd name="T37" fmla="*/ 137 h 149"/>
                    <a:gd name="T38" fmla="*/ 396 w 931"/>
                    <a:gd name="T39" fmla="*/ 176 h 149"/>
                    <a:gd name="T40" fmla="*/ 441 w 931"/>
                    <a:gd name="T41" fmla="*/ 202 h 149"/>
                    <a:gd name="T42" fmla="*/ 445 w 931"/>
                    <a:gd name="T43" fmla="*/ 143 h 149"/>
                    <a:gd name="T44" fmla="*/ 493 w 931"/>
                    <a:gd name="T45" fmla="*/ 160 h 149"/>
                    <a:gd name="T46" fmla="*/ 569 w 931"/>
                    <a:gd name="T47" fmla="*/ 114 h 149"/>
                    <a:gd name="T48" fmla="*/ 609 w 931"/>
                    <a:gd name="T49" fmla="*/ 78 h 149"/>
                    <a:gd name="T50" fmla="*/ 654 w 931"/>
                    <a:gd name="T51" fmla="*/ 87 h 149"/>
                    <a:gd name="T52" fmla="*/ 677 w 931"/>
                    <a:gd name="T53" fmla="*/ 78 h 149"/>
                    <a:gd name="T54" fmla="*/ 642 w 931"/>
                    <a:gd name="T55" fmla="*/ 69 h 149"/>
                    <a:gd name="T56" fmla="*/ 706 w 931"/>
                    <a:gd name="T57" fmla="*/ 54 h 149"/>
                    <a:gd name="T58" fmla="*/ 810 w 931"/>
                    <a:gd name="T59" fmla="*/ 84 h 149"/>
                    <a:gd name="T60" fmla="*/ 865 w 931"/>
                    <a:gd name="T61" fmla="*/ 65 h 149"/>
                    <a:gd name="T62" fmla="*/ 869 w 931"/>
                    <a:gd name="T63" fmla="*/ 98 h 149"/>
                    <a:gd name="T64" fmla="*/ 846 w 931"/>
                    <a:gd name="T65" fmla="*/ 157 h 149"/>
                    <a:gd name="T66" fmla="*/ 910 w 931"/>
                    <a:gd name="T67" fmla="*/ 137 h 149"/>
                    <a:gd name="T68" fmla="*/ 929 w 931"/>
                    <a:gd name="T69" fmla="*/ 125 h 149"/>
                    <a:gd name="T70" fmla="*/ 965 w 931"/>
                    <a:gd name="T71" fmla="*/ 95 h 149"/>
                    <a:gd name="T72" fmla="*/ 1182 w 931"/>
                    <a:gd name="T73" fmla="*/ 131 h 149"/>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Lst>
                  <a:ahLst/>
                  <a:cxnLst>
                    <a:cxn ang="T74">
                      <a:pos x="T0" y="T1"/>
                    </a:cxn>
                    <a:cxn ang="T75">
                      <a:pos x="T2" y="T3"/>
                    </a:cxn>
                    <a:cxn ang="T76">
                      <a:pos x="T4" y="T5"/>
                    </a:cxn>
                    <a:cxn ang="T77">
                      <a:pos x="T6" y="T7"/>
                    </a:cxn>
                    <a:cxn ang="T78">
                      <a:pos x="T8" y="T9"/>
                    </a:cxn>
                    <a:cxn ang="T79">
                      <a:pos x="T10" y="T11"/>
                    </a:cxn>
                    <a:cxn ang="T80">
                      <a:pos x="T12" y="T13"/>
                    </a:cxn>
                    <a:cxn ang="T81">
                      <a:pos x="T14" y="T15"/>
                    </a:cxn>
                    <a:cxn ang="T82">
                      <a:pos x="T16" y="T17"/>
                    </a:cxn>
                    <a:cxn ang="T83">
                      <a:pos x="T18" y="T19"/>
                    </a:cxn>
                    <a:cxn ang="T84">
                      <a:pos x="T20" y="T21"/>
                    </a:cxn>
                    <a:cxn ang="T85">
                      <a:pos x="T22" y="T23"/>
                    </a:cxn>
                    <a:cxn ang="T86">
                      <a:pos x="T24" y="T25"/>
                    </a:cxn>
                    <a:cxn ang="T87">
                      <a:pos x="T26" y="T27"/>
                    </a:cxn>
                    <a:cxn ang="T88">
                      <a:pos x="T28" y="T29"/>
                    </a:cxn>
                    <a:cxn ang="T89">
                      <a:pos x="T30" y="T31"/>
                    </a:cxn>
                    <a:cxn ang="T90">
                      <a:pos x="T32" y="T33"/>
                    </a:cxn>
                    <a:cxn ang="T91">
                      <a:pos x="T34" y="T35"/>
                    </a:cxn>
                    <a:cxn ang="T92">
                      <a:pos x="T36" y="T37"/>
                    </a:cxn>
                    <a:cxn ang="T93">
                      <a:pos x="T38" y="T39"/>
                    </a:cxn>
                    <a:cxn ang="T94">
                      <a:pos x="T40" y="T41"/>
                    </a:cxn>
                    <a:cxn ang="T95">
                      <a:pos x="T42" y="T43"/>
                    </a:cxn>
                    <a:cxn ang="T96">
                      <a:pos x="T44" y="T45"/>
                    </a:cxn>
                    <a:cxn ang="T97">
                      <a:pos x="T46" y="T47"/>
                    </a:cxn>
                    <a:cxn ang="T98">
                      <a:pos x="T48" y="T49"/>
                    </a:cxn>
                    <a:cxn ang="T99">
                      <a:pos x="T50" y="T51"/>
                    </a:cxn>
                    <a:cxn ang="T100">
                      <a:pos x="T52" y="T53"/>
                    </a:cxn>
                    <a:cxn ang="T101">
                      <a:pos x="T54" y="T55"/>
                    </a:cxn>
                    <a:cxn ang="T102">
                      <a:pos x="T56" y="T57"/>
                    </a:cxn>
                    <a:cxn ang="T103">
                      <a:pos x="T58" y="T59"/>
                    </a:cxn>
                    <a:cxn ang="T104">
                      <a:pos x="T60" y="T61"/>
                    </a:cxn>
                    <a:cxn ang="T105">
                      <a:pos x="T62" y="T63"/>
                    </a:cxn>
                    <a:cxn ang="T106">
                      <a:pos x="T64" y="T65"/>
                    </a:cxn>
                    <a:cxn ang="T107">
                      <a:pos x="T66" y="T67"/>
                    </a:cxn>
                    <a:cxn ang="T108">
                      <a:pos x="T68" y="T69"/>
                    </a:cxn>
                    <a:cxn ang="T109">
                      <a:pos x="T70" y="T71"/>
                    </a:cxn>
                    <a:cxn ang="T110">
                      <a:pos x="T72" y="T73"/>
                    </a:cxn>
                  </a:cxnLst>
                  <a:rect l="0" t="0" r="r" b="b"/>
                  <a:pathLst>
                    <a:path w="931" h="149">
                      <a:moveTo>
                        <a:pt x="794" y="84"/>
                      </a:moveTo>
                      <a:cubicBezTo>
                        <a:pt x="813" y="72"/>
                        <a:pt x="931" y="14"/>
                        <a:pt x="825" y="0"/>
                      </a:cubicBezTo>
                      <a:lnTo>
                        <a:pt x="159" y="0"/>
                      </a:lnTo>
                      <a:cubicBezTo>
                        <a:pt x="149" y="12"/>
                        <a:pt x="162" y="18"/>
                        <a:pt x="143" y="29"/>
                      </a:cubicBezTo>
                      <a:cubicBezTo>
                        <a:pt x="130" y="44"/>
                        <a:pt x="133" y="39"/>
                        <a:pt x="116" y="48"/>
                      </a:cubicBezTo>
                      <a:cubicBezTo>
                        <a:pt x="108" y="46"/>
                        <a:pt x="100" y="44"/>
                        <a:pt x="91" y="42"/>
                      </a:cubicBezTo>
                      <a:cubicBezTo>
                        <a:pt x="89" y="41"/>
                        <a:pt x="83" y="40"/>
                        <a:pt x="83" y="40"/>
                      </a:cubicBezTo>
                      <a:cubicBezTo>
                        <a:pt x="76" y="40"/>
                        <a:pt x="68" y="39"/>
                        <a:pt x="62" y="42"/>
                      </a:cubicBezTo>
                      <a:cubicBezTo>
                        <a:pt x="54" y="45"/>
                        <a:pt x="46" y="61"/>
                        <a:pt x="38" y="67"/>
                      </a:cubicBezTo>
                      <a:cubicBezTo>
                        <a:pt x="32" y="71"/>
                        <a:pt x="27" y="74"/>
                        <a:pt x="22" y="77"/>
                      </a:cubicBezTo>
                      <a:cubicBezTo>
                        <a:pt x="16" y="81"/>
                        <a:pt x="5" y="86"/>
                        <a:pt x="5" y="86"/>
                      </a:cubicBezTo>
                      <a:cubicBezTo>
                        <a:pt x="9" y="95"/>
                        <a:pt x="7" y="97"/>
                        <a:pt x="0" y="105"/>
                      </a:cubicBezTo>
                      <a:cubicBezTo>
                        <a:pt x="17" y="107"/>
                        <a:pt x="22" y="107"/>
                        <a:pt x="16" y="120"/>
                      </a:cubicBezTo>
                      <a:cubicBezTo>
                        <a:pt x="27" y="122"/>
                        <a:pt x="48" y="116"/>
                        <a:pt x="59" y="115"/>
                      </a:cubicBezTo>
                      <a:cubicBezTo>
                        <a:pt x="71" y="112"/>
                        <a:pt x="73" y="117"/>
                        <a:pt x="83" y="111"/>
                      </a:cubicBezTo>
                      <a:cubicBezTo>
                        <a:pt x="89" y="96"/>
                        <a:pt x="83" y="100"/>
                        <a:pt x="97" y="96"/>
                      </a:cubicBezTo>
                      <a:cubicBezTo>
                        <a:pt x="100" y="94"/>
                        <a:pt x="103" y="93"/>
                        <a:pt x="105" y="90"/>
                      </a:cubicBezTo>
                      <a:cubicBezTo>
                        <a:pt x="106" y="88"/>
                        <a:pt x="106" y="85"/>
                        <a:pt x="108" y="84"/>
                      </a:cubicBezTo>
                      <a:cubicBezTo>
                        <a:pt x="112" y="80"/>
                        <a:pt x="140" y="69"/>
                        <a:pt x="148" y="67"/>
                      </a:cubicBezTo>
                      <a:cubicBezTo>
                        <a:pt x="160" y="52"/>
                        <a:pt x="153" y="56"/>
                        <a:pt x="167" y="52"/>
                      </a:cubicBezTo>
                      <a:cubicBezTo>
                        <a:pt x="178" y="55"/>
                        <a:pt x="179" y="62"/>
                        <a:pt x="191" y="58"/>
                      </a:cubicBezTo>
                      <a:cubicBezTo>
                        <a:pt x="199" y="52"/>
                        <a:pt x="206" y="51"/>
                        <a:pt x="215" y="46"/>
                      </a:cubicBezTo>
                      <a:cubicBezTo>
                        <a:pt x="226" y="58"/>
                        <a:pt x="217" y="46"/>
                        <a:pt x="223" y="69"/>
                      </a:cubicBezTo>
                      <a:cubicBezTo>
                        <a:pt x="226" y="79"/>
                        <a:pt x="233" y="85"/>
                        <a:pt x="237" y="94"/>
                      </a:cubicBezTo>
                      <a:cubicBezTo>
                        <a:pt x="227" y="100"/>
                        <a:pt x="229" y="104"/>
                        <a:pt x="218" y="107"/>
                      </a:cubicBezTo>
                      <a:cubicBezTo>
                        <a:pt x="207" y="120"/>
                        <a:pt x="203" y="113"/>
                        <a:pt x="188" y="109"/>
                      </a:cubicBezTo>
                      <a:cubicBezTo>
                        <a:pt x="191" y="117"/>
                        <a:pt x="200" y="127"/>
                        <a:pt x="210" y="132"/>
                      </a:cubicBezTo>
                      <a:cubicBezTo>
                        <a:pt x="218" y="114"/>
                        <a:pt x="211" y="122"/>
                        <a:pt x="231" y="113"/>
                      </a:cubicBezTo>
                      <a:cubicBezTo>
                        <a:pt x="237" y="111"/>
                        <a:pt x="248" y="105"/>
                        <a:pt x="248" y="105"/>
                      </a:cubicBezTo>
                      <a:cubicBezTo>
                        <a:pt x="248" y="100"/>
                        <a:pt x="246" y="94"/>
                        <a:pt x="250" y="90"/>
                      </a:cubicBezTo>
                      <a:cubicBezTo>
                        <a:pt x="253" y="88"/>
                        <a:pt x="254" y="96"/>
                        <a:pt x="258" y="96"/>
                      </a:cubicBezTo>
                      <a:cubicBezTo>
                        <a:pt x="262" y="97"/>
                        <a:pt x="264" y="94"/>
                        <a:pt x="266" y="92"/>
                      </a:cubicBezTo>
                      <a:cubicBezTo>
                        <a:pt x="262" y="82"/>
                        <a:pt x="252" y="77"/>
                        <a:pt x="248" y="67"/>
                      </a:cubicBezTo>
                      <a:cubicBezTo>
                        <a:pt x="250" y="63"/>
                        <a:pt x="255" y="58"/>
                        <a:pt x="253" y="54"/>
                      </a:cubicBezTo>
                      <a:cubicBezTo>
                        <a:pt x="251" y="50"/>
                        <a:pt x="248" y="42"/>
                        <a:pt x="248" y="42"/>
                      </a:cubicBezTo>
                      <a:cubicBezTo>
                        <a:pt x="256" y="32"/>
                        <a:pt x="259" y="35"/>
                        <a:pt x="266" y="44"/>
                      </a:cubicBezTo>
                      <a:cubicBezTo>
                        <a:pt x="270" y="56"/>
                        <a:pt x="276" y="61"/>
                        <a:pt x="285" y="71"/>
                      </a:cubicBezTo>
                      <a:cubicBezTo>
                        <a:pt x="281" y="81"/>
                        <a:pt x="289" y="82"/>
                        <a:pt x="277" y="88"/>
                      </a:cubicBezTo>
                      <a:cubicBezTo>
                        <a:pt x="262" y="106"/>
                        <a:pt x="278" y="83"/>
                        <a:pt x="274" y="101"/>
                      </a:cubicBezTo>
                      <a:cubicBezTo>
                        <a:pt x="274" y="105"/>
                        <a:pt x="268" y="109"/>
                        <a:pt x="266" y="113"/>
                      </a:cubicBezTo>
                      <a:cubicBezTo>
                        <a:pt x="270" y="122"/>
                        <a:pt x="268" y="125"/>
                        <a:pt x="261" y="132"/>
                      </a:cubicBezTo>
                      <a:cubicBezTo>
                        <a:pt x="268" y="149"/>
                        <a:pt x="282" y="134"/>
                        <a:pt x="296" y="130"/>
                      </a:cubicBezTo>
                      <a:cubicBezTo>
                        <a:pt x="299" y="122"/>
                        <a:pt x="295" y="119"/>
                        <a:pt x="299" y="111"/>
                      </a:cubicBezTo>
                      <a:cubicBezTo>
                        <a:pt x="296" y="105"/>
                        <a:pt x="288" y="97"/>
                        <a:pt x="299" y="92"/>
                      </a:cubicBezTo>
                      <a:cubicBezTo>
                        <a:pt x="303" y="90"/>
                        <a:pt x="315" y="88"/>
                        <a:pt x="315" y="88"/>
                      </a:cubicBezTo>
                      <a:cubicBezTo>
                        <a:pt x="326" y="91"/>
                        <a:pt x="325" y="95"/>
                        <a:pt x="331" y="103"/>
                      </a:cubicBezTo>
                      <a:cubicBezTo>
                        <a:pt x="339" y="84"/>
                        <a:pt x="331" y="90"/>
                        <a:pt x="361" y="92"/>
                      </a:cubicBezTo>
                      <a:cubicBezTo>
                        <a:pt x="355" y="76"/>
                        <a:pt x="365" y="76"/>
                        <a:pt x="382" y="73"/>
                      </a:cubicBezTo>
                      <a:cubicBezTo>
                        <a:pt x="383" y="71"/>
                        <a:pt x="387" y="57"/>
                        <a:pt x="393" y="54"/>
                      </a:cubicBezTo>
                      <a:cubicBezTo>
                        <a:pt x="398" y="52"/>
                        <a:pt x="409" y="50"/>
                        <a:pt x="409" y="50"/>
                      </a:cubicBezTo>
                      <a:cubicBezTo>
                        <a:pt x="430" y="54"/>
                        <a:pt x="413" y="58"/>
                        <a:pt x="431" y="63"/>
                      </a:cubicBezTo>
                      <a:cubicBezTo>
                        <a:pt x="433" y="61"/>
                        <a:pt x="435" y="57"/>
                        <a:pt x="439" y="56"/>
                      </a:cubicBezTo>
                      <a:cubicBezTo>
                        <a:pt x="445" y="55"/>
                        <a:pt x="452" y="61"/>
                        <a:pt x="457" y="58"/>
                      </a:cubicBezTo>
                      <a:cubicBezTo>
                        <a:pt x="461" y="57"/>
                        <a:pt x="457" y="52"/>
                        <a:pt x="455" y="50"/>
                      </a:cubicBezTo>
                      <a:cubicBezTo>
                        <a:pt x="451" y="47"/>
                        <a:pt x="444" y="47"/>
                        <a:pt x="439" y="46"/>
                      </a:cubicBezTo>
                      <a:cubicBezTo>
                        <a:pt x="436" y="45"/>
                        <a:pt x="431" y="44"/>
                        <a:pt x="431" y="44"/>
                      </a:cubicBezTo>
                      <a:cubicBezTo>
                        <a:pt x="440" y="38"/>
                        <a:pt x="443" y="36"/>
                        <a:pt x="455" y="40"/>
                      </a:cubicBezTo>
                      <a:cubicBezTo>
                        <a:pt x="461" y="38"/>
                        <a:pt x="467" y="35"/>
                        <a:pt x="474" y="35"/>
                      </a:cubicBezTo>
                      <a:cubicBezTo>
                        <a:pt x="483" y="36"/>
                        <a:pt x="511" y="43"/>
                        <a:pt x="519" y="46"/>
                      </a:cubicBezTo>
                      <a:cubicBezTo>
                        <a:pt x="527" y="49"/>
                        <a:pt x="544" y="54"/>
                        <a:pt x="544" y="54"/>
                      </a:cubicBezTo>
                      <a:cubicBezTo>
                        <a:pt x="548" y="54"/>
                        <a:pt x="560" y="52"/>
                        <a:pt x="565" y="50"/>
                      </a:cubicBezTo>
                      <a:cubicBezTo>
                        <a:pt x="570" y="47"/>
                        <a:pt x="581" y="42"/>
                        <a:pt x="581" y="42"/>
                      </a:cubicBezTo>
                      <a:cubicBezTo>
                        <a:pt x="585" y="42"/>
                        <a:pt x="598" y="44"/>
                        <a:pt x="600" y="48"/>
                      </a:cubicBezTo>
                      <a:cubicBezTo>
                        <a:pt x="603" y="55"/>
                        <a:pt x="589" y="61"/>
                        <a:pt x="584" y="63"/>
                      </a:cubicBezTo>
                      <a:cubicBezTo>
                        <a:pt x="576" y="69"/>
                        <a:pt x="568" y="69"/>
                        <a:pt x="565" y="77"/>
                      </a:cubicBezTo>
                      <a:cubicBezTo>
                        <a:pt x="568" y="86"/>
                        <a:pt x="564" y="92"/>
                        <a:pt x="568" y="101"/>
                      </a:cubicBezTo>
                      <a:cubicBezTo>
                        <a:pt x="574" y="93"/>
                        <a:pt x="577" y="91"/>
                        <a:pt x="589" y="94"/>
                      </a:cubicBezTo>
                      <a:cubicBezTo>
                        <a:pt x="595" y="108"/>
                        <a:pt x="602" y="93"/>
                        <a:pt x="611" y="88"/>
                      </a:cubicBezTo>
                      <a:cubicBezTo>
                        <a:pt x="613" y="86"/>
                        <a:pt x="613" y="83"/>
                        <a:pt x="616" y="82"/>
                      </a:cubicBezTo>
                      <a:cubicBezTo>
                        <a:pt x="618" y="80"/>
                        <a:pt x="622" y="81"/>
                        <a:pt x="624" y="80"/>
                      </a:cubicBezTo>
                      <a:cubicBezTo>
                        <a:pt x="626" y="78"/>
                        <a:pt x="626" y="75"/>
                        <a:pt x="627" y="73"/>
                      </a:cubicBezTo>
                      <a:cubicBezTo>
                        <a:pt x="632" y="65"/>
                        <a:pt x="638" y="63"/>
                        <a:pt x="648" y="61"/>
                      </a:cubicBezTo>
                      <a:cubicBezTo>
                        <a:pt x="664" y="62"/>
                        <a:pt x="684" y="69"/>
                        <a:pt x="700" y="69"/>
                      </a:cubicBezTo>
                      <a:lnTo>
                        <a:pt x="794" y="84"/>
                      </a:lnTo>
                      <a:close/>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US"/>
                </a:p>
              </p:txBody>
            </p:sp>
            <p:sp>
              <p:nvSpPr>
                <p:cNvPr id="89" name="Freeform 58"/>
                <p:cNvSpPr>
                  <a:spLocks/>
                </p:cNvSpPr>
                <p:nvPr userDrawn="1"/>
              </p:nvSpPr>
              <p:spPr bwMode="ltGray">
                <a:xfrm>
                  <a:off x="971" y="91"/>
                  <a:ext cx="30" cy="25"/>
                </a:xfrm>
                <a:custGeom>
                  <a:avLst/>
                  <a:gdLst>
                    <a:gd name="T0" fmla="*/ 3 w 31"/>
                    <a:gd name="T1" fmla="*/ 23 h 30"/>
                    <a:gd name="T2" fmla="*/ 30 w 31"/>
                    <a:gd name="T3" fmla="*/ 0 h 30"/>
                    <a:gd name="T4" fmla="*/ 18 w 31"/>
                    <a:gd name="T5" fmla="*/ 20 h 30"/>
                    <a:gd name="T6" fmla="*/ 3 w 31"/>
                    <a:gd name="T7" fmla="*/ 23 h 30"/>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31" h="30">
                      <a:moveTo>
                        <a:pt x="3" y="28"/>
                      </a:moveTo>
                      <a:cubicBezTo>
                        <a:pt x="8" y="8"/>
                        <a:pt x="12" y="6"/>
                        <a:pt x="31" y="0"/>
                      </a:cubicBezTo>
                      <a:cubicBezTo>
                        <a:pt x="29" y="5"/>
                        <a:pt x="25" y="22"/>
                        <a:pt x="19" y="24"/>
                      </a:cubicBezTo>
                      <a:cubicBezTo>
                        <a:pt x="0" y="30"/>
                        <a:pt x="3" y="9"/>
                        <a:pt x="3" y="28"/>
                      </a:cubicBezTo>
                      <a:close/>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US"/>
                </a:p>
              </p:txBody>
            </p:sp>
            <p:sp>
              <p:nvSpPr>
                <p:cNvPr id="90" name="Freeform 59"/>
                <p:cNvSpPr>
                  <a:spLocks/>
                </p:cNvSpPr>
                <p:nvPr userDrawn="1"/>
              </p:nvSpPr>
              <p:spPr bwMode="ltGray">
                <a:xfrm>
                  <a:off x="935" y="125"/>
                  <a:ext cx="45" cy="27"/>
                </a:xfrm>
                <a:custGeom>
                  <a:avLst/>
                  <a:gdLst>
                    <a:gd name="T0" fmla="*/ 6 w 44"/>
                    <a:gd name="T1" fmla="*/ 27 h 32"/>
                    <a:gd name="T2" fmla="*/ 23 w 44"/>
                    <a:gd name="T3" fmla="*/ 0 h 32"/>
                    <a:gd name="T4" fmla="*/ 39 w 44"/>
                    <a:gd name="T5" fmla="*/ 3 h 32"/>
                    <a:gd name="T6" fmla="*/ 6 w 44"/>
                    <a:gd name="T7" fmla="*/ 27 h 32"/>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44" h="32">
                      <a:moveTo>
                        <a:pt x="6" y="32"/>
                      </a:moveTo>
                      <a:cubicBezTo>
                        <a:pt x="0" y="14"/>
                        <a:pt x="7" y="10"/>
                        <a:pt x="22" y="0"/>
                      </a:cubicBezTo>
                      <a:cubicBezTo>
                        <a:pt x="27" y="1"/>
                        <a:pt x="35" y="0"/>
                        <a:pt x="38" y="4"/>
                      </a:cubicBezTo>
                      <a:cubicBezTo>
                        <a:pt x="44" y="13"/>
                        <a:pt x="16" y="32"/>
                        <a:pt x="6" y="32"/>
                      </a:cubicBezTo>
                      <a:close/>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US"/>
                </a:p>
              </p:txBody>
            </p:sp>
            <p:sp>
              <p:nvSpPr>
                <p:cNvPr id="91" name="Freeform 60"/>
                <p:cNvSpPr>
                  <a:spLocks/>
                </p:cNvSpPr>
                <p:nvPr userDrawn="1"/>
              </p:nvSpPr>
              <p:spPr bwMode="ltGray">
                <a:xfrm>
                  <a:off x="1081" y="226"/>
                  <a:ext cx="75" cy="14"/>
                </a:xfrm>
                <a:custGeom>
                  <a:avLst/>
                  <a:gdLst>
                    <a:gd name="T0" fmla="*/ 37 w 76"/>
                    <a:gd name="T1" fmla="*/ 14 h 18"/>
                    <a:gd name="T2" fmla="*/ 25 w 76"/>
                    <a:gd name="T3" fmla="*/ 2 h 18"/>
                    <a:gd name="T4" fmla="*/ 37 w 76"/>
                    <a:gd name="T5" fmla="*/ 14 h 18"/>
                    <a:gd name="T6" fmla="*/ 0 60000 65536"/>
                    <a:gd name="T7" fmla="*/ 0 60000 65536"/>
                    <a:gd name="T8" fmla="*/ 0 60000 65536"/>
                  </a:gdLst>
                  <a:ahLst/>
                  <a:cxnLst>
                    <a:cxn ang="T6">
                      <a:pos x="T0" y="T1"/>
                    </a:cxn>
                    <a:cxn ang="T7">
                      <a:pos x="T2" y="T3"/>
                    </a:cxn>
                    <a:cxn ang="T8">
                      <a:pos x="T4" y="T5"/>
                    </a:cxn>
                  </a:cxnLst>
                  <a:rect l="0" t="0" r="r" b="b"/>
                  <a:pathLst>
                    <a:path w="76" h="18">
                      <a:moveTo>
                        <a:pt x="37" y="18"/>
                      </a:moveTo>
                      <a:cubicBezTo>
                        <a:pt x="25" y="14"/>
                        <a:pt x="0" y="10"/>
                        <a:pt x="25" y="2"/>
                      </a:cubicBezTo>
                      <a:cubicBezTo>
                        <a:pt x="76" y="9"/>
                        <a:pt x="46" y="0"/>
                        <a:pt x="37" y="18"/>
                      </a:cubicBezTo>
                      <a:close/>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US"/>
                </a:p>
              </p:txBody>
            </p:sp>
            <p:sp>
              <p:nvSpPr>
                <p:cNvPr id="92" name="Freeform 61"/>
                <p:cNvSpPr>
                  <a:spLocks/>
                </p:cNvSpPr>
                <p:nvPr userDrawn="1"/>
              </p:nvSpPr>
              <p:spPr bwMode="ltGray">
                <a:xfrm>
                  <a:off x="1210" y="223"/>
                  <a:ext cx="42" cy="37"/>
                </a:xfrm>
                <a:custGeom>
                  <a:avLst/>
                  <a:gdLst>
                    <a:gd name="T0" fmla="*/ 0 w 42"/>
                    <a:gd name="T1" fmla="*/ 18 h 44"/>
                    <a:gd name="T2" fmla="*/ 12 w 42"/>
                    <a:gd name="T3" fmla="*/ 8 h 44"/>
                    <a:gd name="T4" fmla="*/ 0 w 42"/>
                    <a:gd name="T5" fmla="*/ 18 h 44"/>
                    <a:gd name="T6" fmla="*/ 0 60000 65536"/>
                    <a:gd name="T7" fmla="*/ 0 60000 65536"/>
                    <a:gd name="T8" fmla="*/ 0 60000 65536"/>
                  </a:gdLst>
                  <a:ahLst/>
                  <a:cxnLst>
                    <a:cxn ang="T6">
                      <a:pos x="T0" y="T1"/>
                    </a:cxn>
                    <a:cxn ang="T7">
                      <a:pos x="T2" y="T3"/>
                    </a:cxn>
                    <a:cxn ang="T8">
                      <a:pos x="T4" y="T5"/>
                    </a:cxn>
                  </a:cxnLst>
                  <a:rect l="0" t="0" r="r" b="b"/>
                  <a:pathLst>
                    <a:path w="42" h="44">
                      <a:moveTo>
                        <a:pt x="0" y="21"/>
                      </a:moveTo>
                      <a:cubicBezTo>
                        <a:pt x="4" y="17"/>
                        <a:pt x="7" y="11"/>
                        <a:pt x="12" y="9"/>
                      </a:cubicBezTo>
                      <a:cubicBezTo>
                        <a:pt x="42" y="0"/>
                        <a:pt x="23" y="44"/>
                        <a:pt x="0" y="21"/>
                      </a:cubicBezTo>
                      <a:close/>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US"/>
                </a:p>
              </p:txBody>
            </p:sp>
            <p:sp>
              <p:nvSpPr>
                <p:cNvPr id="93" name="Freeform 62"/>
                <p:cNvSpPr>
                  <a:spLocks/>
                </p:cNvSpPr>
                <p:nvPr userDrawn="1"/>
              </p:nvSpPr>
              <p:spPr bwMode="ltGray">
                <a:xfrm>
                  <a:off x="865" y="123"/>
                  <a:ext cx="33" cy="24"/>
                </a:xfrm>
                <a:custGeom>
                  <a:avLst/>
                  <a:gdLst>
                    <a:gd name="T0" fmla="*/ 7 w 31"/>
                    <a:gd name="T1" fmla="*/ 18 h 30"/>
                    <a:gd name="T2" fmla="*/ 33 w 31"/>
                    <a:gd name="T3" fmla="*/ 8 h 30"/>
                    <a:gd name="T4" fmla="*/ 7 w 31"/>
                    <a:gd name="T5" fmla="*/ 18 h 30"/>
                    <a:gd name="T6" fmla="*/ 0 60000 65536"/>
                    <a:gd name="T7" fmla="*/ 0 60000 65536"/>
                    <a:gd name="T8" fmla="*/ 0 60000 65536"/>
                  </a:gdLst>
                  <a:ahLst/>
                  <a:cxnLst>
                    <a:cxn ang="T6">
                      <a:pos x="T0" y="T1"/>
                    </a:cxn>
                    <a:cxn ang="T7">
                      <a:pos x="T2" y="T3"/>
                    </a:cxn>
                    <a:cxn ang="T8">
                      <a:pos x="T4" y="T5"/>
                    </a:cxn>
                  </a:cxnLst>
                  <a:rect l="0" t="0" r="r" b="b"/>
                  <a:pathLst>
                    <a:path w="31" h="30">
                      <a:moveTo>
                        <a:pt x="7" y="22"/>
                      </a:moveTo>
                      <a:cubicBezTo>
                        <a:pt x="0" y="0"/>
                        <a:pt x="15" y="6"/>
                        <a:pt x="31" y="10"/>
                      </a:cubicBezTo>
                      <a:cubicBezTo>
                        <a:pt x="14" y="16"/>
                        <a:pt x="15" y="30"/>
                        <a:pt x="7" y="22"/>
                      </a:cubicBezTo>
                      <a:close/>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US"/>
                </a:p>
              </p:txBody>
            </p:sp>
          </p:grpSp>
          <p:grpSp>
            <p:nvGrpSpPr>
              <p:cNvPr id="10" name="Group 63"/>
              <p:cNvGrpSpPr>
                <a:grpSpLocks/>
              </p:cNvGrpSpPr>
              <p:nvPr userDrawn="1"/>
            </p:nvGrpSpPr>
            <p:grpSpPr bwMode="auto">
              <a:xfrm>
                <a:off x="7" y="-154"/>
                <a:ext cx="5739" cy="418"/>
                <a:chOff x="1056" y="111"/>
                <a:chExt cx="2448" cy="418"/>
              </a:xfrm>
            </p:grpSpPr>
            <p:sp>
              <p:nvSpPr>
                <p:cNvPr id="27" name="Line 64"/>
                <p:cNvSpPr>
                  <a:spLocks noChangeShapeType="1"/>
                </p:cNvSpPr>
                <p:nvPr/>
              </p:nvSpPr>
              <p:spPr bwMode="white">
                <a:xfrm>
                  <a:off x="1056" y="332"/>
                  <a:ext cx="2448" cy="0"/>
                </a:xfrm>
                <a:prstGeom prst="line">
                  <a:avLst/>
                </a:prstGeom>
                <a:noFill/>
                <a:ln w="9525">
                  <a:solidFill>
                    <a:schemeClr val="folHlink"/>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28" name="Line 65"/>
                <p:cNvSpPr>
                  <a:spLocks noChangeShapeType="1"/>
                </p:cNvSpPr>
                <p:nvPr/>
              </p:nvSpPr>
              <p:spPr bwMode="white">
                <a:xfrm>
                  <a:off x="1254" y="111"/>
                  <a:ext cx="0" cy="418"/>
                </a:xfrm>
                <a:prstGeom prst="line">
                  <a:avLst/>
                </a:prstGeom>
                <a:noFill/>
                <a:ln w="9525">
                  <a:solidFill>
                    <a:schemeClr val="folHlink"/>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29" name="Line 66"/>
                <p:cNvSpPr>
                  <a:spLocks noChangeShapeType="1"/>
                </p:cNvSpPr>
                <p:nvPr/>
              </p:nvSpPr>
              <p:spPr bwMode="white">
                <a:xfrm>
                  <a:off x="1482" y="111"/>
                  <a:ext cx="0" cy="418"/>
                </a:xfrm>
                <a:prstGeom prst="line">
                  <a:avLst/>
                </a:prstGeom>
                <a:noFill/>
                <a:ln w="9525">
                  <a:solidFill>
                    <a:schemeClr val="folHlink"/>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30" name="Line 67"/>
                <p:cNvSpPr>
                  <a:spLocks noChangeShapeType="1"/>
                </p:cNvSpPr>
                <p:nvPr/>
              </p:nvSpPr>
              <p:spPr bwMode="white">
                <a:xfrm>
                  <a:off x="1710" y="111"/>
                  <a:ext cx="0" cy="418"/>
                </a:xfrm>
                <a:prstGeom prst="line">
                  <a:avLst/>
                </a:prstGeom>
                <a:noFill/>
                <a:ln w="9525">
                  <a:solidFill>
                    <a:schemeClr val="folHlink"/>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31" name="Line 68"/>
                <p:cNvSpPr>
                  <a:spLocks noChangeShapeType="1"/>
                </p:cNvSpPr>
                <p:nvPr/>
              </p:nvSpPr>
              <p:spPr bwMode="white">
                <a:xfrm>
                  <a:off x="1938" y="111"/>
                  <a:ext cx="0" cy="418"/>
                </a:xfrm>
                <a:prstGeom prst="line">
                  <a:avLst/>
                </a:prstGeom>
                <a:noFill/>
                <a:ln w="9525">
                  <a:solidFill>
                    <a:schemeClr val="folHlink"/>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32" name="Line 69"/>
                <p:cNvSpPr>
                  <a:spLocks noChangeShapeType="1"/>
                </p:cNvSpPr>
                <p:nvPr/>
              </p:nvSpPr>
              <p:spPr bwMode="white">
                <a:xfrm>
                  <a:off x="2166" y="111"/>
                  <a:ext cx="0" cy="418"/>
                </a:xfrm>
                <a:prstGeom prst="line">
                  <a:avLst/>
                </a:prstGeom>
                <a:noFill/>
                <a:ln w="9525">
                  <a:solidFill>
                    <a:schemeClr val="folHlink"/>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33" name="Line 70"/>
                <p:cNvSpPr>
                  <a:spLocks noChangeShapeType="1"/>
                </p:cNvSpPr>
                <p:nvPr/>
              </p:nvSpPr>
              <p:spPr bwMode="white">
                <a:xfrm>
                  <a:off x="2394" y="111"/>
                  <a:ext cx="0" cy="418"/>
                </a:xfrm>
                <a:prstGeom prst="line">
                  <a:avLst/>
                </a:prstGeom>
                <a:noFill/>
                <a:ln w="9525">
                  <a:solidFill>
                    <a:schemeClr val="folHlink"/>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34" name="Line 71"/>
                <p:cNvSpPr>
                  <a:spLocks noChangeShapeType="1"/>
                </p:cNvSpPr>
                <p:nvPr/>
              </p:nvSpPr>
              <p:spPr bwMode="white">
                <a:xfrm>
                  <a:off x="2622" y="111"/>
                  <a:ext cx="0" cy="418"/>
                </a:xfrm>
                <a:prstGeom prst="line">
                  <a:avLst/>
                </a:prstGeom>
                <a:noFill/>
                <a:ln w="9525">
                  <a:solidFill>
                    <a:schemeClr val="folHlink"/>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35" name="Line 72"/>
                <p:cNvSpPr>
                  <a:spLocks noChangeShapeType="1"/>
                </p:cNvSpPr>
                <p:nvPr/>
              </p:nvSpPr>
              <p:spPr bwMode="white">
                <a:xfrm>
                  <a:off x="2850" y="111"/>
                  <a:ext cx="0" cy="418"/>
                </a:xfrm>
                <a:prstGeom prst="line">
                  <a:avLst/>
                </a:prstGeom>
                <a:noFill/>
                <a:ln w="9525">
                  <a:solidFill>
                    <a:schemeClr val="folHlink"/>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36" name="Line 73"/>
                <p:cNvSpPr>
                  <a:spLocks noChangeShapeType="1"/>
                </p:cNvSpPr>
                <p:nvPr/>
              </p:nvSpPr>
              <p:spPr bwMode="white">
                <a:xfrm>
                  <a:off x="3078" y="111"/>
                  <a:ext cx="0" cy="418"/>
                </a:xfrm>
                <a:prstGeom prst="line">
                  <a:avLst/>
                </a:prstGeom>
                <a:noFill/>
                <a:ln w="9525">
                  <a:solidFill>
                    <a:schemeClr val="folHlink"/>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37" name="Line 74"/>
                <p:cNvSpPr>
                  <a:spLocks noChangeShapeType="1"/>
                </p:cNvSpPr>
                <p:nvPr/>
              </p:nvSpPr>
              <p:spPr bwMode="white">
                <a:xfrm>
                  <a:off x="3306" y="111"/>
                  <a:ext cx="0" cy="418"/>
                </a:xfrm>
                <a:prstGeom prst="line">
                  <a:avLst/>
                </a:prstGeom>
                <a:noFill/>
                <a:ln w="9525">
                  <a:solidFill>
                    <a:schemeClr val="folHlink"/>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grpSp>
          <p:grpSp>
            <p:nvGrpSpPr>
              <p:cNvPr id="11" name="Group 75"/>
              <p:cNvGrpSpPr>
                <a:grpSpLocks/>
              </p:cNvGrpSpPr>
              <p:nvPr userDrawn="1"/>
            </p:nvGrpSpPr>
            <p:grpSpPr bwMode="auto">
              <a:xfrm>
                <a:off x="-1261" y="-1"/>
                <a:ext cx="2098" cy="1030"/>
                <a:chOff x="1208" y="109"/>
                <a:chExt cx="2098" cy="423"/>
              </a:xfrm>
            </p:grpSpPr>
            <p:sp>
              <p:nvSpPr>
                <p:cNvPr id="12" name="Line 76"/>
                <p:cNvSpPr>
                  <a:spLocks noChangeShapeType="1"/>
                </p:cNvSpPr>
                <p:nvPr/>
              </p:nvSpPr>
              <p:spPr bwMode="ltGray">
                <a:xfrm>
                  <a:off x="2850" y="110"/>
                  <a:ext cx="0" cy="142"/>
                </a:xfrm>
                <a:prstGeom prst="line">
                  <a:avLst/>
                </a:prstGeom>
                <a:noFill/>
                <a:ln w="9525">
                  <a:solidFill>
                    <a:schemeClr val="hlink"/>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13" name="Line 77"/>
                <p:cNvSpPr>
                  <a:spLocks noChangeShapeType="1"/>
                </p:cNvSpPr>
                <p:nvPr/>
              </p:nvSpPr>
              <p:spPr bwMode="ltGray">
                <a:xfrm>
                  <a:off x="2972" y="332"/>
                  <a:ext cx="70" cy="0"/>
                </a:xfrm>
                <a:prstGeom prst="line">
                  <a:avLst/>
                </a:prstGeom>
                <a:noFill/>
                <a:ln w="9525">
                  <a:solidFill>
                    <a:schemeClr val="hlink"/>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14" name="Line 78"/>
                <p:cNvSpPr>
                  <a:spLocks noChangeShapeType="1"/>
                </p:cNvSpPr>
                <p:nvPr/>
              </p:nvSpPr>
              <p:spPr bwMode="ltGray">
                <a:xfrm>
                  <a:off x="3078" y="350"/>
                  <a:ext cx="0" cy="28"/>
                </a:xfrm>
                <a:prstGeom prst="line">
                  <a:avLst/>
                </a:prstGeom>
                <a:noFill/>
                <a:ln w="9525">
                  <a:solidFill>
                    <a:schemeClr val="hlink"/>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15" name="Line 79"/>
                <p:cNvSpPr>
                  <a:spLocks noChangeShapeType="1"/>
                </p:cNvSpPr>
                <p:nvPr/>
              </p:nvSpPr>
              <p:spPr bwMode="ltGray">
                <a:xfrm>
                  <a:off x="3306" y="450"/>
                  <a:ext cx="0" cy="79"/>
                </a:xfrm>
                <a:prstGeom prst="line">
                  <a:avLst/>
                </a:prstGeom>
                <a:noFill/>
                <a:ln w="9525">
                  <a:solidFill>
                    <a:schemeClr val="hlink"/>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16" name="Line 80"/>
                <p:cNvSpPr>
                  <a:spLocks noChangeShapeType="1"/>
                </p:cNvSpPr>
                <p:nvPr/>
              </p:nvSpPr>
              <p:spPr bwMode="ltGray">
                <a:xfrm>
                  <a:off x="2166" y="114"/>
                  <a:ext cx="0" cy="62"/>
                </a:xfrm>
                <a:prstGeom prst="line">
                  <a:avLst/>
                </a:prstGeom>
                <a:noFill/>
                <a:ln w="9525">
                  <a:solidFill>
                    <a:schemeClr val="hlink"/>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17" name="Line 81"/>
                <p:cNvSpPr>
                  <a:spLocks noChangeShapeType="1"/>
                </p:cNvSpPr>
                <p:nvPr/>
              </p:nvSpPr>
              <p:spPr bwMode="ltGray">
                <a:xfrm>
                  <a:off x="1938" y="111"/>
                  <a:ext cx="0" cy="337"/>
                </a:xfrm>
                <a:prstGeom prst="line">
                  <a:avLst/>
                </a:prstGeom>
                <a:noFill/>
                <a:ln w="9525">
                  <a:solidFill>
                    <a:schemeClr val="hlink"/>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18" name="Line 82"/>
                <p:cNvSpPr>
                  <a:spLocks noChangeShapeType="1"/>
                </p:cNvSpPr>
                <p:nvPr/>
              </p:nvSpPr>
              <p:spPr bwMode="ltGray">
                <a:xfrm flipH="1">
                  <a:off x="1912" y="332"/>
                  <a:ext cx="68" cy="0"/>
                </a:xfrm>
                <a:prstGeom prst="line">
                  <a:avLst/>
                </a:prstGeom>
                <a:noFill/>
                <a:ln w="9525">
                  <a:solidFill>
                    <a:schemeClr val="hlink"/>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19" name="Line 83"/>
                <p:cNvSpPr>
                  <a:spLocks noChangeShapeType="1"/>
                </p:cNvSpPr>
                <p:nvPr/>
              </p:nvSpPr>
              <p:spPr bwMode="ltGray">
                <a:xfrm>
                  <a:off x="1778" y="332"/>
                  <a:ext cx="60" cy="0"/>
                </a:xfrm>
                <a:prstGeom prst="line">
                  <a:avLst/>
                </a:prstGeom>
                <a:noFill/>
                <a:ln w="9525">
                  <a:solidFill>
                    <a:schemeClr val="hlink"/>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20" name="Line 84"/>
                <p:cNvSpPr>
                  <a:spLocks noChangeShapeType="1"/>
                </p:cNvSpPr>
                <p:nvPr/>
              </p:nvSpPr>
              <p:spPr bwMode="ltGray">
                <a:xfrm flipH="1">
                  <a:off x="1578" y="332"/>
                  <a:ext cx="82" cy="0"/>
                </a:xfrm>
                <a:prstGeom prst="line">
                  <a:avLst/>
                </a:prstGeom>
                <a:noFill/>
                <a:ln w="9525">
                  <a:solidFill>
                    <a:schemeClr val="hlink"/>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21" name="Line 85"/>
                <p:cNvSpPr>
                  <a:spLocks noChangeShapeType="1"/>
                </p:cNvSpPr>
                <p:nvPr/>
              </p:nvSpPr>
              <p:spPr bwMode="ltGray">
                <a:xfrm>
                  <a:off x="1208" y="332"/>
                  <a:ext cx="348" cy="0"/>
                </a:xfrm>
                <a:prstGeom prst="line">
                  <a:avLst/>
                </a:prstGeom>
                <a:noFill/>
                <a:ln w="9525">
                  <a:solidFill>
                    <a:schemeClr val="hlink"/>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22" name="Line 86"/>
                <p:cNvSpPr>
                  <a:spLocks noChangeShapeType="1"/>
                </p:cNvSpPr>
                <p:nvPr/>
              </p:nvSpPr>
              <p:spPr bwMode="ltGray">
                <a:xfrm>
                  <a:off x="1480" y="234"/>
                  <a:ext cx="0" cy="298"/>
                </a:xfrm>
                <a:prstGeom prst="line">
                  <a:avLst/>
                </a:prstGeom>
                <a:noFill/>
                <a:ln w="9525">
                  <a:solidFill>
                    <a:schemeClr val="hlink"/>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23" name="Line 87"/>
                <p:cNvSpPr>
                  <a:spLocks noChangeShapeType="1"/>
                </p:cNvSpPr>
                <p:nvPr/>
              </p:nvSpPr>
              <p:spPr bwMode="ltGray">
                <a:xfrm>
                  <a:off x="1254" y="252"/>
                  <a:ext cx="0" cy="156"/>
                </a:xfrm>
                <a:prstGeom prst="line">
                  <a:avLst/>
                </a:prstGeom>
                <a:noFill/>
                <a:ln w="9525">
                  <a:solidFill>
                    <a:schemeClr val="hlink"/>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24" name="Line 88"/>
                <p:cNvSpPr>
                  <a:spLocks noChangeShapeType="1"/>
                </p:cNvSpPr>
                <p:nvPr/>
              </p:nvSpPr>
              <p:spPr bwMode="ltGray">
                <a:xfrm flipH="1" flipV="1">
                  <a:off x="1482" y="109"/>
                  <a:ext cx="0" cy="27"/>
                </a:xfrm>
                <a:prstGeom prst="line">
                  <a:avLst/>
                </a:prstGeom>
                <a:noFill/>
                <a:ln w="9525">
                  <a:solidFill>
                    <a:schemeClr val="hlink"/>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25" name="Line 89"/>
                <p:cNvSpPr>
                  <a:spLocks noChangeShapeType="1"/>
                </p:cNvSpPr>
                <p:nvPr/>
              </p:nvSpPr>
              <p:spPr bwMode="ltGray">
                <a:xfrm>
                  <a:off x="1710" y="180"/>
                  <a:ext cx="0" cy="96"/>
                </a:xfrm>
                <a:prstGeom prst="line">
                  <a:avLst/>
                </a:prstGeom>
                <a:noFill/>
                <a:ln w="9525">
                  <a:solidFill>
                    <a:schemeClr val="hlink"/>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26" name="Line 90"/>
                <p:cNvSpPr>
                  <a:spLocks noChangeShapeType="1"/>
                </p:cNvSpPr>
                <p:nvPr/>
              </p:nvSpPr>
              <p:spPr bwMode="ltGray">
                <a:xfrm flipV="1">
                  <a:off x="1710" y="111"/>
                  <a:ext cx="0" cy="22"/>
                </a:xfrm>
                <a:prstGeom prst="line">
                  <a:avLst/>
                </a:prstGeom>
                <a:noFill/>
                <a:ln w="9525">
                  <a:solidFill>
                    <a:schemeClr val="hlink"/>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grpSp>
        </p:grpSp>
        <p:pic>
          <p:nvPicPr>
            <p:cNvPr id="7" name="Picture 91" descr="earth"/>
            <p:cNvPicPr>
              <a:picLocks noChangeAspect="1" noChangeArrowheads="1"/>
            </p:cNvPicPr>
            <p:nvPr userDrawn="1"/>
          </p:nvPicPr>
          <p:blipFill>
            <a:blip r:embed="rId2">
              <a:clrChange>
                <a:clrFrom>
                  <a:srgbClr val="000000"/>
                </a:clrFrom>
                <a:clrTo>
                  <a:srgbClr val="000000">
                    <a:alpha val="0"/>
                  </a:srgbClr>
                </a:clrTo>
              </a:clrChange>
              <a:extLst>
                <a:ext uri="{28A0092B-C50C-407E-A947-70E740481C1C}">
                  <a14:useLocalDpi xmlns:a14="http://schemas.microsoft.com/office/drawing/2010/main" val="0"/>
                </a:ext>
              </a:extLst>
            </a:blip>
            <a:srcRect/>
            <a:stretch>
              <a:fillRect/>
            </a:stretch>
          </p:blipFill>
          <p:spPr bwMode="gray">
            <a:xfrm>
              <a:off x="336" y="1566"/>
              <a:ext cx="690" cy="64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sp>
        <p:nvSpPr>
          <p:cNvPr id="5212" name="Rectangle 92"/>
          <p:cNvSpPr>
            <a:spLocks noGrp="1" noChangeArrowheads="1"/>
          </p:cNvSpPr>
          <p:nvPr>
            <p:ph type="ctrTitle"/>
          </p:nvPr>
        </p:nvSpPr>
        <p:spPr>
          <a:xfrm>
            <a:off x="1828800" y="1828800"/>
            <a:ext cx="6934200" cy="2362200"/>
          </a:xfrm>
        </p:spPr>
        <p:txBody>
          <a:bodyPr/>
          <a:lstStyle>
            <a:lvl1pPr>
              <a:defRPr b="1"/>
            </a:lvl1pPr>
          </a:lstStyle>
          <a:p>
            <a:r>
              <a:rPr lang="en-US" smtClean="0"/>
              <a:t>Click to edit Master title style</a:t>
            </a:r>
            <a:endParaRPr lang="en-US" dirty="0"/>
          </a:p>
        </p:txBody>
      </p:sp>
      <p:sp>
        <p:nvSpPr>
          <p:cNvPr id="5213" name="Rectangle 93"/>
          <p:cNvSpPr>
            <a:spLocks noGrp="1" noChangeArrowheads="1"/>
          </p:cNvSpPr>
          <p:nvPr>
            <p:ph type="subTitle" idx="1"/>
          </p:nvPr>
        </p:nvSpPr>
        <p:spPr>
          <a:xfrm>
            <a:off x="1828800" y="4572000"/>
            <a:ext cx="6934200" cy="1295400"/>
          </a:xfrm>
        </p:spPr>
        <p:txBody>
          <a:bodyPr/>
          <a:lstStyle>
            <a:lvl1pPr marL="0" indent="0">
              <a:buFontTx/>
              <a:buNone/>
              <a:defRPr/>
            </a:lvl1pPr>
          </a:lstStyle>
          <a:p>
            <a:r>
              <a:rPr lang="en-US" smtClean="0"/>
              <a:t>Click to edit Master subtitle style</a:t>
            </a:r>
            <a:endParaRPr lang="en-US"/>
          </a:p>
        </p:txBody>
      </p:sp>
      <p:sp>
        <p:nvSpPr>
          <p:cNvPr id="94" name="Rectangle 94"/>
          <p:cNvSpPr>
            <a:spLocks noGrp="1" noChangeArrowheads="1"/>
          </p:cNvSpPr>
          <p:nvPr>
            <p:ph type="dt" sz="half" idx="10"/>
          </p:nvPr>
        </p:nvSpPr>
        <p:spPr>
          <a:xfrm>
            <a:off x="533400" y="6324600"/>
            <a:ext cx="1905000" cy="457200"/>
          </a:xfrm>
        </p:spPr>
        <p:txBody>
          <a:bodyPr/>
          <a:lstStyle>
            <a:lvl1pPr>
              <a:defRPr smtClean="0"/>
            </a:lvl1pPr>
          </a:lstStyle>
          <a:p>
            <a:pPr>
              <a:defRPr/>
            </a:pPr>
            <a:fld id="{60493262-4289-4514-BA9D-D551025F8242}" type="datetime1">
              <a:rPr lang="en-US" smtClean="0"/>
              <a:t>11/9/2021</a:t>
            </a:fld>
            <a:endParaRPr lang="en-US"/>
          </a:p>
        </p:txBody>
      </p:sp>
      <p:sp>
        <p:nvSpPr>
          <p:cNvPr id="95" name="Rectangle 95"/>
          <p:cNvSpPr>
            <a:spLocks noGrp="1" noChangeArrowheads="1"/>
          </p:cNvSpPr>
          <p:nvPr>
            <p:ph type="ftr" sz="quarter" idx="11"/>
          </p:nvPr>
        </p:nvSpPr>
        <p:spPr>
          <a:xfrm>
            <a:off x="2057400" y="6324600"/>
            <a:ext cx="4343400" cy="457200"/>
          </a:xfrm>
        </p:spPr>
        <p:txBody>
          <a:bodyPr/>
          <a:lstStyle>
            <a:lvl1pPr>
              <a:defRPr/>
            </a:lvl1pPr>
          </a:lstStyle>
          <a:p>
            <a:pPr>
              <a:defRPr/>
            </a:pPr>
            <a:r>
              <a:rPr lang="en-US" smtClean="0"/>
              <a:t>Options, Futures, and Other Derivatives,  11th Edition, Copyright © John  C. Hull 2021</a:t>
            </a:r>
            <a:endParaRPr lang="en-US"/>
          </a:p>
        </p:txBody>
      </p:sp>
      <p:sp>
        <p:nvSpPr>
          <p:cNvPr id="96" name="Rectangle 96"/>
          <p:cNvSpPr>
            <a:spLocks noGrp="1" noChangeArrowheads="1"/>
          </p:cNvSpPr>
          <p:nvPr>
            <p:ph type="sldNum" sz="quarter" idx="12"/>
          </p:nvPr>
        </p:nvSpPr>
        <p:spPr>
          <a:xfrm>
            <a:off x="6858000" y="6324600"/>
            <a:ext cx="1905000" cy="457200"/>
          </a:xfrm>
        </p:spPr>
        <p:txBody>
          <a:bodyPr/>
          <a:lstStyle>
            <a:lvl1pPr>
              <a:defRPr/>
            </a:lvl1pPr>
          </a:lstStyle>
          <a:p>
            <a:fld id="{ABE03318-6C81-49B8-8B66-B6070EC9B424}" type="slidenum">
              <a:rPr lang="en-US" altLang="en-US"/>
              <a:pPr/>
              <a:t>‹#›</a:t>
            </a:fld>
            <a:endParaRPr lang="en-US" altLang="en-US"/>
          </a:p>
        </p:txBody>
      </p:sp>
    </p:spTree>
    <p:extLst>
      <p:ext uri="{BB962C8B-B14F-4D97-AF65-F5344CB8AC3E}">
        <p14:creationId xmlns:p14="http://schemas.microsoft.com/office/powerpoint/2010/main" val="177124989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dirty="0"/>
          </a:p>
        </p:txBody>
      </p:sp>
      <p:sp>
        <p:nvSpPr>
          <p:cNvPr id="3" name="Content Placeholder 2"/>
          <p:cNvSpPr>
            <a:spLocks noGrp="1"/>
          </p:cNvSpPr>
          <p:nvPr>
            <p:ph idx="1"/>
          </p:nvPr>
        </p:nvSpPr>
        <p:spPr/>
        <p:txBody>
          <a:bodyPr/>
          <a:lstStyle>
            <a:lvl1pPr>
              <a:defRPr sz="2800">
                <a:latin typeface="Arial" pitchFamily="34" charset="0"/>
                <a:cs typeface="Arial" pitchFamily="34" charset="0"/>
              </a:defRPr>
            </a:lvl1pPr>
            <a:lvl2pPr>
              <a:defRPr sz="2400">
                <a:latin typeface="Arial" pitchFamily="34" charset="0"/>
                <a:cs typeface="Arial" pitchFamily="34" charset="0"/>
              </a:defRPr>
            </a:lvl2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Date Placeholder 3"/>
          <p:cNvSpPr>
            <a:spLocks noGrp="1"/>
          </p:cNvSpPr>
          <p:nvPr>
            <p:ph type="dt" sz="half" idx="10"/>
          </p:nvPr>
        </p:nvSpPr>
        <p:spPr/>
        <p:txBody>
          <a:bodyPr/>
          <a:lstStyle>
            <a:lvl1pPr>
              <a:defRPr smtClean="0"/>
            </a:lvl1pPr>
          </a:lstStyle>
          <a:p>
            <a:pPr>
              <a:defRPr/>
            </a:pPr>
            <a:fld id="{8677E4FB-3394-4E1B-931A-5B70F2432A4C}" type="datetime1">
              <a:rPr lang="en-US" smtClean="0"/>
              <a:t>11/9/2021</a:t>
            </a:fld>
            <a:endParaRPr lang="en-US"/>
          </a:p>
        </p:txBody>
      </p:sp>
      <p:sp>
        <p:nvSpPr>
          <p:cNvPr id="5" name="Footer Placeholder 4"/>
          <p:cNvSpPr>
            <a:spLocks noGrp="1"/>
          </p:cNvSpPr>
          <p:nvPr>
            <p:ph type="ftr" sz="quarter" idx="11"/>
          </p:nvPr>
        </p:nvSpPr>
        <p:spPr>
          <a:xfrm>
            <a:off x="1600200" y="6248400"/>
            <a:ext cx="5029200" cy="457200"/>
          </a:xfrm>
        </p:spPr>
        <p:txBody>
          <a:bodyPr/>
          <a:lstStyle>
            <a:lvl1pPr>
              <a:defRPr/>
            </a:lvl1pPr>
          </a:lstStyle>
          <a:p>
            <a:pPr>
              <a:defRPr/>
            </a:pPr>
            <a:r>
              <a:rPr lang="en-US" smtClean="0"/>
              <a:t>Options, Futures, and Other Derivatives,  11th Edition, Copyright © John  C. Hull 2021</a:t>
            </a:r>
            <a:endParaRPr lang="en-US"/>
          </a:p>
        </p:txBody>
      </p:sp>
      <p:sp>
        <p:nvSpPr>
          <p:cNvPr id="6" name="Slide Number Placeholder 5"/>
          <p:cNvSpPr>
            <a:spLocks noGrp="1"/>
          </p:cNvSpPr>
          <p:nvPr>
            <p:ph type="sldNum" sz="quarter" idx="12"/>
          </p:nvPr>
        </p:nvSpPr>
        <p:spPr/>
        <p:txBody>
          <a:bodyPr/>
          <a:lstStyle>
            <a:lvl1pPr>
              <a:defRPr/>
            </a:lvl1pPr>
          </a:lstStyle>
          <a:p>
            <a:fld id="{FF330888-A785-48AA-97D9-B7E7E67A1DFA}" type="slidenum">
              <a:rPr lang="en-US" altLang="en-US"/>
              <a:pPr/>
              <a:t>‹#›</a:t>
            </a:fld>
            <a:endParaRPr lang="en-US" altLang="en-US"/>
          </a:p>
        </p:txBody>
      </p:sp>
    </p:spTree>
    <p:extLst>
      <p:ext uri="{BB962C8B-B14F-4D97-AF65-F5344CB8AC3E}">
        <p14:creationId xmlns:p14="http://schemas.microsoft.com/office/powerpoint/2010/main" val="968122745"/>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en-US" smtClean="0"/>
              <a:t>Click to edit Master text styles</a:t>
            </a:r>
          </a:p>
        </p:txBody>
      </p:sp>
      <p:sp>
        <p:nvSpPr>
          <p:cNvPr id="4" name="Rectangle 4"/>
          <p:cNvSpPr>
            <a:spLocks noGrp="1" noChangeArrowheads="1"/>
          </p:cNvSpPr>
          <p:nvPr>
            <p:ph type="dt" sz="half" idx="10"/>
          </p:nvPr>
        </p:nvSpPr>
        <p:spPr>
          <a:ln/>
        </p:spPr>
        <p:txBody>
          <a:bodyPr/>
          <a:lstStyle>
            <a:lvl1pPr>
              <a:defRPr/>
            </a:lvl1pPr>
          </a:lstStyle>
          <a:p>
            <a:pPr>
              <a:defRPr/>
            </a:pPr>
            <a:fld id="{CF0852E1-8977-41DA-BED9-66707BB6E15B}" type="datetime1">
              <a:rPr lang="en-US" smtClean="0"/>
              <a:t>11/9/2021</a:t>
            </a:fld>
            <a:endParaRPr lang="en-US"/>
          </a:p>
        </p:txBody>
      </p:sp>
      <p:sp>
        <p:nvSpPr>
          <p:cNvPr id="5" name="Rectangle 5"/>
          <p:cNvSpPr>
            <a:spLocks noGrp="1" noChangeArrowheads="1"/>
          </p:cNvSpPr>
          <p:nvPr>
            <p:ph type="ftr" sz="quarter" idx="11"/>
          </p:nvPr>
        </p:nvSpPr>
        <p:spPr>
          <a:ln/>
        </p:spPr>
        <p:txBody>
          <a:bodyPr/>
          <a:lstStyle>
            <a:lvl1pPr>
              <a:defRPr/>
            </a:lvl1pPr>
          </a:lstStyle>
          <a:p>
            <a:pPr>
              <a:defRPr/>
            </a:pPr>
            <a:r>
              <a:rPr lang="en-US" smtClean="0"/>
              <a:t>Options, Futures, and Other Derivatives,  11th Edition, Copyright © John  C. Hull 2021</a:t>
            </a:r>
            <a:endParaRPr lang="en-US"/>
          </a:p>
        </p:txBody>
      </p:sp>
      <p:sp>
        <p:nvSpPr>
          <p:cNvPr id="6" name="Rectangle 6"/>
          <p:cNvSpPr>
            <a:spLocks noGrp="1" noChangeArrowheads="1"/>
          </p:cNvSpPr>
          <p:nvPr>
            <p:ph type="sldNum" sz="quarter" idx="12"/>
          </p:nvPr>
        </p:nvSpPr>
        <p:spPr>
          <a:ln/>
        </p:spPr>
        <p:txBody>
          <a:bodyPr/>
          <a:lstStyle>
            <a:lvl1pPr>
              <a:defRPr/>
            </a:lvl1pPr>
          </a:lstStyle>
          <a:p>
            <a:fld id="{8CB43297-AD69-4D2D-9564-2F5BC781DD48}" type="slidenum">
              <a:rPr lang="en-US" altLang="en-US"/>
              <a:pPr/>
              <a:t>‹#›</a:t>
            </a:fld>
            <a:endParaRPr lang="en-US" altLang="en-US"/>
          </a:p>
        </p:txBody>
      </p:sp>
    </p:spTree>
    <p:extLst>
      <p:ext uri="{BB962C8B-B14F-4D97-AF65-F5344CB8AC3E}">
        <p14:creationId xmlns:p14="http://schemas.microsoft.com/office/powerpoint/2010/main" val="266871780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685800" y="2147888"/>
            <a:ext cx="3810000" cy="411480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2147888"/>
            <a:ext cx="3810000" cy="411480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Rectangle 4"/>
          <p:cNvSpPr>
            <a:spLocks noGrp="1" noChangeArrowheads="1"/>
          </p:cNvSpPr>
          <p:nvPr>
            <p:ph type="dt" sz="half" idx="10"/>
          </p:nvPr>
        </p:nvSpPr>
        <p:spPr>
          <a:ln/>
        </p:spPr>
        <p:txBody>
          <a:bodyPr/>
          <a:lstStyle>
            <a:lvl1pPr>
              <a:defRPr/>
            </a:lvl1pPr>
          </a:lstStyle>
          <a:p>
            <a:pPr>
              <a:defRPr/>
            </a:pPr>
            <a:fld id="{CFFB7E71-6407-4595-879F-C30511F61AC1}" type="datetime1">
              <a:rPr lang="en-US" smtClean="0"/>
              <a:t>11/9/2021</a:t>
            </a:fld>
            <a:endParaRPr lang="en-US"/>
          </a:p>
        </p:txBody>
      </p:sp>
      <p:sp>
        <p:nvSpPr>
          <p:cNvPr id="6" name="Rectangle 5"/>
          <p:cNvSpPr>
            <a:spLocks noGrp="1" noChangeArrowheads="1"/>
          </p:cNvSpPr>
          <p:nvPr>
            <p:ph type="ftr" sz="quarter" idx="11"/>
          </p:nvPr>
        </p:nvSpPr>
        <p:spPr>
          <a:ln/>
        </p:spPr>
        <p:txBody>
          <a:bodyPr/>
          <a:lstStyle>
            <a:lvl1pPr>
              <a:defRPr/>
            </a:lvl1pPr>
          </a:lstStyle>
          <a:p>
            <a:pPr>
              <a:defRPr/>
            </a:pPr>
            <a:r>
              <a:rPr lang="en-US" smtClean="0"/>
              <a:t>Options, Futures, and Other Derivatives,  11th Edition, Copyright © John  C. Hull 2021</a:t>
            </a:r>
            <a:endParaRPr lang="en-US"/>
          </a:p>
        </p:txBody>
      </p:sp>
      <p:sp>
        <p:nvSpPr>
          <p:cNvPr id="7" name="Rectangle 6"/>
          <p:cNvSpPr>
            <a:spLocks noGrp="1" noChangeArrowheads="1"/>
          </p:cNvSpPr>
          <p:nvPr>
            <p:ph type="sldNum" sz="quarter" idx="12"/>
          </p:nvPr>
        </p:nvSpPr>
        <p:spPr>
          <a:ln/>
        </p:spPr>
        <p:txBody>
          <a:bodyPr/>
          <a:lstStyle>
            <a:lvl1pPr>
              <a:defRPr/>
            </a:lvl1pPr>
          </a:lstStyle>
          <a:p>
            <a:fld id="{4C21BA06-A6DF-4369-BCBE-FC39DC709089}" type="slidenum">
              <a:rPr lang="en-US" altLang="en-US"/>
              <a:pPr/>
              <a:t>‹#›</a:t>
            </a:fld>
            <a:endParaRPr lang="en-US" altLang="en-US"/>
          </a:p>
        </p:txBody>
      </p:sp>
    </p:spTree>
    <p:extLst>
      <p:ext uri="{BB962C8B-B14F-4D97-AF65-F5344CB8AC3E}">
        <p14:creationId xmlns:p14="http://schemas.microsoft.com/office/powerpoint/2010/main" val="3642947394"/>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1143000"/>
          </a:xfrm>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Rectangle 4"/>
          <p:cNvSpPr>
            <a:spLocks noGrp="1" noChangeArrowheads="1"/>
          </p:cNvSpPr>
          <p:nvPr>
            <p:ph type="dt" sz="half" idx="10"/>
          </p:nvPr>
        </p:nvSpPr>
        <p:spPr>
          <a:ln/>
        </p:spPr>
        <p:txBody>
          <a:bodyPr/>
          <a:lstStyle>
            <a:lvl1pPr>
              <a:defRPr/>
            </a:lvl1pPr>
          </a:lstStyle>
          <a:p>
            <a:pPr>
              <a:defRPr/>
            </a:pPr>
            <a:fld id="{7BD91224-4B68-40F7-A38E-EDB936D310BD}" type="datetime1">
              <a:rPr lang="en-US" smtClean="0"/>
              <a:t>11/9/2021</a:t>
            </a:fld>
            <a:endParaRPr lang="en-US"/>
          </a:p>
        </p:txBody>
      </p:sp>
      <p:sp>
        <p:nvSpPr>
          <p:cNvPr id="8" name="Rectangle 5"/>
          <p:cNvSpPr>
            <a:spLocks noGrp="1" noChangeArrowheads="1"/>
          </p:cNvSpPr>
          <p:nvPr>
            <p:ph type="ftr" sz="quarter" idx="11"/>
          </p:nvPr>
        </p:nvSpPr>
        <p:spPr>
          <a:ln/>
        </p:spPr>
        <p:txBody>
          <a:bodyPr/>
          <a:lstStyle>
            <a:lvl1pPr>
              <a:defRPr/>
            </a:lvl1pPr>
          </a:lstStyle>
          <a:p>
            <a:pPr>
              <a:defRPr/>
            </a:pPr>
            <a:r>
              <a:rPr lang="en-US" smtClean="0"/>
              <a:t>Options, Futures, and Other Derivatives,  11th Edition, Copyright © John  C. Hull 2021</a:t>
            </a:r>
            <a:endParaRPr lang="en-US"/>
          </a:p>
        </p:txBody>
      </p:sp>
      <p:sp>
        <p:nvSpPr>
          <p:cNvPr id="9" name="Rectangle 6"/>
          <p:cNvSpPr>
            <a:spLocks noGrp="1" noChangeArrowheads="1"/>
          </p:cNvSpPr>
          <p:nvPr>
            <p:ph type="sldNum" sz="quarter" idx="12"/>
          </p:nvPr>
        </p:nvSpPr>
        <p:spPr>
          <a:ln/>
        </p:spPr>
        <p:txBody>
          <a:bodyPr/>
          <a:lstStyle>
            <a:lvl1pPr>
              <a:defRPr/>
            </a:lvl1pPr>
          </a:lstStyle>
          <a:p>
            <a:fld id="{E9DE9EC3-19FD-4B91-9029-57B1FB93DC08}" type="slidenum">
              <a:rPr lang="en-US" altLang="en-US"/>
              <a:pPr/>
              <a:t>‹#›</a:t>
            </a:fld>
            <a:endParaRPr lang="en-US" altLang="en-US"/>
          </a:p>
        </p:txBody>
      </p:sp>
    </p:spTree>
    <p:extLst>
      <p:ext uri="{BB962C8B-B14F-4D97-AF65-F5344CB8AC3E}">
        <p14:creationId xmlns:p14="http://schemas.microsoft.com/office/powerpoint/2010/main" val="384548467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lvl1pPr>
              <a:defRPr smtClean="0"/>
            </a:lvl1pPr>
          </a:lstStyle>
          <a:p>
            <a:pPr>
              <a:defRPr/>
            </a:pPr>
            <a:fld id="{14096FCE-34B5-49A5-ADBE-EFAA26ACA2AD}" type="datetime1">
              <a:rPr lang="en-US" smtClean="0"/>
              <a:t>11/9/2021</a:t>
            </a:fld>
            <a:endParaRPr lang="en-US"/>
          </a:p>
        </p:txBody>
      </p:sp>
      <p:sp>
        <p:nvSpPr>
          <p:cNvPr id="4" name="Footer Placeholder 3"/>
          <p:cNvSpPr>
            <a:spLocks noGrp="1"/>
          </p:cNvSpPr>
          <p:nvPr>
            <p:ph type="ftr" sz="quarter" idx="11"/>
          </p:nvPr>
        </p:nvSpPr>
        <p:spPr>
          <a:xfrm>
            <a:off x="2133600" y="6324600"/>
            <a:ext cx="4800600" cy="457200"/>
          </a:xfrm>
        </p:spPr>
        <p:txBody>
          <a:bodyPr/>
          <a:lstStyle>
            <a:lvl1pPr>
              <a:defRPr/>
            </a:lvl1pPr>
          </a:lstStyle>
          <a:p>
            <a:pPr>
              <a:defRPr/>
            </a:pPr>
            <a:r>
              <a:rPr lang="en-US" smtClean="0"/>
              <a:t>Options, Futures, and Other Derivatives,  11th Edition, Copyright © John  C. Hull 2021</a:t>
            </a:r>
            <a:endParaRPr lang="en-US"/>
          </a:p>
        </p:txBody>
      </p:sp>
      <p:sp>
        <p:nvSpPr>
          <p:cNvPr id="5" name="Slide Number Placeholder 4"/>
          <p:cNvSpPr>
            <a:spLocks noGrp="1"/>
          </p:cNvSpPr>
          <p:nvPr>
            <p:ph type="sldNum" sz="quarter" idx="12"/>
          </p:nvPr>
        </p:nvSpPr>
        <p:spPr/>
        <p:txBody>
          <a:bodyPr/>
          <a:lstStyle>
            <a:lvl1pPr>
              <a:defRPr/>
            </a:lvl1pPr>
          </a:lstStyle>
          <a:p>
            <a:fld id="{35C03757-4215-4899-A9D1-6E7C24BD5E1C}" type="slidenum">
              <a:rPr lang="en-US" altLang="en-US"/>
              <a:pPr/>
              <a:t>‹#›</a:t>
            </a:fld>
            <a:endParaRPr lang="en-US" altLang="en-US"/>
          </a:p>
        </p:txBody>
      </p:sp>
    </p:spTree>
    <p:extLst>
      <p:ext uri="{BB962C8B-B14F-4D97-AF65-F5344CB8AC3E}">
        <p14:creationId xmlns:p14="http://schemas.microsoft.com/office/powerpoint/2010/main" val="2788355547"/>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Rectangle 4"/>
          <p:cNvSpPr>
            <a:spLocks noGrp="1" noChangeArrowheads="1"/>
          </p:cNvSpPr>
          <p:nvPr>
            <p:ph type="dt" sz="half" idx="10"/>
          </p:nvPr>
        </p:nvSpPr>
        <p:spPr>
          <a:ln/>
        </p:spPr>
        <p:txBody>
          <a:bodyPr/>
          <a:lstStyle>
            <a:lvl1pPr>
              <a:defRPr/>
            </a:lvl1pPr>
          </a:lstStyle>
          <a:p>
            <a:pPr>
              <a:defRPr/>
            </a:pPr>
            <a:fld id="{3EA14E8F-5380-4B3D-B70C-FBECF77C75B8}" type="datetime1">
              <a:rPr lang="en-US" smtClean="0"/>
              <a:t>11/9/2021</a:t>
            </a:fld>
            <a:endParaRPr lang="en-US"/>
          </a:p>
        </p:txBody>
      </p:sp>
      <p:sp>
        <p:nvSpPr>
          <p:cNvPr id="3" name="Rectangle 5"/>
          <p:cNvSpPr>
            <a:spLocks noGrp="1" noChangeArrowheads="1"/>
          </p:cNvSpPr>
          <p:nvPr>
            <p:ph type="ftr" sz="quarter" idx="11"/>
          </p:nvPr>
        </p:nvSpPr>
        <p:spPr>
          <a:ln/>
        </p:spPr>
        <p:txBody>
          <a:bodyPr/>
          <a:lstStyle>
            <a:lvl1pPr>
              <a:defRPr/>
            </a:lvl1pPr>
          </a:lstStyle>
          <a:p>
            <a:pPr>
              <a:defRPr/>
            </a:pPr>
            <a:r>
              <a:rPr lang="en-US" smtClean="0"/>
              <a:t>Options, Futures, and Other Derivatives,  11th Edition, Copyright © John  C. Hull 2021</a:t>
            </a:r>
            <a:endParaRPr lang="en-US"/>
          </a:p>
        </p:txBody>
      </p:sp>
      <p:sp>
        <p:nvSpPr>
          <p:cNvPr id="4" name="Rectangle 6"/>
          <p:cNvSpPr>
            <a:spLocks noGrp="1" noChangeArrowheads="1"/>
          </p:cNvSpPr>
          <p:nvPr>
            <p:ph type="sldNum" sz="quarter" idx="12"/>
          </p:nvPr>
        </p:nvSpPr>
        <p:spPr>
          <a:ln/>
        </p:spPr>
        <p:txBody>
          <a:bodyPr/>
          <a:lstStyle>
            <a:lvl1pPr>
              <a:defRPr/>
            </a:lvl1pPr>
          </a:lstStyle>
          <a:p>
            <a:fld id="{AEBC1907-913F-4D3D-8E70-1630B8AF729A}" type="slidenum">
              <a:rPr lang="en-US" altLang="en-US"/>
              <a:pPr/>
              <a:t>‹#›</a:t>
            </a:fld>
            <a:endParaRPr lang="en-US" altLang="en-US"/>
          </a:p>
        </p:txBody>
      </p:sp>
    </p:spTree>
    <p:extLst>
      <p:ext uri="{BB962C8B-B14F-4D97-AF65-F5344CB8AC3E}">
        <p14:creationId xmlns:p14="http://schemas.microsoft.com/office/powerpoint/2010/main" val="211079355"/>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Rectangle 4"/>
          <p:cNvSpPr>
            <a:spLocks noGrp="1" noChangeArrowheads="1"/>
          </p:cNvSpPr>
          <p:nvPr>
            <p:ph type="dt" sz="half" idx="10"/>
          </p:nvPr>
        </p:nvSpPr>
        <p:spPr>
          <a:ln/>
        </p:spPr>
        <p:txBody>
          <a:bodyPr/>
          <a:lstStyle>
            <a:lvl1pPr>
              <a:defRPr/>
            </a:lvl1pPr>
          </a:lstStyle>
          <a:p>
            <a:pPr>
              <a:defRPr/>
            </a:pPr>
            <a:fld id="{FBA8C474-D194-475D-AA9B-9B4E622320CD}" type="datetime1">
              <a:rPr lang="en-US" smtClean="0"/>
              <a:t>11/9/2021</a:t>
            </a:fld>
            <a:endParaRPr lang="en-US"/>
          </a:p>
        </p:txBody>
      </p:sp>
      <p:sp>
        <p:nvSpPr>
          <p:cNvPr id="6" name="Rectangle 5"/>
          <p:cNvSpPr>
            <a:spLocks noGrp="1" noChangeArrowheads="1"/>
          </p:cNvSpPr>
          <p:nvPr>
            <p:ph type="ftr" sz="quarter" idx="11"/>
          </p:nvPr>
        </p:nvSpPr>
        <p:spPr>
          <a:ln/>
        </p:spPr>
        <p:txBody>
          <a:bodyPr/>
          <a:lstStyle>
            <a:lvl1pPr>
              <a:defRPr/>
            </a:lvl1pPr>
          </a:lstStyle>
          <a:p>
            <a:pPr>
              <a:defRPr/>
            </a:pPr>
            <a:r>
              <a:rPr lang="en-US" smtClean="0"/>
              <a:t>Options, Futures, and Other Derivatives,  11th Edition, Copyright © John  C. Hull 2021</a:t>
            </a:r>
            <a:endParaRPr lang="en-US"/>
          </a:p>
        </p:txBody>
      </p:sp>
      <p:sp>
        <p:nvSpPr>
          <p:cNvPr id="7" name="Rectangle 6"/>
          <p:cNvSpPr>
            <a:spLocks noGrp="1" noChangeArrowheads="1"/>
          </p:cNvSpPr>
          <p:nvPr>
            <p:ph type="sldNum" sz="quarter" idx="12"/>
          </p:nvPr>
        </p:nvSpPr>
        <p:spPr>
          <a:ln/>
        </p:spPr>
        <p:txBody>
          <a:bodyPr/>
          <a:lstStyle>
            <a:lvl1pPr>
              <a:defRPr/>
            </a:lvl1pPr>
          </a:lstStyle>
          <a:p>
            <a:fld id="{32AE808A-5AFF-44A2-A471-7750537DC909}" type="slidenum">
              <a:rPr lang="en-US" altLang="en-US"/>
              <a:pPr/>
              <a:t>‹#›</a:t>
            </a:fld>
            <a:endParaRPr lang="en-US" altLang="en-US"/>
          </a:p>
        </p:txBody>
      </p:sp>
    </p:spTree>
    <p:extLst>
      <p:ext uri="{BB962C8B-B14F-4D97-AF65-F5344CB8AC3E}">
        <p14:creationId xmlns:p14="http://schemas.microsoft.com/office/powerpoint/2010/main" val="3821292839"/>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r>
              <a:rPr lang="en-US" noProof="0" smtClean="0"/>
              <a:t>Click icon to add picture</a:t>
            </a:r>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Rectangle 4"/>
          <p:cNvSpPr>
            <a:spLocks noGrp="1" noChangeArrowheads="1"/>
          </p:cNvSpPr>
          <p:nvPr>
            <p:ph type="dt" sz="half" idx="10"/>
          </p:nvPr>
        </p:nvSpPr>
        <p:spPr>
          <a:ln/>
        </p:spPr>
        <p:txBody>
          <a:bodyPr/>
          <a:lstStyle>
            <a:lvl1pPr>
              <a:defRPr/>
            </a:lvl1pPr>
          </a:lstStyle>
          <a:p>
            <a:pPr>
              <a:defRPr/>
            </a:pPr>
            <a:fld id="{553AF8A4-D1D4-4139-9806-D597CE15A3C5}" type="datetime1">
              <a:rPr lang="en-US" smtClean="0"/>
              <a:t>11/9/2021</a:t>
            </a:fld>
            <a:endParaRPr lang="en-US"/>
          </a:p>
        </p:txBody>
      </p:sp>
      <p:sp>
        <p:nvSpPr>
          <p:cNvPr id="6" name="Rectangle 5"/>
          <p:cNvSpPr>
            <a:spLocks noGrp="1" noChangeArrowheads="1"/>
          </p:cNvSpPr>
          <p:nvPr>
            <p:ph type="ftr" sz="quarter" idx="11"/>
          </p:nvPr>
        </p:nvSpPr>
        <p:spPr>
          <a:ln/>
        </p:spPr>
        <p:txBody>
          <a:bodyPr/>
          <a:lstStyle>
            <a:lvl1pPr>
              <a:defRPr/>
            </a:lvl1pPr>
          </a:lstStyle>
          <a:p>
            <a:pPr>
              <a:defRPr/>
            </a:pPr>
            <a:r>
              <a:rPr lang="en-US" smtClean="0"/>
              <a:t>Options, Futures, and Other Derivatives,  11th Edition, Copyright © John  C. Hull 2021</a:t>
            </a:r>
            <a:endParaRPr lang="en-US"/>
          </a:p>
        </p:txBody>
      </p:sp>
      <p:sp>
        <p:nvSpPr>
          <p:cNvPr id="7" name="Rectangle 6"/>
          <p:cNvSpPr>
            <a:spLocks noGrp="1" noChangeArrowheads="1"/>
          </p:cNvSpPr>
          <p:nvPr>
            <p:ph type="sldNum" sz="quarter" idx="12"/>
          </p:nvPr>
        </p:nvSpPr>
        <p:spPr>
          <a:ln/>
        </p:spPr>
        <p:txBody>
          <a:bodyPr/>
          <a:lstStyle>
            <a:lvl1pPr>
              <a:defRPr/>
            </a:lvl1pPr>
          </a:lstStyle>
          <a:p>
            <a:fld id="{A86F9098-9CE8-4D7A-BB9D-25F025D40846}" type="slidenum">
              <a:rPr lang="en-US" altLang="en-US"/>
              <a:pPr/>
              <a:t>‹#›</a:t>
            </a:fld>
            <a:endParaRPr lang="en-US" altLang="en-US"/>
          </a:p>
        </p:txBody>
      </p:sp>
    </p:spTree>
    <p:extLst>
      <p:ext uri="{BB962C8B-B14F-4D97-AF65-F5344CB8AC3E}">
        <p14:creationId xmlns:p14="http://schemas.microsoft.com/office/powerpoint/2010/main" val="3925490142"/>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Rectangle 4"/>
          <p:cNvSpPr>
            <a:spLocks noGrp="1" noChangeArrowheads="1"/>
          </p:cNvSpPr>
          <p:nvPr>
            <p:ph type="dt" sz="half" idx="10"/>
          </p:nvPr>
        </p:nvSpPr>
        <p:spPr>
          <a:ln/>
        </p:spPr>
        <p:txBody>
          <a:bodyPr/>
          <a:lstStyle>
            <a:lvl1pPr>
              <a:defRPr/>
            </a:lvl1pPr>
          </a:lstStyle>
          <a:p>
            <a:pPr>
              <a:defRPr/>
            </a:pPr>
            <a:fld id="{47503760-023D-4D9D-B9FA-230BD2E2D1BC}" type="datetime1">
              <a:rPr lang="en-US" smtClean="0"/>
              <a:t>11/9/2021</a:t>
            </a:fld>
            <a:endParaRPr lang="en-US"/>
          </a:p>
        </p:txBody>
      </p:sp>
      <p:sp>
        <p:nvSpPr>
          <p:cNvPr id="5" name="Rectangle 5"/>
          <p:cNvSpPr>
            <a:spLocks noGrp="1" noChangeArrowheads="1"/>
          </p:cNvSpPr>
          <p:nvPr>
            <p:ph type="ftr" sz="quarter" idx="11"/>
          </p:nvPr>
        </p:nvSpPr>
        <p:spPr>
          <a:ln/>
        </p:spPr>
        <p:txBody>
          <a:bodyPr/>
          <a:lstStyle>
            <a:lvl1pPr>
              <a:defRPr/>
            </a:lvl1pPr>
          </a:lstStyle>
          <a:p>
            <a:pPr>
              <a:defRPr/>
            </a:pPr>
            <a:r>
              <a:rPr lang="en-US" smtClean="0"/>
              <a:t>Options, Futures, and Other Derivatives,  11th Edition, Copyright © John  C. Hull 2021</a:t>
            </a:r>
            <a:endParaRPr lang="en-US"/>
          </a:p>
        </p:txBody>
      </p:sp>
      <p:sp>
        <p:nvSpPr>
          <p:cNvPr id="6" name="Rectangle 6"/>
          <p:cNvSpPr>
            <a:spLocks noGrp="1" noChangeArrowheads="1"/>
          </p:cNvSpPr>
          <p:nvPr>
            <p:ph type="sldNum" sz="quarter" idx="12"/>
          </p:nvPr>
        </p:nvSpPr>
        <p:spPr>
          <a:ln/>
        </p:spPr>
        <p:txBody>
          <a:bodyPr/>
          <a:lstStyle>
            <a:lvl1pPr>
              <a:defRPr/>
            </a:lvl1pPr>
          </a:lstStyle>
          <a:p>
            <a:fld id="{B93BC71D-E7E9-47C9-BEF6-8C1CD484B29F}" type="slidenum">
              <a:rPr lang="en-US" altLang="en-US"/>
              <a:pPr/>
              <a:t>‹#›</a:t>
            </a:fld>
            <a:endParaRPr lang="en-US" altLang="en-US"/>
          </a:p>
        </p:txBody>
      </p:sp>
    </p:spTree>
    <p:extLst>
      <p:ext uri="{BB962C8B-B14F-4D97-AF65-F5344CB8AC3E}">
        <p14:creationId xmlns:p14="http://schemas.microsoft.com/office/powerpoint/2010/main" val="2646158053"/>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405563" y="930275"/>
            <a:ext cx="2052637" cy="5332413"/>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246063" y="930275"/>
            <a:ext cx="6007100" cy="5332413"/>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Rectangle 4"/>
          <p:cNvSpPr>
            <a:spLocks noGrp="1" noChangeArrowheads="1"/>
          </p:cNvSpPr>
          <p:nvPr>
            <p:ph type="dt" sz="half" idx="10"/>
          </p:nvPr>
        </p:nvSpPr>
        <p:spPr>
          <a:ln/>
        </p:spPr>
        <p:txBody>
          <a:bodyPr/>
          <a:lstStyle>
            <a:lvl1pPr>
              <a:defRPr/>
            </a:lvl1pPr>
          </a:lstStyle>
          <a:p>
            <a:pPr>
              <a:defRPr/>
            </a:pPr>
            <a:fld id="{98FEA38D-42AE-45AD-9982-594614D3B79E}" type="datetime1">
              <a:rPr lang="en-US" smtClean="0"/>
              <a:t>11/9/2021</a:t>
            </a:fld>
            <a:endParaRPr lang="en-US"/>
          </a:p>
        </p:txBody>
      </p:sp>
      <p:sp>
        <p:nvSpPr>
          <p:cNvPr id="5" name="Rectangle 5"/>
          <p:cNvSpPr>
            <a:spLocks noGrp="1" noChangeArrowheads="1"/>
          </p:cNvSpPr>
          <p:nvPr>
            <p:ph type="ftr" sz="quarter" idx="11"/>
          </p:nvPr>
        </p:nvSpPr>
        <p:spPr>
          <a:ln/>
        </p:spPr>
        <p:txBody>
          <a:bodyPr/>
          <a:lstStyle>
            <a:lvl1pPr>
              <a:defRPr/>
            </a:lvl1pPr>
          </a:lstStyle>
          <a:p>
            <a:pPr>
              <a:defRPr/>
            </a:pPr>
            <a:r>
              <a:rPr lang="en-US" smtClean="0"/>
              <a:t>Options, Futures, and Other Derivatives,  11th Edition, Copyright © John  C. Hull 2021</a:t>
            </a:r>
            <a:endParaRPr lang="en-US"/>
          </a:p>
        </p:txBody>
      </p:sp>
      <p:sp>
        <p:nvSpPr>
          <p:cNvPr id="6" name="Rectangle 6"/>
          <p:cNvSpPr>
            <a:spLocks noGrp="1" noChangeArrowheads="1"/>
          </p:cNvSpPr>
          <p:nvPr>
            <p:ph type="sldNum" sz="quarter" idx="12"/>
          </p:nvPr>
        </p:nvSpPr>
        <p:spPr>
          <a:ln/>
        </p:spPr>
        <p:txBody>
          <a:bodyPr/>
          <a:lstStyle>
            <a:lvl1pPr>
              <a:defRPr/>
            </a:lvl1pPr>
          </a:lstStyle>
          <a:p>
            <a:fld id="{7138EBDD-E7C8-406A-AAED-206A533B8838}" type="slidenum">
              <a:rPr lang="en-US" altLang="en-US"/>
              <a:pPr/>
              <a:t>‹#›</a:t>
            </a:fld>
            <a:endParaRPr lang="en-US" altLang="en-US"/>
          </a:p>
        </p:txBody>
      </p:sp>
    </p:spTree>
    <p:extLst>
      <p:ext uri="{BB962C8B-B14F-4D97-AF65-F5344CB8AC3E}">
        <p14:creationId xmlns:p14="http://schemas.microsoft.com/office/powerpoint/2010/main" val="1251713992"/>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xAndObj">
  <p:cSld name="Title, Text,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457200" y="122238"/>
            <a:ext cx="7543800" cy="1295400"/>
          </a:xfrm>
        </p:spPr>
        <p:txBody>
          <a:bodyPr/>
          <a:lstStyle/>
          <a:p>
            <a:r>
              <a:rPr lang="en-US" smtClean="0"/>
              <a:t>Click to edit Master title style</a:t>
            </a:r>
            <a:endParaRPr lang="en-US"/>
          </a:p>
        </p:txBody>
      </p:sp>
      <p:sp>
        <p:nvSpPr>
          <p:cNvPr id="3" name="Text Placeholder 2"/>
          <p:cNvSpPr>
            <a:spLocks noGrp="1"/>
          </p:cNvSpPr>
          <p:nvPr>
            <p:ph type="body" sz="half" idx="1"/>
          </p:nvPr>
        </p:nvSpPr>
        <p:spPr>
          <a:xfrm>
            <a:off x="457200" y="1719263"/>
            <a:ext cx="4038600" cy="4411662"/>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719263"/>
            <a:ext cx="4038600" cy="4411662"/>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a:xfrm>
            <a:off x="457200" y="6248400"/>
            <a:ext cx="2133600" cy="457200"/>
          </a:xfrm>
        </p:spPr>
        <p:txBody>
          <a:bodyPr/>
          <a:lstStyle>
            <a:lvl1pPr>
              <a:defRPr smtClean="0"/>
            </a:lvl1pPr>
          </a:lstStyle>
          <a:p>
            <a:pPr>
              <a:defRPr/>
            </a:pPr>
            <a:fld id="{F38D9ABC-216E-43D2-AD96-6A62E222E505}" type="datetime1">
              <a:rPr lang="en-US" smtClean="0"/>
              <a:t>11/9/2021</a:t>
            </a:fld>
            <a:endParaRPr lang="en-US"/>
          </a:p>
        </p:txBody>
      </p:sp>
      <p:sp>
        <p:nvSpPr>
          <p:cNvPr id="6" name="Footer Placeholder 5"/>
          <p:cNvSpPr>
            <a:spLocks noGrp="1"/>
          </p:cNvSpPr>
          <p:nvPr>
            <p:ph type="ftr" sz="quarter" idx="11"/>
          </p:nvPr>
        </p:nvSpPr>
        <p:spPr>
          <a:xfrm>
            <a:off x="250825" y="6248400"/>
            <a:ext cx="7561263" cy="457200"/>
          </a:xfrm>
        </p:spPr>
        <p:txBody>
          <a:bodyPr/>
          <a:lstStyle>
            <a:lvl1pPr>
              <a:defRPr/>
            </a:lvl1pPr>
          </a:lstStyle>
          <a:p>
            <a:pPr>
              <a:defRPr/>
            </a:pPr>
            <a:r>
              <a:rPr lang="en-US" smtClean="0"/>
              <a:t>Options, Futures, and Other Derivatives,  11th Edition, Copyright © John  C. Hull 2021</a:t>
            </a:r>
            <a:endParaRPr lang="en-US"/>
          </a:p>
        </p:txBody>
      </p:sp>
      <p:sp>
        <p:nvSpPr>
          <p:cNvPr id="7" name="Slide Number Placeholder 6"/>
          <p:cNvSpPr>
            <a:spLocks noGrp="1"/>
          </p:cNvSpPr>
          <p:nvPr>
            <p:ph type="sldNum" sz="quarter" idx="12"/>
          </p:nvPr>
        </p:nvSpPr>
        <p:spPr>
          <a:xfrm>
            <a:off x="6553200" y="6248400"/>
            <a:ext cx="2133600" cy="457200"/>
          </a:xfrm>
        </p:spPr>
        <p:txBody>
          <a:bodyPr/>
          <a:lstStyle>
            <a:lvl1pPr>
              <a:defRPr/>
            </a:lvl1pPr>
          </a:lstStyle>
          <a:p>
            <a:fld id="{82A09AE8-6A9B-4D18-913A-CE4CB64E3B7F}" type="slidenum">
              <a:rPr lang="en-US" altLang="en-US"/>
              <a:pPr/>
              <a:t>‹#›</a:t>
            </a:fld>
            <a:endParaRPr lang="en-US" altLang="en-US"/>
          </a:p>
        </p:txBody>
      </p:sp>
    </p:spTree>
    <p:extLst>
      <p:ext uri="{BB962C8B-B14F-4D97-AF65-F5344CB8AC3E}">
        <p14:creationId xmlns:p14="http://schemas.microsoft.com/office/powerpoint/2010/main" val="1485770985"/>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txAndTwoObj">
  <p:cSld name="Title, Text, and 2 Content">
    <p:spTree>
      <p:nvGrpSpPr>
        <p:cNvPr id="1" name=""/>
        <p:cNvGrpSpPr/>
        <p:nvPr/>
      </p:nvGrpSpPr>
      <p:grpSpPr>
        <a:xfrm>
          <a:off x="0" y="0"/>
          <a:ext cx="0" cy="0"/>
          <a:chOff x="0" y="0"/>
          <a:chExt cx="0" cy="0"/>
        </a:xfrm>
      </p:grpSpPr>
      <p:sp>
        <p:nvSpPr>
          <p:cNvPr id="2" name="Title 1"/>
          <p:cNvSpPr>
            <a:spLocks noGrp="1"/>
          </p:cNvSpPr>
          <p:nvPr>
            <p:ph type="title"/>
          </p:nvPr>
        </p:nvSpPr>
        <p:spPr>
          <a:xfrm>
            <a:off x="457200" y="122238"/>
            <a:ext cx="7543800" cy="1295400"/>
          </a:xfrm>
        </p:spPr>
        <p:txBody>
          <a:bodyPr/>
          <a:lstStyle/>
          <a:p>
            <a:r>
              <a:rPr lang="en-US" smtClean="0"/>
              <a:t>Click to edit Master title style</a:t>
            </a:r>
            <a:endParaRPr lang="en-US"/>
          </a:p>
        </p:txBody>
      </p:sp>
      <p:sp>
        <p:nvSpPr>
          <p:cNvPr id="3" name="Text Placeholder 2"/>
          <p:cNvSpPr>
            <a:spLocks noGrp="1"/>
          </p:cNvSpPr>
          <p:nvPr>
            <p:ph type="body" sz="half" idx="1"/>
          </p:nvPr>
        </p:nvSpPr>
        <p:spPr>
          <a:xfrm>
            <a:off x="457200" y="1719263"/>
            <a:ext cx="4038600" cy="4411662"/>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quarter" idx="2"/>
          </p:nvPr>
        </p:nvSpPr>
        <p:spPr>
          <a:xfrm>
            <a:off x="4648200" y="1719263"/>
            <a:ext cx="4038600" cy="2128837"/>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Content Placeholder 4"/>
          <p:cNvSpPr>
            <a:spLocks noGrp="1"/>
          </p:cNvSpPr>
          <p:nvPr>
            <p:ph sz="quarter" idx="3"/>
          </p:nvPr>
        </p:nvSpPr>
        <p:spPr>
          <a:xfrm>
            <a:off x="4648200" y="4000500"/>
            <a:ext cx="4038600" cy="2130425"/>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Date Placeholder 5"/>
          <p:cNvSpPr>
            <a:spLocks noGrp="1"/>
          </p:cNvSpPr>
          <p:nvPr>
            <p:ph type="dt" sz="half" idx="10"/>
          </p:nvPr>
        </p:nvSpPr>
        <p:spPr>
          <a:xfrm>
            <a:off x="457200" y="6248400"/>
            <a:ext cx="2133600" cy="457200"/>
          </a:xfrm>
        </p:spPr>
        <p:txBody>
          <a:bodyPr/>
          <a:lstStyle>
            <a:lvl1pPr>
              <a:defRPr smtClean="0"/>
            </a:lvl1pPr>
          </a:lstStyle>
          <a:p>
            <a:pPr>
              <a:defRPr/>
            </a:pPr>
            <a:fld id="{053CC645-3277-4C23-86E9-C78582634E77}" type="datetime1">
              <a:rPr lang="en-US" smtClean="0"/>
              <a:t>11/9/2021</a:t>
            </a:fld>
            <a:endParaRPr lang="en-US"/>
          </a:p>
        </p:txBody>
      </p:sp>
      <p:sp>
        <p:nvSpPr>
          <p:cNvPr id="7" name="Footer Placeholder 6"/>
          <p:cNvSpPr>
            <a:spLocks noGrp="1"/>
          </p:cNvSpPr>
          <p:nvPr>
            <p:ph type="ftr" sz="quarter" idx="11"/>
          </p:nvPr>
        </p:nvSpPr>
        <p:spPr>
          <a:xfrm>
            <a:off x="250825" y="6248400"/>
            <a:ext cx="7561263" cy="457200"/>
          </a:xfrm>
        </p:spPr>
        <p:txBody>
          <a:bodyPr/>
          <a:lstStyle>
            <a:lvl1pPr>
              <a:defRPr/>
            </a:lvl1pPr>
          </a:lstStyle>
          <a:p>
            <a:pPr>
              <a:defRPr/>
            </a:pPr>
            <a:r>
              <a:rPr lang="en-US" smtClean="0"/>
              <a:t>Options, Futures, and Other Derivatives,  11th Edition, Copyright © John  C. Hull 2021</a:t>
            </a:r>
            <a:endParaRPr lang="en-US"/>
          </a:p>
        </p:txBody>
      </p:sp>
      <p:sp>
        <p:nvSpPr>
          <p:cNvPr id="8" name="Slide Number Placeholder 7"/>
          <p:cNvSpPr>
            <a:spLocks noGrp="1"/>
          </p:cNvSpPr>
          <p:nvPr>
            <p:ph type="sldNum" sz="quarter" idx="12"/>
          </p:nvPr>
        </p:nvSpPr>
        <p:spPr>
          <a:xfrm>
            <a:off x="6553200" y="6248400"/>
            <a:ext cx="2133600" cy="457200"/>
          </a:xfrm>
        </p:spPr>
        <p:txBody>
          <a:bodyPr/>
          <a:lstStyle>
            <a:lvl1pPr>
              <a:defRPr/>
            </a:lvl1pPr>
          </a:lstStyle>
          <a:p>
            <a:fld id="{663C8587-008A-495C-BD0C-359A4BD910B6}" type="slidenum">
              <a:rPr lang="en-US" altLang="en-US"/>
              <a:pPr/>
              <a:t>‹#›</a:t>
            </a:fld>
            <a:endParaRPr lang="en-US" altLang="en-US"/>
          </a:p>
        </p:txBody>
      </p:sp>
    </p:spTree>
    <p:extLst>
      <p:ext uri="{BB962C8B-B14F-4D97-AF65-F5344CB8AC3E}">
        <p14:creationId xmlns:p14="http://schemas.microsoft.com/office/powerpoint/2010/main" val="1185387045"/>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image" Target="../media/image3.png"/><Relationship Id="rId2" Type="http://schemas.openxmlformats.org/officeDocument/2006/relationships/slideLayout" Target="../slideLayouts/slideLayout2.xml"/><Relationship Id="rId16" Type="http://schemas.openxmlformats.org/officeDocument/2006/relationships/image" Target="../media/image2.png"/><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image" Target="../media/image1.png"/><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gradFill rotWithShape="0">
          <a:gsLst>
            <a:gs pos="0">
              <a:schemeClr val="bg2"/>
            </a:gs>
            <a:gs pos="50000">
              <a:schemeClr val="bg1"/>
            </a:gs>
            <a:gs pos="100000">
              <a:schemeClr val="bg2"/>
            </a:gs>
          </a:gsLst>
          <a:lin ang="2700000" scaled="1"/>
        </a:gradFill>
        <a:effectLst/>
      </p:bgPr>
    </p:bg>
    <p:spTree>
      <p:nvGrpSpPr>
        <p:cNvPr id="1" name=""/>
        <p:cNvGrpSpPr/>
        <p:nvPr/>
      </p:nvGrpSpPr>
      <p:grpSpPr>
        <a:xfrm>
          <a:off x="0" y="0"/>
          <a:ext cx="0" cy="0"/>
          <a:chOff x="0" y="0"/>
          <a:chExt cx="0" cy="0"/>
        </a:xfrm>
      </p:grpSpPr>
      <p:sp>
        <p:nvSpPr>
          <p:cNvPr id="1026" name="Rectangle 2"/>
          <p:cNvSpPr>
            <a:spLocks noGrp="1" noChangeArrowheads="1"/>
          </p:cNvSpPr>
          <p:nvPr>
            <p:ph type="title"/>
          </p:nvPr>
        </p:nvSpPr>
        <p:spPr bwMode="auto">
          <a:xfrm>
            <a:off x="246063" y="930275"/>
            <a:ext cx="7772400" cy="1143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p>
            <a:pPr lvl="0"/>
            <a:r>
              <a:rPr lang="en-US" altLang="en-US" smtClean="0"/>
              <a:t>Click to edit Master title style</a:t>
            </a:r>
          </a:p>
        </p:txBody>
      </p:sp>
      <p:sp>
        <p:nvSpPr>
          <p:cNvPr id="1027" name="Rectangle 3"/>
          <p:cNvSpPr>
            <a:spLocks noGrp="1" noChangeArrowheads="1"/>
          </p:cNvSpPr>
          <p:nvPr>
            <p:ph type="body" idx="1"/>
          </p:nvPr>
        </p:nvSpPr>
        <p:spPr bwMode="auto">
          <a:xfrm>
            <a:off x="685800" y="2147888"/>
            <a:ext cx="7772400" cy="411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lvl="0"/>
            <a:r>
              <a:rPr lang="en-US" altLang="en-US" smtClean="0"/>
              <a:t>Click to edit Master text styles</a:t>
            </a:r>
          </a:p>
          <a:p>
            <a:pPr lvl="1"/>
            <a:r>
              <a:rPr lang="en-US" altLang="en-US" smtClean="0"/>
              <a:t>Second level</a:t>
            </a:r>
          </a:p>
          <a:p>
            <a:pPr lvl="2"/>
            <a:r>
              <a:rPr lang="en-US" altLang="en-US" smtClean="0"/>
              <a:t>Third level</a:t>
            </a:r>
          </a:p>
          <a:p>
            <a:pPr lvl="3"/>
            <a:r>
              <a:rPr lang="en-US" altLang="en-US" smtClean="0"/>
              <a:t>Fourth level</a:t>
            </a:r>
          </a:p>
          <a:p>
            <a:pPr lvl="4"/>
            <a:r>
              <a:rPr lang="en-US" altLang="en-US" smtClean="0"/>
              <a:t>Fifth level</a:t>
            </a:r>
          </a:p>
        </p:txBody>
      </p:sp>
      <p:sp>
        <p:nvSpPr>
          <p:cNvPr id="4100" name="Rectangle 4"/>
          <p:cNvSpPr>
            <a:spLocks noGrp="1" noChangeArrowheads="1"/>
          </p:cNvSpPr>
          <p:nvPr>
            <p:ph type="dt" sz="half" idx="2"/>
          </p:nvPr>
        </p:nvSpPr>
        <p:spPr bwMode="auto">
          <a:xfrm>
            <a:off x="685800" y="6324600"/>
            <a:ext cx="1905000" cy="457200"/>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a:defRPr sz="1400" smtClean="0">
                <a:latin typeface="Arial" charset="0"/>
                <a:cs typeface="Arial" charset="0"/>
              </a:defRPr>
            </a:lvl1pPr>
          </a:lstStyle>
          <a:p>
            <a:pPr>
              <a:defRPr/>
            </a:pPr>
            <a:fld id="{7BC03317-0FC6-4CC7-8D07-28A9E7F2829E}" type="datetime1">
              <a:rPr lang="en-US" smtClean="0"/>
              <a:t>11/9/2021</a:t>
            </a:fld>
            <a:endParaRPr lang="en-US"/>
          </a:p>
        </p:txBody>
      </p:sp>
      <p:sp>
        <p:nvSpPr>
          <p:cNvPr id="4101" name="Rectangle 5"/>
          <p:cNvSpPr>
            <a:spLocks noGrp="1" noChangeArrowheads="1"/>
          </p:cNvSpPr>
          <p:nvPr>
            <p:ph type="ftr" sz="quarter" idx="3"/>
          </p:nvPr>
        </p:nvSpPr>
        <p:spPr bwMode="auto">
          <a:xfrm>
            <a:off x="2667000" y="6324600"/>
            <a:ext cx="4419600" cy="457200"/>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algn="ctr">
              <a:defRPr sz="1400">
                <a:latin typeface="Arial" charset="0"/>
                <a:cs typeface="Arial" charset="0"/>
              </a:defRPr>
            </a:lvl1pPr>
          </a:lstStyle>
          <a:p>
            <a:pPr>
              <a:defRPr/>
            </a:pPr>
            <a:r>
              <a:rPr lang="en-US" smtClean="0"/>
              <a:t>Options, Futures, and Other Derivatives,  11th Edition, Copyright © John  C. Hull 2021</a:t>
            </a:r>
            <a:endParaRPr lang="en-US"/>
          </a:p>
        </p:txBody>
      </p:sp>
      <p:sp>
        <p:nvSpPr>
          <p:cNvPr id="4102" name="Rectangle 6"/>
          <p:cNvSpPr>
            <a:spLocks noGrp="1" noChangeArrowheads="1"/>
          </p:cNvSpPr>
          <p:nvPr>
            <p:ph type="sldNum" sz="quarter" idx="4"/>
          </p:nvPr>
        </p:nvSpPr>
        <p:spPr bwMode="auto">
          <a:xfrm>
            <a:off x="6553200" y="6324600"/>
            <a:ext cx="1905000" cy="457200"/>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algn="r">
              <a:defRPr sz="1400"/>
            </a:lvl1pPr>
          </a:lstStyle>
          <a:p>
            <a:fld id="{D69F95B5-6C84-45B1-A651-B11D61752724}" type="slidenum">
              <a:rPr lang="en-US" altLang="en-US"/>
              <a:pPr/>
              <a:t>‹#›</a:t>
            </a:fld>
            <a:endParaRPr lang="en-US" altLang="en-US"/>
          </a:p>
        </p:txBody>
      </p:sp>
      <p:grpSp>
        <p:nvGrpSpPr>
          <p:cNvPr id="1031" name="Group 7"/>
          <p:cNvGrpSpPr>
            <a:grpSpLocks/>
          </p:cNvGrpSpPr>
          <p:nvPr/>
        </p:nvGrpSpPr>
        <p:grpSpPr bwMode="auto">
          <a:xfrm>
            <a:off x="261938" y="87313"/>
            <a:ext cx="8488362" cy="831850"/>
            <a:chOff x="165" y="55"/>
            <a:chExt cx="5347" cy="524"/>
          </a:xfrm>
        </p:grpSpPr>
        <p:grpSp>
          <p:nvGrpSpPr>
            <p:cNvPr id="1032" name="Group 8"/>
            <p:cNvGrpSpPr>
              <a:grpSpLocks/>
            </p:cNvGrpSpPr>
            <p:nvPr userDrawn="1"/>
          </p:nvGrpSpPr>
          <p:grpSpPr bwMode="auto">
            <a:xfrm>
              <a:off x="664" y="104"/>
              <a:ext cx="4848" cy="432"/>
              <a:chOff x="664" y="104"/>
              <a:chExt cx="4848" cy="432"/>
            </a:xfrm>
          </p:grpSpPr>
          <p:sp>
            <p:nvSpPr>
              <p:cNvPr id="1034" name="Freeform 9"/>
              <p:cNvSpPr>
                <a:spLocks/>
              </p:cNvSpPr>
              <p:nvPr/>
            </p:nvSpPr>
            <p:spPr bwMode="ltGray">
              <a:xfrm>
                <a:off x="664" y="104"/>
                <a:ext cx="4848" cy="432"/>
              </a:xfrm>
              <a:custGeom>
                <a:avLst/>
                <a:gdLst>
                  <a:gd name="T0" fmla="*/ 4848 w 4848"/>
                  <a:gd name="T1" fmla="*/ 48 h 432"/>
                  <a:gd name="T2" fmla="*/ 4848 w 4848"/>
                  <a:gd name="T3" fmla="*/ 432 h 432"/>
                  <a:gd name="T4" fmla="*/ 0 w 4848"/>
                  <a:gd name="T5" fmla="*/ 432 h 432"/>
                  <a:gd name="T6" fmla="*/ 0 w 4848"/>
                  <a:gd name="T7" fmla="*/ 0 h 432"/>
                  <a:gd name="T8" fmla="*/ 4848 w 4848"/>
                  <a:gd name="T9" fmla="*/ 0 h 432"/>
                  <a:gd name="T10" fmla="*/ 4848 w 4848"/>
                  <a:gd name="T11" fmla="*/ 48 h 432"/>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4848" h="432">
                    <a:moveTo>
                      <a:pt x="4848" y="48"/>
                    </a:moveTo>
                    <a:lnTo>
                      <a:pt x="4848" y="432"/>
                    </a:lnTo>
                    <a:cubicBezTo>
                      <a:pt x="4848" y="432"/>
                      <a:pt x="2424" y="432"/>
                      <a:pt x="0" y="432"/>
                    </a:cubicBezTo>
                    <a:cubicBezTo>
                      <a:pt x="161" y="345"/>
                      <a:pt x="169" y="61"/>
                      <a:pt x="0" y="0"/>
                    </a:cubicBezTo>
                    <a:cubicBezTo>
                      <a:pt x="2424" y="0"/>
                      <a:pt x="4848" y="0"/>
                      <a:pt x="4848" y="0"/>
                    </a:cubicBezTo>
                    <a:lnTo>
                      <a:pt x="4848" y="48"/>
                    </a:lnTo>
                    <a:close/>
                  </a:path>
                </a:pathLst>
              </a:custGeom>
              <a:solidFill>
                <a:schemeClr val="hlink"/>
              </a:solidFill>
              <a:ln w="9525">
                <a:solidFill>
                  <a:schemeClr val="bg2"/>
                </a:solidFill>
                <a:round/>
                <a:headEnd/>
                <a:tailEnd/>
              </a:ln>
            </p:spPr>
            <p:txBody>
              <a:bodyPr wrap="none" anchor="ctr"/>
              <a:lstStyle/>
              <a:p>
                <a:endParaRPr lang="en-US"/>
              </a:p>
            </p:txBody>
          </p:sp>
          <p:grpSp>
            <p:nvGrpSpPr>
              <p:cNvPr id="1035" name="Group 10"/>
              <p:cNvGrpSpPr>
                <a:grpSpLocks/>
              </p:cNvGrpSpPr>
              <p:nvPr/>
            </p:nvGrpSpPr>
            <p:grpSpPr bwMode="auto">
              <a:xfrm>
                <a:off x="1195" y="104"/>
                <a:ext cx="3827" cy="429"/>
                <a:chOff x="1021" y="240"/>
                <a:chExt cx="3827" cy="429"/>
              </a:xfrm>
            </p:grpSpPr>
            <p:grpSp>
              <p:nvGrpSpPr>
                <p:cNvPr id="1084" name="Group 11"/>
                <p:cNvGrpSpPr>
                  <a:grpSpLocks/>
                </p:cNvGrpSpPr>
                <p:nvPr/>
              </p:nvGrpSpPr>
              <p:grpSpPr bwMode="auto">
                <a:xfrm>
                  <a:off x="1021" y="241"/>
                  <a:ext cx="2208" cy="427"/>
                  <a:chOff x="1021" y="241"/>
                  <a:chExt cx="2208" cy="427"/>
                </a:xfrm>
              </p:grpSpPr>
              <p:sp>
                <p:nvSpPr>
                  <p:cNvPr id="1128" name="Freeform 12"/>
                  <p:cNvSpPr>
                    <a:spLocks/>
                  </p:cNvSpPr>
                  <p:nvPr/>
                </p:nvSpPr>
                <p:spPr bwMode="ltGray">
                  <a:xfrm>
                    <a:off x="2257" y="633"/>
                    <a:ext cx="7" cy="8"/>
                  </a:xfrm>
                  <a:custGeom>
                    <a:avLst/>
                    <a:gdLst>
                      <a:gd name="T0" fmla="*/ 2 w 15"/>
                      <a:gd name="T1" fmla="*/ 4 h 23"/>
                      <a:gd name="T2" fmla="*/ 7 w 15"/>
                      <a:gd name="T3" fmla="*/ 2 h 23"/>
                      <a:gd name="T4" fmla="*/ 6 w 15"/>
                      <a:gd name="T5" fmla="*/ 6 h 23"/>
                      <a:gd name="T6" fmla="*/ 2 w 15"/>
                      <a:gd name="T7" fmla="*/ 4 h 23"/>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15" h="23">
                        <a:moveTo>
                          <a:pt x="5" y="11"/>
                        </a:moveTo>
                        <a:cubicBezTo>
                          <a:pt x="2" y="1"/>
                          <a:pt x="7" y="0"/>
                          <a:pt x="15" y="5"/>
                        </a:cubicBezTo>
                        <a:cubicBezTo>
                          <a:pt x="14" y="9"/>
                          <a:pt x="15" y="13"/>
                          <a:pt x="13" y="17"/>
                        </a:cubicBezTo>
                        <a:cubicBezTo>
                          <a:pt x="9" y="23"/>
                          <a:pt x="0" y="16"/>
                          <a:pt x="5" y="11"/>
                        </a:cubicBezTo>
                        <a:close/>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US"/>
                  </a:p>
                </p:txBody>
              </p:sp>
              <p:sp>
                <p:nvSpPr>
                  <p:cNvPr id="1129" name="Freeform 13"/>
                  <p:cNvSpPr>
                    <a:spLocks/>
                  </p:cNvSpPr>
                  <p:nvPr/>
                </p:nvSpPr>
                <p:spPr bwMode="ltGray">
                  <a:xfrm>
                    <a:off x="2332" y="660"/>
                    <a:ext cx="9" cy="8"/>
                  </a:xfrm>
                  <a:custGeom>
                    <a:avLst/>
                    <a:gdLst>
                      <a:gd name="T0" fmla="*/ 1 w 20"/>
                      <a:gd name="T1" fmla="*/ 5 h 23"/>
                      <a:gd name="T2" fmla="*/ 5 w 20"/>
                      <a:gd name="T3" fmla="*/ 1 h 23"/>
                      <a:gd name="T4" fmla="*/ 3 w 20"/>
                      <a:gd name="T5" fmla="*/ 7 h 23"/>
                      <a:gd name="T6" fmla="*/ 1 w 20"/>
                      <a:gd name="T7" fmla="*/ 5 h 23"/>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20" h="23">
                        <a:moveTo>
                          <a:pt x="3" y="13"/>
                        </a:moveTo>
                        <a:cubicBezTo>
                          <a:pt x="0" y="5"/>
                          <a:pt x="2" y="0"/>
                          <a:pt x="11" y="3"/>
                        </a:cubicBezTo>
                        <a:cubicBezTo>
                          <a:pt x="16" y="10"/>
                          <a:pt x="20" y="23"/>
                          <a:pt x="7" y="19"/>
                        </a:cubicBezTo>
                        <a:cubicBezTo>
                          <a:pt x="6" y="17"/>
                          <a:pt x="3" y="13"/>
                          <a:pt x="3" y="13"/>
                        </a:cubicBezTo>
                        <a:close/>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US"/>
                  </a:p>
                </p:txBody>
              </p:sp>
              <p:sp>
                <p:nvSpPr>
                  <p:cNvPr id="1130" name="Freeform 14"/>
                  <p:cNvSpPr>
                    <a:spLocks/>
                  </p:cNvSpPr>
                  <p:nvPr/>
                </p:nvSpPr>
                <p:spPr bwMode="ltGray">
                  <a:xfrm>
                    <a:off x="2120" y="616"/>
                    <a:ext cx="13" cy="14"/>
                  </a:xfrm>
                  <a:custGeom>
                    <a:avLst/>
                    <a:gdLst>
                      <a:gd name="T0" fmla="*/ 7 w 30"/>
                      <a:gd name="T1" fmla="*/ 11 h 42"/>
                      <a:gd name="T2" fmla="*/ 3 w 30"/>
                      <a:gd name="T3" fmla="*/ 7 h 42"/>
                      <a:gd name="T4" fmla="*/ 0 w 30"/>
                      <a:gd name="T5" fmla="*/ 3 h 42"/>
                      <a:gd name="T6" fmla="*/ 7 w 30"/>
                      <a:gd name="T7" fmla="*/ 1 h 42"/>
                      <a:gd name="T8" fmla="*/ 13 w 30"/>
                      <a:gd name="T9" fmla="*/ 8 h 42"/>
                      <a:gd name="T10" fmla="*/ 12 w 30"/>
                      <a:gd name="T11" fmla="*/ 10 h 42"/>
                      <a:gd name="T12" fmla="*/ 7 w 30"/>
                      <a:gd name="T13" fmla="*/ 11 h 42"/>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30" h="42">
                        <a:moveTo>
                          <a:pt x="16" y="33"/>
                        </a:moveTo>
                        <a:cubicBezTo>
                          <a:pt x="3" y="20"/>
                          <a:pt x="15" y="34"/>
                          <a:pt x="8" y="21"/>
                        </a:cubicBezTo>
                        <a:cubicBezTo>
                          <a:pt x="6" y="17"/>
                          <a:pt x="0" y="9"/>
                          <a:pt x="0" y="9"/>
                        </a:cubicBezTo>
                        <a:cubicBezTo>
                          <a:pt x="5" y="1"/>
                          <a:pt x="7" y="0"/>
                          <a:pt x="16" y="3"/>
                        </a:cubicBezTo>
                        <a:cubicBezTo>
                          <a:pt x="25" y="16"/>
                          <a:pt x="10" y="16"/>
                          <a:pt x="30" y="23"/>
                        </a:cubicBezTo>
                        <a:cubicBezTo>
                          <a:pt x="29" y="26"/>
                          <a:pt x="30" y="29"/>
                          <a:pt x="28" y="31"/>
                        </a:cubicBezTo>
                        <a:cubicBezTo>
                          <a:pt x="15" y="42"/>
                          <a:pt x="16" y="38"/>
                          <a:pt x="16" y="33"/>
                        </a:cubicBezTo>
                        <a:close/>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US"/>
                  </a:p>
                </p:txBody>
              </p:sp>
              <p:sp>
                <p:nvSpPr>
                  <p:cNvPr id="1131" name="Freeform 15"/>
                  <p:cNvSpPr>
                    <a:spLocks/>
                  </p:cNvSpPr>
                  <p:nvPr/>
                </p:nvSpPr>
                <p:spPr bwMode="ltGray">
                  <a:xfrm>
                    <a:off x="1967" y="629"/>
                    <a:ext cx="11" cy="5"/>
                  </a:xfrm>
                  <a:custGeom>
                    <a:avLst/>
                    <a:gdLst>
                      <a:gd name="T0" fmla="*/ 7 w 25"/>
                      <a:gd name="T1" fmla="*/ 5 h 16"/>
                      <a:gd name="T2" fmla="*/ 1 w 25"/>
                      <a:gd name="T3" fmla="*/ 3 h 16"/>
                      <a:gd name="T4" fmla="*/ 7 w 25"/>
                      <a:gd name="T5" fmla="*/ 0 h 16"/>
                      <a:gd name="T6" fmla="*/ 7 w 25"/>
                      <a:gd name="T7" fmla="*/ 5 h 16"/>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25" h="16">
                        <a:moveTo>
                          <a:pt x="15" y="16"/>
                        </a:moveTo>
                        <a:cubicBezTo>
                          <a:pt x="10" y="15"/>
                          <a:pt x="0" y="12"/>
                          <a:pt x="3" y="8"/>
                        </a:cubicBezTo>
                        <a:cubicBezTo>
                          <a:pt x="6" y="4"/>
                          <a:pt x="15" y="0"/>
                          <a:pt x="15" y="0"/>
                        </a:cubicBezTo>
                        <a:cubicBezTo>
                          <a:pt x="17" y="3"/>
                          <a:pt x="25" y="16"/>
                          <a:pt x="15" y="16"/>
                        </a:cubicBezTo>
                        <a:close/>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US"/>
                  </a:p>
                </p:txBody>
              </p:sp>
              <p:sp>
                <p:nvSpPr>
                  <p:cNvPr id="1132" name="Freeform 16"/>
                  <p:cNvSpPr>
                    <a:spLocks/>
                  </p:cNvSpPr>
                  <p:nvPr/>
                </p:nvSpPr>
                <p:spPr bwMode="ltGray">
                  <a:xfrm>
                    <a:off x="1921" y="635"/>
                    <a:ext cx="28" cy="16"/>
                  </a:xfrm>
                  <a:custGeom>
                    <a:avLst/>
                    <a:gdLst>
                      <a:gd name="T0" fmla="*/ 6 w 65"/>
                      <a:gd name="T1" fmla="*/ 8 h 46"/>
                      <a:gd name="T2" fmla="*/ 13 w 65"/>
                      <a:gd name="T3" fmla="*/ 1 h 46"/>
                      <a:gd name="T4" fmla="*/ 18 w 65"/>
                      <a:gd name="T5" fmla="*/ 0 h 46"/>
                      <a:gd name="T6" fmla="*/ 25 w 65"/>
                      <a:gd name="T7" fmla="*/ 4 h 46"/>
                      <a:gd name="T8" fmla="*/ 14 w 65"/>
                      <a:gd name="T9" fmla="*/ 9 h 46"/>
                      <a:gd name="T10" fmla="*/ 5 w 65"/>
                      <a:gd name="T11" fmla="*/ 16 h 46"/>
                      <a:gd name="T12" fmla="*/ 3 w 65"/>
                      <a:gd name="T13" fmla="*/ 7 h 46"/>
                      <a:gd name="T14" fmla="*/ 5 w 65"/>
                      <a:gd name="T15" fmla="*/ 5 h 46"/>
                      <a:gd name="T16" fmla="*/ 6 w 65"/>
                      <a:gd name="T17" fmla="*/ 8 h 46"/>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0" t="0" r="r" b="b"/>
                    <a:pathLst>
                      <a:path w="65" h="46">
                        <a:moveTo>
                          <a:pt x="14" y="24"/>
                        </a:moveTo>
                        <a:cubicBezTo>
                          <a:pt x="18" y="13"/>
                          <a:pt x="16" y="9"/>
                          <a:pt x="30" y="4"/>
                        </a:cubicBezTo>
                        <a:cubicBezTo>
                          <a:pt x="34" y="3"/>
                          <a:pt x="42" y="0"/>
                          <a:pt x="42" y="0"/>
                        </a:cubicBezTo>
                        <a:cubicBezTo>
                          <a:pt x="50" y="1"/>
                          <a:pt x="65" y="0"/>
                          <a:pt x="58" y="12"/>
                        </a:cubicBezTo>
                        <a:cubicBezTo>
                          <a:pt x="53" y="21"/>
                          <a:pt x="40" y="21"/>
                          <a:pt x="32" y="26"/>
                        </a:cubicBezTo>
                        <a:cubicBezTo>
                          <a:pt x="26" y="35"/>
                          <a:pt x="23" y="42"/>
                          <a:pt x="12" y="46"/>
                        </a:cubicBezTo>
                        <a:cubicBezTo>
                          <a:pt x="0" y="42"/>
                          <a:pt x="5" y="30"/>
                          <a:pt x="8" y="20"/>
                        </a:cubicBezTo>
                        <a:cubicBezTo>
                          <a:pt x="9" y="18"/>
                          <a:pt x="10" y="13"/>
                          <a:pt x="12" y="14"/>
                        </a:cubicBezTo>
                        <a:cubicBezTo>
                          <a:pt x="15" y="16"/>
                          <a:pt x="13" y="21"/>
                          <a:pt x="14" y="24"/>
                        </a:cubicBezTo>
                        <a:close/>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US"/>
                  </a:p>
                </p:txBody>
              </p:sp>
              <p:sp>
                <p:nvSpPr>
                  <p:cNvPr id="1133" name="Freeform 17"/>
                  <p:cNvSpPr>
                    <a:spLocks/>
                  </p:cNvSpPr>
                  <p:nvPr/>
                </p:nvSpPr>
                <p:spPr bwMode="ltGray">
                  <a:xfrm>
                    <a:off x="1892" y="634"/>
                    <a:ext cx="29" cy="16"/>
                  </a:xfrm>
                  <a:custGeom>
                    <a:avLst/>
                    <a:gdLst>
                      <a:gd name="T0" fmla="*/ 0 w 69"/>
                      <a:gd name="T1" fmla="*/ 11 h 47"/>
                      <a:gd name="T2" fmla="*/ 8 w 69"/>
                      <a:gd name="T3" fmla="*/ 9 h 47"/>
                      <a:gd name="T4" fmla="*/ 22 w 69"/>
                      <a:gd name="T5" fmla="*/ 0 h 47"/>
                      <a:gd name="T6" fmla="*/ 27 w 69"/>
                      <a:gd name="T7" fmla="*/ 1 h 47"/>
                      <a:gd name="T8" fmla="*/ 21 w 69"/>
                      <a:gd name="T9" fmla="*/ 6 h 47"/>
                      <a:gd name="T10" fmla="*/ 12 w 69"/>
                      <a:gd name="T11" fmla="*/ 11 h 47"/>
                      <a:gd name="T12" fmla="*/ 9 w 69"/>
                      <a:gd name="T13" fmla="*/ 16 h 47"/>
                      <a:gd name="T14" fmla="*/ 7 w 69"/>
                      <a:gd name="T15" fmla="*/ 15 h 47"/>
                      <a:gd name="T16" fmla="*/ 5 w 69"/>
                      <a:gd name="T17" fmla="*/ 13 h 47"/>
                      <a:gd name="T18" fmla="*/ 0 w 69"/>
                      <a:gd name="T19" fmla="*/ 12 h 47"/>
                      <a:gd name="T20" fmla="*/ 0 w 69"/>
                      <a:gd name="T21" fmla="*/ 11 h 47"/>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0" t="0" r="r" b="b"/>
                    <a:pathLst>
                      <a:path w="69" h="47">
                        <a:moveTo>
                          <a:pt x="0" y="31"/>
                        </a:moveTo>
                        <a:cubicBezTo>
                          <a:pt x="7" y="24"/>
                          <a:pt x="9" y="22"/>
                          <a:pt x="18" y="25"/>
                        </a:cubicBezTo>
                        <a:cubicBezTo>
                          <a:pt x="25" y="4"/>
                          <a:pt x="36" y="12"/>
                          <a:pt x="52" y="1"/>
                        </a:cubicBezTo>
                        <a:cubicBezTo>
                          <a:pt x="56" y="2"/>
                          <a:pt x="61" y="0"/>
                          <a:pt x="64" y="3"/>
                        </a:cubicBezTo>
                        <a:cubicBezTo>
                          <a:pt x="69" y="8"/>
                          <a:pt x="50" y="19"/>
                          <a:pt x="50" y="19"/>
                        </a:cubicBezTo>
                        <a:cubicBezTo>
                          <a:pt x="46" y="31"/>
                          <a:pt x="35" y="22"/>
                          <a:pt x="28" y="33"/>
                        </a:cubicBezTo>
                        <a:cubicBezTo>
                          <a:pt x="31" y="41"/>
                          <a:pt x="31" y="44"/>
                          <a:pt x="22" y="47"/>
                        </a:cubicBezTo>
                        <a:cubicBezTo>
                          <a:pt x="20" y="46"/>
                          <a:pt x="18" y="46"/>
                          <a:pt x="16" y="45"/>
                        </a:cubicBezTo>
                        <a:cubicBezTo>
                          <a:pt x="14" y="43"/>
                          <a:pt x="14" y="40"/>
                          <a:pt x="12" y="39"/>
                        </a:cubicBezTo>
                        <a:cubicBezTo>
                          <a:pt x="8" y="37"/>
                          <a:pt x="0" y="35"/>
                          <a:pt x="0" y="35"/>
                        </a:cubicBezTo>
                        <a:cubicBezTo>
                          <a:pt x="2" y="26"/>
                          <a:pt x="3" y="25"/>
                          <a:pt x="0" y="31"/>
                        </a:cubicBezTo>
                        <a:close/>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US"/>
                  </a:p>
                </p:txBody>
              </p:sp>
              <p:sp>
                <p:nvSpPr>
                  <p:cNvPr id="1134" name="Freeform 18"/>
                  <p:cNvSpPr>
                    <a:spLocks/>
                  </p:cNvSpPr>
                  <p:nvPr/>
                </p:nvSpPr>
                <p:spPr bwMode="ltGray">
                  <a:xfrm>
                    <a:off x="1735" y="547"/>
                    <a:ext cx="151" cy="93"/>
                  </a:xfrm>
                  <a:custGeom>
                    <a:avLst/>
                    <a:gdLst>
                      <a:gd name="T0" fmla="*/ 4 w 355"/>
                      <a:gd name="T1" fmla="*/ 1 h 277"/>
                      <a:gd name="T2" fmla="*/ 15 w 355"/>
                      <a:gd name="T3" fmla="*/ 6 h 277"/>
                      <a:gd name="T4" fmla="*/ 20 w 355"/>
                      <a:gd name="T5" fmla="*/ 10 h 277"/>
                      <a:gd name="T6" fmla="*/ 32 w 355"/>
                      <a:gd name="T7" fmla="*/ 17 h 277"/>
                      <a:gd name="T8" fmla="*/ 39 w 355"/>
                      <a:gd name="T9" fmla="*/ 22 h 277"/>
                      <a:gd name="T10" fmla="*/ 52 w 355"/>
                      <a:gd name="T11" fmla="*/ 33 h 277"/>
                      <a:gd name="T12" fmla="*/ 58 w 355"/>
                      <a:gd name="T13" fmla="*/ 43 h 277"/>
                      <a:gd name="T14" fmla="*/ 63 w 355"/>
                      <a:gd name="T15" fmla="*/ 44 h 277"/>
                      <a:gd name="T16" fmla="*/ 66 w 355"/>
                      <a:gd name="T17" fmla="*/ 50 h 277"/>
                      <a:gd name="T18" fmla="*/ 75 w 355"/>
                      <a:gd name="T19" fmla="*/ 51 h 277"/>
                      <a:gd name="T20" fmla="*/ 72 w 355"/>
                      <a:gd name="T21" fmla="*/ 66 h 277"/>
                      <a:gd name="T22" fmla="*/ 77 w 355"/>
                      <a:gd name="T23" fmla="*/ 75 h 277"/>
                      <a:gd name="T24" fmla="*/ 84 w 355"/>
                      <a:gd name="T25" fmla="*/ 78 h 277"/>
                      <a:gd name="T26" fmla="*/ 92 w 355"/>
                      <a:gd name="T27" fmla="*/ 79 h 277"/>
                      <a:gd name="T28" fmla="*/ 100 w 355"/>
                      <a:gd name="T29" fmla="*/ 81 h 277"/>
                      <a:gd name="T30" fmla="*/ 108 w 355"/>
                      <a:gd name="T31" fmla="*/ 79 h 277"/>
                      <a:gd name="T32" fmla="*/ 116 w 355"/>
                      <a:gd name="T33" fmla="*/ 83 h 277"/>
                      <a:gd name="T34" fmla="*/ 126 w 355"/>
                      <a:gd name="T35" fmla="*/ 86 h 277"/>
                      <a:gd name="T36" fmla="*/ 134 w 355"/>
                      <a:gd name="T37" fmla="*/ 89 h 277"/>
                      <a:gd name="T38" fmla="*/ 150 w 355"/>
                      <a:gd name="T39" fmla="*/ 89 h 277"/>
                      <a:gd name="T40" fmla="*/ 145 w 355"/>
                      <a:gd name="T41" fmla="*/ 92 h 277"/>
                      <a:gd name="T42" fmla="*/ 137 w 355"/>
                      <a:gd name="T43" fmla="*/ 91 h 277"/>
                      <a:gd name="T44" fmla="*/ 128 w 355"/>
                      <a:gd name="T45" fmla="*/ 91 h 277"/>
                      <a:gd name="T46" fmla="*/ 123 w 355"/>
                      <a:gd name="T47" fmla="*/ 89 h 277"/>
                      <a:gd name="T48" fmla="*/ 107 w 355"/>
                      <a:gd name="T49" fmla="*/ 89 h 277"/>
                      <a:gd name="T50" fmla="*/ 100 w 355"/>
                      <a:gd name="T51" fmla="*/ 87 h 277"/>
                      <a:gd name="T52" fmla="*/ 73 w 355"/>
                      <a:gd name="T53" fmla="*/ 81 h 277"/>
                      <a:gd name="T54" fmla="*/ 68 w 355"/>
                      <a:gd name="T55" fmla="*/ 73 h 277"/>
                      <a:gd name="T56" fmla="*/ 54 w 355"/>
                      <a:gd name="T57" fmla="*/ 67 h 277"/>
                      <a:gd name="T58" fmla="*/ 46 w 355"/>
                      <a:gd name="T59" fmla="*/ 62 h 277"/>
                      <a:gd name="T60" fmla="*/ 40 w 355"/>
                      <a:gd name="T61" fmla="*/ 53 h 277"/>
                      <a:gd name="T62" fmla="*/ 29 w 355"/>
                      <a:gd name="T63" fmla="*/ 36 h 277"/>
                      <a:gd name="T64" fmla="*/ 27 w 355"/>
                      <a:gd name="T65" fmla="*/ 34 h 277"/>
                      <a:gd name="T66" fmla="*/ 25 w 355"/>
                      <a:gd name="T67" fmla="*/ 34 h 277"/>
                      <a:gd name="T68" fmla="*/ 23 w 355"/>
                      <a:gd name="T69" fmla="*/ 30 h 277"/>
                      <a:gd name="T70" fmla="*/ 16 w 355"/>
                      <a:gd name="T71" fmla="*/ 19 h 277"/>
                      <a:gd name="T72" fmla="*/ 9 w 355"/>
                      <a:gd name="T73" fmla="*/ 13 h 277"/>
                      <a:gd name="T74" fmla="*/ 2 w 355"/>
                      <a:gd name="T75" fmla="*/ 7 h 277"/>
                      <a:gd name="T76" fmla="*/ 4 w 355"/>
                      <a:gd name="T77" fmla="*/ 1 h 277"/>
                      <a:gd name="T78" fmla="*/ 4 w 355"/>
                      <a:gd name="T79" fmla="*/ 1 h 277"/>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Lst>
                    <a:ahLst/>
                    <a:cxnLst>
                      <a:cxn ang="T80">
                        <a:pos x="T0" y="T1"/>
                      </a:cxn>
                      <a:cxn ang="T81">
                        <a:pos x="T2" y="T3"/>
                      </a:cxn>
                      <a:cxn ang="T82">
                        <a:pos x="T4" y="T5"/>
                      </a:cxn>
                      <a:cxn ang="T83">
                        <a:pos x="T6" y="T7"/>
                      </a:cxn>
                      <a:cxn ang="T84">
                        <a:pos x="T8" y="T9"/>
                      </a:cxn>
                      <a:cxn ang="T85">
                        <a:pos x="T10" y="T11"/>
                      </a:cxn>
                      <a:cxn ang="T86">
                        <a:pos x="T12" y="T13"/>
                      </a:cxn>
                      <a:cxn ang="T87">
                        <a:pos x="T14" y="T15"/>
                      </a:cxn>
                      <a:cxn ang="T88">
                        <a:pos x="T16" y="T17"/>
                      </a:cxn>
                      <a:cxn ang="T89">
                        <a:pos x="T18" y="T19"/>
                      </a:cxn>
                      <a:cxn ang="T90">
                        <a:pos x="T20" y="T21"/>
                      </a:cxn>
                      <a:cxn ang="T91">
                        <a:pos x="T22" y="T23"/>
                      </a:cxn>
                      <a:cxn ang="T92">
                        <a:pos x="T24" y="T25"/>
                      </a:cxn>
                      <a:cxn ang="T93">
                        <a:pos x="T26" y="T27"/>
                      </a:cxn>
                      <a:cxn ang="T94">
                        <a:pos x="T28" y="T29"/>
                      </a:cxn>
                      <a:cxn ang="T95">
                        <a:pos x="T30" y="T31"/>
                      </a:cxn>
                      <a:cxn ang="T96">
                        <a:pos x="T32" y="T33"/>
                      </a:cxn>
                      <a:cxn ang="T97">
                        <a:pos x="T34" y="T35"/>
                      </a:cxn>
                      <a:cxn ang="T98">
                        <a:pos x="T36" y="T37"/>
                      </a:cxn>
                      <a:cxn ang="T99">
                        <a:pos x="T38" y="T39"/>
                      </a:cxn>
                      <a:cxn ang="T100">
                        <a:pos x="T40" y="T41"/>
                      </a:cxn>
                      <a:cxn ang="T101">
                        <a:pos x="T42" y="T43"/>
                      </a:cxn>
                      <a:cxn ang="T102">
                        <a:pos x="T44" y="T45"/>
                      </a:cxn>
                      <a:cxn ang="T103">
                        <a:pos x="T46" y="T47"/>
                      </a:cxn>
                      <a:cxn ang="T104">
                        <a:pos x="T48" y="T49"/>
                      </a:cxn>
                      <a:cxn ang="T105">
                        <a:pos x="T50" y="T51"/>
                      </a:cxn>
                      <a:cxn ang="T106">
                        <a:pos x="T52" y="T53"/>
                      </a:cxn>
                      <a:cxn ang="T107">
                        <a:pos x="T54" y="T55"/>
                      </a:cxn>
                      <a:cxn ang="T108">
                        <a:pos x="T56" y="T57"/>
                      </a:cxn>
                      <a:cxn ang="T109">
                        <a:pos x="T58" y="T59"/>
                      </a:cxn>
                      <a:cxn ang="T110">
                        <a:pos x="T60" y="T61"/>
                      </a:cxn>
                      <a:cxn ang="T111">
                        <a:pos x="T62" y="T63"/>
                      </a:cxn>
                      <a:cxn ang="T112">
                        <a:pos x="T64" y="T65"/>
                      </a:cxn>
                      <a:cxn ang="T113">
                        <a:pos x="T66" y="T67"/>
                      </a:cxn>
                      <a:cxn ang="T114">
                        <a:pos x="T68" y="T69"/>
                      </a:cxn>
                      <a:cxn ang="T115">
                        <a:pos x="T70" y="T71"/>
                      </a:cxn>
                      <a:cxn ang="T116">
                        <a:pos x="T72" y="T73"/>
                      </a:cxn>
                      <a:cxn ang="T117">
                        <a:pos x="T74" y="T75"/>
                      </a:cxn>
                      <a:cxn ang="T118">
                        <a:pos x="T76" y="T77"/>
                      </a:cxn>
                      <a:cxn ang="T119">
                        <a:pos x="T78" y="T79"/>
                      </a:cxn>
                    </a:cxnLst>
                    <a:rect l="0" t="0" r="r" b="b"/>
                    <a:pathLst>
                      <a:path w="355" h="277">
                        <a:moveTo>
                          <a:pt x="10" y="4"/>
                        </a:moveTo>
                        <a:cubicBezTo>
                          <a:pt x="22" y="0"/>
                          <a:pt x="24" y="14"/>
                          <a:pt x="36" y="18"/>
                        </a:cubicBezTo>
                        <a:cubicBezTo>
                          <a:pt x="37" y="19"/>
                          <a:pt x="45" y="29"/>
                          <a:pt x="46" y="30"/>
                        </a:cubicBezTo>
                        <a:cubicBezTo>
                          <a:pt x="56" y="40"/>
                          <a:pt x="67" y="38"/>
                          <a:pt x="76" y="52"/>
                        </a:cubicBezTo>
                        <a:cubicBezTo>
                          <a:pt x="80" y="58"/>
                          <a:pt x="92" y="66"/>
                          <a:pt x="92" y="66"/>
                        </a:cubicBezTo>
                        <a:cubicBezTo>
                          <a:pt x="96" y="79"/>
                          <a:pt x="112" y="88"/>
                          <a:pt x="122" y="98"/>
                        </a:cubicBezTo>
                        <a:cubicBezTo>
                          <a:pt x="124" y="105"/>
                          <a:pt x="130" y="124"/>
                          <a:pt x="136" y="128"/>
                        </a:cubicBezTo>
                        <a:cubicBezTo>
                          <a:pt x="140" y="130"/>
                          <a:pt x="148" y="132"/>
                          <a:pt x="148" y="132"/>
                        </a:cubicBezTo>
                        <a:cubicBezTo>
                          <a:pt x="150" y="138"/>
                          <a:pt x="154" y="150"/>
                          <a:pt x="154" y="150"/>
                        </a:cubicBezTo>
                        <a:cubicBezTo>
                          <a:pt x="161" y="139"/>
                          <a:pt x="168" y="144"/>
                          <a:pt x="176" y="152"/>
                        </a:cubicBezTo>
                        <a:cubicBezTo>
                          <a:pt x="174" y="167"/>
                          <a:pt x="173" y="181"/>
                          <a:pt x="170" y="196"/>
                        </a:cubicBezTo>
                        <a:cubicBezTo>
                          <a:pt x="171" y="202"/>
                          <a:pt x="174" y="220"/>
                          <a:pt x="180" y="224"/>
                        </a:cubicBezTo>
                        <a:cubicBezTo>
                          <a:pt x="185" y="228"/>
                          <a:pt x="193" y="228"/>
                          <a:pt x="198" y="232"/>
                        </a:cubicBezTo>
                        <a:cubicBezTo>
                          <a:pt x="204" y="230"/>
                          <a:pt x="216" y="234"/>
                          <a:pt x="216" y="234"/>
                        </a:cubicBezTo>
                        <a:cubicBezTo>
                          <a:pt x="223" y="241"/>
                          <a:pt x="225" y="245"/>
                          <a:pt x="236" y="242"/>
                        </a:cubicBezTo>
                        <a:cubicBezTo>
                          <a:pt x="242" y="240"/>
                          <a:pt x="254" y="236"/>
                          <a:pt x="254" y="236"/>
                        </a:cubicBezTo>
                        <a:cubicBezTo>
                          <a:pt x="260" y="240"/>
                          <a:pt x="265" y="246"/>
                          <a:pt x="272" y="248"/>
                        </a:cubicBezTo>
                        <a:cubicBezTo>
                          <a:pt x="277" y="250"/>
                          <a:pt x="291" y="252"/>
                          <a:pt x="296" y="256"/>
                        </a:cubicBezTo>
                        <a:cubicBezTo>
                          <a:pt x="301" y="260"/>
                          <a:pt x="314" y="264"/>
                          <a:pt x="314" y="264"/>
                        </a:cubicBezTo>
                        <a:cubicBezTo>
                          <a:pt x="330" y="263"/>
                          <a:pt x="338" y="261"/>
                          <a:pt x="352" y="266"/>
                        </a:cubicBezTo>
                        <a:cubicBezTo>
                          <a:pt x="355" y="275"/>
                          <a:pt x="350" y="277"/>
                          <a:pt x="342" y="274"/>
                        </a:cubicBezTo>
                        <a:cubicBezTo>
                          <a:pt x="336" y="276"/>
                          <a:pt x="322" y="272"/>
                          <a:pt x="322" y="272"/>
                        </a:cubicBezTo>
                        <a:cubicBezTo>
                          <a:pt x="314" y="275"/>
                          <a:pt x="308" y="272"/>
                          <a:pt x="300" y="270"/>
                        </a:cubicBezTo>
                        <a:cubicBezTo>
                          <a:pt x="296" y="269"/>
                          <a:pt x="288" y="266"/>
                          <a:pt x="288" y="266"/>
                        </a:cubicBezTo>
                        <a:cubicBezTo>
                          <a:pt x="276" y="270"/>
                          <a:pt x="264" y="266"/>
                          <a:pt x="252" y="264"/>
                        </a:cubicBezTo>
                        <a:cubicBezTo>
                          <a:pt x="245" y="259"/>
                          <a:pt x="242" y="257"/>
                          <a:pt x="234" y="260"/>
                        </a:cubicBezTo>
                        <a:cubicBezTo>
                          <a:pt x="211" y="252"/>
                          <a:pt x="192" y="256"/>
                          <a:pt x="172" y="242"/>
                        </a:cubicBezTo>
                        <a:cubicBezTo>
                          <a:pt x="165" y="231"/>
                          <a:pt x="176" y="221"/>
                          <a:pt x="160" y="216"/>
                        </a:cubicBezTo>
                        <a:cubicBezTo>
                          <a:pt x="154" y="233"/>
                          <a:pt x="136" y="203"/>
                          <a:pt x="126" y="200"/>
                        </a:cubicBezTo>
                        <a:cubicBezTo>
                          <a:pt x="120" y="196"/>
                          <a:pt x="114" y="190"/>
                          <a:pt x="108" y="186"/>
                        </a:cubicBezTo>
                        <a:cubicBezTo>
                          <a:pt x="104" y="175"/>
                          <a:pt x="104" y="165"/>
                          <a:pt x="94" y="158"/>
                        </a:cubicBezTo>
                        <a:cubicBezTo>
                          <a:pt x="83" y="142"/>
                          <a:pt x="85" y="119"/>
                          <a:pt x="68" y="108"/>
                        </a:cubicBezTo>
                        <a:cubicBezTo>
                          <a:pt x="67" y="106"/>
                          <a:pt x="66" y="104"/>
                          <a:pt x="64" y="102"/>
                        </a:cubicBezTo>
                        <a:cubicBezTo>
                          <a:pt x="62" y="101"/>
                          <a:pt x="59" y="102"/>
                          <a:pt x="58" y="100"/>
                        </a:cubicBezTo>
                        <a:cubicBezTo>
                          <a:pt x="56" y="97"/>
                          <a:pt x="54" y="88"/>
                          <a:pt x="54" y="88"/>
                        </a:cubicBezTo>
                        <a:cubicBezTo>
                          <a:pt x="59" y="73"/>
                          <a:pt x="52" y="61"/>
                          <a:pt x="38" y="58"/>
                        </a:cubicBezTo>
                        <a:cubicBezTo>
                          <a:pt x="32" y="49"/>
                          <a:pt x="31" y="44"/>
                          <a:pt x="20" y="40"/>
                        </a:cubicBezTo>
                        <a:cubicBezTo>
                          <a:pt x="16" y="27"/>
                          <a:pt x="16" y="26"/>
                          <a:pt x="4" y="22"/>
                        </a:cubicBezTo>
                        <a:cubicBezTo>
                          <a:pt x="1" y="13"/>
                          <a:pt x="0" y="5"/>
                          <a:pt x="10" y="2"/>
                        </a:cubicBezTo>
                        <a:cubicBezTo>
                          <a:pt x="18" y="5"/>
                          <a:pt x="18" y="4"/>
                          <a:pt x="10" y="4"/>
                        </a:cubicBezTo>
                        <a:close/>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US"/>
                  </a:p>
                </p:txBody>
              </p:sp>
              <p:sp>
                <p:nvSpPr>
                  <p:cNvPr id="1135" name="Freeform 19"/>
                  <p:cNvSpPr>
                    <a:spLocks/>
                  </p:cNvSpPr>
                  <p:nvPr/>
                </p:nvSpPr>
                <p:spPr bwMode="ltGray">
                  <a:xfrm>
                    <a:off x="1827" y="541"/>
                    <a:ext cx="67" cy="68"/>
                  </a:xfrm>
                  <a:custGeom>
                    <a:avLst/>
                    <a:gdLst>
                      <a:gd name="T0" fmla="*/ 23 w 156"/>
                      <a:gd name="T1" fmla="*/ 22 h 206"/>
                      <a:gd name="T2" fmla="*/ 28 w 156"/>
                      <a:gd name="T3" fmla="*/ 19 h 206"/>
                      <a:gd name="T4" fmla="*/ 29 w 156"/>
                      <a:gd name="T5" fmla="*/ 17 h 206"/>
                      <a:gd name="T6" fmla="*/ 34 w 156"/>
                      <a:gd name="T7" fmla="*/ 15 h 206"/>
                      <a:gd name="T8" fmla="*/ 46 w 156"/>
                      <a:gd name="T9" fmla="*/ 7 h 206"/>
                      <a:gd name="T10" fmla="*/ 48 w 156"/>
                      <a:gd name="T11" fmla="*/ 1 h 206"/>
                      <a:gd name="T12" fmla="*/ 53 w 156"/>
                      <a:gd name="T13" fmla="*/ 0 h 206"/>
                      <a:gd name="T14" fmla="*/ 64 w 156"/>
                      <a:gd name="T15" fmla="*/ 9 h 206"/>
                      <a:gd name="T16" fmla="*/ 63 w 156"/>
                      <a:gd name="T17" fmla="*/ 15 h 206"/>
                      <a:gd name="T18" fmla="*/ 54 w 156"/>
                      <a:gd name="T19" fmla="*/ 21 h 206"/>
                      <a:gd name="T20" fmla="*/ 57 w 156"/>
                      <a:gd name="T21" fmla="*/ 31 h 206"/>
                      <a:gd name="T22" fmla="*/ 61 w 156"/>
                      <a:gd name="T23" fmla="*/ 36 h 206"/>
                      <a:gd name="T24" fmla="*/ 63 w 156"/>
                      <a:gd name="T25" fmla="*/ 42 h 206"/>
                      <a:gd name="T26" fmla="*/ 55 w 156"/>
                      <a:gd name="T27" fmla="*/ 42 h 206"/>
                      <a:gd name="T28" fmla="*/ 50 w 156"/>
                      <a:gd name="T29" fmla="*/ 48 h 206"/>
                      <a:gd name="T30" fmla="*/ 45 w 156"/>
                      <a:gd name="T31" fmla="*/ 51 h 206"/>
                      <a:gd name="T32" fmla="*/ 43 w 156"/>
                      <a:gd name="T33" fmla="*/ 65 h 206"/>
                      <a:gd name="T34" fmla="*/ 38 w 156"/>
                      <a:gd name="T35" fmla="*/ 67 h 206"/>
                      <a:gd name="T36" fmla="*/ 35 w 156"/>
                      <a:gd name="T37" fmla="*/ 68 h 206"/>
                      <a:gd name="T38" fmla="*/ 33 w 156"/>
                      <a:gd name="T39" fmla="*/ 67 h 206"/>
                      <a:gd name="T40" fmla="*/ 31 w 156"/>
                      <a:gd name="T41" fmla="*/ 63 h 206"/>
                      <a:gd name="T42" fmla="*/ 26 w 156"/>
                      <a:gd name="T43" fmla="*/ 61 h 206"/>
                      <a:gd name="T44" fmla="*/ 18 w 156"/>
                      <a:gd name="T45" fmla="*/ 64 h 206"/>
                      <a:gd name="T46" fmla="*/ 12 w 156"/>
                      <a:gd name="T47" fmla="*/ 61 h 206"/>
                      <a:gd name="T48" fmla="*/ 4 w 156"/>
                      <a:gd name="T49" fmla="*/ 49 h 206"/>
                      <a:gd name="T50" fmla="*/ 2 w 156"/>
                      <a:gd name="T51" fmla="*/ 43 h 206"/>
                      <a:gd name="T52" fmla="*/ 0 w 156"/>
                      <a:gd name="T53" fmla="*/ 39 h 206"/>
                      <a:gd name="T54" fmla="*/ 9 w 156"/>
                      <a:gd name="T55" fmla="*/ 32 h 206"/>
                      <a:gd name="T56" fmla="*/ 14 w 156"/>
                      <a:gd name="T57" fmla="*/ 34 h 206"/>
                      <a:gd name="T58" fmla="*/ 15 w 156"/>
                      <a:gd name="T59" fmla="*/ 26 h 206"/>
                      <a:gd name="T60" fmla="*/ 22 w 156"/>
                      <a:gd name="T61" fmla="*/ 23 h 206"/>
                      <a:gd name="T62" fmla="*/ 23 w 156"/>
                      <a:gd name="T63" fmla="*/ 22 h 20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Lst>
                    <a:ahLst/>
                    <a:cxnLst>
                      <a:cxn ang="T64">
                        <a:pos x="T0" y="T1"/>
                      </a:cxn>
                      <a:cxn ang="T65">
                        <a:pos x="T2" y="T3"/>
                      </a:cxn>
                      <a:cxn ang="T66">
                        <a:pos x="T4" y="T5"/>
                      </a:cxn>
                      <a:cxn ang="T67">
                        <a:pos x="T6" y="T7"/>
                      </a:cxn>
                      <a:cxn ang="T68">
                        <a:pos x="T8" y="T9"/>
                      </a:cxn>
                      <a:cxn ang="T69">
                        <a:pos x="T10" y="T11"/>
                      </a:cxn>
                      <a:cxn ang="T70">
                        <a:pos x="T12" y="T13"/>
                      </a:cxn>
                      <a:cxn ang="T71">
                        <a:pos x="T14" y="T15"/>
                      </a:cxn>
                      <a:cxn ang="T72">
                        <a:pos x="T16" y="T17"/>
                      </a:cxn>
                      <a:cxn ang="T73">
                        <a:pos x="T18" y="T19"/>
                      </a:cxn>
                      <a:cxn ang="T74">
                        <a:pos x="T20" y="T21"/>
                      </a:cxn>
                      <a:cxn ang="T75">
                        <a:pos x="T22" y="T23"/>
                      </a:cxn>
                      <a:cxn ang="T76">
                        <a:pos x="T24" y="T25"/>
                      </a:cxn>
                      <a:cxn ang="T77">
                        <a:pos x="T26" y="T27"/>
                      </a:cxn>
                      <a:cxn ang="T78">
                        <a:pos x="T28" y="T29"/>
                      </a:cxn>
                      <a:cxn ang="T79">
                        <a:pos x="T30" y="T31"/>
                      </a:cxn>
                      <a:cxn ang="T80">
                        <a:pos x="T32" y="T33"/>
                      </a:cxn>
                      <a:cxn ang="T81">
                        <a:pos x="T34" y="T35"/>
                      </a:cxn>
                      <a:cxn ang="T82">
                        <a:pos x="T36" y="T37"/>
                      </a:cxn>
                      <a:cxn ang="T83">
                        <a:pos x="T38" y="T39"/>
                      </a:cxn>
                      <a:cxn ang="T84">
                        <a:pos x="T40" y="T41"/>
                      </a:cxn>
                      <a:cxn ang="T85">
                        <a:pos x="T42" y="T43"/>
                      </a:cxn>
                      <a:cxn ang="T86">
                        <a:pos x="T44" y="T45"/>
                      </a:cxn>
                      <a:cxn ang="T87">
                        <a:pos x="T46" y="T47"/>
                      </a:cxn>
                      <a:cxn ang="T88">
                        <a:pos x="T48" y="T49"/>
                      </a:cxn>
                      <a:cxn ang="T89">
                        <a:pos x="T50" y="T51"/>
                      </a:cxn>
                      <a:cxn ang="T90">
                        <a:pos x="T52" y="T53"/>
                      </a:cxn>
                      <a:cxn ang="T91">
                        <a:pos x="T54" y="T55"/>
                      </a:cxn>
                      <a:cxn ang="T92">
                        <a:pos x="T56" y="T57"/>
                      </a:cxn>
                      <a:cxn ang="T93">
                        <a:pos x="T58" y="T59"/>
                      </a:cxn>
                      <a:cxn ang="T94">
                        <a:pos x="T60" y="T61"/>
                      </a:cxn>
                      <a:cxn ang="T95">
                        <a:pos x="T62" y="T63"/>
                      </a:cxn>
                    </a:cxnLst>
                    <a:rect l="0" t="0" r="r" b="b"/>
                    <a:pathLst>
                      <a:path w="156" h="206">
                        <a:moveTo>
                          <a:pt x="54" y="66"/>
                        </a:moveTo>
                        <a:cubicBezTo>
                          <a:pt x="58" y="63"/>
                          <a:pt x="64" y="63"/>
                          <a:pt x="66" y="58"/>
                        </a:cubicBezTo>
                        <a:cubicBezTo>
                          <a:pt x="67" y="56"/>
                          <a:pt x="67" y="53"/>
                          <a:pt x="68" y="52"/>
                        </a:cubicBezTo>
                        <a:cubicBezTo>
                          <a:pt x="71" y="49"/>
                          <a:pt x="80" y="44"/>
                          <a:pt x="80" y="44"/>
                        </a:cubicBezTo>
                        <a:cubicBezTo>
                          <a:pt x="113" y="55"/>
                          <a:pt x="85" y="29"/>
                          <a:pt x="106" y="22"/>
                        </a:cubicBezTo>
                        <a:cubicBezTo>
                          <a:pt x="110" y="17"/>
                          <a:pt x="108" y="9"/>
                          <a:pt x="112" y="4"/>
                        </a:cubicBezTo>
                        <a:cubicBezTo>
                          <a:pt x="115" y="1"/>
                          <a:pt x="124" y="0"/>
                          <a:pt x="124" y="0"/>
                        </a:cubicBezTo>
                        <a:cubicBezTo>
                          <a:pt x="138" y="14"/>
                          <a:pt x="126" y="23"/>
                          <a:pt x="150" y="28"/>
                        </a:cubicBezTo>
                        <a:cubicBezTo>
                          <a:pt x="156" y="36"/>
                          <a:pt x="154" y="39"/>
                          <a:pt x="146" y="44"/>
                        </a:cubicBezTo>
                        <a:cubicBezTo>
                          <a:pt x="141" y="52"/>
                          <a:pt x="135" y="61"/>
                          <a:pt x="126" y="64"/>
                        </a:cubicBezTo>
                        <a:cubicBezTo>
                          <a:pt x="118" y="75"/>
                          <a:pt x="128" y="83"/>
                          <a:pt x="132" y="94"/>
                        </a:cubicBezTo>
                        <a:cubicBezTo>
                          <a:pt x="129" y="103"/>
                          <a:pt x="135" y="105"/>
                          <a:pt x="142" y="110"/>
                        </a:cubicBezTo>
                        <a:cubicBezTo>
                          <a:pt x="145" y="119"/>
                          <a:pt x="141" y="120"/>
                          <a:pt x="146" y="128"/>
                        </a:cubicBezTo>
                        <a:cubicBezTo>
                          <a:pt x="142" y="139"/>
                          <a:pt x="135" y="133"/>
                          <a:pt x="128" y="128"/>
                        </a:cubicBezTo>
                        <a:cubicBezTo>
                          <a:pt x="116" y="132"/>
                          <a:pt x="122" y="136"/>
                          <a:pt x="116" y="146"/>
                        </a:cubicBezTo>
                        <a:cubicBezTo>
                          <a:pt x="113" y="151"/>
                          <a:pt x="108" y="152"/>
                          <a:pt x="104" y="156"/>
                        </a:cubicBezTo>
                        <a:cubicBezTo>
                          <a:pt x="107" y="167"/>
                          <a:pt x="112" y="191"/>
                          <a:pt x="100" y="198"/>
                        </a:cubicBezTo>
                        <a:cubicBezTo>
                          <a:pt x="96" y="200"/>
                          <a:pt x="92" y="200"/>
                          <a:pt x="88" y="202"/>
                        </a:cubicBezTo>
                        <a:cubicBezTo>
                          <a:pt x="86" y="203"/>
                          <a:pt x="84" y="205"/>
                          <a:pt x="82" y="206"/>
                        </a:cubicBezTo>
                        <a:cubicBezTo>
                          <a:pt x="80" y="205"/>
                          <a:pt x="77" y="204"/>
                          <a:pt x="76" y="202"/>
                        </a:cubicBezTo>
                        <a:cubicBezTo>
                          <a:pt x="74" y="198"/>
                          <a:pt x="76" y="191"/>
                          <a:pt x="72" y="190"/>
                        </a:cubicBezTo>
                        <a:cubicBezTo>
                          <a:pt x="68" y="189"/>
                          <a:pt x="60" y="186"/>
                          <a:pt x="60" y="186"/>
                        </a:cubicBezTo>
                        <a:cubicBezTo>
                          <a:pt x="53" y="188"/>
                          <a:pt x="49" y="192"/>
                          <a:pt x="42" y="194"/>
                        </a:cubicBezTo>
                        <a:cubicBezTo>
                          <a:pt x="34" y="189"/>
                          <a:pt x="37" y="183"/>
                          <a:pt x="28" y="186"/>
                        </a:cubicBezTo>
                        <a:cubicBezTo>
                          <a:pt x="12" y="181"/>
                          <a:pt x="19" y="161"/>
                          <a:pt x="10" y="148"/>
                        </a:cubicBezTo>
                        <a:cubicBezTo>
                          <a:pt x="5" y="121"/>
                          <a:pt x="11" y="147"/>
                          <a:pt x="4" y="130"/>
                        </a:cubicBezTo>
                        <a:cubicBezTo>
                          <a:pt x="2" y="126"/>
                          <a:pt x="0" y="118"/>
                          <a:pt x="0" y="118"/>
                        </a:cubicBezTo>
                        <a:cubicBezTo>
                          <a:pt x="2" y="95"/>
                          <a:pt x="0" y="83"/>
                          <a:pt x="20" y="96"/>
                        </a:cubicBezTo>
                        <a:cubicBezTo>
                          <a:pt x="23" y="105"/>
                          <a:pt x="23" y="110"/>
                          <a:pt x="32" y="104"/>
                        </a:cubicBezTo>
                        <a:cubicBezTo>
                          <a:pt x="35" y="95"/>
                          <a:pt x="29" y="88"/>
                          <a:pt x="34" y="80"/>
                        </a:cubicBezTo>
                        <a:cubicBezTo>
                          <a:pt x="36" y="76"/>
                          <a:pt x="48" y="73"/>
                          <a:pt x="52" y="70"/>
                        </a:cubicBezTo>
                        <a:cubicBezTo>
                          <a:pt x="57" y="63"/>
                          <a:pt x="58" y="62"/>
                          <a:pt x="54" y="66"/>
                        </a:cubicBezTo>
                        <a:close/>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US"/>
                  </a:p>
                </p:txBody>
              </p:sp>
              <p:sp>
                <p:nvSpPr>
                  <p:cNvPr id="1136" name="Freeform 20"/>
                  <p:cNvSpPr>
                    <a:spLocks/>
                  </p:cNvSpPr>
                  <p:nvPr/>
                </p:nvSpPr>
                <p:spPr bwMode="ltGray">
                  <a:xfrm>
                    <a:off x="1892" y="572"/>
                    <a:ext cx="47" cy="13"/>
                  </a:xfrm>
                  <a:custGeom>
                    <a:avLst/>
                    <a:gdLst>
                      <a:gd name="T0" fmla="*/ 2 w 109"/>
                      <a:gd name="T1" fmla="*/ 11 h 38"/>
                      <a:gd name="T2" fmla="*/ 8 w 109"/>
                      <a:gd name="T3" fmla="*/ 3 h 38"/>
                      <a:gd name="T4" fmla="*/ 20 w 109"/>
                      <a:gd name="T5" fmla="*/ 7 h 38"/>
                      <a:gd name="T6" fmla="*/ 31 w 109"/>
                      <a:gd name="T7" fmla="*/ 5 h 38"/>
                      <a:gd name="T8" fmla="*/ 39 w 109"/>
                      <a:gd name="T9" fmla="*/ 0 h 38"/>
                      <a:gd name="T10" fmla="*/ 33 w 109"/>
                      <a:gd name="T11" fmla="*/ 9 h 38"/>
                      <a:gd name="T12" fmla="*/ 26 w 109"/>
                      <a:gd name="T13" fmla="*/ 13 h 38"/>
                      <a:gd name="T14" fmla="*/ 18 w 109"/>
                      <a:gd name="T15" fmla="*/ 11 h 38"/>
                      <a:gd name="T16" fmla="*/ 6 w 109"/>
                      <a:gd name="T17" fmla="*/ 10 h 38"/>
                      <a:gd name="T18" fmla="*/ 2 w 109"/>
                      <a:gd name="T19" fmla="*/ 11 h 38"/>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0" t="0" r="r" b="b"/>
                    <a:pathLst>
                      <a:path w="109" h="38">
                        <a:moveTo>
                          <a:pt x="4" y="32"/>
                        </a:moveTo>
                        <a:cubicBezTo>
                          <a:pt x="7" y="22"/>
                          <a:pt x="7" y="14"/>
                          <a:pt x="18" y="10"/>
                        </a:cubicBezTo>
                        <a:cubicBezTo>
                          <a:pt x="28" y="12"/>
                          <a:pt x="37" y="14"/>
                          <a:pt x="46" y="20"/>
                        </a:cubicBezTo>
                        <a:cubicBezTo>
                          <a:pt x="62" y="15"/>
                          <a:pt x="54" y="17"/>
                          <a:pt x="72" y="14"/>
                        </a:cubicBezTo>
                        <a:cubicBezTo>
                          <a:pt x="77" y="9"/>
                          <a:pt x="90" y="0"/>
                          <a:pt x="90" y="0"/>
                        </a:cubicBezTo>
                        <a:cubicBezTo>
                          <a:pt x="109" y="6"/>
                          <a:pt x="85" y="23"/>
                          <a:pt x="76" y="26"/>
                        </a:cubicBezTo>
                        <a:cubicBezTo>
                          <a:pt x="71" y="33"/>
                          <a:pt x="68" y="35"/>
                          <a:pt x="60" y="38"/>
                        </a:cubicBezTo>
                        <a:cubicBezTo>
                          <a:pt x="54" y="36"/>
                          <a:pt x="42" y="32"/>
                          <a:pt x="42" y="32"/>
                        </a:cubicBezTo>
                        <a:cubicBezTo>
                          <a:pt x="33" y="23"/>
                          <a:pt x="26" y="26"/>
                          <a:pt x="14" y="30"/>
                        </a:cubicBezTo>
                        <a:cubicBezTo>
                          <a:pt x="1" y="28"/>
                          <a:pt x="0" y="24"/>
                          <a:pt x="4" y="32"/>
                        </a:cubicBezTo>
                        <a:close/>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US"/>
                  </a:p>
                </p:txBody>
              </p:sp>
              <p:sp>
                <p:nvSpPr>
                  <p:cNvPr id="1137" name="Freeform 21"/>
                  <p:cNvSpPr>
                    <a:spLocks/>
                  </p:cNvSpPr>
                  <p:nvPr/>
                </p:nvSpPr>
                <p:spPr bwMode="ltGray">
                  <a:xfrm>
                    <a:off x="1890" y="588"/>
                    <a:ext cx="32" cy="34"/>
                  </a:xfrm>
                  <a:custGeom>
                    <a:avLst/>
                    <a:gdLst>
                      <a:gd name="T0" fmla="*/ 3 w 76"/>
                      <a:gd name="T1" fmla="*/ 6 h 104"/>
                      <a:gd name="T2" fmla="*/ 8 w 76"/>
                      <a:gd name="T3" fmla="*/ 0 h 104"/>
                      <a:gd name="T4" fmla="*/ 14 w 76"/>
                      <a:gd name="T5" fmla="*/ 6 h 104"/>
                      <a:gd name="T6" fmla="*/ 26 w 76"/>
                      <a:gd name="T7" fmla="*/ 1 h 104"/>
                      <a:gd name="T8" fmla="*/ 19 w 76"/>
                      <a:gd name="T9" fmla="*/ 11 h 104"/>
                      <a:gd name="T10" fmla="*/ 23 w 76"/>
                      <a:gd name="T11" fmla="*/ 16 h 104"/>
                      <a:gd name="T12" fmla="*/ 24 w 76"/>
                      <a:gd name="T13" fmla="*/ 20 h 104"/>
                      <a:gd name="T14" fmla="*/ 19 w 76"/>
                      <a:gd name="T15" fmla="*/ 24 h 104"/>
                      <a:gd name="T16" fmla="*/ 14 w 76"/>
                      <a:gd name="T17" fmla="*/ 20 h 104"/>
                      <a:gd name="T18" fmla="*/ 9 w 76"/>
                      <a:gd name="T19" fmla="*/ 16 h 104"/>
                      <a:gd name="T20" fmla="*/ 12 w 76"/>
                      <a:gd name="T21" fmla="*/ 22 h 104"/>
                      <a:gd name="T22" fmla="*/ 13 w 76"/>
                      <a:gd name="T23" fmla="*/ 24 h 104"/>
                      <a:gd name="T24" fmla="*/ 8 w 76"/>
                      <a:gd name="T25" fmla="*/ 34 h 104"/>
                      <a:gd name="T26" fmla="*/ 5 w 76"/>
                      <a:gd name="T27" fmla="*/ 33 h 104"/>
                      <a:gd name="T28" fmla="*/ 3 w 76"/>
                      <a:gd name="T29" fmla="*/ 29 h 104"/>
                      <a:gd name="T30" fmla="*/ 0 w 76"/>
                      <a:gd name="T31" fmla="*/ 18 h 104"/>
                      <a:gd name="T32" fmla="*/ 1 w 76"/>
                      <a:gd name="T33" fmla="*/ 10 h 104"/>
                      <a:gd name="T34" fmla="*/ 3 w 76"/>
                      <a:gd name="T35" fmla="*/ 6 h 104"/>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Lst>
                    <a:ahLst/>
                    <a:cxnLst>
                      <a:cxn ang="T36">
                        <a:pos x="T0" y="T1"/>
                      </a:cxn>
                      <a:cxn ang="T37">
                        <a:pos x="T2" y="T3"/>
                      </a:cxn>
                      <a:cxn ang="T38">
                        <a:pos x="T4" y="T5"/>
                      </a:cxn>
                      <a:cxn ang="T39">
                        <a:pos x="T6" y="T7"/>
                      </a:cxn>
                      <a:cxn ang="T40">
                        <a:pos x="T8" y="T9"/>
                      </a:cxn>
                      <a:cxn ang="T41">
                        <a:pos x="T10" y="T11"/>
                      </a:cxn>
                      <a:cxn ang="T42">
                        <a:pos x="T12" y="T13"/>
                      </a:cxn>
                      <a:cxn ang="T43">
                        <a:pos x="T14" y="T15"/>
                      </a:cxn>
                      <a:cxn ang="T44">
                        <a:pos x="T16" y="T17"/>
                      </a:cxn>
                      <a:cxn ang="T45">
                        <a:pos x="T18" y="T19"/>
                      </a:cxn>
                      <a:cxn ang="T46">
                        <a:pos x="T20" y="T21"/>
                      </a:cxn>
                      <a:cxn ang="T47">
                        <a:pos x="T22" y="T23"/>
                      </a:cxn>
                      <a:cxn ang="T48">
                        <a:pos x="T24" y="T25"/>
                      </a:cxn>
                      <a:cxn ang="T49">
                        <a:pos x="T26" y="T27"/>
                      </a:cxn>
                      <a:cxn ang="T50">
                        <a:pos x="T28" y="T29"/>
                      </a:cxn>
                      <a:cxn ang="T51">
                        <a:pos x="T30" y="T31"/>
                      </a:cxn>
                      <a:cxn ang="T52">
                        <a:pos x="T32" y="T33"/>
                      </a:cxn>
                      <a:cxn ang="T53">
                        <a:pos x="T34" y="T35"/>
                      </a:cxn>
                    </a:cxnLst>
                    <a:rect l="0" t="0" r="r" b="b"/>
                    <a:pathLst>
                      <a:path w="76" h="104">
                        <a:moveTo>
                          <a:pt x="8" y="18"/>
                        </a:moveTo>
                        <a:cubicBezTo>
                          <a:pt x="10" y="8"/>
                          <a:pt x="9" y="3"/>
                          <a:pt x="18" y="0"/>
                        </a:cubicBezTo>
                        <a:cubicBezTo>
                          <a:pt x="28" y="3"/>
                          <a:pt x="25" y="12"/>
                          <a:pt x="34" y="18"/>
                        </a:cubicBezTo>
                        <a:cubicBezTo>
                          <a:pt x="46" y="16"/>
                          <a:pt x="51" y="8"/>
                          <a:pt x="62" y="4"/>
                        </a:cubicBezTo>
                        <a:cubicBezTo>
                          <a:pt x="76" y="9"/>
                          <a:pt x="56" y="31"/>
                          <a:pt x="46" y="34"/>
                        </a:cubicBezTo>
                        <a:cubicBezTo>
                          <a:pt x="51" y="56"/>
                          <a:pt x="43" y="29"/>
                          <a:pt x="54" y="48"/>
                        </a:cubicBezTo>
                        <a:cubicBezTo>
                          <a:pt x="56" y="52"/>
                          <a:pt x="58" y="60"/>
                          <a:pt x="58" y="60"/>
                        </a:cubicBezTo>
                        <a:cubicBezTo>
                          <a:pt x="55" y="68"/>
                          <a:pt x="54" y="71"/>
                          <a:pt x="46" y="74"/>
                        </a:cubicBezTo>
                        <a:cubicBezTo>
                          <a:pt x="38" y="71"/>
                          <a:pt x="37" y="68"/>
                          <a:pt x="34" y="60"/>
                        </a:cubicBezTo>
                        <a:cubicBezTo>
                          <a:pt x="33" y="50"/>
                          <a:pt x="32" y="33"/>
                          <a:pt x="22" y="48"/>
                        </a:cubicBezTo>
                        <a:cubicBezTo>
                          <a:pt x="25" y="60"/>
                          <a:pt x="23" y="53"/>
                          <a:pt x="28" y="68"/>
                        </a:cubicBezTo>
                        <a:cubicBezTo>
                          <a:pt x="29" y="70"/>
                          <a:pt x="30" y="74"/>
                          <a:pt x="30" y="74"/>
                        </a:cubicBezTo>
                        <a:cubicBezTo>
                          <a:pt x="24" y="84"/>
                          <a:pt x="22" y="93"/>
                          <a:pt x="20" y="104"/>
                        </a:cubicBezTo>
                        <a:cubicBezTo>
                          <a:pt x="17" y="103"/>
                          <a:pt x="14" y="104"/>
                          <a:pt x="12" y="102"/>
                        </a:cubicBezTo>
                        <a:cubicBezTo>
                          <a:pt x="9" y="99"/>
                          <a:pt x="8" y="90"/>
                          <a:pt x="8" y="90"/>
                        </a:cubicBezTo>
                        <a:cubicBezTo>
                          <a:pt x="13" y="75"/>
                          <a:pt x="14" y="64"/>
                          <a:pt x="0" y="54"/>
                        </a:cubicBezTo>
                        <a:cubicBezTo>
                          <a:pt x="1" y="46"/>
                          <a:pt x="1" y="38"/>
                          <a:pt x="2" y="30"/>
                        </a:cubicBezTo>
                        <a:cubicBezTo>
                          <a:pt x="2" y="27"/>
                          <a:pt x="13" y="2"/>
                          <a:pt x="8" y="18"/>
                        </a:cubicBezTo>
                        <a:close/>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US"/>
                  </a:p>
                </p:txBody>
              </p:sp>
              <p:sp>
                <p:nvSpPr>
                  <p:cNvPr id="1138" name="Freeform 22"/>
                  <p:cNvSpPr>
                    <a:spLocks/>
                  </p:cNvSpPr>
                  <p:nvPr/>
                </p:nvSpPr>
                <p:spPr bwMode="ltGray">
                  <a:xfrm>
                    <a:off x="1944" y="569"/>
                    <a:ext cx="16" cy="20"/>
                  </a:xfrm>
                  <a:custGeom>
                    <a:avLst/>
                    <a:gdLst>
                      <a:gd name="T0" fmla="*/ 1 w 37"/>
                      <a:gd name="T1" fmla="*/ 9 h 61"/>
                      <a:gd name="T2" fmla="*/ 6 w 37"/>
                      <a:gd name="T3" fmla="*/ 0 h 61"/>
                      <a:gd name="T4" fmla="*/ 6 w 37"/>
                      <a:gd name="T5" fmla="*/ 9 h 61"/>
                      <a:gd name="T6" fmla="*/ 16 w 37"/>
                      <a:gd name="T7" fmla="*/ 12 h 61"/>
                      <a:gd name="T8" fmla="*/ 8 w 37"/>
                      <a:gd name="T9" fmla="*/ 14 h 61"/>
                      <a:gd name="T10" fmla="*/ 2 w 37"/>
                      <a:gd name="T11" fmla="*/ 19 h 61"/>
                      <a:gd name="T12" fmla="*/ 0 w 37"/>
                      <a:gd name="T13" fmla="*/ 11 h 61"/>
                      <a:gd name="T14" fmla="*/ 1 w 37"/>
                      <a:gd name="T15" fmla="*/ 9 h 61"/>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37" h="61">
                        <a:moveTo>
                          <a:pt x="3" y="28"/>
                        </a:moveTo>
                        <a:cubicBezTo>
                          <a:pt x="5" y="14"/>
                          <a:pt x="2" y="7"/>
                          <a:pt x="13" y="0"/>
                        </a:cubicBezTo>
                        <a:cubicBezTo>
                          <a:pt x="26" y="9"/>
                          <a:pt x="23" y="17"/>
                          <a:pt x="15" y="28"/>
                        </a:cubicBezTo>
                        <a:cubicBezTo>
                          <a:pt x="25" y="31"/>
                          <a:pt x="33" y="27"/>
                          <a:pt x="37" y="38"/>
                        </a:cubicBezTo>
                        <a:cubicBezTo>
                          <a:pt x="30" y="45"/>
                          <a:pt x="28" y="47"/>
                          <a:pt x="19" y="44"/>
                        </a:cubicBezTo>
                        <a:cubicBezTo>
                          <a:pt x="13" y="54"/>
                          <a:pt x="18" y="61"/>
                          <a:pt x="5" y="58"/>
                        </a:cubicBezTo>
                        <a:cubicBezTo>
                          <a:pt x="0" y="50"/>
                          <a:pt x="3" y="44"/>
                          <a:pt x="1" y="34"/>
                        </a:cubicBezTo>
                        <a:cubicBezTo>
                          <a:pt x="2" y="32"/>
                          <a:pt x="3" y="28"/>
                          <a:pt x="3" y="28"/>
                        </a:cubicBezTo>
                        <a:close/>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US"/>
                  </a:p>
                </p:txBody>
              </p:sp>
              <p:sp>
                <p:nvSpPr>
                  <p:cNvPr id="1139" name="Freeform 23"/>
                  <p:cNvSpPr>
                    <a:spLocks/>
                  </p:cNvSpPr>
                  <p:nvPr/>
                </p:nvSpPr>
                <p:spPr bwMode="ltGray">
                  <a:xfrm>
                    <a:off x="1948" y="600"/>
                    <a:ext cx="20" cy="10"/>
                  </a:xfrm>
                  <a:custGeom>
                    <a:avLst/>
                    <a:gdLst>
                      <a:gd name="T0" fmla="*/ 3 w 49"/>
                      <a:gd name="T1" fmla="*/ 0 h 29"/>
                      <a:gd name="T2" fmla="*/ 12 w 49"/>
                      <a:gd name="T3" fmla="*/ 0 h 29"/>
                      <a:gd name="T4" fmla="*/ 20 w 49"/>
                      <a:gd name="T5" fmla="*/ 6 h 29"/>
                      <a:gd name="T6" fmla="*/ 14 w 49"/>
                      <a:gd name="T7" fmla="*/ 5 h 29"/>
                      <a:gd name="T8" fmla="*/ 1 w 49"/>
                      <a:gd name="T9" fmla="*/ 6 h 29"/>
                      <a:gd name="T10" fmla="*/ 3 w 49"/>
                      <a:gd name="T11" fmla="*/ 0 h 29"/>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49" h="29">
                        <a:moveTo>
                          <a:pt x="7" y="0"/>
                        </a:moveTo>
                        <a:cubicBezTo>
                          <a:pt x="15" y="6"/>
                          <a:pt x="19" y="2"/>
                          <a:pt x="29" y="0"/>
                        </a:cubicBezTo>
                        <a:cubicBezTo>
                          <a:pt x="45" y="5"/>
                          <a:pt x="40" y="3"/>
                          <a:pt x="49" y="16"/>
                        </a:cubicBezTo>
                        <a:cubicBezTo>
                          <a:pt x="46" y="29"/>
                          <a:pt x="42" y="21"/>
                          <a:pt x="35" y="14"/>
                        </a:cubicBezTo>
                        <a:cubicBezTo>
                          <a:pt x="26" y="15"/>
                          <a:pt x="12" y="19"/>
                          <a:pt x="3" y="16"/>
                        </a:cubicBezTo>
                        <a:cubicBezTo>
                          <a:pt x="0" y="6"/>
                          <a:pt x="7" y="10"/>
                          <a:pt x="7" y="0"/>
                        </a:cubicBezTo>
                        <a:close/>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US"/>
                  </a:p>
                </p:txBody>
              </p:sp>
              <p:sp>
                <p:nvSpPr>
                  <p:cNvPr id="1140" name="Freeform 24"/>
                  <p:cNvSpPr>
                    <a:spLocks/>
                  </p:cNvSpPr>
                  <p:nvPr/>
                </p:nvSpPr>
                <p:spPr bwMode="ltGray">
                  <a:xfrm>
                    <a:off x="1969" y="585"/>
                    <a:ext cx="26" cy="17"/>
                  </a:xfrm>
                  <a:custGeom>
                    <a:avLst/>
                    <a:gdLst>
                      <a:gd name="T0" fmla="*/ 9 w 61"/>
                      <a:gd name="T1" fmla="*/ 13 h 48"/>
                      <a:gd name="T2" fmla="*/ 6 w 61"/>
                      <a:gd name="T3" fmla="*/ 9 h 48"/>
                      <a:gd name="T4" fmla="*/ 1 w 61"/>
                      <a:gd name="T5" fmla="*/ 8 h 48"/>
                      <a:gd name="T6" fmla="*/ 6 w 61"/>
                      <a:gd name="T7" fmla="*/ 3 h 48"/>
                      <a:gd name="T8" fmla="*/ 11 w 61"/>
                      <a:gd name="T9" fmla="*/ 0 h 48"/>
                      <a:gd name="T10" fmla="*/ 21 w 61"/>
                      <a:gd name="T11" fmla="*/ 4 h 48"/>
                      <a:gd name="T12" fmla="*/ 23 w 61"/>
                      <a:gd name="T13" fmla="*/ 7 h 48"/>
                      <a:gd name="T14" fmla="*/ 26 w 61"/>
                      <a:gd name="T15" fmla="*/ 11 h 48"/>
                      <a:gd name="T16" fmla="*/ 17 w 61"/>
                      <a:gd name="T17" fmla="*/ 13 h 48"/>
                      <a:gd name="T18" fmla="*/ 10 w 61"/>
                      <a:gd name="T19" fmla="*/ 16 h 48"/>
                      <a:gd name="T20" fmla="*/ 9 w 61"/>
                      <a:gd name="T21" fmla="*/ 13 h 48"/>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0" t="0" r="r" b="b"/>
                    <a:pathLst>
                      <a:path w="61" h="48">
                        <a:moveTo>
                          <a:pt x="21" y="38"/>
                        </a:moveTo>
                        <a:cubicBezTo>
                          <a:pt x="19" y="34"/>
                          <a:pt x="19" y="29"/>
                          <a:pt x="15" y="26"/>
                        </a:cubicBezTo>
                        <a:cubicBezTo>
                          <a:pt x="12" y="24"/>
                          <a:pt x="3" y="22"/>
                          <a:pt x="3" y="22"/>
                        </a:cubicBezTo>
                        <a:cubicBezTo>
                          <a:pt x="0" y="12"/>
                          <a:pt x="5" y="12"/>
                          <a:pt x="13" y="8"/>
                        </a:cubicBezTo>
                        <a:cubicBezTo>
                          <a:pt x="17" y="6"/>
                          <a:pt x="25" y="0"/>
                          <a:pt x="25" y="0"/>
                        </a:cubicBezTo>
                        <a:cubicBezTo>
                          <a:pt x="37" y="2"/>
                          <a:pt x="41" y="2"/>
                          <a:pt x="49" y="10"/>
                        </a:cubicBezTo>
                        <a:cubicBezTo>
                          <a:pt x="45" y="21"/>
                          <a:pt x="46" y="12"/>
                          <a:pt x="53" y="20"/>
                        </a:cubicBezTo>
                        <a:cubicBezTo>
                          <a:pt x="56" y="24"/>
                          <a:pt x="61" y="32"/>
                          <a:pt x="61" y="32"/>
                        </a:cubicBezTo>
                        <a:cubicBezTo>
                          <a:pt x="56" y="47"/>
                          <a:pt x="53" y="42"/>
                          <a:pt x="41" y="38"/>
                        </a:cubicBezTo>
                        <a:cubicBezTo>
                          <a:pt x="27" y="47"/>
                          <a:pt x="34" y="48"/>
                          <a:pt x="23" y="44"/>
                        </a:cubicBezTo>
                        <a:cubicBezTo>
                          <a:pt x="22" y="42"/>
                          <a:pt x="21" y="38"/>
                          <a:pt x="21" y="38"/>
                        </a:cubicBezTo>
                        <a:close/>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US"/>
                  </a:p>
                </p:txBody>
              </p:sp>
              <p:sp>
                <p:nvSpPr>
                  <p:cNvPr id="1141" name="Freeform 25"/>
                  <p:cNvSpPr>
                    <a:spLocks/>
                  </p:cNvSpPr>
                  <p:nvPr/>
                </p:nvSpPr>
                <p:spPr bwMode="ltGray">
                  <a:xfrm>
                    <a:off x="1976" y="593"/>
                    <a:ext cx="122" cy="61"/>
                  </a:xfrm>
                  <a:custGeom>
                    <a:avLst/>
                    <a:gdLst>
                      <a:gd name="T0" fmla="*/ 20 w 286"/>
                      <a:gd name="T1" fmla="*/ 9 h 182"/>
                      <a:gd name="T2" fmla="*/ 15 w 286"/>
                      <a:gd name="T3" fmla="*/ 5 h 182"/>
                      <a:gd name="T4" fmla="*/ 11 w 286"/>
                      <a:gd name="T5" fmla="*/ 10 h 182"/>
                      <a:gd name="T6" fmla="*/ 0 w 286"/>
                      <a:gd name="T7" fmla="*/ 8 h 182"/>
                      <a:gd name="T8" fmla="*/ 4 w 286"/>
                      <a:gd name="T9" fmla="*/ 14 h 182"/>
                      <a:gd name="T10" fmla="*/ 7 w 286"/>
                      <a:gd name="T11" fmla="*/ 21 h 182"/>
                      <a:gd name="T12" fmla="*/ 10 w 286"/>
                      <a:gd name="T13" fmla="*/ 16 h 182"/>
                      <a:gd name="T14" fmla="*/ 13 w 286"/>
                      <a:gd name="T15" fmla="*/ 15 h 182"/>
                      <a:gd name="T16" fmla="*/ 20 w 286"/>
                      <a:gd name="T17" fmla="*/ 19 h 182"/>
                      <a:gd name="T18" fmla="*/ 30 w 286"/>
                      <a:gd name="T19" fmla="*/ 21 h 182"/>
                      <a:gd name="T20" fmla="*/ 38 w 286"/>
                      <a:gd name="T21" fmla="*/ 24 h 182"/>
                      <a:gd name="T22" fmla="*/ 45 w 286"/>
                      <a:gd name="T23" fmla="*/ 34 h 182"/>
                      <a:gd name="T24" fmla="*/ 44 w 286"/>
                      <a:gd name="T25" fmla="*/ 41 h 182"/>
                      <a:gd name="T26" fmla="*/ 42 w 286"/>
                      <a:gd name="T27" fmla="*/ 45 h 182"/>
                      <a:gd name="T28" fmla="*/ 52 w 286"/>
                      <a:gd name="T29" fmla="*/ 43 h 182"/>
                      <a:gd name="T30" fmla="*/ 60 w 286"/>
                      <a:gd name="T31" fmla="*/ 47 h 182"/>
                      <a:gd name="T32" fmla="*/ 72 w 286"/>
                      <a:gd name="T33" fmla="*/ 50 h 182"/>
                      <a:gd name="T34" fmla="*/ 74 w 286"/>
                      <a:gd name="T35" fmla="*/ 49 h 182"/>
                      <a:gd name="T36" fmla="*/ 72 w 286"/>
                      <a:gd name="T37" fmla="*/ 45 h 182"/>
                      <a:gd name="T38" fmla="*/ 76 w 286"/>
                      <a:gd name="T39" fmla="*/ 46 h 182"/>
                      <a:gd name="T40" fmla="*/ 79 w 286"/>
                      <a:gd name="T41" fmla="*/ 40 h 182"/>
                      <a:gd name="T42" fmla="*/ 86 w 286"/>
                      <a:gd name="T43" fmla="*/ 41 h 182"/>
                      <a:gd name="T44" fmla="*/ 91 w 286"/>
                      <a:gd name="T45" fmla="*/ 44 h 182"/>
                      <a:gd name="T46" fmla="*/ 104 w 286"/>
                      <a:gd name="T47" fmla="*/ 56 h 182"/>
                      <a:gd name="T48" fmla="*/ 112 w 286"/>
                      <a:gd name="T49" fmla="*/ 60 h 182"/>
                      <a:gd name="T50" fmla="*/ 121 w 286"/>
                      <a:gd name="T51" fmla="*/ 57 h 182"/>
                      <a:gd name="T52" fmla="*/ 114 w 286"/>
                      <a:gd name="T53" fmla="*/ 54 h 182"/>
                      <a:gd name="T54" fmla="*/ 109 w 286"/>
                      <a:gd name="T55" fmla="*/ 46 h 182"/>
                      <a:gd name="T56" fmla="*/ 107 w 286"/>
                      <a:gd name="T57" fmla="*/ 44 h 182"/>
                      <a:gd name="T58" fmla="*/ 106 w 286"/>
                      <a:gd name="T59" fmla="*/ 41 h 182"/>
                      <a:gd name="T60" fmla="*/ 101 w 286"/>
                      <a:gd name="T61" fmla="*/ 39 h 182"/>
                      <a:gd name="T62" fmla="*/ 102 w 286"/>
                      <a:gd name="T63" fmla="*/ 32 h 182"/>
                      <a:gd name="T64" fmla="*/ 94 w 286"/>
                      <a:gd name="T65" fmla="*/ 29 h 182"/>
                      <a:gd name="T66" fmla="*/ 90 w 286"/>
                      <a:gd name="T67" fmla="*/ 23 h 182"/>
                      <a:gd name="T68" fmla="*/ 81 w 286"/>
                      <a:gd name="T69" fmla="*/ 18 h 182"/>
                      <a:gd name="T70" fmla="*/ 72 w 286"/>
                      <a:gd name="T71" fmla="*/ 13 h 182"/>
                      <a:gd name="T72" fmla="*/ 67 w 286"/>
                      <a:gd name="T73" fmla="*/ 11 h 182"/>
                      <a:gd name="T74" fmla="*/ 51 w 286"/>
                      <a:gd name="T75" fmla="*/ 5 h 182"/>
                      <a:gd name="T76" fmla="*/ 44 w 286"/>
                      <a:gd name="T77" fmla="*/ 1 h 182"/>
                      <a:gd name="T78" fmla="*/ 41 w 286"/>
                      <a:gd name="T79" fmla="*/ 0 h 182"/>
                      <a:gd name="T80" fmla="*/ 30 w 286"/>
                      <a:gd name="T81" fmla="*/ 3 h 182"/>
                      <a:gd name="T82" fmla="*/ 24 w 286"/>
                      <a:gd name="T83" fmla="*/ 11 h 182"/>
                      <a:gd name="T84" fmla="*/ 20 w 286"/>
                      <a:gd name="T85" fmla="*/ 9 h 182"/>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Lst>
                    <a:ahLst/>
                    <a:cxnLst>
                      <a:cxn ang="T86">
                        <a:pos x="T0" y="T1"/>
                      </a:cxn>
                      <a:cxn ang="T87">
                        <a:pos x="T2" y="T3"/>
                      </a:cxn>
                      <a:cxn ang="T88">
                        <a:pos x="T4" y="T5"/>
                      </a:cxn>
                      <a:cxn ang="T89">
                        <a:pos x="T6" y="T7"/>
                      </a:cxn>
                      <a:cxn ang="T90">
                        <a:pos x="T8" y="T9"/>
                      </a:cxn>
                      <a:cxn ang="T91">
                        <a:pos x="T10" y="T11"/>
                      </a:cxn>
                      <a:cxn ang="T92">
                        <a:pos x="T12" y="T13"/>
                      </a:cxn>
                      <a:cxn ang="T93">
                        <a:pos x="T14" y="T15"/>
                      </a:cxn>
                      <a:cxn ang="T94">
                        <a:pos x="T16" y="T17"/>
                      </a:cxn>
                      <a:cxn ang="T95">
                        <a:pos x="T18" y="T19"/>
                      </a:cxn>
                      <a:cxn ang="T96">
                        <a:pos x="T20" y="T21"/>
                      </a:cxn>
                      <a:cxn ang="T97">
                        <a:pos x="T22" y="T23"/>
                      </a:cxn>
                      <a:cxn ang="T98">
                        <a:pos x="T24" y="T25"/>
                      </a:cxn>
                      <a:cxn ang="T99">
                        <a:pos x="T26" y="T27"/>
                      </a:cxn>
                      <a:cxn ang="T100">
                        <a:pos x="T28" y="T29"/>
                      </a:cxn>
                      <a:cxn ang="T101">
                        <a:pos x="T30" y="T31"/>
                      </a:cxn>
                      <a:cxn ang="T102">
                        <a:pos x="T32" y="T33"/>
                      </a:cxn>
                      <a:cxn ang="T103">
                        <a:pos x="T34" y="T35"/>
                      </a:cxn>
                      <a:cxn ang="T104">
                        <a:pos x="T36" y="T37"/>
                      </a:cxn>
                      <a:cxn ang="T105">
                        <a:pos x="T38" y="T39"/>
                      </a:cxn>
                      <a:cxn ang="T106">
                        <a:pos x="T40" y="T41"/>
                      </a:cxn>
                      <a:cxn ang="T107">
                        <a:pos x="T42" y="T43"/>
                      </a:cxn>
                      <a:cxn ang="T108">
                        <a:pos x="T44" y="T45"/>
                      </a:cxn>
                      <a:cxn ang="T109">
                        <a:pos x="T46" y="T47"/>
                      </a:cxn>
                      <a:cxn ang="T110">
                        <a:pos x="T48" y="T49"/>
                      </a:cxn>
                      <a:cxn ang="T111">
                        <a:pos x="T50" y="T51"/>
                      </a:cxn>
                      <a:cxn ang="T112">
                        <a:pos x="T52" y="T53"/>
                      </a:cxn>
                      <a:cxn ang="T113">
                        <a:pos x="T54" y="T55"/>
                      </a:cxn>
                      <a:cxn ang="T114">
                        <a:pos x="T56" y="T57"/>
                      </a:cxn>
                      <a:cxn ang="T115">
                        <a:pos x="T58" y="T59"/>
                      </a:cxn>
                      <a:cxn ang="T116">
                        <a:pos x="T60" y="T61"/>
                      </a:cxn>
                      <a:cxn ang="T117">
                        <a:pos x="T62" y="T63"/>
                      </a:cxn>
                      <a:cxn ang="T118">
                        <a:pos x="T64" y="T65"/>
                      </a:cxn>
                      <a:cxn ang="T119">
                        <a:pos x="T66" y="T67"/>
                      </a:cxn>
                      <a:cxn ang="T120">
                        <a:pos x="T68" y="T69"/>
                      </a:cxn>
                      <a:cxn ang="T121">
                        <a:pos x="T70" y="T71"/>
                      </a:cxn>
                      <a:cxn ang="T122">
                        <a:pos x="T72" y="T73"/>
                      </a:cxn>
                      <a:cxn ang="T123">
                        <a:pos x="T74" y="T75"/>
                      </a:cxn>
                      <a:cxn ang="T124">
                        <a:pos x="T76" y="T77"/>
                      </a:cxn>
                      <a:cxn ang="T125">
                        <a:pos x="T78" y="T79"/>
                      </a:cxn>
                      <a:cxn ang="T126">
                        <a:pos x="T80" y="T81"/>
                      </a:cxn>
                      <a:cxn ang="T127">
                        <a:pos x="T82" y="T83"/>
                      </a:cxn>
                      <a:cxn ang="T128">
                        <a:pos x="T84" y="T85"/>
                      </a:cxn>
                    </a:cxnLst>
                    <a:rect l="0" t="0" r="r" b="b"/>
                    <a:pathLst>
                      <a:path w="286" h="182">
                        <a:moveTo>
                          <a:pt x="46" y="28"/>
                        </a:moveTo>
                        <a:cubicBezTo>
                          <a:pt x="41" y="14"/>
                          <a:pt x="46" y="17"/>
                          <a:pt x="36" y="14"/>
                        </a:cubicBezTo>
                        <a:cubicBezTo>
                          <a:pt x="31" y="17"/>
                          <a:pt x="26" y="30"/>
                          <a:pt x="26" y="30"/>
                        </a:cubicBezTo>
                        <a:cubicBezTo>
                          <a:pt x="12" y="25"/>
                          <a:pt x="19" y="21"/>
                          <a:pt x="0" y="24"/>
                        </a:cubicBezTo>
                        <a:cubicBezTo>
                          <a:pt x="2" y="33"/>
                          <a:pt x="2" y="37"/>
                          <a:pt x="10" y="42"/>
                        </a:cubicBezTo>
                        <a:cubicBezTo>
                          <a:pt x="12" y="49"/>
                          <a:pt x="14" y="55"/>
                          <a:pt x="16" y="62"/>
                        </a:cubicBezTo>
                        <a:cubicBezTo>
                          <a:pt x="24" y="59"/>
                          <a:pt x="27" y="57"/>
                          <a:pt x="24" y="48"/>
                        </a:cubicBezTo>
                        <a:cubicBezTo>
                          <a:pt x="26" y="47"/>
                          <a:pt x="28" y="43"/>
                          <a:pt x="30" y="44"/>
                        </a:cubicBezTo>
                        <a:cubicBezTo>
                          <a:pt x="48" y="48"/>
                          <a:pt x="36" y="52"/>
                          <a:pt x="48" y="56"/>
                        </a:cubicBezTo>
                        <a:cubicBezTo>
                          <a:pt x="74" y="65"/>
                          <a:pt x="47" y="56"/>
                          <a:pt x="70" y="62"/>
                        </a:cubicBezTo>
                        <a:cubicBezTo>
                          <a:pt x="77" y="64"/>
                          <a:pt x="88" y="72"/>
                          <a:pt x="88" y="72"/>
                        </a:cubicBezTo>
                        <a:cubicBezTo>
                          <a:pt x="96" y="84"/>
                          <a:pt x="102" y="87"/>
                          <a:pt x="106" y="102"/>
                        </a:cubicBezTo>
                        <a:cubicBezTo>
                          <a:pt x="105" y="109"/>
                          <a:pt x="106" y="115"/>
                          <a:pt x="104" y="122"/>
                        </a:cubicBezTo>
                        <a:cubicBezTo>
                          <a:pt x="103" y="126"/>
                          <a:pt x="94" y="132"/>
                          <a:pt x="98" y="134"/>
                        </a:cubicBezTo>
                        <a:cubicBezTo>
                          <a:pt x="106" y="137"/>
                          <a:pt x="122" y="128"/>
                          <a:pt x="122" y="128"/>
                        </a:cubicBezTo>
                        <a:cubicBezTo>
                          <a:pt x="130" y="131"/>
                          <a:pt x="133" y="135"/>
                          <a:pt x="140" y="140"/>
                        </a:cubicBezTo>
                        <a:cubicBezTo>
                          <a:pt x="148" y="145"/>
                          <a:pt x="159" y="145"/>
                          <a:pt x="168" y="148"/>
                        </a:cubicBezTo>
                        <a:cubicBezTo>
                          <a:pt x="170" y="147"/>
                          <a:pt x="173" y="148"/>
                          <a:pt x="174" y="146"/>
                        </a:cubicBezTo>
                        <a:cubicBezTo>
                          <a:pt x="176" y="142"/>
                          <a:pt x="164" y="136"/>
                          <a:pt x="168" y="134"/>
                        </a:cubicBezTo>
                        <a:cubicBezTo>
                          <a:pt x="171" y="132"/>
                          <a:pt x="175" y="135"/>
                          <a:pt x="178" y="136"/>
                        </a:cubicBezTo>
                        <a:cubicBezTo>
                          <a:pt x="182" y="131"/>
                          <a:pt x="186" y="118"/>
                          <a:pt x="186" y="118"/>
                        </a:cubicBezTo>
                        <a:cubicBezTo>
                          <a:pt x="189" y="119"/>
                          <a:pt x="199" y="120"/>
                          <a:pt x="202" y="122"/>
                        </a:cubicBezTo>
                        <a:cubicBezTo>
                          <a:pt x="206" y="124"/>
                          <a:pt x="214" y="130"/>
                          <a:pt x="214" y="130"/>
                        </a:cubicBezTo>
                        <a:cubicBezTo>
                          <a:pt x="224" y="145"/>
                          <a:pt x="228" y="158"/>
                          <a:pt x="244" y="168"/>
                        </a:cubicBezTo>
                        <a:cubicBezTo>
                          <a:pt x="250" y="172"/>
                          <a:pt x="262" y="178"/>
                          <a:pt x="262" y="178"/>
                        </a:cubicBezTo>
                        <a:cubicBezTo>
                          <a:pt x="265" y="178"/>
                          <a:pt x="286" y="182"/>
                          <a:pt x="284" y="170"/>
                        </a:cubicBezTo>
                        <a:cubicBezTo>
                          <a:pt x="283" y="164"/>
                          <a:pt x="268" y="160"/>
                          <a:pt x="268" y="160"/>
                        </a:cubicBezTo>
                        <a:cubicBezTo>
                          <a:pt x="261" y="150"/>
                          <a:pt x="270" y="143"/>
                          <a:pt x="256" y="138"/>
                        </a:cubicBezTo>
                        <a:cubicBezTo>
                          <a:pt x="254" y="136"/>
                          <a:pt x="251" y="135"/>
                          <a:pt x="250" y="132"/>
                        </a:cubicBezTo>
                        <a:cubicBezTo>
                          <a:pt x="248" y="129"/>
                          <a:pt x="250" y="125"/>
                          <a:pt x="248" y="122"/>
                        </a:cubicBezTo>
                        <a:cubicBezTo>
                          <a:pt x="246" y="118"/>
                          <a:pt x="240" y="118"/>
                          <a:pt x="236" y="116"/>
                        </a:cubicBezTo>
                        <a:cubicBezTo>
                          <a:pt x="230" y="107"/>
                          <a:pt x="227" y="100"/>
                          <a:pt x="240" y="96"/>
                        </a:cubicBezTo>
                        <a:cubicBezTo>
                          <a:pt x="236" y="83"/>
                          <a:pt x="236" y="84"/>
                          <a:pt x="220" y="86"/>
                        </a:cubicBezTo>
                        <a:cubicBezTo>
                          <a:pt x="209" y="82"/>
                          <a:pt x="208" y="82"/>
                          <a:pt x="210" y="70"/>
                        </a:cubicBezTo>
                        <a:cubicBezTo>
                          <a:pt x="207" y="60"/>
                          <a:pt x="199" y="57"/>
                          <a:pt x="190" y="54"/>
                        </a:cubicBezTo>
                        <a:cubicBezTo>
                          <a:pt x="181" y="45"/>
                          <a:pt x="181" y="42"/>
                          <a:pt x="168" y="38"/>
                        </a:cubicBezTo>
                        <a:cubicBezTo>
                          <a:pt x="164" y="37"/>
                          <a:pt x="156" y="34"/>
                          <a:pt x="156" y="34"/>
                        </a:cubicBezTo>
                        <a:cubicBezTo>
                          <a:pt x="146" y="24"/>
                          <a:pt x="134" y="21"/>
                          <a:pt x="120" y="16"/>
                        </a:cubicBezTo>
                        <a:cubicBezTo>
                          <a:pt x="113" y="14"/>
                          <a:pt x="108" y="8"/>
                          <a:pt x="102" y="4"/>
                        </a:cubicBezTo>
                        <a:cubicBezTo>
                          <a:pt x="100" y="3"/>
                          <a:pt x="96" y="0"/>
                          <a:pt x="96" y="0"/>
                        </a:cubicBezTo>
                        <a:cubicBezTo>
                          <a:pt x="83" y="2"/>
                          <a:pt x="79" y="1"/>
                          <a:pt x="70" y="10"/>
                        </a:cubicBezTo>
                        <a:cubicBezTo>
                          <a:pt x="67" y="19"/>
                          <a:pt x="63" y="27"/>
                          <a:pt x="56" y="32"/>
                        </a:cubicBezTo>
                        <a:cubicBezTo>
                          <a:pt x="49" y="30"/>
                          <a:pt x="52" y="31"/>
                          <a:pt x="46" y="28"/>
                        </a:cubicBezTo>
                        <a:close/>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US"/>
                  </a:p>
                </p:txBody>
              </p:sp>
              <p:sp>
                <p:nvSpPr>
                  <p:cNvPr id="1142" name="Freeform 26"/>
                  <p:cNvSpPr>
                    <a:spLocks/>
                  </p:cNvSpPr>
                  <p:nvPr/>
                </p:nvSpPr>
                <p:spPr bwMode="ltGray">
                  <a:xfrm>
                    <a:off x="2082" y="599"/>
                    <a:ext cx="33" cy="26"/>
                  </a:xfrm>
                  <a:custGeom>
                    <a:avLst/>
                    <a:gdLst>
                      <a:gd name="T0" fmla="*/ 0 w 78"/>
                      <a:gd name="T1" fmla="*/ 19 h 78"/>
                      <a:gd name="T2" fmla="*/ 11 w 78"/>
                      <a:gd name="T3" fmla="*/ 20 h 78"/>
                      <a:gd name="T4" fmla="*/ 19 w 78"/>
                      <a:gd name="T5" fmla="*/ 16 h 78"/>
                      <a:gd name="T6" fmla="*/ 24 w 78"/>
                      <a:gd name="T7" fmla="*/ 10 h 78"/>
                      <a:gd name="T8" fmla="*/ 18 w 78"/>
                      <a:gd name="T9" fmla="*/ 5 h 78"/>
                      <a:gd name="T10" fmla="*/ 18 w 78"/>
                      <a:gd name="T11" fmla="*/ 1 h 78"/>
                      <a:gd name="T12" fmla="*/ 30 w 78"/>
                      <a:gd name="T13" fmla="*/ 9 h 78"/>
                      <a:gd name="T14" fmla="*/ 28 w 78"/>
                      <a:gd name="T15" fmla="*/ 18 h 78"/>
                      <a:gd name="T16" fmla="*/ 14 w 78"/>
                      <a:gd name="T17" fmla="*/ 26 h 78"/>
                      <a:gd name="T18" fmla="*/ 4 w 78"/>
                      <a:gd name="T19" fmla="*/ 22 h 78"/>
                      <a:gd name="T20" fmla="*/ 1 w 78"/>
                      <a:gd name="T21" fmla="*/ 21 h 78"/>
                      <a:gd name="T22" fmla="*/ 0 w 78"/>
                      <a:gd name="T23" fmla="*/ 19 h 78"/>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Lst>
                    <a:ahLst/>
                    <a:cxnLst>
                      <a:cxn ang="T24">
                        <a:pos x="T0" y="T1"/>
                      </a:cxn>
                      <a:cxn ang="T25">
                        <a:pos x="T2" y="T3"/>
                      </a:cxn>
                      <a:cxn ang="T26">
                        <a:pos x="T4" y="T5"/>
                      </a:cxn>
                      <a:cxn ang="T27">
                        <a:pos x="T6" y="T7"/>
                      </a:cxn>
                      <a:cxn ang="T28">
                        <a:pos x="T8" y="T9"/>
                      </a:cxn>
                      <a:cxn ang="T29">
                        <a:pos x="T10" y="T11"/>
                      </a:cxn>
                      <a:cxn ang="T30">
                        <a:pos x="T12" y="T13"/>
                      </a:cxn>
                      <a:cxn ang="T31">
                        <a:pos x="T14" y="T15"/>
                      </a:cxn>
                      <a:cxn ang="T32">
                        <a:pos x="T16" y="T17"/>
                      </a:cxn>
                      <a:cxn ang="T33">
                        <a:pos x="T18" y="T19"/>
                      </a:cxn>
                      <a:cxn ang="T34">
                        <a:pos x="T20" y="T21"/>
                      </a:cxn>
                      <a:cxn ang="T35">
                        <a:pos x="T22" y="T23"/>
                      </a:cxn>
                    </a:cxnLst>
                    <a:rect l="0" t="0" r="r" b="b"/>
                    <a:pathLst>
                      <a:path w="78" h="78">
                        <a:moveTo>
                          <a:pt x="1" y="58"/>
                        </a:moveTo>
                        <a:cubicBezTo>
                          <a:pt x="6" y="44"/>
                          <a:pt x="18" y="57"/>
                          <a:pt x="27" y="60"/>
                        </a:cubicBezTo>
                        <a:cubicBezTo>
                          <a:pt x="35" y="57"/>
                          <a:pt x="38" y="52"/>
                          <a:pt x="45" y="48"/>
                        </a:cubicBezTo>
                        <a:cubicBezTo>
                          <a:pt x="48" y="40"/>
                          <a:pt x="51" y="36"/>
                          <a:pt x="57" y="30"/>
                        </a:cubicBezTo>
                        <a:cubicBezTo>
                          <a:pt x="55" y="23"/>
                          <a:pt x="43" y="14"/>
                          <a:pt x="43" y="14"/>
                        </a:cubicBezTo>
                        <a:cubicBezTo>
                          <a:pt x="33" y="0"/>
                          <a:pt x="30" y="1"/>
                          <a:pt x="43" y="4"/>
                        </a:cubicBezTo>
                        <a:cubicBezTo>
                          <a:pt x="54" y="11"/>
                          <a:pt x="58" y="22"/>
                          <a:pt x="71" y="26"/>
                        </a:cubicBezTo>
                        <a:cubicBezTo>
                          <a:pt x="78" y="37"/>
                          <a:pt x="78" y="46"/>
                          <a:pt x="67" y="54"/>
                        </a:cubicBezTo>
                        <a:cubicBezTo>
                          <a:pt x="51" y="49"/>
                          <a:pt x="53" y="71"/>
                          <a:pt x="33" y="78"/>
                        </a:cubicBezTo>
                        <a:cubicBezTo>
                          <a:pt x="16" y="72"/>
                          <a:pt x="25" y="76"/>
                          <a:pt x="9" y="66"/>
                        </a:cubicBezTo>
                        <a:cubicBezTo>
                          <a:pt x="7" y="65"/>
                          <a:pt x="3" y="62"/>
                          <a:pt x="3" y="62"/>
                        </a:cubicBezTo>
                        <a:cubicBezTo>
                          <a:pt x="0" y="54"/>
                          <a:pt x="13" y="42"/>
                          <a:pt x="1" y="58"/>
                        </a:cubicBezTo>
                        <a:close/>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US"/>
                  </a:p>
                </p:txBody>
              </p:sp>
              <p:sp>
                <p:nvSpPr>
                  <p:cNvPr id="1143" name="Freeform 27"/>
                  <p:cNvSpPr>
                    <a:spLocks/>
                  </p:cNvSpPr>
                  <p:nvPr/>
                </p:nvSpPr>
                <p:spPr bwMode="ltGray">
                  <a:xfrm>
                    <a:off x="2152" y="544"/>
                    <a:ext cx="8" cy="6"/>
                  </a:xfrm>
                  <a:custGeom>
                    <a:avLst/>
                    <a:gdLst>
                      <a:gd name="T0" fmla="*/ 1 w 17"/>
                      <a:gd name="T1" fmla="*/ 1 h 18"/>
                      <a:gd name="T2" fmla="*/ 1 w 17"/>
                      <a:gd name="T3" fmla="*/ 5 h 18"/>
                      <a:gd name="T4" fmla="*/ 1 w 17"/>
                      <a:gd name="T5" fmla="*/ 1 h 18"/>
                      <a:gd name="T6" fmla="*/ 0 60000 65536"/>
                      <a:gd name="T7" fmla="*/ 0 60000 65536"/>
                      <a:gd name="T8" fmla="*/ 0 60000 65536"/>
                    </a:gdLst>
                    <a:ahLst/>
                    <a:cxnLst>
                      <a:cxn ang="T6">
                        <a:pos x="T0" y="T1"/>
                      </a:cxn>
                      <a:cxn ang="T7">
                        <a:pos x="T2" y="T3"/>
                      </a:cxn>
                      <a:cxn ang="T8">
                        <a:pos x="T4" y="T5"/>
                      </a:cxn>
                    </a:cxnLst>
                    <a:rect l="0" t="0" r="r" b="b"/>
                    <a:pathLst>
                      <a:path w="17" h="18">
                        <a:moveTo>
                          <a:pt x="3" y="4"/>
                        </a:moveTo>
                        <a:cubicBezTo>
                          <a:pt x="17" y="7"/>
                          <a:pt x="16" y="18"/>
                          <a:pt x="3" y="14"/>
                        </a:cubicBezTo>
                        <a:cubicBezTo>
                          <a:pt x="0" y="6"/>
                          <a:pt x="7" y="0"/>
                          <a:pt x="3" y="4"/>
                        </a:cubicBezTo>
                        <a:close/>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US"/>
                  </a:p>
                </p:txBody>
              </p:sp>
              <p:sp>
                <p:nvSpPr>
                  <p:cNvPr id="1144" name="Freeform 28"/>
                  <p:cNvSpPr>
                    <a:spLocks/>
                  </p:cNvSpPr>
                  <p:nvPr/>
                </p:nvSpPr>
                <p:spPr bwMode="ltGray">
                  <a:xfrm>
                    <a:off x="2194" y="584"/>
                    <a:ext cx="11" cy="8"/>
                  </a:xfrm>
                  <a:custGeom>
                    <a:avLst/>
                    <a:gdLst>
                      <a:gd name="T0" fmla="*/ 3 w 26"/>
                      <a:gd name="T1" fmla="*/ 5 h 22"/>
                      <a:gd name="T2" fmla="*/ 6 w 26"/>
                      <a:gd name="T3" fmla="*/ 0 h 22"/>
                      <a:gd name="T4" fmla="*/ 6 w 26"/>
                      <a:gd name="T5" fmla="*/ 8 h 22"/>
                      <a:gd name="T6" fmla="*/ 3 w 26"/>
                      <a:gd name="T7" fmla="*/ 5 h 22"/>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26" h="22">
                        <a:moveTo>
                          <a:pt x="8" y="14"/>
                        </a:moveTo>
                        <a:cubicBezTo>
                          <a:pt x="5" y="6"/>
                          <a:pt x="5" y="3"/>
                          <a:pt x="14" y="0"/>
                        </a:cubicBezTo>
                        <a:cubicBezTo>
                          <a:pt x="26" y="4"/>
                          <a:pt x="23" y="16"/>
                          <a:pt x="14" y="22"/>
                        </a:cubicBezTo>
                        <a:cubicBezTo>
                          <a:pt x="0" y="17"/>
                          <a:pt x="13" y="3"/>
                          <a:pt x="8" y="14"/>
                        </a:cubicBezTo>
                        <a:close/>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US"/>
                  </a:p>
                </p:txBody>
              </p:sp>
              <p:sp>
                <p:nvSpPr>
                  <p:cNvPr id="1145" name="Freeform 29"/>
                  <p:cNvSpPr>
                    <a:spLocks/>
                  </p:cNvSpPr>
                  <p:nvPr/>
                </p:nvSpPr>
                <p:spPr bwMode="ltGray">
                  <a:xfrm>
                    <a:off x="2059" y="494"/>
                    <a:ext cx="8" cy="5"/>
                  </a:xfrm>
                  <a:custGeom>
                    <a:avLst/>
                    <a:gdLst>
                      <a:gd name="T0" fmla="*/ 3 w 20"/>
                      <a:gd name="T1" fmla="*/ 4 h 15"/>
                      <a:gd name="T2" fmla="*/ 7 w 20"/>
                      <a:gd name="T3" fmla="*/ 1 h 15"/>
                      <a:gd name="T4" fmla="*/ 4 w 20"/>
                      <a:gd name="T5" fmla="*/ 4 h 15"/>
                      <a:gd name="T6" fmla="*/ 3 w 20"/>
                      <a:gd name="T7" fmla="*/ 4 h 15"/>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20" h="15">
                        <a:moveTo>
                          <a:pt x="7" y="12"/>
                        </a:moveTo>
                        <a:cubicBezTo>
                          <a:pt x="0" y="1"/>
                          <a:pt x="6" y="0"/>
                          <a:pt x="17" y="2"/>
                        </a:cubicBezTo>
                        <a:cubicBezTo>
                          <a:pt x="20" y="10"/>
                          <a:pt x="18" y="15"/>
                          <a:pt x="9" y="12"/>
                        </a:cubicBezTo>
                        <a:cubicBezTo>
                          <a:pt x="4" y="4"/>
                          <a:pt x="4" y="4"/>
                          <a:pt x="7" y="12"/>
                        </a:cubicBezTo>
                        <a:close/>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US"/>
                  </a:p>
                </p:txBody>
              </p:sp>
              <p:sp>
                <p:nvSpPr>
                  <p:cNvPr id="1146" name="Freeform 30"/>
                  <p:cNvSpPr>
                    <a:spLocks/>
                  </p:cNvSpPr>
                  <p:nvPr/>
                </p:nvSpPr>
                <p:spPr bwMode="ltGray">
                  <a:xfrm>
                    <a:off x="1988" y="536"/>
                    <a:ext cx="8" cy="5"/>
                  </a:xfrm>
                  <a:custGeom>
                    <a:avLst/>
                    <a:gdLst>
                      <a:gd name="T0" fmla="*/ 3 w 20"/>
                      <a:gd name="T1" fmla="*/ 4 h 15"/>
                      <a:gd name="T2" fmla="*/ 6 w 20"/>
                      <a:gd name="T3" fmla="*/ 1 h 15"/>
                      <a:gd name="T4" fmla="*/ 6 w 20"/>
                      <a:gd name="T5" fmla="*/ 5 h 15"/>
                      <a:gd name="T6" fmla="*/ 3 w 20"/>
                      <a:gd name="T7" fmla="*/ 4 h 15"/>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20" h="15">
                        <a:moveTo>
                          <a:pt x="7" y="12"/>
                        </a:moveTo>
                        <a:cubicBezTo>
                          <a:pt x="0" y="2"/>
                          <a:pt x="3" y="0"/>
                          <a:pt x="15" y="2"/>
                        </a:cubicBezTo>
                        <a:cubicBezTo>
                          <a:pt x="16" y="4"/>
                          <a:pt x="20" y="12"/>
                          <a:pt x="15" y="14"/>
                        </a:cubicBezTo>
                        <a:cubicBezTo>
                          <a:pt x="12" y="15"/>
                          <a:pt x="7" y="12"/>
                          <a:pt x="7" y="12"/>
                        </a:cubicBezTo>
                        <a:close/>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US"/>
                  </a:p>
                </p:txBody>
              </p:sp>
              <p:sp>
                <p:nvSpPr>
                  <p:cNvPr id="1147" name="Freeform 31"/>
                  <p:cNvSpPr>
                    <a:spLocks/>
                  </p:cNvSpPr>
                  <p:nvPr/>
                </p:nvSpPr>
                <p:spPr bwMode="ltGray">
                  <a:xfrm>
                    <a:off x="1910" y="523"/>
                    <a:ext cx="34" cy="27"/>
                  </a:xfrm>
                  <a:custGeom>
                    <a:avLst/>
                    <a:gdLst>
                      <a:gd name="T0" fmla="*/ 0 w 80"/>
                      <a:gd name="T1" fmla="*/ 17 h 80"/>
                      <a:gd name="T2" fmla="*/ 6 w 80"/>
                      <a:gd name="T3" fmla="*/ 8 h 80"/>
                      <a:gd name="T4" fmla="*/ 11 w 80"/>
                      <a:gd name="T5" fmla="*/ 7 h 80"/>
                      <a:gd name="T6" fmla="*/ 20 w 80"/>
                      <a:gd name="T7" fmla="*/ 6 h 80"/>
                      <a:gd name="T8" fmla="*/ 25 w 80"/>
                      <a:gd name="T9" fmla="*/ 0 h 80"/>
                      <a:gd name="T10" fmla="*/ 34 w 80"/>
                      <a:gd name="T11" fmla="*/ 14 h 80"/>
                      <a:gd name="T12" fmla="*/ 30 w 80"/>
                      <a:gd name="T13" fmla="*/ 19 h 80"/>
                      <a:gd name="T14" fmla="*/ 23 w 80"/>
                      <a:gd name="T15" fmla="*/ 21 h 80"/>
                      <a:gd name="T16" fmla="*/ 20 w 80"/>
                      <a:gd name="T17" fmla="*/ 27 h 80"/>
                      <a:gd name="T18" fmla="*/ 14 w 80"/>
                      <a:gd name="T19" fmla="*/ 23 h 80"/>
                      <a:gd name="T20" fmla="*/ 16 w 80"/>
                      <a:gd name="T21" fmla="*/ 18 h 80"/>
                      <a:gd name="T22" fmla="*/ 13 w 80"/>
                      <a:gd name="T23" fmla="*/ 9 h 80"/>
                      <a:gd name="T24" fmla="*/ 9 w 80"/>
                      <a:gd name="T25" fmla="*/ 16 h 80"/>
                      <a:gd name="T26" fmla="*/ 3 w 80"/>
                      <a:gd name="T27" fmla="*/ 19 h 80"/>
                      <a:gd name="T28" fmla="*/ 0 w 80"/>
                      <a:gd name="T29" fmla="*/ 17 h 80"/>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Lst>
                    <a:ahLst/>
                    <a:cxnLst>
                      <a:cxn ang="T30">
                        <a:pos x="T0" y="T1"/>
                      </a:cxn>
                      <a:cxn ang="T31">
                        <a:pos x="T2" y="T3"/>
                      </a:cxn>
                      <a:cxn ang="T32">
                        <a:pos x="T4" y="T5"/>
                      </a:cxn>
                      <a:cxn ang="T33">
                        <a:pos x="T6" y="T7"/>
                      </a:cxn>
                      <a:cxn ang="T34">
                        <a:pos x="T8" y="T9"/>
                      </a:cxn>
                      <a:cxn ang="T35">
                        <a:pos x="T10" y="T11"/>
                      </a:cxn>
                      <a:cxn ang="T36">
                        <a:pos x="T12" y="T13"/>
                      </a:cxn>
                      <a:cxn ang="T37">
                        <a:pos x="T14" y="T15"/>
                      </a:cxn>
                      <a:cxn ang="T38">
                        <a:pos x="T16" y="T17"/>
                      </a:cxn>
                      <a:cxn ang="T39">
                        <a:pos x="T18" y="T19"/>
                      </a:cxn>
                      <a:cxn ang="T40">
                        <a:pos x="T20" y="T21"/>
                      </a:cxn>
                      <a:cxn ang="T41">
                        <a:pos x="T22" y="T23"/>
                      </a:cxn>
                      <a:cxn ang="T42">
                        <a:pos x="T24" y="T25"/>
                      </a:cxn>
                      <a:cxn ang="T43">
                        <a:pos x="T26" y="T27"/>
                      </a:cxn>
                      <a:cxn ang="T44">
                        <a:pos x="T28" y="T29"/>
                      </a:cxn>
                    </a:cxnLst>
                    <a:rect l="0" t="0" r="r" b="b"/>
                    <a:pathLst>
                      <a:path w="80" h="80">
                        <a:moveTo>
                          <a:pt x="0" y="50"/>
                        </a:moveTo>
                        <a:cubicBezTo>
                          <a:pt x="1" y="47"/>
                          <a:pt x="12" y="25"/>
                          <a:pt x="14" y="24"/>
                        </a:cubicBezTo>
                        <a:cubicBezTo>
                          <a:pt x="17" y="22"/>
                          <a:pt x="26" y="20"/>
                          <a:pt x="26" y="20"/>
                        </a:cubicBezTo>
                        <a:cubicBezTo>
                          <a:pt x="34" y="23"/>
                          <a:pt x="40" y="21"/>
                          <a:pt x="48" y="18"/>
                        </a:cubicBezTo>
                        <a:cubicBezTo>
                          <a:pt x="52" y="12"/>
                          <a:pt x="54" y="6"/>
                          <a:pt x="58" y="0"/>
                        </a:cubicBezTo>
                        <a:cubicBezTo>
                          <a:pt x="70" y="4"/>
                          <a:pt x="76" y="28"/>
                          <a:pt x="80" y="40"/>
                        </a:cubicBezTo>
                        <a:cubicBezTo>
                          <a:pt x="75" y="54"/>
                          <a:pt x="80" y="50"/>
                          <a:pt x="70" y="56"/>
                        </a:cubicBezTo>
                        <a:cubicBezTo>
                          <a:pt x="61" y="53"/>
                          <a:pt x="59" y="54"/>
                          <a:pt x="54" y="62"/>
                        </a:cubicBezTo>
                        <a:cubicBezTo>
                          <a:pt x="57" y="71"/>
                          <a:pt x="56" y="75"/>
                          <a:pt x="48" y="80"/>
                        </a:cubicBezTo>
                        <a:cubicBezTo>
                          <a:pt x="40" y="77"/>
                          <a:pt x="39" y="72"/>
                          <a:pt x="32" y="68"/>
                        </a:cubicBezTo>
                        <a:cubicBezTo>
                          <a:pt x="26" y="59"/>
                          <a:pt x="30" y="57"/>
                          <a:pt x="38" y="52"/>
                        </a:cubicBezTo>
                        <a:cubicBezTo>
                          <a:pt x="41" y="42"/>
                          <a:pt x="39" y="34"/>
                          <a:pt x="30" y="28"/>
                        </a:cubicBezTo>
                        <a:cubicBezTo>
                          <a:pt x="20" y="31"/>
                          <a:pt x="30" y="40"/>
                          <a:pt x="20" y="48"/>
                        </a:cubicBezTo>
                        <a:cubicBezTo>
                          <a:pt x="16" y="51"/>
                          <a:pt x="8" y="56"/>
                          <a:pt x="8" y="56"/>
                        </a:cubicBezTo>
                        <a:cubicBezTo>
                          <a:pt x="2" y="50"/>
                          <a:pt x="5" y="50"/>
                          <a:pt x="0" y="50"/>
                        </a:cubicBezTo>
                        <a:close/>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US"/>
                  </a:p>
                </p:txBody>
              </p:sp>
              <p:sp>
                <p:nvSpPr>
                  <p:cNvPr id="1148" name="Freeform 32"/>
                  <p:cNvSpPr>
                    <a:spLocks/>
                  </p:cNvSpPr>
                  <p:nvPr/>
                </p:nvSpPr>
                <p:spPr bwMode="ltGray">
                  <a:xfrm>
                    <a:off x="1899" y="466"/>
                    <a:ext cx="40" cy="58"/>
                  </a:xfrm>
                  <a:custGeom>
                    <a:avLst/>
                    <a:gdLst>
                      <a:gd name="T0" fmla="*/ 6 w 94"/>
                      <a:gd name="T1" fmla="*/ 32 h 174"/>
                      <a:gd name="T2" fmla="*/ 11 w 94"/>
                      <a:gd name="T3" fmla="*/ 43 h 174"/>
                      <a:gd name="T4" fmla="*/ 14 w 94"/>
                      <a:gd name="T5" fmla="*/ 36 h 174"/>
                      <a:gd name="T6" fmla="*/ 22 w 94"/>
                      <a:gd name="T7" fmla="*/ 33 h 174"/>
                      <a:gd name="T8" fmla="*/ 20 w 94"/>
                      <a:gd name="T9" fmla="*/ 41 h 174"/>
                      <a:gd name="T10" fmla="*/ 28 w 94"/>
                      <a:gd name="T11" fmla="*/ 42 h 174"/>
                      <a:gd name="T12" fmla="*/ 32 w 94"/>
                      <a:gd name="T13" fmla="*/ 47 h 174"/>
                      <a:gd name="T14" fmla="*/ 25 w 94"/>
                      <a:gd name="T15" fmla="*/ 49 h 174"/>
                      <a:gd name="T16" fmla="*/ 31 w 94"/>
                      <a:gd name="T17" fmla="*/ 58 h 174"/>
                      <a:gd name="T18" fmla="*/ 36 w 94"/>
                      <a:gd name="T19" fmla="*/ 51 h 174"/>
                      <a:gd name="T20" fmla="*/ 35 w 94"/>
                      <a:gd name="T21" fmla="*/ 37 h 174"/>
                      <a:gd name="T22" fmla="*/ 26 w 94"/>
                      <a:gd name="T23" fmla="*/ 35 h 174"/>
                      <a:gd name="T24" fmla="*/ 21 w 94"/>
                      <a:gd name="T25" fmla="*/ 27 h 174"/>
                      <a:gd name="T26" fmla="*/ 14 w 94"/>
                      <a:gd name="T27" fmla="*/ 27 h 174"/>
                      <a:gd name="T28" fmla="*/ 13 w 94"/>
                      <a:gd name="T29" fmla="*/ 23 h 174"/>
                      <a:gd name="T30" fmla="*/ 18 w 94"/>
                      <a:gd name="T31" fmla="*/ 14 h 174"/>
                      <a:gd name="T32" fmla="*/ 13 w 94"/>
                      <a:gd name="T33" fmla="*/ 0 h 174"/>
                      <a:gd name="T34" fmla="*/ 8 w 94"/>
                      <a:gd name="T35" fmla="*/ 7 h 174"/>
                      <a:gd name="T36" fmla="*/ 2 w 94"/>
                      <a:gd name="T37" fmla="*/ 15 h 174"/>
                      <a:gd name="T38" fmla="*/ 6 w 94"/>
                      <a:gd name="T39" fmla="*/ 25 h 174"/>
                      <a:gd name="T40" fmla="*/ 6 w 94"/>
                      <a:gd name="T41" fmla="*/ 32 h 174"/>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Lst>
                    <a:ahLst/>
                    <a:cxnLst>
                      <a:cxn ang="T42">
                        <a:pos x="T0" y="T1"/>
                      </a:cxn>
                      <a:cxn ang="T43">
                        <a:pos x="T2" y="T3"/>
                      </a:cxn>
                      <a:cxn ang="T44">
                        <a:pos x="T4" y="T5"/>
                      </a:cxn>
                      <a:cxn ang="T45">
                        <a:pos x="T6" y="T7"/>
                      </a:cxn>
                      <a:cxn ang="T46">
                        <a:pos x="T8" y="T9"/>
                      </a:cxn>
                      <a:cxn ang="T47">
                        <a:pos x="T10" y="T11"/>
                      </a:cxn>
                      <a:cxn ang="T48">
                        <a:pos x="T12" y="T13"/>
                      </a:cxn>
                      <a:cxn ang="T49">
                        <a:pos x="T14" y="T15"/>
                      </a:cxn>
                      <a:cxn ang="T50">
                        <a:pos x="T16" y="T17"/>
                      </a:cxn>
                      <a:cxn ang="T51">
                        <a:pos x="T18" y="T19"/>
                      </a:cxn>
                      <a:cxn ang="T52">
                        <a:pos x="T20" y="T21"/>
                      </a:cxn>
                      <a:cxn ang="T53">
                        <a:pos x="T22" y="T23"/>
                      </a:cxn>
                      <a:cxn ang="T54">
                        <a:pos x="T24" y="T25"/>
                      </a:cxn>
                      <a:cxn ang="T55">
                        <a:pos x="T26" y="T27"/>
                      </a:cxn>
                      <a:cxn ang="T56">
                        <a:pos x="T28" y="T29"/>
                      </a:cxn>
                      <a:cxn ang="T57">
                        <a:pos x="T30" y="T31"/>
                      </a:cxn>
                      <a:cxn ang="T58">
                        <a:pos x="T32" y="T33"/>
                      </a:cxn>
                      <a:cxn ang="T59">
                        <a:pos x="T34" y="T35"/>
                      </a:cxn>
                      <a:cxn ang="T60">
                        <a:pos x="T36" y="T37"/>
                      </a:cxn>
                      <a:cxn ang="T61">
                        <a:pos x="T38" y="T39"/>
                      </a:cxn>
                      <a:cxn ang="T62">
                        <a:pos x="T40" y="T41"/>
                      </a:cxn>
                    </a:cxnLst>
                    <a:rect l="0" t="0" r="r" b="b"/>
                    <a:pathLst>
                      <a:path w="94" h="174">
                        <a:moveTo>
                          <a:pt x="14" y="96"/>
                        </a:moveTo>
                        <a:cubicBezTo>
                          <a:pt x="11" y="109"/>
                          <a:pt x="15" y="120"/>
                          <a:pt x="26" y="128"/>
                        </a:cubicBezTo>
                        <a:cubicBezTo>
                          <a:pt x="34" y="120"/>
                          <a:pt x="35" y="119"/>
                          <a:pt x="32" y="108"/>
                        </a:cubicBezTo>
                        <a:cubicBezTo>
                          <a:pt x="35" y="92"/>
                          <a:pt x="39" y="92"/>
                          <a:pt x="52" y="100"/>
                        </a:cubicBezTo>
                        <a:cubicBezTo>
                          <a:pt x="59" y="110"/>
                          <a:pt x="49" y="114"/>
                          <a:pt x="46" y="124"/>
                        </a:cubicBezTo>
                        <a:cubicBezTo>
                          <a:pt x="50" y="137"/>
                          <a:pt x="57" y="129"/>
                          <a:pt x="66" y="126"/>
                        </a:cubicBezTo>
                        <a:cubicBezTo>
                          <a:pt x="77" y="129"/>
                          <a:pt x="79" y="131"/>
                          <a:pt x="76" y="142"/>
                        </a:cubicBezTo>
                        <a:cubicBezTo>
                          <a:pt x="67" y="139"/>
                          <a:pt x="65" y="141"/>
                          <a:pt x="58" y="148"/>
                        </a:cubicBezTo>
                        <a:cubicBezTo>
                          <a:pt x="60" y="160"/>
                          <a:pt x="62" y="170"/>
                          <a:pt x="74" y="174"/>
                        </a:cubicBezTo>
                        <a:cubicBezTo>
                          <a:pt x="77" y="165"/>
                          <a:pt x="74" y="157"/>
                          <a:pt x="84" y="154"/>
                        </a:cubicBezTo>
                        <a:cubicBezTo>
                          <a:pt x="91" y="143"/>
                          <a:pt x="94" y="122"/>
                          <a:pt x="82" y="112"/>
                        </a:cubicBezTo>
                        <a:cubicBezTo>
                          <a:pt x="77" y="108"/>
                          <a:pt x="66" y="108"/>
                          <a:pt x="60" y="106"/>
                        </a:cubicBezTo>
                        <a:cubicBezTo>
                          <a:pt x="65" y="92"/>
                          <a:pt x="66" y="87"/>
                          <a:pt x="50" y="82"/>
                        </a:cubicBezTo>
                        <a:cubicBezTo>
                          <a:pt x="48" y="82"/>
                          <a:pt x="37" y="86"/>
                          <a:pt x="34" y="82"/>
                        </a:cubicBezTo>
                        <a:cubicBezTo>
                          <a:pt x="32" y="79"/>
                          <a:pt x="30" y="70"/>
                          <a:pt x="30" y="70"/>
                        </a:cubicBezTo>
                        <a:cubicBezTo>
                          <a:pt x="32" y="54"/>
                          <a:pt x="32" y="52"/>
                          <a:pt x="42" y="42"/>
                        </a:cubicBezTo>
                        <a:cubicBezTo>
                          <a:pt x="41" y="30"/>
                          <a:pt x="45" y="5"/>
                          <a:pt x="30" y="0"/>
                        </a:cubicBezTo>
                        <a:cubicBezTo>
                          <a:pt x="14" y="4"/>
                          <a:pt x="16" y="4"/>
                          <a:pt x="18" y="22"/>
                        </a:cubicBezTo>
                        <a:cubicBezTo>
                          <a:pt x="16" y="39"/>
                          <a:pt x="15" y="35"/>
                          <a:pt x="4" y="46"/>
                        </a:cubicBezTo>
                        <a:cubicBezTo>
                          <a:pt x="0" y="59"/>
                          <a:pt x="5" y="67"/>
                          <a:pt x="14" y="76"/>
                        </a:cubicBezTo>
                        <a:cubicBezTo>
                          <a:pt x="15" y="80"/>
                          <a:pt x="17" y="93"/>
                          <a:pt x="14" y="96"/>
                        </a:cubicBezTo>
                        <a:close/>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US"/>
                  </a:p>
                </p:txBody>
              </p:sp>
              <p:sp>
                <p:nvSpPr>
                  <p:cNvPr id="1149" name="Freeform 33"/>
                  <p:cNvSpPr>
                    <a:spLocks/>
                  </p:cNvSpPr>
                  <p:nvPr/>
                </p:nvSpPr>
                <p:spPr bwMode="ltGray">
                  <a:xfrm>
                    <a:off x="1909" y="508"/>
                    <a:ext cx="14" cy="17"/>
                  </a:xfrm>
                  <a:custGeom>
                    <a:avLst/>
                    <a:gdLst>
                      <a:gd name="T0" fmla="*/ 3 w 32"/>
                      <a:gd name="T1" fmla="*/ 8 h 50"/>
                      <a:gd name="T2" fmla="*/ 5 w 32"/>
                      <a:gd name="T3" fmla="*/ 0 h 50"/>
                      <a:gd name="T4" fmla="*/ 9 w 32"/>
                      <a:gd name="T5" fmla="*/ 5 h 50"/>
                      <a:gd name="T6" fmla="*/ 10 w 32"/>
                      <a:gd name="T7" fmla="*/ 8 h 50"/>
                      <a:gd name="T8" fmla="*/ 12 w 32"/>
                      <a:gd name="T9" fmla="*/ 9 h 50"/>
                      <a:gd name="T10" fmla="*/ 14 w 32"/>
                      <a:gd name="T11" fmla="*/ 13 h 50"/>
                      <a:gd name="T12" fmla="*/ 8 w 32"/>
                      <a:gd name="T13" fmla="*/ 17 h 50"/>
                      <a:gd name="T14" fmla="*/ 3 w 32"/>
                      <a:gd name="T15" fmla="*/ 8 h 50"/>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32" h="50">
                        <a:moveTo>
                          <a:pt x="6" y="24"/>
                        </a:moveTo>
                        <a:cubicBezTo>
                          <a:pt x="0" y="15"/>
                          <a:pt x="3" y="6"/>
                          <a:pt x="12" y="0"/>
                        </a:cubicBezTo>
                        <a:cubicBezTo>
                          <a:pt x="23" y="3"/>
                          <a:pt x="23" y="5"/>
                          <a:pt x="20" y="16"/>
                        </a:cubicBezTo>
                        <a:cubicBezTo>
                          <a:pt x="21" y="19"/>
                          <a:pt x="20" y="22"/>
                          <a:pt x="22" y="24"/>
                        </a:cubicBezTo>
                        <a:cubicBezTo>
                          <a:pt x="23" y="26"/>
                          <a:pt x="27" y="24"/>
                          <a:pt x="28" y="26"/>
                        </a:cubicBezTo>
                        <a:cubicBezTo>
                          <a:pt x="30" y="29"/>
                          <a:pt x="32" y="38"/>
                          <a:pt x="32" y="38"/>
                        </a:cubicBezTo>
                        <a:cubicBezTo>
                          <a:pt x="29" y="46"/>
                          <a:pt x="26" y="47"/>
                          <a:pt x="18" y="50"/>
                        </a:cubicBezTo>
                        <a:cubicBezTo>
                          <a:pt x="12" y="41"/>
                          <a:pt x="18" y="24"/>
                          <a:pt x="6" y="24"/>
                        </a:cubicBezTo>
                        <a:close/>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US"/>
                  </a:p>
                </p:txBody>
              </p:sp>
              <p:sp>
                <p:nvSpPr>
                  <p:cNvPr id="1150" name="Freeform 34"/>
                  <p:cNvSpPr>
                    <a:spLocks/>
                  </p:cNvSpPr>
                  <p:nvPr/>
                </p:nvSpPr>
                <p:spPr bwMode="ltGray">
                  <a:xfrm>
                    <a:off x="1881" y="512"/>
                    <a:ext cx="19" cy="17"/>
                  </a:xfrm>
                  <a:custGeom>
                    <a:avLst/>
                    <a:gdLst>
                      <a:gd name="T0" fmla="*/ 0 w 43"/>
                      <a:gd name="T1" fmla="*/ 15 h 50"/>
                      <a:gd name="T2" fmla="*/ 10 w 43"/>
                      <a:gd name="T3" fmla="*/ 7 h 50"/>
                      <a:gd name="T4" fmla="*/ 16 w 43"/>
                      <a:gd name="T5" fmla="*/ 0 h 50"/>
                      <a:gd name="T6" fmla="*/ 11 w 43"/>
                      <a:gd name="T7" fmla="*/ 10 h 50"/>
                      <a:gd name="T8" fmla="*/ 1 w 43"/>
                      <a:gd name="T9" fmla="*/ 17 h 50"/>
                      <a:gd name="T10" fmla="*/ 0 w 43"/>
                      <a:gd name="T11" fmla="*/ 15 h 50"/>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43" h="50">
                        <a:moveTo>
                          <a:pt x="0" y="44"/>
                        </a:moveTo>
                        <a:cubicBezTo>
                          <a:pt x="6" y="38"/>
                          <a:pt x="18" y="29"/>
                          <a:pt x="22" y="20"/>
                        </a:cubicBezTo>
                        <a:cubicBezTo>
                          <a:pt x="27" y="10"/>
                          <a:pt x="25" y="4"/>
                          <a:pt x="36" y="0"/>
                        </a:cubicBezTo>
                        <a:cubicBezTo>
                          <a:pt x="43" y="11"/>
                          <a:pt x="36" y="24"/>
                          <a:pt x="24" y="28"/>
                        </a:cubicBezTo>
                        <a:cubicBezTo>
                          <a:pt x="21" y="38"/>
                          <a:pt x="12" y="47"/>
                          <a:pt x="2" y="50"/>
                        </a:cubicBezTo>
                        <a:cubicBezTo>
                          <a:pt x="1" y="48"/>
                          <a:pt x="0" y="44"/>
                          <a:pt x="0" y="44"/>
                        </a:cubicBezTo>
                        <a:close/>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US"/>
                  </a:p>
                </p:txBody>
              </p:sp>
              <p:sp>
                <p:nvSpPr>
                  <p:cNvPr id="1151" name="Freeform 35"/>
                  <p:cNvSpPr>
                    <a:spLocks/>
                  </p:cNvSpPr>
                  <p:nvPr/>
                </p:nvSpPr>
                <p:spPr bwMode="ltGray">
                  <a:xfrm>
                    <a:off x="2930" y="489"/>
                    <a:ext cx="299" cy="179"/>
                  </a:xfrm>
                  <a:custGeom>
                    <a:avLst/>
                    <a:gdLst>
                      <a:gd name="T0" fmla="*/ 13 w 471"/>
                      <a:gd name="T1" fmla="*/ 178 h 281"/>
                      <a:gd name="T2" fmla="*/ 15 w 471"/>
                      <a:gd name="T3" fmla="*/ 159 h 281"/>
                      <a:gd name="T4" fmla="*/ 14 w 471"/>
                      <a:gd name="T5" fmla="*/ 156 h 281"/>
                      <a:gd name="T6" fmla="*/ 10 w 471"/>
                      <a:gd name="T7" fmla="*/ 139 h 281"/>
                      <a:gd name="T8" fmla="*/ 3 w 471"/>
                      <a:gd name="T9" fmla="*/ 137 h 281"/>
                      <a:gd name="T10" fmla="*/ 0 w 471"/>
                      <a:gd name="T11" fmla="*/ 122 h 281"/>
                      <a:gd name="T12" fmla="*/ 8 w 471"/>
                      <a:gd name="T13" fmla="*/ 115 h 281"/>
                      <a:gd name="T14" fmla="*/ 4 w 471"/>
                      <a:gd name="T15" fmla="*/ 105 h 281"/>
                      <a:gd name="T16" fmla="*/ 1 w 471"/>
                      <a:gd name="T17" fmla="*/ 102 h 281"/>
                      <a:gd name="T18" fmla="*/ 18 w 471"/>
                      <a:gd name="T19" fmla="*/ 76 h 281"/>
                      <a:gd name="T20" fmla="*/ 28 w 471"/>
                      <a:gd name="T21" fmla="*/ 61 h 281"/>
                      <a:gd name="T22" fmla="*/ 27 w 471"/>
                      <a:gd name="T23" fmla="*/ 45 h 281"/>
                      <a:gd name="T24" fmla="*/ 15 w 471"/>
                      <a:gd name="T25" fmla="*/ 27 h 281"/>
                      <a:gd name="T26" fmla="*/ 13 w 471"/>
                      <a:gd name="T27" fmla="*/ 20 h 281"/>
                      <a:gd name="T28" fmla="*/ 17 w 471"/>
                      <a:gd name="T29" fmla="*/ 23 h 281"/>
                      <a:gd name="T30" fmla="*/ 30 w 471"/>
                      <a:gd name="T31" fmla="*/ 22 h 281"/>
                      <a:gd name="T32" fmla="*/ 41 w 471"/>
                      <a:gd name="T33" fmla="*/ 7 h 281"/>
                      <a:gd name="T34" fmla="*/ 52 w 471"/>
                      <a:gd name="T35" fmla="*/ 0 h 281"/>
                      <a:gd name="T36" fmla="*/ 56 w 471"/>
                      <a:gd name="T37" fmla="*/ 1 h 281"/>
                      <a:gd name="T38" fmla="*/ 58 w 471"/>
                      <a:gd name="T39" fmla="*/ 6 h 281"/>
                      <a:gd name="T40" fmla="*/ 62 w 471"/>
                      <a:gd name="T41" fmla="*/ 3 h 281"/>
                      <a:gd name="T42" fmla="*/ 70 w 471"/>
                      <a:gd name="T43" fmla="*/ 5 h 281"/>
                      <a:gd name="T44" fmla="*/ 74 w 471"/>
                      <a:gd name="T45" fmla="*/ 6 h 281"/>
                      <a:gd name="T46" fmla="*/ 90 w 471"/>
                      <a:gd name="T47" fmla="*/ 9 h 281"/>
                      <a:gd name="T48" fmla="*/ 98 w 471"/>
                      <a:gd name="T49" fmla="*/ 15 h 281"/>
                      <a:gd name="T50" fmla="*/ 106 w 471"/>
                      <a:gd name="T51" fmla="*/ 11 h 281"/>
                      <a:gd name="T52" fmla="*/ 110 w 471"/>
                      <a:gd name="T53" fmla="*/ 9 h 281"/>
                      <a:gd name="T54" fmla="*/ 124 w 471"/>
                      <a:gd name="T55" fmla="*/ 9 h 281"/>
                      <a:gd name="T56" fmla="*/ 134 w 471"/>
                      <a:gd name="T57" fmla="*/ 20 h 281"/>
                      <a:gd name="T58" fmla="*/ 147 w 471"/>
                      <a:gd name="T59" fmla="*/ 38 h 281"/>
                      <a:gd name="T60" fmla="*/ 156 w 471"/>
                      <a:gd name="T61" fmla="*/ 45 h 281"/>
                      <a:gd name="T62" fmla="*/ 163 w 471"/>
                      <a:gd name="T63" fmla="*/ 43 h 281"/>
                      <a:gd name="T64" fmla="*/ 171 w 471"/>
                      <a:gd name="T65" fmla="*/ 41 h 281"/>
                      <a:gd name="T66" fmla="*/ 184 w 471"/>
                      <a:gd name="T67" fmla="*/ 45 h 281"/>
                      <a:gd name="T68" fmla="*/ 190 w 471"/>
                      <a:gd name="T69" fmla="*/ 52 h 281"/>
                      <a:gd name="T70" fmla="*/ 196 w 471"/>
                      <a:gd name="T71" fmla="*/ 57 h 281"/>
                      <a:gd name="T72" fmla="*/ 202 w 471"/>
                      <a:gd name="T73" fmla="*/ 71 h 281"/>
                      <a:gd name="T74" fmla="*/ 204 w 471"/>
                      <a:gd name="T75" fmla="*/ 76 h 281"/>
                      <a:gd name="T76" fmla="*/ 206 w 471"/>
                      <a:gd name="T77" fmla="*/ 80 h 281"/>
                      <a:gd name="T78" fmla="*/ 197 w 471"/>
                      <a:gd name="T79" fmla="*/ 90 h 281"/>
                      <a:gd name="T80" fmla="*/ 204 w 471"/>
                      <a:gd name="T81" fmla="*/ 90 h 281"/>
                      <a:gd name="T82" fmla="*/ 217 w 471"/>
                      <a:gd name="T83" fmla="*/ 99 h 281"/>
                      <a:gd name="T84" fmla="*/ 231 w 471"/>
                      <a:gd name="T85" fmla="*/ 100 h 281"/>
                      <a:gd name="T86" fmla="*/ 241 w 471"/>
                      <a:gd name="T87" fmla="*/ 107 h 281"/>
                      <a:gd name="T88" fmla="*/ 243 w 471"/>
                      <a:gd name="T89" fmla="*/ 110 h 281"/>
                      <a:gd name="T90" fmla="*/ 243 w 471"/>
                      <a:gd name="T91" fmla="*/ 112 h 281"/>
                      <a:gd name="T92" fmla="*/ 250 w 471"/>
                      <a:gd name="T93" fmla="*/ 110 h 281"/>
                      <a:gd name="T94" fmla="*/ 254 w 471"/>
                      <a:gd name="T95" fmla="*/ 109 h 281"/>
                      <a:gd name="T96" fmla="*/ 279 w 471"/>
                      <a:gd name="T97" fmla="*/ 118 h 281"/>
                      <a:gd name="T98" fmla="*/ 284 w 471"/>
                      <a:gd name="T99" fmla="*/ 127 h 281"/>
                      <a:gd name="T100" fmla="*/ 295 w 471"/>
                      <a:gd name="T101" fmla="*/ 128 h 281"/>
                      <a:gd name="T102" fmla="*/ 299 w 471"/>
                      <a:gd name="T103" fmla="*/ 137 h 281"/>
                      <a:gd name="T104" fmla="*/ 286 w 471"/>
                      <a:gd name="T105" fmla="*/ 164 h 281"/>
                      <a:gd name="T106" fmla="*/ 276 w 471"/>
                      <a:gd name="T107" fmla="*/ 179 h 281"/>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Lst>
                    <a:ahLst/>
                    <a:cxnLst>
                      <a:cxn ang="T108">
                        <a:pos x="T0" y="T1"/>
                      </a:cxn>
                      <a:cxn ang="T109">
                        <a:pos x="T2" y="T3"/>
                      </a:cxn>
                      <a:cxn ang="T110">
                        <a:pos x="T4" y="T5"/>
                      </a:cxn>
                      <a:cxn ang="T111">
                        <a:pos x="T6" y="T7"/>
                      </a:cxn>
                      <a:cxn ang="T112">
                        <a:pos x="T8" y="T9"/>
                      </a:cxn>
                      <a:cxn ang="T113">
                        <a:pos x="T10" y="T11"/>
                      </a:cxn>
                      <a:cxn ang="T114">
                        <a:pos x="T12" y="T13"/>
                      </a:cxn>
                      <a:cxn ang="T115">
                        <a:pos x="T14" y="T15"/>
                      </a:cxn>
                      <a:cxn ang="T116">
                        <a:pos x="T16" y="T17"/>
                      </a:cxn>
                      <a:cxn ang="T117">
                        <a:pos x="T18" y="T19"/>
                      </a:cxn>
                      <a:cxn ang="T118">
                        <a:pos x="T20" y="T21"/>
                      </a:cxn>
                      <a:cxn ang="T119">
                        <a:pos x="T22" y="T23"/>
                      </a:cxn>
                      <a:cxn ang="T120">
                        <a:pos x="T24" y="T25"/>
                      </a:cxn>
                      <a:cxn ang="T121">
                        <a:pos x="T26" y="T27"/>
                      </a:cxn>
                      <a:cxn ang="T122">
                        <a:pos x="T28" y="T29"/>
                      </a:cxn>
                      <a:cxn ang="T123">
                        <a:pos x="T30" y="T31"/>
                      </a:cxn>
                      <a:cxn ang="T124">
                        <a:pos x="T32" y="T33"/>
                      </a:cxn>
                      <a:cxn ang="T125">
                        <a:pos x="T34" y="T35"/>
                      </a:cxn>
                      <a:cxn ang="T126">
                        <a:pos x="T36" y="T37"/>
                      </a:cxn>
                      <a:cxn ang="T127">
                        <a:pos x="T38" y="T39"/>
                      </a:cxn>
                      <a:cxn ang="T128">
                        <a:pos x="T40" y="T41"/>
                      </a:cxn>
                      <a:cxn ang="T129">
                        <a:pos x="T42" y="T43"/>
                      </a:cxn>
                      <a:cxn ang="T130">
                        <a:pos x="T44" y="T45"/>
                      </a:cxn>
                      <a:cxn ang="T131">
                        <a:pos x="T46" y="T47"/>
                      </a:cxn>
                      <a:cxn ang="T132">
                        <a:pos x="T48" y="T49"/>
                      </a:cxn>
                      <a:cxn ang="T133">
                        <a:pos x="T50" y="T51"/>
                      </a:cxn>
                      <a:cxn ang="T134">
                        <a:pos x="T52" y="T53"/>
                      </a:cxn>
                      <a:cxn ang="T135">
                        <a:pos x="T54" y="T55"/>
                      </a:cxn>
                      <a:cxn ang="T136">
                        <a:pos x="T56" y="T57"/>
                      </a:cxn>
                      <a:cxn ang="T137">
                        <a:pos x="T58" y="T59"/>
                      </a:cxn>
                      <a:cxn ang="T138">
                        <a:pos x="T60" y="T61"/>
                      </a:cxn>
                      <a:cxn ang="T139">
                        <a:pos x="T62" y="T63"/>
                      </a:cxn>
                      <a:cxn ang="T140">
                        <a:pos x="T64" y="T65"/>
                      </a:cxn>
                      <a:cxn ang="T141">
                        <a:pos x="T66" y="T67"/>
                      </a:cxn>
                      <a:cxn ang="T142">
                        <a:pos x="T68" y="T69"/>
                      </a:cxn>
                      <a:cxn ang="T143">
                        <a:pos x="T70" y="T71"/>
                      </a:cxn>
                      <a:cxn ang="T144">
                        <a:pos x="T72" y="T73"/>
                      </a:cxn>
                      <a:cxn ang="T145">
                        <a:pos x="T74" y="T75"/>
                      </a:cxn>
                      <a:cxn ang="T146">
                        <a:pos x="T76" y="T77"/>
                      </a:cxn>
                      <a:cxn ang="T147">
                        <a:pos x="T78" y="T79"/>
                      </a:cxn>
                      <a:cxn ang="T148">
                        <a:pos x="T80" y="T81"/>
                      </a:cxn>
                      <a:cxn ang="T149">
                        <a:pos x="T82" y="T83"/>
                      </a:cxn>
                      <a:cxn ang="T150">
                        <a:pos x="T84" y="T85"/>
                      </a:cxn>
                      <a:cxn ang="T151">
                        <a:pos x="T86" y="T87"/>
                      </a:cxn>
                      <a:cxn ang="T152">
                        <a:pos x="T88" y="T89"/>
                      </a:cxn>
                      <a:cxn ang="T153">
                        <a:pos x="T90" y="T91"/>
                      </a:cxn>
                      <a:cxn ang="T154">
                        <a:pos x="T92" y="T93"/>
                      </a:cxn>
                      <a:cxn ang="T155">
                        <a:pos x="T94" y="T95"/>
                      </a:cxn>
                      <a:cxn ang="T156">
                        <a:pos x="T96" y="T97"/>
                      </a:cxn>
                      <a:cxn ang="T157">
                        <a:pos x="T98" y="T99"/>
                      </a:cxn>
                      <a:cxn ang="T158">
                        <a:pos x="T100" y="T101"/>
                      </a:cxn>
                      <a:cxn ang="T159">
                        <a:pos x="T102" y="T103"/>
                      </a:cxn>
                      <a:cxn ang="T160">
                        <a:pos x="T104" y="T105"/>
                      </a:cxn>
                      <a:cxn ang="T161">
                        <a:pos x="T106" y="T107"/>
                      </a:cxn>
                    </a:cxnLst>
                    <a:rect l="0" t="0" r="r" b="b"/>
                    <a:pathLst>
                      <a:path w="471" h="281">
                        <a:moveTo>
                          <a:pt x="21" y="280"/>
                        </a:moveTo>
                        <a:cubicBezTo>
                          <a:pt x="32" y="281"/>
                          <a:pt x="25" y="253"/>
                          <a:pt x="24" y="250"/>
                        </a:cubicBezTo>
                        <a:cubicBezTo>
                          <a:pt x="23" y="248"/>
                          <a:pt x="22" y="245"/>
                          <a:pt x="22" y="245"/>
                        </a:cubicBezTo>
                        <a:cubicBezTo>
                          <a:pt x="21" y="243"/>
                          <a:pt x="20" y="221"/>
                          <a:pt x="16" y="218"/>
                        </a:cubicBezTo>
                        <a:cubicBezTo>
                          <a:pt x="13" y="216"/>
                          <a:pt x="4" y="215"/>
                          <a:pt x="4" y="215"/>
                        </a:cubicBezTo>
                        <a:cubicBezTo>
                          <a:pt x="0" y="207"/>
                          <a:pt x="3" y="200"/>
                          <a:pt x="0" y="191"/>
                        </a:cubicBezTo>
                        <a:cubicBezTo>
                          <a:pt x="2" y="185"/>
                          <a:pt x="7" y="186"/>
                          <a:pt x="12" y="180"/>
                        </a:cubicBezTo>
                        <a:cubicBezTo>
                          <a:pt x="14" y="172"/>
                          <a:pt x="14" y="169"/>
                          <a:pt x="6" y="165"/>
                        </a:cubicBezTo>
                        <a:cubicBezTo>
                          <a:pt x="4" y="163"/>
                          <a:pt x="2" y="162"/>
                          <a:pt x="2" y="160"/>
                        </a:cubicBezTo>
                        <a:cubicBezTo>
                          <a:pt x="2" y="150"/>
                          <a:pt x="16" y="123"/>
                          <a:pt x="28" y="120"/>
                        </a:cubicBezTo>
                        <a:cubicBezTo>
                          <a:pt x="32" y="111"/>
                          <a:pt x="40" y="105"/>
                          <a:pt x="44" y="96"/>
                        </a:cubicBezTo>
                        <a:cubicBezTo>
                          <a:pt x="39" y="83"/>
                          <a:pt x="38" y="85"/>
                          <a:pt x="42" y="70"/>
                        </a:cubicBezTo>
                        <a:cubicBezTo>
                          <a:pt x="38" y="60"/>
                          <a:pt x="34" y="48"/>
                          <a:pt x="24" y="43"/>
                        </a:cubicBezTo>
                        <a:cubicBezTo>
                          <a:pt x="18" y="36"/>
                          <a:pt x="10" y="37"/>
                          <a:pt x="20" y="32"/>
                        </a:cubicBezTo>
                        <a:cubicBezTo>
                          <a:pt x="27" y="34"/>
                          <a:pt x="26" y="32"/>
                          <a:pt x="26" y="36"/>
                        </a:cubicBezTo>
                        <a:cubicBezTo>
                          <a:pt x="34" y="41"/>
                          <a:pt x="39" y="39"/>
                          <a:pt x="48" y="35"/>
                        </a:cubicBezTo>
                        <a:cubicBezTo>
                          <a:pt x="45" y="22"/>
                          <a:pt x="48" y="14"/>
                          <a:pt x="64" y="11"/>
                        </a:cubicBezTo>
                        <a:cubicBezTo>
                          <a:pt x="71" y="8"/>
                          <a:pt x="75" y="3"/>
                          <a:pt x="82" y="0"/>
                        </a:cubicBezTo>
                        <a:cubicBezTo>
                          <a:pt x="84" y="1"/>
                          <a:pt x="88" y="0"/>
                          <a:pt x="88" y="2"/>
                        </a:cubicBezTo>
                        <a:cubicBezTo>
                          <a:pt x="90" y="12"/>
                          <a:pt x="75" y="13"/>
                          <a:pt x="92" y="9"/>
                        </a:cubicBezTo>
                        <a:cubicBezTo>
                          <a:pt x="94" y="8"/>
                          <a:pt x="96" y="5"/>
                          <a:pt x="98" y="5"/>
                        </a:cubicBezTo>
                        <a:cubicBezTo>
                          <a:pt x="102" y="4"/>
                          <a:pt x="106" y="7"/>
                          <a:pt x="110" y="8"/>
                        </a:cubicBezTo>
                        <a:cubicBezTo>
                          <a:pt x="112" y="8"/>
                          <a:pt x="116" y="9"/>
                          <a:pt x="116" y="9"/>
                        </a:cubicBezTo>
                        <a:cubicBezTo>
                          <a:pt x="122" y="16"/>
                          <a:pt x="129" y="13"/>
                          <a:pt x="141" y="14"/>
                        </a:cubicBezTo>
                        <a:cubicBezTo>
                          <a:pt x="143" y="21"/>
                          <a:pt x="147" y="22"/>
                          <a:pt x="155" y="24"/>
                        </a:cubicBezTo>
                        <a:cubicBezTo>
                          <a:pt x="159" y="22"/>
                          <a:pt x="163" y="20"/>
                          <a:pt x="167" y="17"/>
                        </a:cubicBezTo>
                        <a:cubicBezTo>
                          <a:pt x="169" y="16"/>
                          <a:pt x="173" y="14"/>
                          <a:pt x="173" y="14"/>
                        </a:cubicBezTo>
                        <a:cubicBezTo>
                          <a:pt x="195" y="26"/>
                          <a:pt x="175" y="20"/>
                          <a:pt x="195" y="14"/>
                        </a:cubicBezTo>
                        <a:cubicBezTo>
                          <a:pt x="207" y="17"/>
                          <a:pt x="201" y="26"/>
                          <a:pt x="211" y="32"/>
                        </a:cubicBezTo>
                        <a:cubicBezTo>
                          <a:pt x="214" y="38"/>
                          <a:pt x="224" y="55"/>
                          <a:pt x="231" y="59"/>
                        </a:cubicBezTo>
                        <a:cubicBezTo>
                          <a:pt x="241" y="70"/>
                          <a:pt x="235" y="67"/>
                          <a:pt x="245" y="70"/>
                        </a:cubicBezTo>
                        <a:cubicBezTo>
                          <a:pt x="249" y="69"/>
                          <a:pt x="253" y="69"/>
                          <a:pt x="257" y="68"/>
                        </a:cubicBezTo>
                        <a:cubicBezTo>
                          <a:pt x="261" y="67"/>
                          <a:pt x="270" y="65"/>
                          <a:pt x="270" y="65"/>
                        </a:cubicBezTo>
                        <a:cubicBezTo>
                          <a:pt x="278" y="66"/>
                          <a:pt x="283" y="67"/>
                          <a:pt x="290" y="71"/>
                        </a:cubicBezTo>
                        <a:cubicBezTo>
                          <a:pt x="304" y="88"/>
                          <a:pt x="282" y="62"/>
                          <a:pt x="300" y="81"/>
                        </a:cubicBezTo>
                        <a:cubicBezTo>
                          <a:pt x="302" y="84"/>
                          <a:pt x="308" y="90"/>
                          <a:pt x="308" y="90"/>
                        </a:cubicBezTo>
                        <a:cubicBezTo>
                          <a:pt x="311" y="98"/>
                          <a:pt x="315" y="103"/>
                          <a:pt x="318" y="111"/>
                        </a:cubicBezTo>
                        <a:cubicBezTo>
                          <a:pt x="319" y="114"/>
                          <a:pt x="321" y="117"/>
                          <a:pt x="322" y="120"/>
                        </a:cubicBezTo>
                        <a:cubicBezTo>
                          <a:pt x="323" y="122"/>
                          <a:pt x="324" y="125"/>
                          <a:pt x="324" y="125"/>
                        </a:cubicBezTo>
                        <a:cubicBezTo>
                          <a:pt x="321" y="132"/>
                          <a:pt x="313" y="134"/>
                          <a:pt x="310" y="142"/>
                        </a:cubicBezTo>
                        <a:cubicBezTo>
                          <a:pt x="313" y="151"/>
                          <a:pt x="317" y="146"/>
                          <a:pt x="322" y="141"/>
                        </a:cubicBezTo>
                        <a:cubicBezTo>
                          <a:pt x="341" y="143"/>
                          <a:pt x="339" y="142"/>
                          <a:pt x="342" y="155"/>
                        </a:cubicBezTo>
                        <a:cubicBezTo>
                          <a:pt x="351" y="150"/>
                          <a:pt x="355" y="152"/>
                          <a:pt x="364" y="157"/>
                        </a:cubicBezTo>
                        <a:cubicBezTo>
                          <a:pt x="369" y="162"/>
                          <a:pt x="372" y="166"/>
                          <a:pt x="380" y="168"/>
                        </a:cubicBezTo>
                        <a:cubicBezTo>
                          <a:pt x="381" y="169"/>
                          <a:pt x="383" y="171"/>
                          <a:pt x="382" y="172"/>
                        </a:cubicBezTo>
                        <a:cubicBezTo>
                          <a:pt x="380" y="176"/>
                          <a:pt x="368" y="172"/>
                          <a:pt x="382" y="176"/>
                        </a:cubicBezTo>
                        <a:cubicBezTo>
                          <a:pt x="386" y="175"/>
                          <a:pt x="390" y="173"/>
                          <a:pt x="394" y="172"/>
                        </a:cubicBezTo>
                        <a:cubicBezTo>
                          <a:pt x="396" y="172"/>
                          <a:pt x="400" y="171"/>
                          <a:pt x="400" y="171"/>
                        </a:cubicBezTo>
                        <a:cubicBezTo>
                          <a:pt x="413" y="177"/>
                          <a:pt x="427" y="179"/>
                          <a:pt x="439" y="185"/>
                        </a:cubicBezTo>
                        <a:cubicBezTo>
                          <a:pt x="441" y="190"/>
                          <a:pt x="445" y="194"/>
                          <a:pt x="447" y="199"/>
                        </a:cubicBezTo>
                        <a:cubicBezTo>
                          <a:pt x="453" y="198"/>
                          <a:pt x="460" y="195"/>
                          <a:pt x="465" y="201"/>
                        </a:cubicBezTo>
                        <a:cubicBezTo>
                          <a:pt x="468" y="205"/>
                          <a:pt x="471" y="215"/>
                          <a:pt x="471" y="215"/>
                        </a:cubicBezTo>
                        <a:cubicBezTo>
                          <a:pt x="468" y="231"/>
                          <a:pt x="469" y="248"/>
                          <a:pt x="451" y="258"/>
                        </a:cubicBezTo>
                        <a:cubicBezTo>
                          <a:pt x="447" y="262"/>
                          <a:pt x="437" y="275"/>
                          <a:pt x="435" y="281"/>
                        </a:cubicBezTo>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US"/>
                  </a:p>
                </p:txBody>
              </p:sp>
              <p:sp>
                <p:nvSpPr>
                  <p:cNvPr id="1152" name="Freeform 36"/>
                  <p:cNvSpPr>
                    <a:spLocks/>
                  </p:cNvSpPr>
                  <p:nvPr/>
                </p:nvSpPr>
                <p:spPr bwMode="ltGray">
                  <a:xfrm>
                    <a:off x="2534" y="242"/>
                    <a:ext cx="420" cy="283"/>
                  </a:xfrm>
                  <a:custGeom>
                    <a:avLst/>
                    <a:gdLst>
                      <a:gd name="T0" fmla="*/ 173 w 984"/>
                      <a:gd name="T1" fmla="*/ 2 h 844"/>
                      <a:gd name="T2" fmla="*/ 214 w 984"/>
                      <a:gd name="T3" fmla="*/ 11 h 844"/>
                      <a:gd name="T4" fmla="*/ 235 w 984"/>
                      <a:gd name="T5" fmla="*/ 13 h 844"/>
                      <a:gd name="T6" fmla="*/ 247 w 984"/>
                      <a:gd name="T7" fmla="*/ 44 h 844"/>
                      <a:gd name="T8" fmla="*/ 250 w 984"/>
                      <a:gd name="T9" fmla="*/ 30 h 844"/>
                      <a:gd name="T10" fmla="*/ 259 w 984"/>
                      <a:gd name="T11" fmla="*/ 23 h 844"/>
                      <a:gd name="T12" fmla="*/ 274 w 984"/>
                      <a:gd name="T13" fmla="*/ 42 h 844"/>
                      <a:gd name="T14" fmla="*/ 291 w 984"/>
                      <a:gd name="T15" fmla="*/ 33 h 844"/>
                      <a:gd name="T16" fmla="*/ 301 w 984"/>
                      <a:gd name="T17" fmla="*/ 29 h 844"/>
                      <a:gd name="T18" fmla="*/ 325 w 984"/>
                      <a:gd name="T19" fmla="*/ 1 h 844"/>
                      <a:gd name="T20" fmla="*/ 341 w 984"/>
                      <a:gd name="T21" fmla="*/ 23 h 844"/>
                      <a:gd name="T22" fmla="*/ 341 w 984"/>
                      <a:gd name="T23" fmla="*/ 44 h 844"/>
                      <a:gd name="T24" fmla="*/ 337 w 984"/>
                      <a:gd name="T25" fmla="*/ 53 h 844"/>
                      <a:gd name="T26" fmla="*/ 327 w 984"/>
                      <a:gd name="T27" fmla="*/ 54 h 844"/>
                      <a:gd name="T28" fmla="*/ 325 w 984"/>
                      <a:gd name="T29" fmla="*/ 62 h 844"/>
                      <a:gd name="T30" fmla="*/ 342 w 984"/>
                      <a:gd name="T31" fmla="*/ 76 h 844"/>
                      <a:gd name="T32" fmla="*/ 335 w 984"/>
                      <a:gd name="T33" fmla="*/ 108 h 844"/>
                      <a:gd name="T34" fmla="*/ 354 w 984"/>
                      <a:gd name="T35" fmla="*/ 139 h 844"/>
                      <a:gd name="T36" fmla="*/ 365 w 984"/>
                      <a:gd name="T37" fmla="*/ 151 h 844"/>
                      <a:gd name="T38" fmla="*/ 354 w 984"/>
                      <a:gd name="T39" fmla="*/ 151 h 844"/>
                      <a:gd name="T40" fmla="*/ 318 w 984"/>
                      <a:gd name="T41" fmla="*/ 127 h 844"/>
                      <a:gd name="T42" fmla="*/ 289 w 984"/>
                      <a:gd name="T43" fmla="*/ 135 h 844"/>
                      <a:gd name="T44" fmla="*/ 252 w 984"/>
                      <a:gd name="T45" fmla="*/ 148 h 844"/>
                      <a:gd name="T46" fmla="*/ 274 w 984"/>
                      <a:gd name="T47" fmla="*/ 194 h 844"/>
                      <a:gd name="T48" fmla="*/ 303 w 984"/>
                      <a:gd name="T49" fmla="*/ 205 h 844"/>
                      <a:gd name="T50" fmla="*/ 315 w 984"/>
                      <a:gd name="T51" fmla="*/ 184 h 844"/>
                      <a:gd name="T52" fmla="*/ 330 w 984"/>
                      <a:gd name="T53" fmla="*/ 191 h 844"/>
                      <a:gd name="T54" fmla="*/ 327 w 984"/>
                      <a:gd name="T55" fmla="*/ 211 h 844"/>
                      <a:gd name="T56" fmla="*/ 342 w 984"/>
                      <a:gd name="T57" fmla="*/ 225 h 844"/>
                      <a:gd name="T58" fmla="*/ 358 w 984"/>
                      <a:gd name="T59" fmla="*/ 221 h 844"/>
                      <a:gd name="T60" fmla="*/ 394 w 984"/>
                      <a:gd name="T61" fmla="*/ 270 h 844"/>
                      <a:gd name="T62" fmla="*/ 402 w 984"/>
                      <a:gd name="T63" fmla="*/ 277 h 844"/>
                      <a:gd name="T64" fmla="*/ 373 w 984"/>
                      <a:gd name="T65" fmla="*/ 272 h 844"/>
                      <a:gd name="T66" fmla="*/ 354 w 984"/>
                      <a:gd name="T67" fmla="*/ 254 h 844"/>
                      <a:gd name="T68" fmla="*/ 332 w 984"/>
                      <a:gd name="T69" fmla="*/ 238 h 844"/>
                      <a:gd name="T70" fmla="*/ 300 w 984"/>
                      <a:gd name="T71" fmla="*/ 222 h 844"/>
                      <a:gd name="T72" fmla="*/ 262 w 984"/>
                      <a:gd name="T73" fmla="*/ 217 h 844"/>
                      <a:gd name="T74" fmla="*/ 216 w 984"/>
                      <a:gd name="T75" fmla="*/ 199 h 844"/>
                      <a:gd name="T76" fmla="*/ 197 w 984"/>
                      <a:gd name="T77" fmla="*/ 170 h 844"/>
                      <a:gd name="T78" fmla="*/ 184 w 984"/>
                      <a:gd name="T79" fmla="*/ 155 h 844"/>
                      <a:gd name="T80" fmla="*/ 163 w 984"/>
                      <a:gd name="T81" fmla="*/ 144 h 844"/>
                      <a:gd name="T82" fmla="*/ 146 w 984"/>
                      <a:gd name="T83" fmla="*/ 124 h 844"/>
                      <a:gd name="T84" fmla="*/ 151 w 984"/>
                      <a:gd name="T85" fmla="*/ 139 h 844"/>
                      <a:gd name="T86" fmla="*/ 178 w 984"/>
                      <a:gd name="T87" fmla="*/ 166 h 844"/>
                      <a:gd name="T88" fmla="*/ 180 w 984"/>
                      <a:gd name="T89" fmla="*/ 176 h 844"/>
                      <a:gd name="T90" fmla="*/ 168 w 984"/>
                      <a:gd name="T91" fmla="*/ 167 h 844"/>
                      <a:gd name="T92" fmla="*/ 151 w 984"/>
                      <a:gd name="T93" fmla="*/ 156 h 844"/>
                      <a:gd name="T94" fmla="*/ 134 w 984"/>
                      <a:gd name="T95" fmla="*/ 135 h 844"/>
                      <a:gd name="T96" fmla="*/ 114 w 984"/>
                      <a:gd name="T97" fmla="*/ 116 h 844"/>
                      <a:gd name="T98" fmla="*/ 90 w 984"/>
                      <a:gd name="T99" fmla="*/ 105 h 844"/>
                      <a:gd name="T100" fmla="*/ 66 w 984"/>
                      <a:gd name="T101" fmla="*/ 80 h 844"/>
                      <a:gd name="T102" fmla="*/ 28 w 984"/>
                      <a:gd name="T103" fmla="*/ 22 h 844"/>
                      <a:gd name="T104" fmla="*/ 15 w 984"/>
                      <a:gd name="T105" fmla="*/ 13 h 844"/>
                      <a:gd name="T106" fmla="*/ 20 w 984"/>
                      <a:gd name="T107" fmla="*/ 7 h 844"/>
                      <a:gd name="T108" fmla="*/ 44 w 984"/>
                      <a:gd name="T109" fmla="*/ 23 h 844"/>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Lst>
                    <a:ahLst/>
                    <a:cxnLst>
                      <a:cxn ang="T110">
                        <a:pos x="T0" y="T1"/>
                      </a:cxn>
                      <a:cxn ang="T111">
                        <a:pos x="T2" y="T3"/>
                      </a:cxn>
                      <a:cxn ang="T112">
                        <a:pos x="T4" y="T5"/>
                      </a:cxn>
                      <a:cxn ang="T113">
                        <a:pos x="T6" y="T7"/>
                      </a:cxn>
                      <a:cxn ang="T114">
                        <a:pos x="T8" y="T9"/>
                      </a:cxn>
                      <a:cxn ang="T115">
                        <a:pos x="T10" y="T11"/>
                      </a:cxn>
                      <a:cxn ang="T116">
                        <a:pos x="T12" y="T13"/>
                      </a:cxn>
                      <a:cxn ang="T117">
                        <a:pos x="T14" y="T15"/>
                      </a:cxn>
                      <a:cxn ang="T118">
                        <a:pos x="T16" y="T17"/>
                      </a:cxn>
                      <a:cxn ang="T119">
                        <a:pos x="T18" y="T19"/>
                      </a:cxn>
                      <a:cxn ang="T120">
                        <a:pos x="T20" y="T21"/>
                      </a:cxn>
                      <a:cxn ang="T121">
                        <a:pos x="T22" y="T23"/>
                      </a:cxn>
                      <a:cxn ang="T122">
                        <a:pos x="T24" y="T25"/>
                      </a:cxn>
                      <a:cxn ang="T123">
                        <a:pos x="T26" y="T27"/>
                      </a:cxn>
                      <a:cxn ang="T124">
                        <a:pos x="T28" y="T29"/>
                      </a:cxn>
                      <a:cxn ang="T125">
                        <a:pos x="T30" y="T31"/>
                      </a:cxn>
                      <a:cxn ang="T126">
                        <a:pos x="T32" y="T33"/>
                      </a:cxn>
                      <a:cxn ang="T127">
                        <a:pos x="T34" y="T35"/>
                      </a:cxn>
                      <a:cxn ang="T128">
                        <a:pos x="T36" y="T37"/>
                      </a:cxn>
                      <a:cxn ang="T129">
                        <a:pos x="T38" y="T39"/>
                      </a:cxn>
                      <a:cxn ang="T130">
                        <a:pos x="T40" y="T41"/>
                      </a:cxn>
                      <a:cxn ang="T131">
                        <a:pos x="T42" y="T43"/>
                      </a:cxn>
                      <a:cxn ang="T132">
                        <a:pos x="T44" y="T45"/>
                      </a:cxn>
                      <a:cxn ang="T133">
                        <a:pos x="T46" y="T47"/>
                      </a:cxn>
                      <a:cxn ang="T134">
                        <a:pos x="T48" y="T49"/>
                      </a:cxn>
                      <a:cxn ang="T135">
                        <a:pos x="T50" y="T51"/>
                      </a:cxn>
                      <a:cxn ang="T136">
                        <a:pos x="T52" y="T53"/>
                      </a:cxn>
                      <a:cxn ang="T137">
                        <a:pos x="T54" y="T55"/>
                      </a:cxn>
                      <a:cxn ang="T138">
                        <a:pos x="T56" y="T57"/>
                      </a:cxn>
                      <a:cxn ang="T139">
                        <a:pos x="T58" y="T59"/>
                      </a:cxn>
                      <a:cxn ang="T140">
                        <a:pos x="T60" y="T61"/>
                      </a:cxn>
                      <a:cxn ang="T141">
                        <a:pos x="T62" y="T63"/>
                      </a:cxn>
                      <a:cxn ang="T142">
                        <a:pos x="T64" y="T65"/>
                      </a:cxn>
                      <a:cxn ang="T143">
                        <a:pos x="T66" y="T67"/>
                      </a:cxn>
                      <a:cxn ang="T144">
                        <a:pos x="T68" y="T69"/>
                      </a:cxn>
                      <a:cxn ang="T145">
                        <a:pos x="T70" y="T71"/>
                      </a:cxn>
                      <a:cxn ang="T146">
                        <a:pos x="T72" y="T73"/>
                      </a:cxn>
                      <a:cxn ang="T147">
                        <a:pos x="T74" y="T75"/>
                      </a:cxn>
                      <a:cxn ang="T148">
                        <a:pos x="T76" y="T77"/>
                      </a:cxn>
                      <a:cxn ang="T149">
                        <a:pos x="T78" y="T79"/>
                      </a:cxn>
                      <a:cxn ang="T150">
                        <a:pos x="T80" y="T81"/>
                      </a:cxn>
                      <a:cxn ang="T151">
                        <a:pos x="T82" y="T83"/>
                      </a:cxn>
                      <a:cxn ang="T152">
                        <a:pos x="T84" y="T85"/>
                      </a:cxn>
                      <a:cxn ang="T153">
                        <a:pos x="T86" y="T87"/>
                      </a:cxn>
                      <a:cxn ang="T154">
                        <a:pos x="T88" y="T89"/>
                      </a:cxn>
                      <a:cxn ang="T155">
                        <a:pos x="T90" y="T91"/>
                      </a:cxn>
                      <a:cxn ang="T156">
                        <a:pos x="T92" y="T93"/>
                      </a:cxn>
                      <a:cxn ang="T157">
                        <a:pos x="T94" y="T95"/>
                      </a:cxn>
                      <a:cxn ang="T158">
                        <a:pos x="T96" y="T97"/>
                      </a:cxn>
                      <a:cxn ang="T159">
                        <a:pos x="T98" y="T99"/>
                      </a:cxn>
                      <a:cxn ang="T160">
                        <a:pos x="T100" y="T101"/>
                      </a:cxn>
                      <a:cxn ang="T161">
                        <a:pos x="T102" y="T103"/>
                      </a:cxn>
                      <a:cxn ang="T162">
                        <a:pos x="T104" y="T105"/>
                      </a:cxn>
                      <a:cxn ang="T163">
                        <a:pos x="T106" y="T107"/>
                      </a:cxn>
                      <a:cxn ang="T164">
                        <a:pos x="T108" y="T109"/>
                      </a:cxn>
                    </a:cxnLst>
                    <a:rect l="0" t="0" r="r" b="b"/>
                    <a:pathLst>
                      <a:path w="984" h="844">
                        <a:moveTo>
                          <a:pt x="82" y="38"/>
                        </a:moveTo>
                        <a:lnTo>
                          <a:pt x="406" y="6"/>
                        </a:lnTo>
                        <a:cubicBezTo>
                          <a:pt x="497" y="22"/>
                          <a:pt x="465" y="0"/>
                          <a:pt x="474" y="54"/>
                        </a:cubicBezTo>
                        <a:cubicBezTo>
                          <a:pt x="492" y="48"/>
                          <a:pt x="484" y="40"/>
                          <a:pt x="502" y="34"/>
                        </a:cubicBezTo>
                        <a:cubicBezTo>
                          <a:pt x="510" y="37"/>
                          <a:pt x="517" y="46"/>
                          <a:pt x="526" y="46"/>
                        </a:cubicBezTo>
                        <a:cubicBezTo>
                          <a:pt x="534" y="46"/>
                          <a:pt x="550" y="38"/>
                          <a:pt x="550" y="38"/>
                        </a:cubicBezTo>
                        <a:cubicBezTo>
                          <a:pt x="556" y="55"/>
                          <a:pt x="552" y="60"/>
                          <a:pt x="542" y="74"/>
                        </a:cubicBezTo>
                        <a:cubicBezTo>
                          <a:pt x="555" y="114"/>
                          <a:pt x="550" y="102"/>
                          <a:pt x="578" y="130"/>
                        </a:cubicBezTo>
                        <a:cubicBezTo>
                          <a:pt x="584" y="148"/>
                          <a:pt x="590" y="148"/>
                          <a:pt x="606" y="138"/>
                        </a:cubicBezTo>
                        <a:cubicBezTo>
                          <a:pt x="600" y="119"/>
                          <a:pt x="594" y="107"/>
                          <a:pt x="586" y="90"/>
                        </a:cubicBezTo>
                        <a:cubicBezTo>
                          <a:pt x="583" y="82"/>
                          <a:pt x="578" y="66"/>
                          <a:pt x="578" y="66"/>
                        </a:cubicBezTo>
                        <a:cubicBezTo>
                          <a:pt x="585" y="44"/>
                          <a:pt x="597" y="56"/>
                          <a:pt x="606" y="70"/>
                        </a:cubicBezTo>
                        <a:cubicBezTo>
                          <a:pt x="609" y="86"/>
                          <a:pt x="608" y="117"/>
                          <a:pt x="626" y="90"/>
                        </a:cubicBezTo>
                        <a:cubicBezTo>
                          <a:pt x="648" y="97"/>
                          <a:pt x="646" y="104"/>
                          <a:pt x="642" y="126"/>
                        </a:cubicBezTo>
                        <a:cubicBezTo>
                          <a:pt x="650" y="150"/>
                          <a:pt x="665" y="141"/>
                          <a:pt x="682" y="130"/>
                        </a:cubicBezTo>
                        <a:cubicBezTo>
                          <a:pt x="689" y="108"/>
                          <a:pt x="673" y="124"/>
                          <a:pt x="682" y="98"/>
                        </a:cubicBezTo>
                        <a:cubicBezTo>
                          <a:pt x="683" y="94"/>
                          <a:pt x="690" y="96"/>
                          <a:pt x="694" y="94"/>
                        </a:cubicBezTo>
                        <a:cubicBezTo>
                          <a:pt x="698" y="92"/>
                          <a:pt x="702" y="89"/>
                          <a:pt x="706" y="86"/>
                        </a:cubicBezTo>
                        <a:cubicBezTo>
                          <a:pt x="717" y="54"/>
                          <a:pt x="688" y="54"/>
                          <a:pt x="742" y="46"/>
                        </a:cubicBezTo>
                        <a:cubicBezTo>
                          <a:pt x="748" y="27"/>
                          <a:pt x="741" y="9"/>
                          <a:pt x="762" y="2"/>
                        </a:cubicBezTo>
                        <a:cubicBezTo>
                          <a:pt x="788" y="11"/>
                          <a:pt x="777" y="38"/>
                          <a:pt x="802" y="46"/>
                        </a:cubicBezTo>
                        <a:cubicBezTo>
                          <a:pt x="831" y="36"/>
                          <a:pt x="805" y="63"/>
                          <a:pt x="798" y="70"/>
                        </a:cubicBezTo>
                        <a:cubicBezTo>
                          <a:pt x="789" y="96"/>
                          <a:pt x="787" y="96"/>
                          <a:pt x="802" y="118"/>
                        </a:cubicBezTo>
                        <a:cubicBezTo>
                          <a:pt x="801" y="122"/>
                          <a:pt x="801" y="127"/>
                          <a:pt x="798" y="130"/>
                        </a:cubicBezTo>
                        <a:cubicBezTo>
                          <a:pt x="794" y="133"/>
                          <a:pt x="784" y="129"/>
                          <a:pt x="782" y="134"/>
                        </a:cubicBezTo>
                        <a:cubicBezTo>
                          <a:pt x="780" y="142"/>
                          <a:pt x="790" y="158"/>
                          <a:pt x="790" y="158"/>
                        </a:cubicBezTo>
                        <a:cubicBezTo>
                          <a:pt x="786" y="161"/>
                          <a:pt x="783" y="165"/>
                          <a:pt x="778" y="166"/>
                        </a:cubicBezTo>
                        <a:cubicBezTo>
                          <a:pt x="774" y="167"/>
                          <a:pt x="769" y="159"/>
                          <a:pt x="766" y="162"/>
                        </a:cubicBezTo>
                        <a:cubicBezTo>
                          <a:pt x="758" y="170"/>
                          <a:pt x="794" y="182"/>
                          <a:pt x="794" y="182"/>
                        </a:cubicBezTo>
                        <a:cubicBezTo>
                          <a:pt x="804" y="211"/>
                          <a:pt x="775" y="190"/>
                          <a:pt x="762" y="186"/>
                        </a:cubicBezTo>
                        <a:cubicBezTo>
                          <a:pt x="767" y="194"/>
                          <a:pt x="773" y="202"/>
                          <a:pt x="778" y="210"/>
                        </a:cubicBezTo>
                        <a:cubicBezTo>
                          <a:pt x="783" y="218"/>
                          <a:pt x="802" y="226"/>
                          <a:pt x="802" y="226"/>
                        </a:cubicBezTo>
                        <a:cubicBezTo>
                          <a:pt x="813" y="242"/>
                          <a:pt x="804" y="245"/>
                          <a:pt x="810" y="262"/>
                        </a:cubicBezTo>
                        <a:cubicBezTo>
                          <a:pt x="803" y="282"/>
                          <a:pt x="793" y="301"/>
                          <a:pt x="786" y="322"/>
                        </a:cubicBezTo>
                        <a:cubicBezTo>
                          <a:pt x="783" y="330"/>
                          <a:pt x="778" y="346"/>
                          <a:pt x="778" y="346"/>
                        </a:cubicBezTo>
                        <a:cubicBezTo>
                          <a:pt x="785" y="366"/>
                          <a:pt x="817" y="394"/>
                          <a:pt x="830" y="414"/>
                        </a:cubicBezTo>
                        <a:cubicBezTo>
                          <a:pt x="835" y="422"/>
                          <a:pt x="841" y="430"/>
                          <a:pt x="846" y="438"/>
                        </a:cubicBezTo>
                        <a:cubicBezTo>
                          <a:pt x="849" y="442"/>
                          <a:pt x="854" y="450"/>
                          <a:pt x="854" y="450"/>
                        </a:cubicBezTo>
                        <a:cubicBezTo>
                          <a:pt x="853" y="457"/>
                          <a:pt x="855" y="466"/>
                          <a:pt x="850" y="470"/>
                        </a:cubicBezTo>
                        <a:cubicBezTo>
                          <a:pt x="844" y="475"/>
                          <a:pt x="831" y="451"/>
                          <a:pt x="830" y="450"/>
                        </a:cubicBezTo>
                        <a:cubicBezTo>
                          <a:pt x="811" y="431"/>
                          <a:pt x="789" y="421"/>
                          <a:pt x="774" y="398"/>
                        </a:cubicBezTo>
                        <a:cubicBezTo>
                          <a:pt x="769" y="379"/>
                          <a:pt x="766" y="371"/>
                          <a:pt x="746" y="378"/>
                        </a:cubicBezTo>
                        <a:cubicBezTo>
                          <a:pt x="717" y="368"/>
                          <a:pt x="730" y="368"/>
                          <a:pt x="706" y="374"/>
                        </a:cubicBezTo>
                        <a:cubicBezTo>
                          <a:pt x="688" y="402"/>
                          <a:pt x="699" y="395"/>
                          <a:pt x="678" y="402"/>
                        </a:cubicBezTo>
                        <a:cubicBezTo>
                          <a:pt x="654" y="386"/>
                          <a:pt x="650" y="390"/>
                          <a:pt x="618" y="394"/>
                        </a:cubicBezTo>
                        <a:cubicBezTo>
                          <a:pt x="607" y="411"/>
                          <a:pt x="601" y="426"/>
                          <a:pt x="590" y="442"/>
                        </a:cubicBezTo>
                        <a:cubicBezTo>
                          <a:pt x="600" y="471"/>
                          <a:pt x="593" y="459"/>
                          <a:pt x="606" y="478"/>
                        </a:cubicBezTo>
                        <a:cubicBezTo>
                          <a:pt x="593" y="518"/>
                          <a:pt x="622" y="548"/>
                          <a:pt x="642" y="578"/>
                        </a:cubicBezTo>
                        <a:cubicBezTo>
                          <a:pt x="651" y="591"/>
                          <a:pt x="651" y="601"/>
                          <a:pt x="666" y="606"/>
                        </a:cubicBezTo>
                        <a:cubicBezTo>
                          <a:pt x="680" y="627"/>
                          <a:pt x="691" y="623"/>
                          <a:pt x="710" y="610"/>
                        </a:cubicBezTo>
                        <a:cubicBezTo>
                          <a:pt x="729" y="616"/>
                          <a:pt x="729" y="606"/>
                          <a:pt x="734" y="590"/>
                        </a:cubicBezTo>
                        <a:cubicBezTo>
                          <a:pt x="735" y="577"/>
                          <a:pt x="731" y="562"/>
                          <a:pt x="738" y="550"/>
                        </a:cubicBezTo>
                        <a:cubicBezTo>
                          <a:pt x="742" y="543"/>
                          <a:pt x="762" y="542"/>
                          <a:pt x="762" y="542"/>
                        </a:cubicBezTo>
                        <a:cubicBezTo>
                          <a:pt x="783" y="547"/>
                          <a:pt x="786" y="552"/>
                          <a:pt x="774" y="570"/>
                        </a:cubicBezTo>
                        <a:cubicBezTo>
                          <a:pt x="779" y="590"/>
                          <a:pt x="790" y="605"/>
                          <a:pt x="770" y="618"/>
                        </a:cubicBezTo>
                        <a:cubicBezTo>
                          <a:pt x="769" y="622"/>
                          <a:pt x="764" y="626"/>
                          <a:pt x="766" y="630"/>
                        </a:cubicBezTo>
                        <a:cubicBezTo>
                          <a:pt x="768" y="634"/>
                          <a:pt x="775" y="634"/>
                          <a:pt x="778" y="638"/>
                        </a:cubicBezTo>
                        <a:cubicBezTo>
                          <a:pt x="788" y="651"/>
                          <a:pt x="786" y="660"/>
                          <a:pt x="802" y="670"/>
                        </a:cubicBezTo>
                        <a:cubicBezTo>
                          <a:pt x="810" y="667"/>
                          <a:pt x="818" y="665"/>
                          <a:pt x="826" y="662"/>
                        </a:cubicBezTo>
                        <a:cubicBezTo>
                          <a:pt x="830" y="661"/>
                          <a:pt x="838" y="658"/>
                          <a:pt x="838" y="658"/>
                        </a:cubicBezTo>
                        <a:cubicBezTo>
                          <a:pt x="857" y="664"/>
                          <a:pt x="864" y="680"/>
                          <a:pt x="870" y="698"/>
                        </a:cubicBezTo>
                        <a:cubicBezTo>
                          <a:pt x="859" y="731"/>
                          <a:pt x="887" y="794"/>
                          <a:pt x="922" y="806"/>
                        </a:cubicBezTo>
                        <a:cubicBezTo>
                          <a:pt x="938" y="801"/>
                          <a:pt x="941" y="792"/>
                          <a:pt x="958" y="798"/>
                        </a:cubicBezTo>
                        <a:cubicBezTo>
                          <a:pt x="984" y="837"/>
                          <a:pt x="928" y="784"/>
                          <a:pt x="942" y="826"/>
                        </a:cubicBezTo>
                        <a:cubicBezTo>
                          <a:pt x="936" y="844"/>
                          <a:pt x="930" y="844"/>
                          <a:pt x="914" y="834"/>
                        </a:cubicBezTo>
                        <a:cubicBezTo>
                          <a:pt x="903" y="817"/>
                          <a:pt x="890" y="821"/>
                          <a:pt x="874" y="810"/>
                        </a:cubicBezTo>
                        <a:cubicBezTo>
                          <a:pt x="851" y="776"/>
                          <a:pt x="882" y="816"/>
                          <a:pt x="854" y="794"/>
                        </a:cubicBezTo>
                        <a:cubicBezTo>
                          <a:pt x="843" y="785"/>
                          <a:pt x="840" y="768"/>
                          <a:pt x="830" y="758"/>
                        </a:cubicBezTo>
                        <a:cubicBezTo>
                          <a:pt x="824" y="739"/>
                          <a:pt x="817" y="724"/>
                          <a:pt x="798" y="718"/>
                        </a:cubicBezTo>
                        <a:cubicBezTo>
                          <a:pt x="791" y="696"/>
                          <a:pt x="800" y="712"/>
                          <a:pt x="778" y="710"/>
                        </a:cubicBezTo>
                        <a:cubicBezTo>
                          <a:pt x="767" y="709"/>
                          <a:pt x="746" y="702"/>
                          <a:pt x="746" y="702"/>
                        </a:cubicBezTo>
                        <a:cubicBezTo>
                          <a:pt x="729" y="691"/>
                          <a:pt x="720" y="674"/>
                          <a:pt x="702" y="662"/>
                        </a:cubicBezTo>
                        <a:cubicBezTo>
                          <a:pt x="694" y="665"/>
                          <a:pt x="687" y="673"/>
                          <a:pt x="678" y="674"/>
                        </a:cubicBezTo>
                        <a:cubicBezTo>
                          <a:pt x="657" y="677"/>
                          <a:pt x="630" y="657"/>
                          <a:pt x="614" y="646"/>
                        </a:cubicBezTo>
                        <a:cubicBezTo>
                          <a:pt x="600" y="637"/>
                          <a:pt x="580" y="639"/>
                          <a:pt x="566" y="630"/>
                        </a:cubicBezTo>
                        <a:cubicBezTo>
                          <a:pt x="546" y="617"/>
                          <a:pt x="525" y="607"/>
                          <a:pt x="506" y="594"/>
                        </a:cubicBezTo>
                        <a:cubicBezTo>
                          <a:pt x="513" y="572"/>
                          <a:pt x="509" y="551"/>
                          <a:pt x="490" y="538"/>
                        </a:cubicBezTo>
                        <a:cubicBezTo>
                          <a:pt x="485" y="522"/>
                          <a:pt x="476" y="515"/>
                          <a:pt x="462" y="506"/>
                        </a:cubicBezTo>
                        <a:cubicBezTo>
                          <a:pt x="441" y="474"/>
                          <a:pt x="469" y="513"/>
                          <a:pt x="442" y="486"/>
                        </a:cubicBezTo>
                        <a:cubicBezTo>
                          <a:pt x="436" y="480"/>
                          <a:pt x="436" y="468"/>
                          <a:pt x="430" y="462"/>
                        </a:cubicBezTo>
                        <a:cubicBezTo>
                          <a:pt x="427" y="459"/>
                          <a:pt x="422" y="459"/>
                          <a:pt x="418" y="458"/>
                        </a:cubicBezTo>
                        <a:cubicBezTo>
                          <a:pt x="407" y="447"/>
                          <a:pt x="382" y="430"/>
                          <a:pt x="382" y="430"/>
                        </a:cubicBezTo>
                        <a:cubicBezTo>
                          <a:pt x="371" y="413"/>
                          <a:pt x="358" y="399"/>
                          <a:pt x="346" y="382"/>
                        </a:cubicBezTo>
                        <a:cubicBezTo>
                          <a:pt x="344" y="378"/>
                          <a:pt x="345" y="373"/>
                          <a:pt x="342" y="370"/>
                        </a:cubicBezTo>
                        <a:cubicBezTo>
                          <a:pt x="339" y="367"/>
                          <a:pt x="334" y="367"/>
                          <a:pt x="330" y="366"/>
                        </a:cubicBezTo>
                        <a:cubicBezTo>
                          <a:pt x="322" y="390"/>
                          <a:pt x="342" y="398"/>
                          <a:pt x="354" y="414"/>
                        </a:cubicBezTo>
                        <a:cubicBezTo>
                          <a:pt x="368" y="432"/>
                          <a:pt x="372" y="446"/>
                          <a:pt x="390" y="458"/>
                        </a:cubicBezTo>
                        <a:cubicBezTo>
                          <a:pt x="409" y="487"/>
                          <a:pt x="399" y="475"/>
                          <a:pt x="418" y="494"/>
                        </a:cubicBezTo>
                        <a:cubicBezTo>
                          <a:pt x="423" y="510"/>
                          <a:pt x="428" y="517"/>
                          <a:pt x="442" y="526"/>
                        </a:cubicBezTo>
                        <a:cubicBezTo>
                          <a:pt x="450" y="550"/>
                          <a:pt x="432" y="533"/>
                          <a:pt x="422" y="526"/>
                        </a:cubicBezTo>
                        <a:cubicBezTo>
                          <a:pt x="399" y="492"/>
                          <a:pt x="430" y="532"/>
                          <a:pt x="402" y="510"/>
                        </a:cubicBezTo>
                        <a:cubicBezTo>
                          <a:pt x="398" y="507"/>
                          <a:pt x="397" y="501"/>
                          <a:pt x="394" y="498"/>
                        </a:cubicBezTo>
                        <a:cubicBezTo>
                          <a:pt x="391" y="495"/>
                          <a:pt x="386" y="493"/>
                          <a:pt x="382" y="490"/>
                        </a:cubicBezTo>
                        <a:cubicBezTo>
                          <a:pt x="377" y="474"/>
                          <a:pt x="370" y="471"/>
                          <a:pt x="354" y="466"/>
                        </a:cubicBezTo>
                        <a:cubicBezTo>
                          <a:pt x="344" y="452"/>
                          <a:pt x="340" y="447"/>
                          <a:pt x="346" y="430"/>
                        </a:cubicBezTo>
                        <a:cubicBezTo>
                          <a:pt x="338" y="418"/>
                          <a:pt x="314" y="402"/>
                          <a:pt x="314" y="402"/>
                        </a:cubicBezTo>
                        <a:cubicBezTo>
                          <a:pt x="306" y="390"/>
                          <a:pt x="298" y="378"/>
                          <a:pt x="290" y="366"/>
                        </a:cubicBezTo>
                        <a:cubicBezTo>
                          <a:pt x="284" y="357"/>
                          <a:pt x="273" y="354"/>
                          <a:pt x="266" y="346"/>
                        </a:cubicBezTo>
                        <a:cubicBezTo>
                          <a:pt x="263" y="342"/>
                          <a:pt x="262" y="337"/>
                          <a:pt x="258" y="334"/>
                        </a:cubicBezTo>
                        <a:cubicBezTo>
                          <a:pt x="243" y="324"/>
                          <a:pt x="225" y="324"/>
                          <a:pt x="210" y="314"/>
                        </a:cubicBezTo>
                        <a:cubicBezTo>
                          <a:pt x="201" y="300"/>
                          <a:pt x="194" y="291"/>
                          <a:pt x="178" y="286"/>
                        </a:cubicBezTo>
                        <a:cubicBezTo>
                          <a:pt x="160" y="260"/>
                          <a:pt x="192" y="247"/>
                          <a:pt x="154" y="238"/>
                        </a:cubicBezTo>
                        <a:cubicBezTo>
                          <a:pt x="111" y="209"/>
                          <a:pt x="106" y="149"/>
                          <a:pt x="90" y="102"/>
                        </a:cubicBezTo>
                        <a:cubicBezTo>
                          <a:pt x="86" y="90"/>
                          <a:pt x="76" y="73"/>
                          <a:pt x="66" y="66"/>
                        </a:cubicBezTo>
                        <a:cubicBezTo>
                          <a:pt x="58" y="60"/>
                          <a:pt x="42" y="50"/>
                          <a:pt x="42" y="50"/>
                        </a:cubicBezTo>
                        <a:cubicBezTo>
                          <a:pt x="39" y="46"/>
                          <a:pt x="38" y="41"/>
                          <a:pt x="34" y="38"/>
                        </a:cubicBezTo>
                        <a:cubicBezTo>
                          <a:pt x="27" y="34"/>
                          <a:pt x="10" y="30"/>
                          <a:pt x="10" y="30"/>
                        </a:cubicBezTo>
                        <a:cubicBezTo>
                          <a:pt x="0" y="1"/>
                          <a:pt x="31" y="17"/>
                          <a:pt x="46" y="22"/>
                        </a:cubicBezTo>
                        <a:cubicBezTo>
                          <a:pt x="65" y="51"/>
                          <a:pt x="61" y="41"/>
                          <a:pt x="86" y="58"/>
                        </a:cubicBezTo>
                        <a:cubicBezTo>
                          <a:pt x="94" y="70"/>
                          <a:pt x="94" y="93"/>
                          <a:pt x="102" y="70"/>
                        </a:cubicBezTo>
                        <a:cubicBezTo>
                          <a:pt x="95" y="49"/>
                          <a:pt x="82" y="62"/>
                          <a:pt x="82" y="38"/>
                        </a:cubicBezTo>
                        <a:close/>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US"/>
                  </a:p>
                </p:txBody>
              </p:sp>
              <p:sp>
                <p:nvSpPr>
                  <p:cNvPr id="1153" name="Freeform 37"/>
                  <p:cNvSpPr>
                    <a:spLocks/>
                  </p:cNvSpPr>
                  <p:nvPr/>
                </p:nvSpPr>
                <p:spPr bwMode="ltGray">
                  <a:xfrm>
                    <a:off x="2405" y="445"/>
                    <a:ext cx="15" cy="16"/>
                  </a:xfrm>
                  <a:custGeom>
                    <a:avLst/>
                    <a:gdLst>
                      <a:gd name="T0" fmla="*/ 3 w 36"/>
                      <a:gd name="T1" fmla="*/ 9 h 48"/>
                      <a:gd name="T2" fmla="*/ 4 w 36"/>
                      <a:gd name="T3" fmla="*/ 16 h 48"/>
                      <a:gd name="T4" fmla="*/ 3 w 36"/>
                      <a:gd name="T5" fmla="*/ 9 h 48"/>
                      <a:gd name="T6" fmla="*/ 0 60000 65536"/>
                      <a:gd name="T7" fmla="*/ 0 60000 65536"/>
                      <a:gd name="T8" fmla="*/ 0 60000 65536"/>
                    </a:gdLst>
                    <a:ahLst/>
                    <a:cxnLst>
                      <a:cxn ang="T6">
                        <a:pos x="T0" y="T1"/>
                      </a:cxn>
                      <a:cxn ang="T7">
                        <a:pos x="T2" y="T3"/>
                      </a:cxn>
                      <a:cxn ang="T8">
                        <a:pos x="T4" y="T5"/>
                      </a:cxn>
                    </a:cxnLst>
                    <a:rect l="0" t="0" r="r" b="b"/>
                    <a:pathLst>
                      <a:path w="36" h="48">
                        <a:moveTo>
                          <a:pt x="6" y="28"/>
                        </a:moveTo>
                        <a:cubicBezTo>
                          <a:pt x="25" y="0"/>
                          <a:pt x="36" y="31"/>
                          <a:pt x="10" y="48"/>
                        </a:cubicBezTo>
                        <a:cubicBezTo>
                          <a:pt x="0" y="34"/>
                          <a:pt x="0" y="40"/>
                          <a:pt x="6" y="28"/>
                        </a:cubicBezTo>
                        <a:close/>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US"/>
                  </a:p>
                </p:txBody>
              </p:sp>
              <p:sp>
                <p:nvSpPr>
                  <p:cNvPr id="1154" name="Freeform 38"/>
                  <p:cNvSpPr>
                    <a:spLocks/>
                  </p:cNvSpPr>
                  <p:nvPr/>
                </p:nvSpPr>
                <p:spPr bwMode="ltGray">
                  <a:xfrm>
                    <a:off x="2393" y="439"/>
                    <a:ext cx="16" cy="12"/>
                  </a:xfrm>
                  <a:custGeom>
                    <a:avLst/>
                    <a:gdLst>
                      <a:gd name="T0" fmla="*/ 0 w 36"/>
                      <a:gd name="T1" fmla="*/ 2 h 37"/>
                      <a:gd name="T2" fmla="*/ 5 w 36"/>
                      <a:gd name="T3" fmla="*/ 0 h 37"/>
                      <a:gd name="T4" fmla="*/ 16 w 36"/>
                      <a:gd name="T5" fmla="*/ 6 h 37"/>
                      <a:gd name="T6" fmla="*/ 4 w 36"/>
                      <a:gd name="T7" fmla="*/ 6 h 37"/>
                      <a:gd name="T8" fmla="*/ 0 w 36"/>
                      <a:gd name="T9" fmla="*/ 2 h 37"/>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6" h="37">
                        <a:moveTo>
                          <a:pt x="0" y="5"/>
                        </a:moveTo>
                        <a:cubicBezTo>
                          <a:pt x="4" y="4"/>
                          <a:pt x="8" y="0"/>
                          <a:pt x="12" y="1"/>
                        </a:cubicBezTo>
                        <a:cubicBezTo>
                          <a:pt x="21" y="4"/>
                          <a:pt x="36" y="17"/>
                          <a:pt x="36" y="17"/>
                        </a:cubicBezTo>
                        <a:cubicBezTo>
                          <a:pt x="29" y="37"/>
                          <a:pt x="22" y="26"/>
                          <a:pt x="8" y="17"/>
                        </a:cubicBezTo>
                        <a:cubicBezTo>
                          <a:pt x="5" y="13"/>
                          <a:pt x="0" y="5"/>
                          <a:pt x="0" y="5"/>
                        </a:cubicBezTo>
                        <a:close/>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US"/>
                  </a:p>
                </p:txBody>
              </p:sp>
              <p:sp>
                <p:nvSpPr>
                  <p:cNvPr id="1155" name="Freeform 39"/>
                  <p:cNvSpPr>
                    <a:spLocks/>
                  </p:cNvSpPr>
                  <p:nvPr/>
                </p:nvSpPr>
                <p:spPr bwMode="ltGray">
                  <a:xfrm>
                    <a:off x="2878" y="406"/>
                    <a:ext cx="73" cy="33"/>
                  </a:xfrm>
                  <a:custGeom>
                    <a:avLst/>
                    <a:gdLst>
                      <a:gd name="T0" fmla="*/ 0 w 170"/>
                      <a:gd name="T1" fmla="*/ 17 h 96"/>
                      <a:gd name="T2" fmla="*/ 12 w 170"/>
                      <a:gd name="T3" fmla="*/ 9 h 96"/>
                      <a:gd name="T4" fmla="*/ 24 w 170"/>
                      <a:gd name="T5" fmla="*/ 7 h 96"/>
                      <a:gd name="T6" fmla="*/ 34 w 170"/>
                      <a:gd name="T7" fmla="*/ 3 h 96"/>
                      <a:gd name="T8" fmla="*/ 27 w 170"/>
                      <a:gd name="T9" fmla="*/ 9 h 96"/>
                      <a:gd name="T10" fmla="*/ 53 w 170"/>
                      <a:gd name="T11" fmla="*/ 17 h 96"/>
                      <a:gd name="T12" fmla="*/ 69 w 170"/>
                      <a:gd name="T13" fmla="*/ 22 h 96"/>
                      <a:gd name="T14" fmla="*/ 50 w 170"/>
                      <a:gd name="T15" fmla="*/ 26 h 96"/>
                      <a:gd name="T16" fmla="*/ 38 w 170"/>
                      <a:gd name="T17" fmla="*/ 20 h 96"/>
                      <a:gd name="T18" fmla="*/ 33 w 170"/>
                      <a:gd name="T19" fmla="*/ 18 h 96"/>
                      <a:gd name="T20" fmla="*/ 10 w 170"/>
                      <a:gd name="T21" fmla="*/ 14 h 96"/>
                      <a:gd name="T22" fmla="*/ 0 w 170"/>
                      <a:gd name="T23" fmla="*/ 17 h 9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Lst>
                    <a:ahLst/>
                    <a:cxnLst>
                      <a:cxn ang="T24">
                        <a:pos x="T0" y="T1"/>
                      </a:cxn>
                      <a:cxn ang="T25">
                        <a:pos x="T2" y="T3"/>
                      </a:cxn>
                      <a:cxn ang="T26">
                        <a:pos x="T4" y="T5"/>
                      </a:cxn>
                      <a:cxn ang="T27">
                        <a:pos x="T6" y="T7"/>
                      </a:cxn>
                      <a:cxn ang="T28">
                        <a:pos x="T8" y="T9"/>
                      </a:cxn>
                      <a:cxn ang="T29">
                        <a:pos x="T10" y="T11"/>
                      </a:cxn>
                      <a:cxn ang="T30">
                        <a:pos x="T12" y="T13"/>
                      </a:cxn>
                      <a:cxn ang="T31">
                        <a:pos x="T14" y="T15"/>
                      </a:cxn>
                      <a:cxn ang="T32">
                        <a:pos x="T16" y="T17"/>
                      </a:cxn>
                      <a:cxn ang="T33">
                        <a:pos x="T18" y="T19"/>
                      </a:cxn>
                      <a:cxn ang="T34">
                        <a:pos x="T20" y="T21"/>
                      </a:cxn>
                      <a:cxn ang="T35">
                        <a:pos x="T22" y="T23"/>
                      </a:cxn>
                    </a:cxnLst>
                    <a:rect l="0" t="0" r="r" b="b"/>
                    <a:pathLst>
                      <a:path w="170" h="96">
                        <a:moveTo>
                          <a:pt x="0" y="49"/>
                        </a:moveTo>
                        <a:cubicBezTo>
                          <a:pt x="5" y="33"/>
                          <a:pt x="12" y="30"/>
                          <a:pt x="28" y="25"/>
                        </a:cubicBezTo>
                        <a:cubicBezTo>
                          <a:pt x="20" y="0"/>
                          <a:pt x="42" y="16"/>
                          <a:pt x="56" y="21"/>
                        </a:cubicBezTo>
                        <a:cubicBezTo>
                          <a:pt x="56" y="21"/>
                          <a:pt x="77" y="6"/>
                          <a:pt x="80" y="9"/>
                        </a:cubicBezTo>
                        <a:cubicBezTo>
                          <a:pt x="85" y="14"/>
                          <a:pt x="71" y="23"/>
                          <a:pt x="64" y="25"/>
                        </a:cubicBezTo>
                        <a:cubicBezTo>
                          <a:pt x="82" y="37"/>
                          <a:pt x="103" y="42"/>
                          <a:pt x="124" y="49"/>
                        </a:cubicBezTo>
                        <a:cubicBezTo>
                          <a:pt x="136" y="53"/>
                          <a:pt x="160" y="65"/>
                          <a:pt x="160" y="65"/>
                        </a:cubicBezTo>
                        <a:cubicBezTo>
                          <a:pt x="170" y="96"/>
                          <a:pt x="134" y="83"/>
                          <a:pt x="116" y="77"/>
                        </a:cubicBezTo>
                        <a:cubicBezTo>
                          <a:pt x="109" y="57"/>
                          <a:pt x="116" y="66"/>
                          <a:pt x="88" y="57"/>
                        </a:cubicBezTo>
                        <a:cubicBezTo>
                          <a:pt x="84" y="56"/>
                          <a:pt x="76" y="53"/>
                          <a:pt x="76" y="53"/>
                        </a:cubicBezTo>
                        <a:cubicBezTo>
                          <a:pt x="57" y="34"/>
                          <a:pt x="53" y="37"/>
                          <a:pt x="24" y="41"/>
                        </a:cubicBezTo>
                        <a:cubicBezTo>
                          <a:pt x="9" y="51"/>
                          <a:pt x="17" y="49"/>
                          <a:pt x="0" y="49"/>
                        </a:cubicBezTo>
                        <a:close/>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US"/>
                  </a:p>
                </p:txBody>
              </p:sp>
              <p:sp>
                <p:nvSpPr>
                  <p:cNvPr id="1156" name="Freeform 40"/>
                  <p:cNvSpPr>
                    <a:spLocks/>
                  </p:cNvSpPr>
                  <p:nvPr/>
                </p:nvSpPr>
                <p:spPr bwMode="ltGray">
                  <a:xfrm>
                    <a:off x="2955" y="433"/>
                    <a:ext cx="59" cy="15"/>
                  </a:xfrm>
                  <a:custGeom>
                    <a:avLst/>
                    <a:gdLst>
                      <a:gd name="T0" fmla="*/ 0 w 138"/>
                      <a:gd name="T1" fmla="*/ 0 h 44"/>
                      <a:gd name="T2" fmla="*/ 22 w 138"/>
                      <a:gd name="T3" fmla="*/ 1 h 44"/>
                      <a:gd name="T4" fmla="*/ 38 w 138"/>
                      <a:gd name="T5" fmla="*/ 8 h 44"/>
                      <a:gd name="T6" fmla="*/ 48 w 138"/>
                      <a:gd name="T7" fmla="*/ 7 h 44"/>
                      <a:gd name="T8" fmla="*/ 46 w 138"/>
                      <a:gd name="T9" fmla="*/ 15 h 44"/>
                      <a:gd name="T10" fmla="*/ 27 w 138"/>
                      <a:gd name="T11" fmla="*/ 14 h 44"/>
                      <a:gd name="T12" fmla="*/ 0 w 138"/>
                      <a:gd name="T13" fmla="*/ 12 h 44"/>
                      <a:gd name="T14" fmla="*/ 12 w 138"/>
                      <a:gd name="T15" fmla="*/ 7 h 44"/>
                      <a:gd name="T16" fmla="*/ 0 w 138"/>
                      <a:gd name="T17" fmla="*/ 0 h 44"/>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0" t="0" r="r" b="b"/>
                    <a:pathLst>
                      <a:path w="138" h="44">
                        <a:moveTo>
                          <a:pt x="0" y="0"/>
                        </a:moveTo>
                        <a:cubicBezTo>
                          <a:pt x="19" y="3"/>
                          <a:pt x="35" y="10"/>
                          <a:pt x="52" y="4"/>
                        </a:cubicBezTo>
                        <a:cubicBezTo>
                          <a:pt x="87" y="11"/>
                          <a:pt x="61" y="15"/>
                          <a:pt x="88" y="24"/>
                        </a:cubicBezTo>
                        <a:cubicBezTo>
                          <a:pt x="96" y="23"/>
                          <a:pt x="104" y="19"/>
                          <a:pt x="112" y="20"/>
                        </a:cubicBezTo>
                        <a:cubicBezTo>
                          <a:pt x="138" y="23"/>
                          <a:pt x="118" y="41"/>
                          <a:pt x="108" y="44"/>
                        </a:cubicBezTo>
                        <a:cubicBezTo>
                          <a:pt x="78" y="34"/>
                          <a:pt x="92" y="34"/>
                          <a:pt x="64" y="40"/>
                        </a:cubicBezTo>
                        <a:cubicBezTo>
                          <a:pt x="41" y="37"/>
                          <a:pt x="22" y="41"/>
                          <a:pt x="0" y="36"/>
                        </a:cubicBezTo>
                        <a:cubicBezTo>
                          <a:pt x="6" y="11"/>
                          <a:pt x="7" y="27"/>
                          <a:pt x="28" y="20"/>
                        </a:cubicBezTo>
                        <a:cubicBezTo>
                          <a:pt x="17" y="13"/>
                          <a:pt x="0" y="13"/>
                          <a:pt x="0" y="0"/>
                        </a:cubicBezTo>
                        <a:close/>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US"/>
                  </a:p>
                </p:txBody>
              </p:sp>
              <p:sp>
                <p:nvSpPr>
                  <p:cNvPr id="1157" name="Freeform 41"/>
                  <p:cNvSpPr>
                    <a:spLocks/>
                  </p:cNvSpPr>
                  <p:nvPr/>
                </p:nvSpPr>
                <p:spPr bwMode="ltGray">
                  <a:xfrm>
                    <a:off x="2924" y="441"/>
                    <a:ext cx="24" cy="14"/>
                  </a:xfrm>
                  <a:custGeom>
                    <a:avLst/>
                    <a:gdLst>
                      <a:gd name="T0" fmla="*/ 7 w 57"/>
                      <a:gd name="T1" fmla="*/ 8 h 42"/>
                      <a:gd name="T2" fmla="*/ 16 w 57"/>
                      <a:gd name="T3" fmla="*/ 4 h 42"/>
                      <a:gd name="T4" fmla="*/ 7 w 57"/>
                      <a:gd name="T5" fmla="*/ 8 h 42"/>
                      <a:gd name="T6" fmla="*/ 0 60000 65536"/>
                      <a:gd name="T7" fmla="*/ 0 60000 65536"/>
                      <a:gd name="T8" fmla="*/ 0 60000 65536"/>
                    </a:gdLst>
                    <a:ahLst/>
                    <a:cxnLst>
                      <a:cxn ang="T6">
                        <a:pos x="T0" y="T1"/>
                      </a:cxn>
                      <a:cxn ang="T7">
                        <a:pos x="T2" y="T3"/>
                      </a:cxn>
                      <a:cxn ang="T8">
                        <a:pos x="T4" y="T5"/>
                      </a:cxn>
                    </a:cxnLst>
                    <a:rect l="0" t="0" r="r" b="b"/>
                    <a:pathLst>
                      <a:path w="57" h="42">
                        <a:moveTo>
                          <a:pt x="17" y="25"/>
                        </a:moveTo>
                        <a:cubicBezTo>
                          <a:pt x="0" y="0"/>
                          <a:pt x="21" y="9"/>
                          <a:pt x="37" y="13"/>
                        </a:cubicBezTo>
                        <a:cubicBezTo>
                          <a:pt x="57" y="42"/>
                          <a:pt x="30" y="25"/>
                          <a:pt x="17" y="25"/>
                        </a:cubicBezTo>
                        <a:close/>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US"/>
                  </a:p>
                </p:txBody>
              </p:sp>
              <p:sp>
                <p:nvSpPr>
                  <p:cNvPr id="1158" name="Freeform 42"/>
                  <p:cNvSpPr>
                    <a:spLocks/>
                  </p:cNvSpPr>
                  <p:nvPr/>
                </p:nvSpPr>
                <p:spPr bwMode="ltGray">
                  <a:xfrm>
                    <a:off x="2908" y="398"/>
                    <a:ext cx="16" cy="18"/>
                  </a:xfrm>
                  <a:custGeom>
                    <a:avLst/>
                    <a:gdLst>
                      <a:gd name="T0" fmla="*/ 8 w 39"/>
                      <a:gd name="T1" fmla="*/ 11 h 52"/>
                      <a:gd name="T2" fmla="*/ 8 w 39"/>
                      <a:gd name="T3" fmla="*/ 0 h 52"/>
                      <a:gd name="T4" fmla="*/ 8 w 39"/>
                      <a:gd name="T5" fmla="*/ 11 h 52"/>
                      <a:gd name="T6" fmla="*/ 0 60000 65536"/>
                      <a:gd name="T7" fmla="*/ 0 60000 65536"/>
                      <a:gd name="T8" fmla="*/ 0 60000 65536"/>
                    </a:gdLst>
                    <a:ahLst/>
                    <a:cxnLst>
                      <a:cxn ang="T6">
                        <a:pos x="T0" y="T1"/>
                      </a:cxn>
                      <a:cxn ang="T7">
                        <a:pos x="T2" y="T3"/>
                      </a:cxn>
                      <a:cxn ang="T8">
                        <a:pos x="T4" y="T5"/>
                      </a:cxn>
                    </a:cxnLst>
                    <a:rect l="0" t="0" r="r" b="b"/>
                    <a:pathLst>
                      <a:path w="39" h="52">
                        <a:moveTo>
                          <a:pt x="19" y="32"/>
                        </a:moveTo>
                        <a:cubicBezTo>
                          <a:pt x="13" y="14"/>
                          <a:pt x="0" y="13"/>
                          <a:pt x="19" y="0"/>
                        </a:cubicBezTo>
                        <a:cubicBezTo>
                          <a:pt x="23" y="5"/>
                          <a:pt x="39" y="52"/>
                          <a:pt x="19" y="32"/>
                        </a:cubicBezTo>
                        <a:close/>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US"/>
                  </a:p>
                </p:txBody>
              </p:sp>
              <p:sp>
                <p:nvSpPr>
                  <p:cNvPr id="1159" name="Freeform 43"/>
                  <p:cNvSpPr>
                    <a:spLocks/>
                  </p:cNvSpPr>
                  <p:nvPr/>
                </p:nvSpPr>
                <p:spPr bwMode="ltGray">
                  <a:xfrm>
                    <a:off x="3035" y="452"/>
                    <a:ext cx="19" cy="27"/>
                  </a:xfrm>
                  <a:custGeom>
                    <a:avLst/>
                    <a:gdLst>
                      <a:gd name="T0" fmla="*/ 2 w 44"/>
                      <a:gd name="T1" fmla="*/ 3 h 80"/>
                      <a:gd name="T2" fmla="*/ 9 w 44"/>
                      <a:gd name="T3" fmla="*/ 11 h 80"/>
                      <a:gd name="T4" fmla="*/ 10 w 44"/>
                      <a:gd name="T5" fmla="*/ 17 h 80"/>
                      <a:gd name="T6" fmla="*/ 16 w 44"/>
                      <a:gd name="T7" fmla="*/ 18 h 80"/>
                      <a:gd name="T8" fmla="*/ 10 w 44"/>
                      <a:gd name="T9" fmla="*/ 25 h 80"/>
                      <a:gd name="T10" fmla="*/ 0 w 44"/>
                      <a:gd name="T11" fmla="*/ 7 h 80"/>
                      <a:gd name="T12" fmla="*/ 2 w 44"/>
                      <a:gd name="T13" fmla="*/ 3 h 80"/>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44" h="80">
                        <a:moveTo>
                          <a:pt x="4" y="9"/>
                        </a:moveTo>
                        <a:cubicBezTo>
                          <a:pt x="9" y="17"/>
                          <a:pt x="18" y="24"/>
                          <a:pt x="20" y="33"/>
                        </a:cubicBezTo>
                        <a:cubicBezTo>
                          <a:pt x="21" y="38"/>
                          <a:pt x="21" y="45"/>
                          <a:pt x="24" y="49"/>
                        </a:cubicBezTo>
                        <a:cubicBezTo>
                          <a:pt x="27" y="52"/>
                          <a:pt x="32" y="52"/>
                          <a:pt x="36" y="53"/>
                        </a:cubicBezTo>
                        <a:cubicBezTo>
                          <a:pt x="41" y="68"/>
                          <a:pt x="44" y="80"/>
                          <a:pt x="24" y="73"/>
                        </a:cubicBezTo>
                        <a:cubicBezTo>
                          <a:pt x="19" y="55"/>
                          <a:pt x="11" y="37"/>
                          <a:pt x="0" y="21"/>
                        </a:cubicBezTo>
                        <a:cubicBezTo>
                          <a:pt x="4" y="4"/>
                          <a:pt x="4" y="0"/>
                          <a:pt x="4" y="9"/>
                        </a:cubicBezTo>
                        <a:close/>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US"/>
                  </a:p>
                </p:txBody>
              </p:sp>
              <p:sp>
                <p:nvSpPr>
                  <p:cNvPr id="1160" name="Freeform 44"/>
                  <p:cNvSpPr>
                    <a:spLocks/>
                  </p:cNvSpPr>
                  <p:nvPr/>
                </p:nvSpPr>
                <p:spPr bwMode="ltGray">
                  <a:xfrm>
                    <a:off x="2696" y="247"/>
                    <a:ext cx="205" cy="41"/>
                  </a:xfrm>
                  <a:custGeom>
                    <a:avLst/>
                    <a:gdLst>
                      <a:gd name="T0" fmla="*/ 140 w 323"/>
                      <a:gd name="T1" fmla="*/ 1 h 64"/>
                      <a:gd name="T2" fmla="*/ 147 w 323"/>
                      <a:gd name="T3" fmla="*/ 5 h 64"/>
                      <a:gd name="T4" fmla="*/ 149 w 323"/>
                      <a:gd name="T5" fmla="*/ 0 h 64"/>
                      <a:gd name="T6" fmla="*/ 168 w 323"/>
                      <a:gd name="T7" fmla="*/ 0 h 64"/>
                      <a:gd name="T8" fmla="*/ 182 w 323"/>
                      <a:gd name="T9" fmla="*/ 11 h 64"/>
                      <a:gd name="T10" fmla="*/ 202 w 323"/>
                      <a:gd name="T11" fmla="*/ 6 h 64"/>
                      <a:gd name="T12" fmla="*/ 199 w 323"/>
                      <a:gd name="T13" fmla="*/ 19 h 64"/>
                      <a:gd name="T14" fmla="*/ 189 w 323"/>
                      <a:gd name="T15" fmla="*/ 29 h 64"/>
                      <a:gd name="T16" fmla="*/ 187 w 323"/>
                      <a:gd name="T17" fmla="*/ 19 h 64"/>
                      <a:gd name="T18" fmla="*/ 182 w 323"/>
                      <a:gd name="T19" fmla="*/ 20 h 64"/>
                      <a:gd name="T20" fmla="*/ 177 w 323"/>
                      <a:gd name="T21" fmla="*/ 19 h 64"/>
                      <a:gd name="T22" fmla="*/ 167 w 323"/>
                      <a:gd name="T23" fmla="*/ 13 h 64"/>
                      <a:gd name="T24" fmla="*/ 145 w 323"/>
                      <a:gd name="T25" fmla="*/ 24 h 64"/>
                      <a:gd name="T26" fmla="*/ 128 w 323"/>
                      <a:gd name="T27" fmla="*/ 28 h 64"/>
                      <a:gd name="T28" fmla="*/ 135 w 323"/>
                      <a:gd name="T29" fmla="*/ 37 h 64"/>
                      <a:gd name="T30" fmla="*/ 119 w 323"/>
                      <a:gd name="T31" fmla="*/ 40 h 64"/>
                      <a:gd name="T32" fmla="*/ 107 w 323"/>
                      <a:gd name="T33" fmla="*/ 39 h 64"/>
                      <a:gd name="T34" fmla="*/ 112 w 323"/>
                      <a:gd name="T35" fmla="*/ 37 h 64"/>
                      <a:gd name="T36" fmla="*/ 109 w 323"/>
                      <a:gd name="T37" fmla="*/ 26 h 64"/>
                      <a:gd name="T38" fmla="*/ 107 w 323"/>
                      <a:gd name="T39" fmla="*/ 20 h 64"/>
                      <a:gd name="T40" fmla="*/ 100 w 323"/>
                      <a:gd name="T41" fmla="*/ 15 h 64"/>
                      <a:gd name="T42" fmla="*/ 90 w 323"/>
                      <a:gd name="T43" fmla="*/ 17 h 64"/>
                      <a:gd name="T44" fmla="*/ 85 w 323"/>
                      <a:gd name="T45" fmla="*/ 17 h 64"/>
                      <a:gd name="T46" fmla="*/ 78 w 323"/>
                      <a:gd name="T47" fmla="*/ 16 h 64"/>
                      <a:gd name="T48" fmla="*/ 53 w 323"/>
                      <a:gd name="T49" fmla="*/ 1 h 64"/>
                      <a:gd name="T50" fmla="*/ 37 w 323"/>
                      <a:gd name="T51" fmla="*/ 9 h 64"/>
                      <a:gd name="T52" fmla="*/ 1 w 323"/>
                      <a:gd name="T53" fmla="*/ 0 h 64"/>
                      <a:gd name="T54" fmla="*/ 140 w 323"/>
                      <a:gd name="T55" fmla="*/ 1 h 64"/>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Lst>
                    <a:ahLst/>
                    <a:cxnLst>
                      <a:cxn ang="T56">
                        <a:pos x="T0" y="T1"/>
                      </a:cxn>
                      <a:cxn ang="T57">
                        <a:pos x="T2" y="T3"/>
                      </a:cxn>
                      <a:cxn ang="T58">
                        <a:pos x="T4" y="T5"/>
                      </a:cxn>
                      <a:cxn ang="T59">
                        <a:pos x="T6" y="T7"/>
                      </a:cxn>
                      <a:cxn ang="T60">
                        <a:pos x="T8" y="T9"/>
                      </a:cxn>
                      <a:cxn ang="T61">
                        <a:pos x="T10" y="T11"/>
                      </a:cxn>
                      <a:cxn ang="T62">
                        <a:pos x="T12" y="T13"/>
                      </a:cxn>
                      <a:cxn ang="T63">
                        <a:pos x="T14" y="T15"/>
                      </a:cxn>
                      <a:cxn ang="T64">
                        <a:pos x="T16" y="T17"/>
                      </a:cxn>
                      <a:cxn ang="T65">
                        <a:pos x="T18" y="T19"/>
                      </a:cxn>
                      <a:cxn ang="T66">
                        <a:pos x="T20" y="T21"/>
                      </a:cxn>
                      <a:cxn ang="T67">
                        <a:pos x="T22" y="T23"/>
                      </a:cxn>
                      <a:cxn ang="T68">
                        <a:pos x="T24" y="T25"/>
                      </a:cxn>
                      <a:cxn ang="T69">
                        <a:pos x="T26" y="T27"/>
                      </a:cxn>
                      <a:cxn ang="T70">
                        <a:pos x="T28" y="T29"/>
                      </a:cxn>
                      <a:cxn ang="T71">
                        <a:pos x="T30" y="T31"/>
                      </a:cxn>
                      <a:cxn ang="T72">
                        <a:pos x="T32" y="T33"/>
                      </a:cxn>
                      <a:cxn ang="T73">
                        <a:pos x="T34" y="T35"/>
                      </a:cxn>
                      <a:cxn ang="T74">
                        <a:pos x="T36" y="T37"/>
                      </a:cxn>
                      <a:cxn ang="T75">
                        <a:pos x="T38" y="T39"/>
                      </a:cxn>
                      <a:cxn ang="T76">
                        <a:pos x="T40" y="T41"/>
                      </a:cxn>
                      <a:cxn ang="T77">
                        <a:pos x="T42" y="T43"/>
                      </a:cxn>
                      <a:cxn ang="T78">
                        <a:pos x="T44" y="T45"/>
                      </a:cxn>
                      <a:cxn ang="T79">
                        <a:pos x="T46" y="T47"/>
                      </a:cxn>
                      <a:cxn ang="T80">
                        <a:pos x="T48" y="T49"/>
                      </a:cxn>
                      <a:cxn ang="T81">
                        <a:pos x="T50" y="T51"/>
                      </a:cxn>
                      <a:cxn ang="T82">
                        <a:pos x="T52" y="T53"/>
                      </a:cxn>
                      <a:cxn ang="T83">
                        <a:pos x="T54" y="T55"/>
                      </a:cxn>
                    </a:cxnLst>
                    <a:rect l="0" t="0" r="r" b="b"/>
                    <a:pathLst>
                      <a:path w="323" h="64">
                        <a:moveTo>
                          <a:pt x="220" y="1"/>
                        </a:moveTo>
                        <a:cubicBezTo>
                          <a:pt x="215" y="12"/>
                          <a:pt x="225" y="17"/>
                          <a:pt x="231" y="8"/>
                        </a:cubicBezTo>
                        <a:cubicBezTo>
                          <a:pt x="235" y="0"/>
                          <a:pt x="229" y="7"/>
                          <a:pt x="235" y="0"/>
                        </a:cubicBezTo>
                        <a:lnTo>
                          <a:pt x="265" y="0"/>
                        </a:lnTo>
                        <a:cubicBezTo>
                          <a:pt x="277" y="6"/>
                          <a:pt x="276" y="11"/>
                          <a:pt x="287" y="17"/>
                        </a:cubicBezTo>
                        <a:cubicBezTo>
                          <a:pt x="308" y="11"/>
                          <a:pt x="293" y="7"/>
                          <a:pt x="319" y="10"/>
                        </a:cubicBezTo>
                        <a:cubicBezTo>
                          <a:pt x="323" y="19"/>
                          <a:pt x="321" y="22"/>
                          <a:pt x="314" y="29"/>
                        </a:cubicBezTo>
                        <a:cubicBezTo>
                          <a:pt x="312" y="39"/>
                          <a:pt x="313" y="50"/>
                          <a:pt x="298" y="46"/>
                        </a:cubicBezTo>
                        <a:cubicBezTo>
                          <a:pt x="297" y="40"/>
                          <a:pt x="298" y="34"/>
                          <a:pt x="295" y="29"/>
                        </a:cubicBezTo>
                        <a:cubicBezTo>
                          <a:pt x="294" y="27"/>
                          <a:pt x="290" y="31"/>
                          <a:pt x="287" y="31"/>
                        </a:cubicBezTo>
                        <a:cubicBezTo>
                          <a:pt x="284" y="31"/>
                          <a:pt x="282" y="30"/>
                          <a:pt x="279" y="29"/>
                        </a:cubicBezTo>
                        <a:cubicBezTo>
                          <a:pt x="274" y="27"/>
                          <a:pt x="263" y="21"/>
                          <a:pt x="263" y="21"/>
                        </a:cubicBezTo>
                        <a:cubicBezTo>
                          <a:pt x="249" y="23"/>
                          <a:pt x="241" y="31"/>
                          <a:pt x="228" y="38"/>
                        </a:cubicBezTo>
                        <a:cubicBezTo>
                          <a:pt x="220" y="41"/>
                          <a:pt x="209" y="42"/>
                          <a:pt x="201" y="44"/>
                        </a:cubicBezTo>
                        <a:cubicBezTo>
                          <a:pt x="193" y="54"/>
                          <a:pt x="200" y="53"/>
                          <a:pt x="212" y="57"/>
                        </a:cubicBezTo>
                        <a:cubicBezTo>
                          <a:pt x="200" y="62"/>
                          <a:pt x="199" y="57"/>
                          <a:pt x="188" y="63"/>
                        </a:cubicBezTo>
                        <a:cubicBezTo>
                          <a:pt x="181" y="62"/>
                          <a:pt x="174" y="64"/>
                          <a:pt x="169" y="61"/>
                        </a:cubicBezTo>
                        <a:cubicBezTo>
                          <a:pt x="166" y="59"/>
                          <a:pt x="175" y="59"/>
                          <a:pt x="177" y="57"/>
                        </a:cubicBezTo>
                        <a:cubicBezTo>
                          <a:pt x="181" y="48"/>
                          <a:pt x="149" y="28"/>
                          <a:pt x="171" y="40"/>
                        </a:cubicBezTo>
                        <a:cubicBezTo>
                          <a:pt x="184" y="55"/>
                          <a:pt x="184" y="36"/>
                          <a:pt x="169" y="31"/>
                        </a:cubicBezTo>
                        <a:cubicBezTo>
                          <a:pt x="167" y="27"/>
                          <a:pt x="167" y="22"/>
                          <a:pt x="158" y="23"/>
                        </a:cubicBezTo>
                        <a:cubicBezTo>
                          <a:pt x="153" y="23"/>
                          <a:pt x="142" y="27"/>
                          <a:pt x="142" y="27"/>
                        </a:cubicBezTo>
                        <a:cubicBezTo>
                          <a:pt x="136" y="39"/>
                          <a:pt x="143" y="31"/>
                          <a:pt x="134" y="27"/>
                        </a:cubicBezTo>
                        <a:cubicBezTo>
                          <a:pt x="130" y="25"/>
                          <a:pt x="126" y="25"/>
                          <a:pt x="123" y="25"/>
                        </a:cubicBezTo>
                        <a:cubicBezTo>
                          <a:pt x="117" y="11"/>
                          <a:pt x="100" y="6"/>
                          <a:pt x="83" y="2"/>
                        </a:cubicBezTo>
                        <a:cubicBezTo>
                          <a:pt x="70" y="4"/>
                          <a:pt x="69" y="9"/>
                          <a:pt x="59" y="14"/>
                        </a:cubicBezTo>
                        <a:cubicBezTo>
                          <a:pt x="45" y="14"/>
                          <a:pt x="0" y="12"/>
                          <a:pt x="1" y="0"/>
                        </a:cubicBezTo>
                        <a:lnTo>
                          <a:pt x="220" y="1"/>
                        </a:lnTo>
                        <a:close/>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US"/>
                  </a:p>
                </p:txBody>
              </p:sp>
              <p:sp>
                <p:nvSpPr>
                  <p:cNvPr id="1161" name="Freeform 45"/>
                  <p:cNvSpPr>
                    <a:spLocks/>
                  </p:cNvSpPr>
                  <p:nvPr/>
                </p:nvSpPr>
                <p:spPr bwMode="ltGray">
                  <a:xfrm>
                    <a:off x="2515" y="246"/>
                    <a:ext cx="190" cy="20"/>
                  </a:xfrm>
                  <a:custGeom>
                    <a:avLst/>
                    <a:gdLst>
                      <a:gd name="T0" fmla="*/ 67 w 300"/>
                      <a:gd name="T1" fmla="*/ 20 h 31"/>
                      <a:gd name="T2" fmla="*/ 19 w 300"/>
                      <a:gd name="T3" fmla="*/ 1 h 31"/>
                      <a:gd name="T4" fmla="*/ 181 w 300"/>
                      <a:gd name="T5" fmla="*/ 0 h 31"/>
                      <a:gd name="T6" fmla="*/ 187 w 300"/>
                      <a:gd name="T7" fmla="*/ 9 h 31"/>
                      <a:gd name="T8" fmla="*/ 167 w 300"/>
                      <a:gd name="T9" fmla="*/ 10 h 31"/>
                      <a:gd name="T10" fmla="*/ 67 w 300"/>
                      <a:gd name="T11" fmla="*/ 20 h 31"/>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300" h="31">
                        <a:moveTo>
                          <a:pt x="105" y="31"/>
                        </a:moveTo>
                        <a:cubicBezTo>
                          <a:pt x="83" y="19"/>
                          <a:pt x="0" y="6"/>
                          <a:pt x="30" y="1"/>
                        </a:cubicBezTo>
                        <a:lnTo>
                          <a:pt x="285" y="0"/>
                        </a:lnTo>
                        <a:cubicBezTo>
                          <a:pt x="296" y="4"/>
                          <a:pt x="300" y="5"/>
                          <a:pt x="296" y="14"/>
                        </a:cubicBezTo>
                        <a:cubicBezTo>
                          <a:pt x="285" y="11"/>
                          <a:pt x="276" y="16"/>
                          <a:pt x="264" y="16"/>
                        </a:cubicBezTo>
                        <a:lnTo>
                          <a:pt x="105" y="31"/>
                        </a:lnTo>
                        <a:close/>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US"/>
                  </a:p>
                </p:txBody>
              </p:sp>
              <p:sp>
                <p:nvSpPr>
                  <p:cNvPr id="1162" name="Freeform 46"/>
                  <p:cNvSpPr>
                    <a:spLocks/>
                  </p:cNvSpPr>
                  <p:nvPr/>
                </p:nvSpPr>
                <p:spPr bwMode="ltGray">
                  <a:xfrm>
                    <a:off x="2096" y="275"/>
                    <a:ext cx="18" cy="10"/>
                  </a:xfrm>
                  <a:custGeom>
                    <a:avLst/>
                    <a:gdLst>
                      <a:gd name="T0" fmla="*/ 0 w 41"/>
                      <a:gd name="T1" fmla="*/ 9 h 29"/>
                      <a:gd name="T2" fmla="*/ 5 w 41"/>
                      <a:gd name="T3" fmla="*/ 10 h 29"/>
                      <a:gd name="T4" fmla="*/ 0 w 41"/>
                      <a:gd name="T5" fmla="*/ 9 h 29"/>
                      <a:gd name="T6" fmla="*/ 0 60000 65536"/>
                      <a:gd name="T7" fmla="*/ 0 60000 65536"/>
                      <a:gd name="T8" fmla="*/ 0 60000 65536"/>
                    </a:gdLst>
                    <a:ahLst/>
                    <a:cxnLst>
                      <a:cxn ang="T6">
                        <a:pos x="T0" y="T1"/>
                      </a:cxn>
                      <a:cxn ang="T7">
                        <a:pos x="T2" y="T3"/>
                      </a:cxn>
                      <a:cxn ang="T8">
                        <a:pos x="T4" y="T5"/>
                      </a:cxn>
                    </a:cxnLst>
                    <a:rect l="0" t="0" r="r" b="b"/>
                    <a:pathLst>
                      <a:path w="41" h="29">
                        <a:moveTo>
                          <a:pt x="0" y="25"/>
                        </a:moveTo>
                        <a:cubicBezTo>
                          <a:pt x="10" y="11"/>
                          <a:pt x="41" y="0"/>
                          <a:pt x="12" y="29"/>
                        </a:cubicBezTo>
                        <a:cubicBezTo>
                          <a:pt x="8" y="28"/>
                          <a:pt x="0" y="25"/>
                          <a:pt x="0" y="25"/>
                        </a:cubicBezTo>
                        <a:close/>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US"/>
                  </a:p>
                </p:txBody>
              </p:sp>
              <p:sp>
                <p:nvSpPr>
                  <p:cNvPr id="1163" name="Freeform 47"/>
                  <p:cNvSpPr>
                    <a:spLocks/>
                  </p:cNvSpPr>
                  <p:nvPr/>
                </p:nvSpPr>
                <p:spPr bwMode="ltGray">
                  <a:xfrm>
                    <a:off x="1606" y="246"/>
                    <a:ext cx="436" cy="152"/>
                  </a:xfrm>
                  <a:custGeom>
                    <a:avLst/>
                    <a:gdLst>
                      <a:gd name="T0" fmla="*/ 73 w 436"/>
                      <a:gd name="T1" fmla="*/ 1 h 152"/>
                      <a:gd name="T2" fmla="*/ 436 w 436"/>
                      <a:gd name="T3" fmla="*/ 0 h 152"/>
                      <a:gd name="T4" fmla="*/ 416 w 436"/>
                      <a:gd name="T5" fmla="*/ 54 h 152"/>
                      <a:gd name="T6" fmla="*/ 397 w 436"/>
                      <a:gd name="T7" fmla="*/ 68 h 152"/>
                      <a:gd name="T8" fmla="*/ 392 w 436"/>
                      <a:gd name="T9" fmla="*/ 70 h 152"/>
                      <a:gd name="T10" fmla="*/ 375 w 436"/>
                      <a:gd name="T11" fmla="*/ 73 h 152"/>
                      <a:gd name="T12" fmla="*/ 361 w 436"/>
                      <a:gd name="T13" fmla="*/ 88 h 152"/>
                      <a:gd name="T14" fmla="*/ 362 w 436"/>
                      <a:gd name="T15" fmla="*/ 99 h 152"/>
                      <a:gd name="T16" fmla="*/ 364 w 436"/>
                      <a:gd name="T17" fmla="*/ 107 h 152"/>
                      <a:gd name="T18" fmla="*/ 366 w 436"/>
                      <a:gd name="T19" fmla="*/ 113 h 152"/>
                      <a:gd name="T20" fmla="*/ 362 w 436"/>
                      <a:gd name="T21" fmla="*/ 122 h 152"/>
                      <a:gd name="T22" fmla="*/ 351 w 436"/>
                      <a:gd name="T23" fmla="*/ 120 h 152"/>
                      <a:gd name="T24" fmla="*/ 342 w 436"/>
                      <a:gd name="T25" fmla="*/ 129 h 152"/>
                      <a:gd name="T26" fmla="*/ 347 w 436"/>
                      <a:gd name="T27" fmla="*/ 105 h 152"/>
                      <a:gd name="T28" fmla="*/ 338 w 436"/>
                      <a:gd name="T29" fmla="*/ 100 h 152"/>
                      <a:gd name="T30" fmla="*/ 344 w 436"/>
                      <a:gd name="T31" fmla="*/ 93 h 152"/>
                      <a:gd name="T32" fmla="*/ 342 w 436"/>
                      <a:gd name="T33" fmla="*/ 89 h 152"/>
                      <a:gd name="T34" fmla="*/ 320 w 436"/>
                      <a:gd name="T35" fmla="*/ 94 h 152"/>
                      <a:gd name="T36" fmla="*/ 317 w 436"/>
                      <a:gd name="T37" fmla="*/ 85 h 152"/>
                      <a:gd name="T38" fmla="*/ 297 w 436"/>
                      <a:gd name="T39" fmla="*/ 94 h 152"/>
                      <a:gd name="T40" fmla="*/ 320 w 436"/>
                      <a:gd name="T41" fmla="*/ 103 h 152"/>
                      <a:gd name="T42" fmla="*/ 305 w 436"/>
                      <a:gd name="T43" fmla="*/ 117 h 152"/>
                      <a:gd name="T44" fmla="*/ 311 w 436"/>
                      <a:gd name="T45" fmla="*/ 126 h 152"/>
                      <a:gd name="T46" fmla="*/ 315 w 436"/>
                      <a:gd name="T47" fmla="*/ 138 h 152"/>
                      <a:gd name="T48" fmla="*/ 309 w 436"/>
                      <a:gd name="T49" fmla="*/ 139 h 152"/>
                      <a:gd name="T50" fmla="*/ 314 w 436"/>
                      <a:gd name="T51" fmla="*/ 144 h 152"/>
                      <a:gd name="T52" fmla="*/ 307 w 436"/>
                      <a:gd name="T53" fmla="*/ 152 h 152"/>
                      <a:gd name="T54" fmla="*/ 0 w 436"/>
                      <a:gd name="T55" fmla="*/ 149 h 152"/>
                      <a:gd name="T56" fmla="*/ 73 w 436"/>
                      <a:gd name="T57" fmla="*/ 1 h 152"/>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Lst>
                    <a:ahLst/>
                    <a:cxnLst>
                      <a:cxn ang="T58">
                        <a:pos x="T0" y="T1"/>
                      </a:cxn>
                      <a:cxn ang="T59">
                        <a:pos x="T2" y="T3"/>
                      </a:cxn>
                      <a:cxn ang="T60">
                        <a:pos x="T4" y="T5"/>
                      </a:cxn>
                      <a:cxn ang="T61">
                        <a:pos x="T6" y="T7"/>
                      </a:cxn>
                      <a:cxn ang="T62">
                        <a:pos x="T8" y="T9"/>
                      </a:cxn>
                      <a:cxn ang="T63">
                        <a:pos x="T10" y="T11"/>
                      </a:cxn>
                      <a:cxn ang="T64">
                        <a:pos x="T12" y="T13"/>
                      </a:cxn>
                      <a:cxn ang="T65">
                        <a:pos x="T14" y="T15"/>
                      </a:cxn>
                      <a:cxn ang="T66">
                        <a:pos x="T16" y="T17"/>
                      </a:cxn>
                      <a:cxn ang="T67">
                        <a:pos x="T18" y="T19"/>
                      </a:cxn>
                      <a:cxn ang="T68">
                        <a:pos x="T20" y="T21"/>
                      </a:cxn>
                      <a:cxn ang="T69">
                        <a:pos x="T22" y="T23"/>
                      </a:cxn>
                      <a:cxn ang="T70">
                        <a:pos x="T24" y="T25"/>
                      </a:cxn>
                      <a:cxn ang="T71">
                        <a:pos x="T26" y="T27"/>
                      </a:cxn>
                      <a:cxn ang="T72">
                        <a:pos x="T28" y="T29"/>
                      </a:cxn>
                      <a:cxn ang="T73">
                        <a:pos x="T30" y="T31"/>
                      </a:cxn>
                      <a:cxn ang="T74">
                        <a:pos x="T32" y="T33"/>
                      </a:cxn>
                      <a:cxn ang="T75">
                        <a:pos x="T34" y="T35"/>
                      </a:cxn>
                      <a:cxn ang="T76">
                        <a:pos x="T36" y="T37"/>
                      </a:cxn>
                      <a:cxn ang="T77">
                        <a:pos x="T38" y="T39"/>
                      </a:cxn>
                      <a:cxn ang="T78">
                        <a:pos x="T40" y="T41"/>
                      </a:cxn>
                      <a:cxn ang="T79">
                        <a:pos x="T42" y="T43"/>
                      </a:cxn>
                      <a:cxn ang="T80">
                        <a:pos x="T44" y="T45"/>
                      </a:cxn>
                      <a:cxn ang="T81">
                        <a:pos x="T46" y="T47"/>
                      </a:cxn>
                      <a:cxn ang="T82">
                        <a:pos x="T48" y="T49"/>
                      </a:cxn>
                      <a:cxn ang="T83">
                        <a:pos x="T50" y="T51"/>
                      </a:cxn>
                      <a:cxn ang="T84">
                        <a:pos x="T52" y="T53"/>
                      </a:cxn>
                      <a:cxn ang="T85">
                        <a:pos x="T54" y="T55"/>
                      </a:cxn>
                      <a:cxn ang="T86">
                        <a:pos x="T56" y="T57"/>
                      </a:cxn>
                    </a:cxnLst>
                    <a:rect l="0" t="0" r="r" b="b"/>
                    <a:pathLst>
                      <a:path w="436" h="152">
                        <a:moveTo>
                          <a:pt x="73" y="1"/>
                        </a:moveTo>
                        <a:lnTo>
                          <a:pt x="436" y="0"/>
                        </a:lnTo>
                        <a:cubicBezTo>
                          <a:pt x="430" y="15"/>
                          <a:pt x="429" y="42"/>
                          <a:pt x="416" y="54"/>
                        </a:cubicBezTo>
                        <a:cubicBezTo>
                          <a:pt x="410" y="60"/>
                          <a:pt x="405" y="63"/>
                          <a:pt x="397" y="68"/>
                        </a:cubicBezTo>
                        <a:cubicBezTo>
                          <a:pt x="396" y="69"/>
                          <a:pt x="392" y="70"/>
                          <a:pt x="392" y="70"/>
                        </a:cubicBezTo>
                        <a:cubicBezTo>
                          <a:pt x="377" y="63"/>
                          <a:pt x="385" y="68"/>
                          <a:pt x="375" y="73"/>
                        </a:cubicBezTo>
                        <a:cubicBezTo>
                          <a:pt x="371" y="82"/>
                          <a:pt x="371" y="83"/>
                          <a:pt x="361" y="88"/>
                        </a:cubicBezTo>
                        <a:cubicBezTo>
                          <a:pt x="359" y="92"/>
                          <a:pt x="364" y="93"/>
                          <a:pt x="362" y="99"/>
                        </a:cubicBezTo>
                        <a:cubicBezTo>
                          <a:pt x="363" y="102"/>
                          <a:pt x="364" y="105"/>
                          <a:pt x="364" y="107"/>
                        </a:cubicBezTo>
                        <a:cubicBezTo>
                          <a:pt x="365" y="109"/>
                          <a:pt x="366" y="111"/>
                          <a:pt x="366" y="113"/>
                        </a:cubicBezTo>
                        <a:cubicBezTo>
                          <a:pt x="365" y="115"/>
                          <a:pt x="364" y="120"/>
                          <a:pt x="362" y="122"/>
                        </a:cubicBezTo>
                        <a:cubicBezTo>
                          <a:pt x="359" y="123"/>
                          <a:pt x="354" y="119"/>
                          <a:pt x="351" y="120"/>
                        </a:cubicBezTo>
                        <a:cubicBezTo>
                          <a:pt x="347" y="129"/>
                          <a:pt x="352" y="127"/>
                          <a:pt x="342" y="129"/>
                        </a:cubicBezTo>
                        <a:cubicBezTo>
                          <a:pt x="340" y="123"/>
                          <a:pt x="345" y="111"/>
                          <a:pt x="347" y="105"/>
                        </a:cubicBezTo>
                        <a:cubicBezTo>
                          <a:pt x="347" y="100"/>
                          <a:pt x="338" y="102"/>
                          <a:pt x="338" y="100"/>
                        </a:cubicBezTo>
                        <a:cubicBezTo>
                          <a:pt x="338" y="98"/>
                          <a:pt x="344" y="95"/>
                          <a:pt x="344" y="93"/>
                        </a:cubicBezTo>
                        <a:cubicBezTo>
                          <a:pt x="344" y="92"/>
                          <a:pt x="344" y="89"/>
                          <a:pt x="342" y="89"/>
                        </a:cubicBezTo>
                        <a:cubicBezTo>
                          <a:pt x="339" y="89"/>
                          <a:pt x="324" y="94"/>
                          <a:pt x="320" y="94"/>
                        </a:cubicBezTo>
                        <a:cubicBezTo>
                          <a:pt x="317" y="86"/>
                          <a:pt x="328" y="88"/>
                          <a:pt x="317" y="85"/>
                        </a:cubicBezTo>
                        <a:cubicBezTo>
                          <a:pt x="311" y="91"/>
                          <a:pt x="306" y="93"/>
                          <a:pt x="297" y="94"/>
                        </a:cubicBezTo>
                        <a:cubicBezTo>
                          <a:pt x="300" y="104"/>
                          <a:pt x="307" y="101"/>
                          <a:pt x="320" y="103"/>
                        </a:cubicBezTo>
                        <a:cubicBezTo>
                          <a:pt x="318" y="109"/>
                          <a:pt x="311" y="111"/>
                          <a:pt x="305" y="117"/>
                        </a:cubicBezTo>
                        <a:lnTo>
                          <a:pt x="311" y="126"/>
                        </a:lnTo>
                        <a:lnTo>
                          <a:pt x="315" y="138"/>
                        </a:lnTo>
                        <a:lnTo>
                          <a:pt x="309" y="139"/>
                        </a:lnTo>
                        <a:lnTo>
                          <a:pt x="314" y="144"/>
                        </a:lnTo>
                        <a:lnTo>
                          <a:pt x="307" y="152"/>
                        </a:lnTo>
                        <a:lnTo>
                          <a:pt x="0" y="149"/>
                        </a:lnTo>
                        <a:lnTo>
                          <a:pt x="73" y="1"/>
                        </a:lnTo>
                        <a:close/>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US"/>
                  </a:p>
                </p:txBody>
              </p:sp>
              <p:sp>
                <p:nvSpPr>
                  <p:cNvPr id="1164" name="Freeform 48"/>
                  <p:cNvSpPr>
                    <a:spLocks/>
                  </p:cNvSpPr>
                  <p:nvPr/>
                </p:nvSpPr>
                <p:spPr bwMode="ltGray">
                  <a:xfrm>
                    <a:off x="2043" y="241"/>
                    <a:ext cx="20" cy="55"/>
                  </a:xfrm>
                  <a:custGeom>
                    <a:avLst/>
                    <a:gdLst>
                      <a:gd name="T0" fmla="*/ 2 w 47"/>
                      <a:gd name="T1" fmla="*/ 52 h 165"/>
                      <a:gd name="T2" fmla="*/ 6 w 47"/>
                      <a:gd name="T3" fmla="*/ 36 h 165"/>
                      <a:gd name="T4" fmla="*/ 7 w 47"/>
                      <a:gd name="T5" fmla="*/ 23 h 165"/>
                      <a:gd name="T6" fmla="*/ 5 w 47"/>
                      <a:gd name="T7" fmla="*/ 13 h 165"/>
                      <a:gd name="T8" fmla="*/ 7 w 47"/>
                      <a:gd name="T9" fmla="*/ 4 h 165"/>
                      <a:gd name="T10" fmla="*/ 9 w 47"/>
                      <a:gd name="T11" fmla="*/ 0 h 165"/>
                      <a:gd name="T12" fmla="*/ 13 w 47"/>
                      <a:gd name="T13" fmla="*/ 10 h 165"/>
                      <a:gd name="T14" fmla="*/ 20 w 47"/>
                      <a:gd name="T15" fmla="*/ 33 h 165"/>
                      <a:gd name="T16" fmla="*/ 13 w 47"/>
                      <a:gd name="T17" fmla="*/ 36 h 165"/>
                      <a:gd name="T18" fmla="*/ 10 w 47"/>
                      <a:gd name="T19" fmla="*/ 42 h 165"/>
                      <a:gd name="T20" fmla="*/ 9 w 47"/>
                      <a:gd name="T21" fmla="*/ 44 h 165"/>
                      <a:gd name="T22" fmla="*/ 11 w 47"/>
                      <a:gd name="T23" fmla="*/ 45 h 165"/>
                      <a:gd name="T24" fmla="*/ 13 w 47"/>
                      <a:gd name="T25" fmla="*/ 49 h 165"/>
                      <a:gd name="T26" fmla="*/ 6 w 47"/>
                      <a:gd name="T27" fmla="*/ 49 h 165"/>
                      <a:gd name="T28" fmla="*/ 3 w 47"/>
                      <a:gd name="T29" fmla="*/ 53 h 165"/>
                      <a:gd name="T30" fmla="*/ 1 w 47"/>
                      <a:gd name="T31" fmla="*/ 51 h 165"/>
                      <a:gd name="T32" fmla="*/ 2 w 47"/>
                      <a:gd name="T33" fmla="*/ 52 h 165"/>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Lst>
                    <a:ahLst/>
                    <a:cxnLst>
                      <a:cxn ang="T34">
                        <a:pos x="T0" y="T1"/>
                      </a:cxn>
                      <a:cxn ang="T35">
                        <a:pos x="T2" y="T3"/>
                      </a:cxn>
                      <a:cxn ang="T36">
                        <a:pos x="T4" y="T5"/>
                      </a:cxn>
                      <a:cxn ang="T37">
                        <a:pos x="T6" y="T7"/>
                      </a:cxn>
                      <a:cxn ang="T38">
                        <a:pos x="T8" y="T9"/>
                      </a:cxn>
                      <a:cxn ang="T39">
                        <a:pos x="T10" y="T11"/>
                      </a:cxn>
                      <a:cxn ang="T40">
                        <a:pos x="T12" y="T13"/>
                      </a:cxn>
                      <a:cxn ang="T41">
                        <a:pos x="T14" y="T15"/>
                      </a:cxn>
                      <a:cxn ang="T42">
                        <a:pos x="T16" y="T17"/>
                      </a:cxn>
                      <a:cxn ang="T43">
                        <a:pos x="T18" y="T19"/>
                      </a:cxn>
                      <a:cxn ang="T44">
                        <a:pos x="T20" y="T21"/>
                      </a:cxn>
                      <a:cxn ang="T45">
                        <a:pos x="T22" y="T23"/>
                      </a:cxn>
                      <a:cxn ang="T46">
                        <a:pos x="T24" y="T25"/>
                      </a:cxn>
                      <a:cxn ang="T47">
                        <a:pos x="T26" y="T27"/>
                      </a:cxn>
                      <a:cxn ang="T48">
                        <a:pos x="T28" y="T29"/>
                      </a:cxn>
                      <a:cxn ang="T49">
                        <a:pos x="T30" y="T31"/>
                      </a:cxn>
                      <a:cxn ang="T50">
                        <a:pos x="T32" y="T33"/>
                      </a:cxn>
                    </a:cxnLst>
                    <a:rect l="0" t="0" r="r" b="b"/>
                    <a:pathLst>
                      <a:path w="47" h="165">
                        <a:moveTo>
                          <a:pt x="5" y="156"/>
                        </a:moveTo>
                        <a:cubicBezTo>
                          <a:pt x="0" y="141"/>
                          <a:pt x="1" y="118"/>
                          <a:pt x="15" y="108"/>
                        </a:cubicBezTo>
                        <a:cubicBezTo>
                          <a:pt x="16" y="95"/>
                          <a:pt x="17" y="81"/>
                          <a:pt x="17" y="68"/>
                        </a:cubicBezTo>
                        <a:cubicBezTo>
                          <a:pt x="17" y="58"/>
                          <a:pt x="11" y="40"/>
                          <a:pt x="11" y="40"/>
                        </a:cubicBezTo>
                        <a:cubicBezTo>
                          <a:pt x="14" y="20"/>
                          <a:pt x="11" y="29"/>
                          <a:pt x="17" y="12"/>
                        </a:cubicBezTo>
                        <a:cubicBezTo>
                          <a:pt x="18" y="8"/>
                          <a:pt x="21" y="0"/>
                          <a:pt x="21" y="0"/>
                        </a:cubicBezTo>
                        <a:cubicBezTo>
                          <a:pt x="38" y="6"/>
                          <a:pt x="33" y="7"/>
                          <a:pt x="31" y="30"/>
                        </a:cubicBezTo>
                        <a:cubicBezTo>
                          <a:pt x="38" y="52"/>
                          <a:pt x="40" y="76"/>
                          <a:pt x="47" y="98"/>
                        </a:cubicBezTo>
                        <a:cubicBezTo>
                          <a:pt x="44" y="116"/>
                          <a:pt x="45" y="113"/>
                          <a:pt x="31" y="108"/>
                        </a:cubicBezTo>
                        <a:cubicBezTo>
                          <a:pt x="25" y="118"/>
                          <a:pt x="28" y="112"/>
                          <a:pt x="23" y="126"/>
                        </a:cubicBezTo>
                        <a:cubicBezTo>
                          <a:pt x="22" y="128"/>
                          <a:pt x="21" y="132"/>
                          <a:pt x="21" y="132"/>
                        </a:cubicBezTo>
                        <a:cubicBezTo>
                          <a:pt x="23" y="133"/>
                          <a:pt x="26" y="132"/>
                          <a:pt x="27" y="134"/>
                        </a:cubicBezTo>
                        <a:cubicBezTo>
                          <a:pt x="29" y="137"/>
                          <a:pt x="31" y="146"/>
                          <a:pt x="31" y="146"/>
                        </a:cubicBezTo>
                        <a:cubicBezTo>
                          <a:pt x="27" y="165"/>
                          <a:pt x="23" y="155"/>
                          <a:pt x="13" y="148"/>
                        </a:cubicBezTo>
                        <a:cubicBezTo>
                          <a:pt x="11" y="152"/>
                          <a:pt x="11" y="160"/>
                          <a:pt x="7" y="160"/>
                        </a:cubicBezTo>
                        <a:cubicBezTo>
                          <a:pt x="5" y="160"/>
                          <a:pt x="4" y="156"/>
                          <a:pt x="3" y="154"/>
                        </a:cubicBezTo>
                        <a:cubicBezTo>
                          <a:pt x="3" y="153"/>
                          <a:pt x="4" y="155"/>
                          <a:pt x="5" y="156"/>
                        </a:cubicBezTo>
                        <a:close/>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US"/>
                  </a:p>
                </p:txBody>
              </p:sp>
              <p:sp>
                <p:nvSpPr>
                  <p:cNvPr id="1165" name="Freeform 49"/>
                  <p:cNvSpPr>
                    <a:spLocks/>
                  </p:cNvSpPr>
                  <p:nvPr/>
                </p:nvSpPr>
                <p:spPr bwMode="ltGray">
                  <a:xfrm>
                    <a:off x="2031" y="287"/>
                    <a:ext cx="59" cy="34"/>
                  </a:xfrm>
                  <a:custGeom>
                    <a:avLst/>
                    <a:gdLst>
                      <a:gd name="T0" fmla="*/ 11 w 138"/>
                      <a:gd name="T1" fmla="*/ 20 h 103"/>
                      <a:gd name="T2" fmla="*/ 13 w 138"/>
                      <a:gd name="T3" fmla="*/ 14 h 103"/>
                      <a:gd name="T4" fmla="*/ 21 w 138"/>
                      <a:gd name="T5" fmla="*/ 11 h 103"/>
                      <a:gd name="T6" fmla="*/ 23 w 138"/>
                      <a:gd name="T7" fmla="*/ 15 h 103"/>
                      <a:gd name="T8" fmla="*/ 28 w 138"/>
                      <a:gd name="T9" fmla="*/ 16 h 103"/>
                      <a:gd name="T10" fmla="*/ 34 w 138"/>
                      <a:gd name="T11" fmla="*/ 18 h 103"/>
                      <a:gd name="T12" fmla="*/ 50 w 138"/>
                      <a:gd name="T13" fmla="*/ 11 h 103"/>
                      <a:gd name="T14" fmla="*/ 56 w 138"/>
                      <a:gd name="T15" fmla="*/ 6 h 103"/>
                      <a:gd name="T16" fmla="*/ 59 w 138"/>
                      <a:gd name="T17" fmla="*/ 4 h 103"/>
                      <a:gd name="T18" fmla="*/ 45 w 138"/>
                      <a:gd name="T19" fmla="*/ 16 h 103"/>
                      <a:gd name="T20" fmla="*/ 36 w 138"/>
                      <a:gd name="T21" fmla="*/ 22 h 103"/>
                      <a:gd name="T22" fmla="*/ 28 w 138"/>
                      <a:gd name="T23" fmla="*/ 27 h 103"/>
                      <a:gd name="T24" fmla="*/ 21 w 138"/>
                      <a:gd name="T25" fmla="*/ 34 h 103"/>
                      <a:gd name="T26" fmla="*/ 11 w 138"/>
                      <a:gd name="T27" fmla="*/ 29 h 103"/>
                      <a:gd name="T28" fmla="*/ 9 w 138"/>
                      <a:gd name="T29" fmla="*/ 29 h 103"/>
                      <a:gd name="T30" fmla="*/ 9 w 138"/>
                      <a:gd name="T31" fmla="*/ 32 h 103"/>
                      <a:gd name="T32" fmla="*/ 0 w 138"/>
                      <a:gd name="T33" fmla="*/ 32 h 103"/>
                      <a:gd name="T34" fmla="*/ 4 w 138"/>
                      <a:gd name="T35" fmla="*/ 26 h 103"/>
                      <a:gd name="T36" fmla="*/ 11 w 138"/>
                      <a:gd name="T37" fmla="*/ 20 h 103"/>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Lst>
                    <a:ahLst/>
                    <a:cxnLst>
                      <a:cxn ang="T38">
                        <a:pos x="T0" y="T1"/>
                      </a:cxn>
                      <a:cxn ang="T39">
                        <a:pos x="T2" y="T3"/>
                      </a:cxn>
                      <a:cxn ang="T40">
                        <a:pos x="T4" y="T5"/>
                      </a:cxn>
                      <a:cxn ang="T41">
                        <a:pos x="T6" y="T7"/>
                      </a:cxn>
                      <a:cxn ang="T42">
                        <a:pos x="T8" y="T9"/>
                      </a:cxn>
                      <a:cxn ang="T43">
                        <a:pos x="T10" y="T11"/>
                      </a:cxn>
                      <a:cxn ang="T44">
                        <a:pos x="T12" y="T13"/>
                      </a:cxn>
                      <a:cxn ang="T45">
                        <a:pos x="T14" y="T15"/>
                      </a:cxn>
                      <a:cxn ang="T46">
                        <a:pos x="T16" y="T17"/>
                      </a:cxn>
                      <a:cxn ang="T47">
                        <a:pos x="T18" y="T19"/>
                      </a:cxn>
                      <a:cxn ang="T48">
                        <a:pos x="T20" y="T21"/>
                      </a:cxn>
                      <a:cxn ang="T49">
                        <a:pos x="T22" y="T23"/>
                      </a:cxn>
                      <a:cxn ang="T50">
                        <a:pos x="T24" y="T25"/>
                      </a:cxn>
                      <a:cxn ang="T51">
                        <a:pos x="T26" y="T27"/>
                      </a:cxn>
                      <a:cxn ang="T52">
                        <a:pos x="T28" y="T29"/>
                      </a:cxn>
                      <a:cxn ang="T53">
                        <a:pos x="T30" y="T31"/>
                      </a:cxn>
                      <a:cxn ang="T54">
                        <a:pos x="T32" y="T33"/>
                      </a:cxn>
                      <a:cxn ang="T55">
                        <a:pos x="T34" y="T35"/>
                      </a:cxn>
                      <a:cxn ang="T56">
                        <a:pos x="T36" y="T37"/>
                      </a:cxn>
                    </a:cxnLst>
                    <a:rect l="0" t="0" r="r" b="b"/>
                    <a:pathLst>
                      <a:path w="138" h="103">
                        <a:moveTo>
                          <a:pt x="26" y="61"/>
                        </a:moveTo>
                        <a:cubicBezTo>
                          <a:pt x="29" y="53"/>
                          <a:pt x="33" y="51"/>
                          <a:pt x="30" y="43"/>
                        </a:cubicBezTo>
                        <a:cubicBezTo>
                          <a:pt x="33" y="27"/>
                          <a:pt x="37" y="24"/>
                          <a:pt x="50" y="33"/>
                        </a:cubicBezTo>
                        <a:cubicBezTo>
                          <a:pt x="51" y="37"/>
                          <a:pt x="53" y="41"/>
                          <a:pt x="54" y="45"/>
                        </a:cubicBezTo>
                        <a:cubicBezTo>
                          <a:pt x="55" y="49"/>
                          <a:pt x="66" y="49"/>
                          <a:pt x="66" y="49"/>
                        </a:cubicBezTo>
                        <a:cubicBezTo>
                          <a:pt x="75" y="43"/>
                          <a:pt x="77" y="45"/>
                          <a:pt x="80" y="55"/>
                        </a:cubicBezTo>
                        <a:cubicBezTo>
                          <a:pt x="92" y="47"/>
                          <a:pt x="101" y="37"/>
                          <a:pt x="116" y="33"/>
                        </a:cubicBezTo>
                        <a:cubicBezTo>
                          <a:pt x="125" y="19"/>
                          <a:pt x="120" y="24"/>
                          <a:pt x="130" y="17"/>
                        </a:cubicBezTo>
                        <a:cubicBezTo>
                          <a:pt x="134" y="11"/>
                          <a:pt x="134" y="0"/>
                          <a:pt x="138" y="11"/>
                        </a:cubicBezTo>
                        <a:cubicBezTo>
                          <a:pt x="135" y="31"/>
                          <a:pt x="126" y="45"/>
                          <a:pt x="106" y="49"/>
                        </a:cubicBezTo>
                        <a:cubicBezTo>
                          <a:pt x="97" y="55"/>
                          <a:pt x="93" y="61"/>
                          <a:pt x="84" y="67"/>
                        </a:cubicBezTo>
                        <a:cubicBezTo>
                          <a:pt x="80" y="79"/>
                          <a:pt x="79" y="79"/>
                          <a:pt x="66" y="81"/>
                        </a:cubicBezTo>
                        <a:cubicBezTo>
                          <a:pt x="60" y="90"/>
                          <a:pt x="57" y="97"/>
                          <a:pt x="48" y="103"/>
                        </a:cubicBezTo>
                        <a:cubicBezTo>
                          <a:pt x="42" y="94"/>
                          <a:pt x="37" y="93"/>
                          <a:pt x="26" y="89"/>
                        </a:cubicBezTo>
                        <a:cubicBezTo>
                          <a:pt x="24" y="88"/>
                          <a:pt x="20" y="87"/>
                          <a:pt x="20" y="87"/>
                        </a:cubicBezTo>
                        <a:cubicBezTo>
                          <a:pt x="10" y="90"/>
                          <a:pt x="14" y="94"/>
                          <a:pt x="22" y="97"/>
                        </a:cubicBezTo>
                        <a:cubicBezTo>
                          <a:pt x="14" y="103"/>
                          <a:pt x="9" y="100"/>
                          <a:pt x="0" y="97"/>
                        </a:cubicBezTo>
                        <a:cubicBezTo>
                          <a:pt x="2" y="87"/>
                          <a:pt x="1" y="82"/>
                          <a:pt x="10" y="79"/>
                        </a:cubicBezTo>
                        <a:cubicBezTo>
                          <a:pt x="15" y="63"/>
                          <a:pt x="14" y="69"/>
                          <a:pt x="26" y="61"/>
                        </a:cubicBezTo>
                        <a:close/>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US"/>
                  </a:p>
                </p:txBody>
              </p:sp>
              <p:sp>
                <p:nvSpPr>
                  <p:cNvPr id="1166" name="Freeform 50"/>
                  <p:cNvSpPr>
                    <a:spLocks/>
                  </p:cNvSpPr>
                  <p:nvPr/>
                </p:nvSpPr>
                <p:spPr bwMode="ltGray">
                  <a:xfrm>
                    <a:off x="1968" y="319"/>
                    <a:ext cx="80" cy="72"/>
                  </a:xfrm>
                  <a:custGeom>
                    <a:avLst/>
                    <a:gdLst>
                      <a:gd name="T0" fmla="*/ 67 w 188"/>
                      <a:gd name="T1" fmla="*/ 8 h 214"/>
                      <a:gd name="T2" fmla="*/ 68 w 188"/>
                      <a:gd name="T3" fmla="*/ 2 h 214"/>
                      <a:gd name="T4" fmla="*/ 72 w 188"/>
                      <a:gd name="T5" fmla="*/ 0 h 214"/>
                      <a:gd name="T6" fmla="*/ 77 w 188"/>
                      <a:gd name="T7" fmla="*/ 8 h 214"/>
                      <a:gd name="T8" fmla="*/ 80 w 188"/>
                      <a:gd name="T9" fmla="*/ 14 h 214"/>
                      <a:gd name="T10" fmla="*/ 76 w 188"/>
                      <a:gd name="T11" fmla="*/ 20 h 214"/>
                      <a:gd name="T12" fmla="*/ 72 w 188"/>
                      <a:gd name="T13" fmla="*/ 26 h 214"/>
                      <a:gd name="T14" fmla="*/ 69 w 188"/>
                      <a:gd name="T15" fmla="*/ 42 h 214"/>
                      <a:gd name="T16" fmla="*/ 61 w 188"/>
                      <a:gd name="T17" fmla="*/ 46 h 214"/>
                      <a:gd name="T18" fmla="*/ 51 w 188"/>
                      <a:gd name="T19" fmla="*/ 46 h 214"/>
                      <a:gd name="T20" fmla="*/ 48 w 188"/>
                      <a:gd name="T21" fmla="*/ 42 h 214"/>
                      <a:gd name="T22" fmla="*/ 43 w 188"/>
                      <a:gd name="T23" fmla="*/ 49 h 214"/>
                      <a:gd name="T24" fmla="*/ 38 w 188"/>
                      <a:gd name="T25" fmla="*/ 50 h 214"/>
                      <a:gd name="T26" fmla="*/ 34 w 188"/>
                      <a:gd name="T27" fmla="*/ 44 h 214"/>
                      <a:gd name="T28" fmla="*/ 25 w 188"/>
                      <a:gd name="T29" fmla="*/ 48 h 214"/>
                      <a:gd name="T30" fmla="*/ 32 w 188"/>
                      <a:gd name="T31" fmla="*/ 48 h 214"/>
                      <a:gd name="T32" fmla="*/ 33 w 188"/>
                      <a:gd name="T33" fmla="*/ 54 h 214"/>
                      <a:gd name="T34" fmla="*/ 25 w 188"/>
                      <a:gd name="T35" fmla="*/ 56 h 214"/>
                      <a:gd name="T36" fmla="*/ 14 w 188"/>
                      <a:gd name="T37" fmla="*/ 56 h 214"/>
                      <a:gd name="T38" fmla="*/ 15 w 188"/>
                      <a:gd name="T39" fmla="*/ 52 h 214"/>
                      <a:gd name="T40" fmla="*/ 20 w 188"/>
                      <a:gd name="T41" fmla="*/ 48 h 214"/>
                      <a:gd name="T42" fmla="*/ 14 w 188"/>
                      <a:gd name="T43" fmla="*/ 50 h 214"/>
                      <a:gd name="T44" fmla="*/ 11 w 188"/>
                      <a:gd name="T45" fmla="*/ 56 h 214"/>
                      <a:gd name="T46" fmla="*/ 13 w 188"/>
                      <a:gd name="T47" fmla="*/ 64 h 214"/>
                      <a:gd name="T48" fmla="*/ 6 w 188"/>
                      <a:gd name="T49" fmla="*/ 67 h 214"/>
                      <a:gd name="T50" fmla="*/ 0 w 188"/>
                      <a:gd name="T51" fmla="*/ 72 h 214"/>
                      <a:gd name="T52" fmla="*/ 3 w 188"/>
                      <a:gd name="T53" fmla="*/ 63 h 214"/>
                      <a:gd name="T54" fmla="*/ 0 w 188"/>
                      <a:gd name="T55" fmla="*/ 55 h 214"/>
                      <a:gd name="T56" fmla="*/ 6 w 188"/>
                      <a:gd name="T57" fmla="*/ 51 h 214"/>
                      <a:gd name="T58" fmla="*/ 14 w 188"/>
                      <a:gd name="T59" fmla="*/ 45 h 214"/>
                      <a:gd name="T60" fmla="*/ 19 w 188"/>
                      <a:gd name="T61" fmla="*/ 40 h 214"/>
                      <a:gd name="T62" fmla="*/ 31 w 188"/>
                      <a:gd name="T63" fmla="*/ 39 h 214"/>
                      <a:gd name="T64" fmla="*/ 36 w 188"/>
                      <a:gd name="T65" fmla="*/ 38 h 214"/>
                      <a:gd name="T66" fmla="*/ 49 w 188"/>
                      <a:gd name="T67" fmla="*/ 26 h 214"/>
                      <a:gd name="T68" fmla="*/ 51 w 188"/>
                      <a:gd name="T69" fmla="*/ 31 h 214"/>
                      <a:gd name="T70" fmla="*/ 56 w 188"/>
                      <a:gd name="T71" fmla="*/ 26 h 214"/>
                      <a:gd name="T72" fmla="*/ 64 w 188"/>
                      <a:gd name="T73" fmla="*/ 18 h 214"/>
                      <a:gd name="T74" fmla="*/ 66 w 188"/>
                      <a:gd name="T75" fmla="*/ 14 h 214"/>
                      <a:gd name="T76" fmla="*/ 63 w 188"/>
                      <a:gd name="T77" fmla="*/ 13 h 214"/>
                      <a:gd name="T78" fmla="*/ 65 w 188"/>
                      <a:gd name="T79" fmla="*/ 11 h 214"/>
                      <a:gd name="T80" fmla="*/ 67 w 188"/>
                      <a:gd name="T81" fmla="*/ 8 h 214"/>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Lst>
                    <a:ahLst/>
                    <a:cxnLst>
                      <a:cxn ang="T82">
                        <a:pos x="T0" y="T1"/>
                      </a:cxn>
                      <a:cxn ang="T83">
                        <a:pos x="T2" y="T3"/>
                      </a:cxn>
                      <a:cxn ang="T84">
                        <a:pos x="T4" y="T5"/>
                      </a:cxn>
                      <a:cxn ang="T85">
                        <a:pos x="T6" y="T7"/>
                      </a:cxn>
                      <a:cxn ang="T86">
                        <a:pos x="T8" y="T9"/>
                      </a:cxn>
                      <a:cxn ang="T87">
                        <a:pos x="T10" y="T11"/>
                      </a:cxn>
                      <a:cxn ang="T88">
                        <a:pos x="T12" y="T13"/>
                      </a:cxn>
                      <a:cxn ang="T89">
                        <a:pos x="T14" y="T15"/>
                      </a:cxn>
                      <a:cxn ang="T90">
                        <a:pos x="T16" y="T17"/>
                      </a:cxn>
                      <a:cxn ang="T91">
                        <a:pos x="T18" y="T19"/>
                      </a:cxn>
                      <a:cxn ang="T92">
                        <a:pos x="T20" y="T21"/>
                      </a:cxn>
                      <a:cxn ang="T93">
                        <a:pos x="T22" y="T23"/>
                      </a:cxn>
                      <a:cxn ang="T94">
                        <a:pos x="T24" y="T25"/>
                      </a:cxn>
                      <a:cxn ang="T95">
                        <a:pos x="T26" y="T27"/>
                      </a:cxn>
                      <a:cxn ang="T96">
                        <a:pos x="T28" y="T29"/>
                      </a:cxn>
                      <a:cxn ang="T97">
                        <a:pos x="T30" y="T31"/>
                      </a:cxn>
                      <a:cxn ang="T98">
                        <a:pos x="T32" y="T33"/>
                      </a:cxn>
                      <a:cxn ang="T99">
                        <a:pos x="T34" y="T35"/>
                      </a:cxn>
                      <a:cxn ang="T100">
                        <a:pos x="T36" y="T37"/>
                      </a:cxn>
                      <a:cxn ang="T101">
                        <a:pos x="T38" y="T39"/>
                      </a:cxn>
                      <a:cxn ang="T102">
                        <a:pos x="T40" y="T41"/>
                      </a:cxn>
                      <a:cxn ang="T103">
                        <a:pos x="T42" y="T43"/>
                      </a:cxn>
                      <a:cxn ang="T104">
                        <a:pos x="T44" y="T45"/>
                      </a:cxn>
                      <a:cxn ang="T105">
                        <a:pos x="T46" y="T47"/>
                      </a:cxn>
                      <a:cxn ang="T106">
                        <a:pos x="T48" y="T49"/>
                      </a:cxn>
                      <a:cxn ang="T107">
                        <a:pos x="T50" y="T51"/>
                      </a:cxn>
                      <a:cxn ang="T108">
                        <a:pos x="T52" y="T53"/>
                      </a:cxn>
                      <a:cxn ang="T109">
                        <a:pos x="T54" y="T55"/>
                      </a:cxn>
                      <a:cxn ang="T110">
                        <a:pos x="T56" y="T57"/>
                      </a:cxn>
                      <a:cxn ang="T111">
                        <a:pos x="T58" y="T59"/>
                      </a:cxn>
                      <a:cxn ang="T112">
                        <a:pos x="T60" y="T61"/>
                      </a:cxn>
                      <a:cxn ang="T113">
                        <a:pos x="T62" y="T63"/>
                      </a:cxn>
                      <a:cxn ang="T114">
                        <a:pos x="T64" y="T65"/>
                      </a:cxn>
                      <a:cxn ang="T115">
                        <a:pos x="T66" y="T67"/>
                      </a:cxn>
                      <a:cxn ang="T116">
                        <a:pos x="T68" y="T69"/>
                      </a:cxn>
                      <a:cxn ang="T117">
                        <a:pos x="T70" y="T71"/>
                      </a:cxn>
                      <a:cxn ang="T118">
                        <a:pos x="T72" y="T73"/>
                      </a:cxn>
                      <a:cxn ang="T119">
                        <a:pos x="T74" y="T75"/>
                      </a:cxn>
                      <a:cxn ang="T120">
                        <a:pos x="T76" y="T77"/>
                      </a:cxn>
                      <a:cxn ang="T121">
                        <a:pos x="T78" y="T79"/>
                      </a:cxn>
                      <a:cxn ang="T122">
                        <a:pos x="T80" y="T81"/>
                      </a:cxn>
                    </a:cxnLst>
                    <a:rect l="0" t="0" r="r" b="b"/>
                    <a:pathLst>
                      <a:path w="188" h="214">
                        <a:moveTo>
                          <a:pt x="158" y="24"/>
                        </a:moveTo>
                        <a:cubicBezTo>
                          <a:pt x="156" y="18"/>
                          <a:pt x="160" y="6"/>
                          <a:pt x="160" y="6"/>
                        </a:cubicBezTo>
                        <a:cubicBezTo>
                          <a:pt x="167" y="16"/>
                          <a:pt x="167" y="8"/>
                          <a:pt x="170" y="0"/>
                        </a:cubicBezTo>
                        <a:cubicBezTo>
                          <a:pt x="181" y="4"/>
                          <a:pt x="179" y="14"/>
                          <a:pt x="182" y="24"/>
                        </a:cubicBezTo>
                        <a:cubicBezTo>
                          <a:pt x="184" y="30"/>
                          <a:pt x="188" y="42"/>
                          <a:pt x="188" y="42"/>
                        </a:cubicBezTo>
                        <a:cubicBezTo>
                          <a:pt x="183" y="56"/>
                          <a:pt x="188" y="52"/>
                          <a:pt x="178" y="58"/>
                        </a:cubicBezTo>
                        <a:cubicBezTo>
                          <a:pt x="174" y="63"/>
                          <a:pt x="170" y="76"/>
                          <a:pt x="170" y="76"/>
                        </a:cubicBezTo>
                        <a:cubicBezTo>
                          <a:pt x="169" y="100"/>
                          <a:pt x="173" y="110"/>
                          <a:pt x="162" y="126"/>
                        </a:cubicBezTo>
                        <a:cubicBezTo>
                          <a:pt x="150" y="118"/>
                          <a:pt x="155" y="132"/>
                          <a:pt x="144" y="136"/>
                        </a:cubicBezTo>
                        <a:cubicBezTo>
                          <a:pt x="135" y="134"/>
                          <a:pt x="129" y="135"/>
                          <a:pt x="120" y="138"/>
                        </a:cubicBezTo>
                        <a:cubicBezTo>
                          <a:pt x="114" y="129"/>
                          <a:pt x="122" y="127"/>
                          <a:pt x="112" y="124"/>
                        </a:cubicBezTo>
                        <a:cubicBezTo>
                          <a:pt x="108" y="130"/>
                          <a:pt x="108" y="142"/>
                          <a:pt x="102" y="146"/>
                        </a:cubicBezTo>
                        <a:cubicBezTo>
                          <a:pt x="98" y="148"/>
                          <a:pt x="90" y="150"/>
                          <a:pt x="90" y="150"/>
                        </a:cubicBezTo>
                        <a:cubicBezTo>
                          <a:pt x="87" y="141"/>
                          <a:pt x="89" y="135"/>
                          <a:pt x="80" y="132"/>
                        </a:cubicBezTo>
                        <a:cubicBezTo>
                          <a:pt x="68" y="134"/>
                          <a:pt x="65" y="134"/>
                          <a:pt x="58" y="144"/>
                        </a:cubicBezTo>
                        <a:cubicBezTo>
                          <a:pt x="66" y="150"/>
                          <a:pt x="68" y="147"/>
                          <a:pt x="76" y="142"/>
                        </a:cubicBezTo>
                        <a:cubicBezTo>
                          <a:pt x="81" y="146"/>
                          <a:pt x="85" y="155"/>
                          <a:pt x="78" y="160"/>
                        </a:cubicBezTo>
                        <a:cubicBezTo>
                          <a:pt x="75" y="162"/>
                          <a:pt x="62" y="165"/>
                          <a:pt x="58" y="166"/>
                        </a:cubicBezTo>
                        <a:cubicBezTo>
                          <a:pt x="48" y="173"/>
                          <a:pt x="44" y="173"/>
                          <a:pt x="34" y="166"/>
                        </a:cubicBezTo>
                        <a:cubicBezTo>
                          <a:pt x="35" y="162"/>
                          <a:pt x="34" y="158"/>
                          <a:pt x="36" y="154"/>
                        </a:cubicBezTo>
                        <a:cubicBezTo>
                          <a:pt x="38" y="150"/>
                          <a:pt x="55" y="146"/>
                          <a:pt x="46" y="144"/>
                        </a:cubicBezTo>
                        <a:cubicBezTo>
                          <a:pt x="42" y="143"/>
                          <a:pt x="34" y="148"/>
                          <a:pt x="34" y="148"/>
                        </a:cubicBezTo>
                        <a:cubicBezTo>
                          <a:pt x="32" y="155"/>
                          <a:pt x="28" y="159"/>
                          <a:pt x="26" y="166"/>
                        </a:cubicBezTo>
                        <a:cubicBezTo>
                          <a:pt x="36" y="182"/>
                          <a:pt x="36" y="173"/>
                          <a:pt x="30" y="190"/>
                        </a:cubicBezTo>
                        <a:cubicBezTo>
                          <a:pt x="28" y="196"/>
                          <a:pt x="14" y="200"/>
                          <a:pt x="14" y="200"/>
                        </a:cubicBezTo>
                        <a:cubicBezTo>
                          <a:pt x="5" y="214"/>
                          <a:pt x="11" y="210"/>
                          <a:pt x="0" y="214"/>
                        </a:cubicBezTo>
                        <a:cubicBezTo>
                          <a:pt x="2" y="202"/>
                          <a:pt x="5" y="198"/>
                          <a:pt x="8" y="188"/>
                        </a:cubicBezTo>
                        <a:cubicBezTo>
                          <a:pt x="6" y="178"/>
                          <a:pt x="3" y="173"/>
                          <a:pt x="0" y="164"/>
                        </a:cubicBezTo>
                        <a:cubicBezTo>
                          <a:pt x="3" y="156"/>
                          <a:pt x="7" y="157"/>
                          <a:pt x="14" y="152"/>
                        </a:cubicBezTo>
                        <a:cubicBezTo>
                          <a:pt x="18" y="141"/>
                          <a:pt x="23" y="140"/>
                          <a:pt x="32" y="134"/>
                        </a:cubicBezTo>
                        <a:cubicBezTo>
                          <a:pt x="37" y="127"/>
                          <a:pt x="37" y="123"/>
                          <a:pt x="44" y="118"/>
                        </a:cubicBezTo>
                        <a:cubicBezTo>
                          <a:pt x="64" y="121"/>
                          <a:pt x="55" y="122"/>
                          <a:pt x="72" y="116"/>
                        </a:cubicBezTo>
                        <a:cubicBezTo>
                          <a:pt x="76" y="115"/>
                          <a:pt x="84" y="112"/>
                          <a:pt x="84" y="112"/>
                        </a:cubicBezTo>
                        <a:cubicBezTo>
                          <a:pt x="105" y="119"/>
                          <a:pt x="97" y="84"/>
                          <a:pt x="114" y="78"/>
                        </a:cubicBezTo>
                        <a:cubicBezTo>
                          <a:pt x="117" y="87"/>
                          <a:pt x="110" y="89"/>
                          <a:pt x="120" y="92"/>
                        </a:cubicBezTo>
                        <a:cubicBezTo>
                          <a:pt x="125" y="85"/>
                          <a:pt x="125" y="81"/>
                          <a:pt x="132" y="76"/>
                        </a:cubicBezTo>
                        <a:cubicBezTo>
                          <a:pt x="138" y="68"/>
                          <a:pt x="146" y="65"/>
                          <a:pt x="150" y="54"/>
                        </a:cubicBezTo>
                        <a:cubicBezTo>
                          <a:pt x="151" y="50"/>
                          <a:pt x="154" y="42"/>
                          <a:pt x="154" y="42"/>
                        </a:cubicBezTo>
                        <a:cubicBezTo>
                          <a:pt x="152" y="41"/>
                          <a:pt x="148" y="40"/>
                          <a:pt x="148" y="38"/>
                        </a:cubicBezTo>
                        <a:cubicBezTo>
                          <a:pt x="148" y="36"/>
                          <a:pt x="161" y="33"/>
                          <a:pt x="152" y="32"/>
                        </a:cubicBezTo>
                        <a:lnTo>
                          <a:pt x="158" y="24"/>
                        </a:lnTo>
                        <a:close/>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US"/>
                  </a:p>
                </p:txBody>
              </p:sp>
              <p:sp>
                <p:nvSpPr>
                  <p:cNvPr id="1167" name="Freeform 51"/>
                  <p:cNvSpPr>
                    <a:spLocks/>
                  </p:cNvSpPr>
                  <p:nvPr/>
                </p:nvSpPr>
                <p:spPr bwMode="ltGray">
                  <a:xfrm>
                    <a:off x="2021" y="340"/>
                    <a:ext cx="6" cy="4"/>
                  </a:xfrm>
                  <a:custGeom>
                    <a:avLst/>
                    <a:gdLst>
                      <a:gd name="T0" fmla="*/ 0 w 13"/>
                      <a:gd name="T1" fmla="*/ 3 h 13"/>
                      <a:gd name="T2" fmla="*/ 2 w 13"/>
                      <a:gd name="T3" fmla="*/ 4 h 13"/>
                      <a:gd name="T4" fmla="*/ 0 w 13"/>
                      <a:gd name="T5" fmla="*/ 3 h 13"/>
                      <a:gd name="T6" fmla="*/ 0 60000 65536"/>
                      <a:gd name="T7" fmla="*/ 0 60000 65536"/>
                      <a:gd name="T8" fmla="*/ 0 60000 65536"/>
                    </a:gdLst>
                    <a:ahLst/>
                    <a:cxnLst>
                      <a:cxn ang="T6">
                        <a:pos x="T0" y="T1"/>
                      </a:cxn>
                      <a:cxn ang="T7">
                        <a:pos x="T2" y="T3"/>
                      </a:cxn>
                      <a:cxn ang="T8">
                        <a:pos x="T4" y="T5"/>
                      </a:cxn>
                    </a:cxnLst>
                    <a:rect l="0" t="0" r="r" b="b"/>
                    <a:pathLst>
                      <a:path w="13" h="13">
                        <a:moveTo>
                          <a:pt x="0" y="9"/>
                        </a:moveTo>
                        <a:cubicBezTo>
                          <a:pt x="6" y="0"/>
                          <a:pt x="13" y="7"/>
                          <a:pt x="4" y="13"/>
                        </a:cubicBezTo>
                        <a:cubicBezTo>
                          <a:pt x="0" y="6"/>
                          <a:pt x="0" y="5"/>
                          <a:pt x="0" y="9"/>
                        </a:cubicBezTo>
                        <a:close/>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US"/>
                  </a:p>
                </p:txBody>
              </p:sp>
              <p:sp>
                <p:nvSpPr>
                  <p:cNvPr id="1168" name="Freeform 52"/>
                  <p:cNvSpPr>
                    <a:spLocks/>
                  </p:cNvSpPr>
                  <p:nvPr/>
                </p:nvSpPr>
                <p:spPr bwMode="ltGray">
                  <a:xfrm>
                    <a:off x="1573" y="389"/>
                    <a:ext cx="347" cy="189"/>
                  </a:xfrm>
                  <a:custGeom>
                    <a:avLst/>
                    <a:gdLst>
                      <a:gd name="T0" fmla="*/ 347 w 812"/>
                      <a:gd name="T1" fmla="*/ 9 h 564"/>
                      <a:gd name="T2" fmla="*/ 332 w 812"/>
                      <a:gd name="T3" fmla="*/ 26 h 564"/>
                      <a:gd name="T4" fmla="*/ 320 w 812"/>
                      <a:gd name="T5" fmla="*/ 41 h 564"/>
                      <a:gd name="T6" fmla="*/ 309 w 812"/>
                      <a:gd name="T7" fmla="*/ 48 h 564"/>
                      <a:gd name="T8" fmla="*/ 271 w 812"/>
                      <a:gd name="T9" fmla="*/ 60 h 564"/>
                      <a:gd name="T10" fmla="*/ 270 w 812"/>
                      <a:gd name="T11" fmla="*/ 70 h 564"/>
                      <a:gd name="T12" fmla="*/ 258 w 812"/>
                      <a:gd name="T13" fmla="*/ 77 h 564"/>
                      <a:gd name="T14" fmla="*/ 265 w 812"/>
                      <a:gd name="T15" fmla="*/ 60 h 564"/>
                      <a:gd name="T16" fmla="*/ 246 w 812"/>
                      <a:gd name="T17" fmla="*/ 63 h 564"/>
                      <a:gd name="T18" fmla="*/ 238 w 812"/>
                      <a:gd name="T19" fmla="*/ 73 h 564"/>
                      <a:gd name="T20" fmla="*/ 255 w 812"/>
                      <a:gd name="T21" fmla="*/ 94 h 564"/>
                      <a:gd name="T22" fmla="*/ 254 w 812"/>
                      <a:gd name="T23" fmla="*/ 123 h 564"/>
                      <a:gd name="T24" fmla="*/ 232 w 812"/>
                      <a:gd name="T25" fmla="*/ 136 h 564"/>
                      <a:gd name="T26" fmla="*/ 223 w 812"/>
                      <a:gd name="T27" fmla="*/ 129 h 564"/>
                      <a:gd name="T28" fmla="*/ 206 w 812"/>
                      <a:gd name="T29" fmla="*/ 117 h 564"/>
                      <a:gd name="T30" fmla="*/ 197 w 812"/>
                      <a:gd name="T31" fmla="*/ 117 h 564"/>
                      <a:gd name="T32" fmla="*/ 192 w 812"/>
                      <a:gd name="T33" fmla="*/ 132 h 564"/>
                      <a:gd name="T34" fmla="*/ 214 w 812"/>
                      <a:gd name="T35" fmla="*/ 155 h 564"/>
                      <a:gd name="T36" fmla="*/ 218 w 812"/>
                      <a:gd name="T37" fmla="*/ 176 h 564"/>
                      <a:gd name="T38" fmla="*/ 225 w 812"/>
                      <a:gd name="T39" fmla="*/ 188 h 564"/>
                      <a:gd name="T40" fmla="*/ 210 w 812"/>
                      <a:gd name="T41" fmla="*/ 182 h 564"/>
                      <a:gd name="T42" fmla="*/ 201 w 812"/>
                      <a:gd name="T43" fmla="*/ 174 h 564"/>
                      <a:gd name="T44" fmla="*/ 180 w 812"/>
                      <a:gd name="T45" fmla="*/ 142 h 564"/>
                      <a:gd name="T46" fmla="*/ 182 w 812"/>
                      <a:gd name="T47" fmla="*/ 104 h 564"/>
                      <a:gd name="T48" fmla="*/ 180 w 812"/>
                      <a:gd name="T49" fmla="*/ 90 h 564"/>
                      <a:gd name="T50" fmla="*/ 176 w 812"/>
                      <a:gd name="T51" fmla="*/ 92 h 564"/>
                      <a:gd name="T52" fmla="*/ 165 w 812"/>
                      <a:gd name="T53" fmla="*/ 89 h 564"/>
                      <a:gd name="T54" fmla="*/ 154 w 812"/>
                      <a:gd name="T55" fmla="*/ 57 h 564"/>
                      <a:gd name="T56" fmla="*/ 141 w 812"/>
                      <a:gd name="T57" fmla="*/ 56 h 564"/>
                      <a:gd name="T58" fmla="*/ 123 w 812"/>
                      <a:gd name="T59" fmla="*/ 58 h 564"/>
                      <a:gd name="T60" fmla="*/ 103 w 812"/>
                      <a:gd name="T61" fmla="*/ 78 h 564"/>
                      <a:gd name="T62" fmla="*/ 84 w 812"/>
                      <a:gd name="T63" fmla="*/ 90 h 564"/>
                      <a:gd name="T64" fmla="*/ 79 w 812"/>
                      <a:gd name="T65" fmla="*/ 92 h 564"/>
                      <a:gd name="T66" fmla="*/ 68 w 812"/>
                      <a:gd name="T67" fmla="*/ 110 h 564"/>
                      <a:gd name="T68" fmla="*/ 65 w 812"/>
                      <a:gd name="T69" fmla="*/ 119 h 564"/>
                      <a:gd name="T70" fmla="*/ 55 w 812"/>
                      <a:gd name="T71" fmla="*/ 135 h 564"/>
                      <a:gd name="T72" fmla="*/ 40 w 812"/>
                      <a:gd name="T73" fmla="*/ 131 h 564"/>
                      <a:gd name="T74" fmla="*/ 28 w 812"/>
                      <a:gd name="T75" fmla="*/ 86 h 564"/>
                      <a:gd name="T76" fmla="*/ 31 w 812"/>
                      <a:gd name="T77" fmla="*/ 52 h 564"/>
                      <a:gd name="T78" fmla="*/ 19 w 812"/>
                      <a:gd name="T79" fmla="*/ 60 h 564"/>
                      <a:gd name="T80" fmla="*/ 9 w 812"/>
                      <a:gd name="T81" fmla="*/ 50 h 564"/>
                      <a:gd name="T82" fmla="*/ 10 w 812"/>
                      <a:gd name="T83" fmla="*/ 46 h 564"/>
                      <a:gd name="T84" fmla="*/ 0 w 812"/>
                      <a:gd name="T85" fmla="*/ 31 h 564"/>
                      <a:gd name="T86" fmla="*/ 341 w 812"/>
                      <a:gd name="T87" fmla="*/ 2 h 564"/>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Lst>
                    <a:ahLst/>
                    <a:cxnLst>
                      <a:cxn ang="T88">
                        <a:pos x="T0" y="T1"/>
                      </a:cxn>
                      <a:cxn ang="T89">
                        <a:pos x="T2" y="T3"/>
                      </a:cxn>
                      <a:cxn ang="T90">
                        <a:pos x="T4" y="T5"/>
                      </a:cxn>
                      <a:cxn ang="T91">
                        <a:pos x="T6" y="T7"/>
                      </a:cxn>
                      <a:cxn ang="T92">
                        <a:pos x="T8" y="T9"/>
                      </a:cxn>
                      <a:cxn ang="T93">
                        <a:pos x="T10" y="T11"/>
                      </a:cxn>
                      <a:cxn ang="T94">
                        <a:pos x="T12" y="T13"/>
                      </a:cxn>
                      <a:cxn ang="T95">
                        <a:pos x="T14" y="T15"/>
                      </a:cxn>
                      <a:cxn ang="T96">
                        <a:pos x="T16" y="T17"/>
                      </a:cxn>
                      <a:cxn ang="T97">
                        <a:pos x="T18" y="T19"/>
                      </a:cxn>
                      <a:cxn ang="T98">
                        <a:pos x="T20" y="T21"/>
                      </a:cxn>
                      <a:cxn ang="T99">
                        <a:pos x="T22" y="T23"/>
                      </a:cxn>
                      <a:cxn ang="T100">
                        <a:pos x="T24" y="T25"/>
                      </a:cxn>
                      <a:cxn ang="T101">
                        <a:pos x="T26" y="T27"/>
                      </a:cxn>
                      <a:cxn ang="T102">
                        <a:pos x="T28" y="T29"/>
                      </a:cxn>
                      <a:cxn ang="T103">
                        <a:pos x="T30" y="T31"/>
                      </a:cxn>
                      <a:cxn ang="T104">
                        <a:pos x="T32" y="T33"/>
                      </a:cxn>
                      <a:cxn ang="T105">
                        <a:pos x="T34" y="T35"/>
                      </a:cxn>
                      <a:cxn ang="T106">
                        <a:pos x="T36" y="T37"/>
                      </a:cxn>
                      <a:cxn ang="T107">
                        <a:pos x="T38" y="T39"/>
                      </a:cxn>
                      <a:cxn ang="T108">
                        <a:pos x="T40" y="T41"/>
                      </a:cxn>
                      <a:cxn ang="T109">
                        <a:pos x="T42" y="T43"/>
                      </a:cxn>
                      <a:cxn ang="T110">
                        <a:pos x="T44" y="T45"/>
                      </a:cxn>
                      <a:cxn ang="T111">
                        <a:pos x="T46" y="T47"/>
                      </a:cxn>
                      <a:cxn ang="T112">
                        <a:pos x="T48" y="T49"/>
                      </a:cxn>
                      <a:cxn ang="T113">
                        <a:pos x="T50" y="T51"/>
                      </a:cxn>
                      <a:cxn ang="T114">
                        <a:pos x="T52" y="T53"/>
                      </a:cxn>
                      <a:cxn ang="T115">
                        <a:pos x="T54" y="T55"/>
                      </a:cxn>
                      <a:cxn ang="T116">
                        <a:pos x="T56" y="T57"/>
                      </a:cxn>
                      <a:cxn ang="T117">
                        <a:pos x="T58" y="T59"/>
                      </a:cxn>
                      <a:cxn ang="T118">
                        <a:pos x="T60" y="T61"/>
                      </a:cxn>
                      <a:cxn ang="T119">
                        <a:pos x="T62" y="T63"/>
                      </a:cxn>
                      <a:cxn ang="T120">
                        <a:pos x="T64" y="T65"/>
                      </a:cxn>
                      <a:cxn ang="T121">
                        <a:pos x="T66" y="T67"/>
                      </a:cxn>
                      <a:cxn ang="T122">
                        <a:pos x="T68" y="T69"/>
                      </a:cxn>
                      <a:cxn ang="T123">
                        <a:pos x="T70" y="T71"/>
                      </a:cxn>
                      <a:cxn ang="T124">
                        <a:pos x="T72" y="T73"/>
                      </a:cxn>
                      <a:cxn ang="T125">
                        <a:pos x="T74" y="T75"/>
                      </a:cxn>
                      <a:cxn ang="T126">
                        <a:pos x="T76" y="T77"/>
                      </a:cxn>
                      <a:cxn ang="T127">
                        <a:pos x="T78" y="T79"/>
                      </a:cxn>
                      <a:cxn ang="T128">
                        <a:pos x="T80" y="T81"/>
                      </a:cxn>
                      <a:cxn ang="T129">
                        <a:pos x="T82" y="T83"/>
                      </a:cxn>
                      <a:cxn ang="T130">
                        <a:pos x="T84" y="T85"/>
                      </a:cxn>
                      <a:cxn ang="T131">
                        <a:pos x="T86" y="T87"/>
                      </a:cxn>
                    </a:cxnLst>
                    <a:rect l="0" t="0" r="r" b="b"/>
                    <a:pathLst>
                      <a:path w="812" h="564">
                        <a:moveTo>
                          <a:pt x="798" y="6"/>
                        </a:moveTo>
                        <a:cubicBezTo>
                          <a:pt x="801" y="15"/>
                          <a:pt x="809" y="16"/>
                          <a:pt x="812" y="26"/>
                        </a:cubicBezTo>
                        <a:cubicBezTo>
                          <a:pt x="809" y="36"/>
                          <a:pt x="801" y="41"/>
                          <a:pt x="796" y="50"/>
                        </a:cubicBezTo>
                        <a:cubicBezTo>
                          <a:pt x="791" y="61"/>
                          <a:pt x="788" y="71"/>
                          <a:pt x="778" y="78"/>
                        </a:cubicBezTo>
                        <a:cubicBezTo>
                          <a:pt x="773" y="85"/>
                          <a:pt x="771" y="88"/>
                          <a:pt x="774" y="96"/>
                        </a:cubicBezTo>
                        <a:cubicBezTo>
                          <a:pt x="767" y="107"/>
                          <a:pt x="758" y="114"/>
                          <a:pt x="748" y="122"/>
                        </a:cubicBezTo>
                        <a:cubicBezTo>
                          <a:pt x="744" y="125"/>
                          <a:pt x="736" y="130"/>
                          <a:pt x="736" y="130"/>
                        </a:cubicBezTo>
                        <a:cubicBezTo>
                          <a:pt x="740" y="141"/>
                          <a:pt x="731" y="140"/>
                          <a:pt x="722" y="142"/>
                        </a:cubicBezTo>
                        <a:cubicBezTo>
                          <a:pt x="716" y="148"/>
                          <a:pt x="712" y="151"/>
                          <a:pt x="704" y="154"/>
                        </a:cubicBezTo>
                        <a:cubicBezTo>
                          <a:pt x="686" y="150"/>
                          <a:pt x="650" y="169"/>
                          <a:pt x="634" y="180"/>
                        </a:cubicBezTo>
                        <a:cubicBezTo>
                          <a:pt x="636" y="189"/>
                          <a:pt x="631" y="193"/>
                          <a:pt x="640" y="196"/>
                        </a:cubicBezTo>
                        <a:cubicBezTo>
                          <a:pt x="643" y="205"/>
                          <a:pt x="640" y="207"/>
                          <a:pt x="632" y="210"/>
                        </a:cubicBezTo>
                        <a:cubicBezTo>
                          <a:pt x="626" y="219"/>
                          <a:pt x="623" y="226"/>
                          <a:pt x="614" y="232"/>
                        </a:cubicBezTo>
                        <a:cubicBezTo>
                          <a:pt x="611" y="231"/>
                          <a:pt x="606" y="233"/>
                          <a:pt x="604" y="230"/>
                        </a:cubicBezTo>
                        <a:cubicBezTo>
                          <a:pt x="599" y="220"/>
                          <a:pt x="610" y="199"/>
                          <a:pt x="620" y="196"/>
                        </a:cubicBezTo>
                        <a:cubicBezTo>
                          <a:pt x="623" y="187"/>
                          <a:pt x="617" y="187"/>
                          <a:pt x="620" y="178"/>
                        </a:cubicBezTo>
                        <a:cubicBezTo>
                          <a:pt x="617" y="164"/>
                          <a:pt x="609" y="168"/>
                          <a:pt x="598" y="172"/>
                        </a:cubicBezTo>
                        <a:cubicBezTo>
                          <a:pt x="592" y="180"/>
                          <a:pt x="585" y="185"/>
                          <a:pt x="576" y="188"/>
                        </a:cubicBezTo>
                        <a:cubicBezTo>
                          <a:pt x="572" y="194"/>
                          <a:pt x="568" y="200"/>
                          <a:pt x="564" y="206"/>
                        </a:cubicBezTo>
                        <a:cubicBezTo>
                          <a:pt x="561" y="210"/>
                          <a:pt x="556" y="218"/>
                          <a:pt x="556" y="218"/>
                        </a:cubicBezTo>
                        <a:cubicBezTo>
                          <a:pt x="558" y="234"/>
                          <a:pt x="559" y="243"/>
                          <a:pt x="572" y="252"/>
                        </a:cubicBezTo>
                        <a:cubicBezTo>
                          <a:pt x="579" y="262"/>
                          <a:pt x="586" y="273"/>
                          <a:pt x="596" y="280"/>
                        </a:cubicBezTo>
                        <a:cubicBezTo>
                          <a:pt x="598" y="286"/>
                          <a:pt x="602" y="298"/>
                          <a:pt x="602" y="298"/>
                        </a:cubicBezTo>
                        <a:cubicBezTo>
                          <a:pt x="601" y="308"/>
                          <a:pt x="599" y="361"/>
                          <a:pt x="594" y="368"/>
                        </a:cubicBezTo>
                        <a:cubicBezTo>
                          <a:pt x="590" y="374"/>
                          <a:pt x="576" y="378"/>
                          <a:pt x="570" y="382"/>
                        </a:cubicBezTo>
                        <a:cubicBezTo>
                          <a:pt x="563" y="393"/>
                          <a:pt x="550" y="396"/>
                          <a:pt x="542" y="406"/>
                        </a:cubicBezTo>
                        <a:cubicBezTo>
                          <a:pt x="536" y="413"/>
                          <a:pt x="539" y="417"/>
                          <a:pt x="530" y="420"/>
                        </a:cubicBezTo>
                        <a:cubicBezTo>
                          <a:pt x="526" y="408"/>
                          <a:pt x="538" y="391"/>
                          <a:pt x="522" y="386"/>
                        </a:cubicBezTo>
                        <a:cubicBezTo>
                          <a:pt x="516" y="377"/>
                          <a:pt x="510" y="364"/>
                          <a:pt x="502" y="356"/>
                        </a:cubicBezTo>
                        <a:cubicBezTo>
                          <a:pt x="497" y="341"/>
                          <a:pt x="505" y="360"/>
                          <a:pt x="482" y="348"/>
                        </a:cubicBezTo>
                        <a:cubicBezTo>
                          <a:pt x="478" y="346"/>
                          <a:pt x="478" y="339"/>
                          <a:pt x="474" y="336"/>
                        </a:cubicBezTo>
                        <a:cubicBezTo>
                          <a:pt x="470" y="323"/>
                          <a:pt x="466" y="342"/>
                          <a:pt x="462" y="348"/>
                        </a:cubicBezTo>
                        <a:cubicBezTo>
                          <a:pt x="460" y="358"/>
                          <a:pt x="456" y="363"/>
                          <a:pt x="454" y="374"/>
                        </a:cubicBezTo>
                        <a:cubicBezTo>
                          <a:pt x="457" y="383"/>
                          <a:pt x="455" y="387"/>
                          <a:pt x="450" y="394"/>
                        </a:cubicBezTo>
                        <a:cubicBezTo>
                          <a:pt x="454" y="399"/>
                          <a:pt x="464" y="411"/>
                          <a:pt x="466" y="418"/>
                        </a:cubicBezTo>
                        <a:cubicBezTo>
                          <a:pt x="474" y="443"/>
                          <a:pt x="472" y="458"/>
                          <a:pt x="500" y="464"/>
                        </a:cubicBezTo>
                        <a:cubicBezTo>
                          <a:pt x="507" y="469"/>
                          <a:pt x="510" y="474"/>
                          <a:pt x="516" y="480"/>
                        </a:cubicBezTo>
                        <a:cubicBezTo>
                          <a:pt x="511" y="494"/>
                          <a:pt x="513" y="509"/>
                          <a:pt x="510" y="524"/>
                        </a:cubicBezTo>
                        <a:cubicBezTo>
                          <a:pt x="512" y="537"/>
                          <a:pt x="511" y="541"/>
                          <a:pt x="522" y="548"/>
                        </a:cubicBezTo>
                        <a:cubicBezTo>
                          <a:pt x="523" y="552"/>
                          <a:pt x="525" y="556"/>
                          <a:pt x="526" y="560"/>
                        </a:cubicBezTo>
                        <a:cubicBezTo>
                          <a:pt x="527" y="564"/>
                          <a:pt x="514" y="556"/>
                          <a:pt x="514" y="556"/>
                        </a:cubicBezTo>
                        <a:cubicBezTo>
                          <a:pt x="502" y="564"/>
                          <a:pt x="501" y="551"/>
                          <a:pt x="492" y="544"/>
                        </a:cubicBezTo>
                        <a:cubicBezTo>
                          <a:pt x="488" y="541"/>
                          <a:pt x="480" y="536"/>
                          <a:pt x="480" y="536"/>
                        </a:cubicBezTo>
                        <a:cubicBezTo>
                          <a:pt x="471" y="522"/>
                          <a:pt x="474" y="529"/>
                          <a:pt x="470" y="518"/>
                        </a:cubicBezTo>
                        <a:cubicBezTo>
                          <a:pt x="467" y="491"/>
                          <a:pt x="461" y="446"/>
                          <a:pt x="436" y="430"/>
                        </a:cubicBezTo>
                        <a:cubicBezTo>
                          <a:pt x="428" y="433"/>
                          <a:pt x="425" y="433"/>
                          <a:pt x="422" y="424"/>
                        </a:cubicBezTo>
                        <a:cubicBezTo>
                          <a:pt x="427" y="404"/>
                          <a:pt x="432" y="383"/>
                          <a:pt x="438" y="364"/>
                        </a:cubicBezTo>
                        <a:cubicBezTo>
                          <a:pt x="436" y="343"/>
                          <a:pt x="431" y="330"/>
                          <a:pt x="426" y="310"/>
                        </a:cubicBezTo>
                        <a:cubicBezTo>
                          <a:pt x="429" y="302"/>
                          <a:pt x="425" y="300"/>
                          <a:pt x="422" y="292"/>
                        </a:cubicBezTo>
                        <a:cubicBezTo>
                          <a:pt x="424" y="282"/>
                          <a:pt x="428" y="277"/>
                          <a:pt x="422" y="268"/>
                        </a:cubicBezTo>
                        <a:cubicBezTo>
                          <a:pt x="420" y="269"/>
                          <a:pt x="418" y="269"/>
                          <a:pt x="416" y="270"/>
                        </a:cubicBezTo>
                        <a:cubicBezTo>
                          <a:pt x="414" y="272"/>
                          <a:pt x="414" y="275"/>
                          <a:pt x="412" y="276"/>
                        </a:cubicBezTo>
                        <a:cubicBezTo>
                          <a:pt x="408" y="278"/>
                          <a:pt x="400" y="280"/>
                          <a:pt x="400" y="280"/>
                        </a:cubicBezTo>
                        <a:cubicBezTo>
                          <a:pt x="394" y="274"/>
                          <a:pt x="389" y="274"/>
                          <a:pt x="386" y="266"/>
                        </a:cubicBezTo>
                        <a:cubicBezTo>
                          <a:pt x="391" y="251"/>
                          <a:pt x="379" y="206"/>
                          <a:pt x="364" y="196"/>
                        </a:cubicBezTo>
                        <a:cubicBezTo>
                          <a:pt x="357" y="186"/>
                          <a:pt x="358" y="182"/>
                          <a:pt x="360" y="170"/>
                        </a:cubicBezTo>
                        <a:cubicBezTo>
                          <a:pt x="358" y="160"/>
                          <a:pt x="356" y="147"/>
                          <a:pt x="346" y="144"/>
                        </a:cubicBezTo>
                        <a:cubicBezTo>
                          <a:pt x="343" y="154"/>
                          <a:pt x="338" y="160"/>
                          <a:pt x="330" y="166"/>
                        </a:cubicBezTo>
                        <a:cubicBezTo>
                          <a:pt x="323" y="164"/>
                          <a:pt x="308" y="160"/>
                          <a:pt x="308" y="160"/>
                        </a:cubicBezTo>
                        <a:cubicBezTo>
                          <a:pt x="296" y="162"/>
                          <a:pt x="297" y="166"/>
                          <a:pt x="288" y="172"/>
                        </a:cubicBezTo>
                        <a:cubicBezTo>
                          <a:pt x="284" y="185"/>
                          <a:pt x="282" y="191"/>
                          <a:pt x="268" y="196"/>
                        </a:cubicBezTo>
                        <a:cubicBezTo>
                          <a:pt x="264" y="200"/>
                          <a:pt x="243" y="231"/>
                          <a:pt x="242" y="232"/>
                        </a:cubicBezTo>
                        <a:cubicBezTo>
                          <a:pt x="231" y="239"/>
                          <a:pt x="215" y="247"/>
                          <a:pt x="206" y="256"/>
                        </a:cubicBezTo>
                        <a:cubicBezTo>
                          <a:pt x="202" y="260"/>
                          <a:pt x="200" y="265"/>
                          <a:pt x="196" y="268"/>
                        </a:cubicBezTo>
                        <a:cubicBezTo>
                          <a:pt x="194" y="269"/>
                          <a:pt x="192" y="269"/>
                          <a:pt x="190" y="270"/>
                        </a:cubicBezTo>
                        <a:cubicBezTo>
                          <a:pt x="188" y="271"/>
                          <a:pt x="186" y="272"/>
                          <a:pt x="184" y="274"/>
                        </a:cubicBezTo>
                        <a:cubicBezTo>
                          <a:pt x="180" y="278"/>
                          <a:pt x="172" y="286"/>
                          <a:pt x="172" y="286"/>
                        </a:cubicBezTo>
                        <a:cubicBezTo>
                          <a:pt x="167" y="300"/>
                          <a:pt x="165" y="314"/>
                          <a:pt x="160" y="328"/>
                        </a:cubicBezTo>
                        <a:cubicBezTo>
                          <a:pt x="158" y="335"/>
                          <a:pt x="156" y="341"/>
                          <a:pt x="154" y="348"/>
                        </a:cubicBezTo>
                        <a:cubicBezTo>
                          <a:pt x="153" y="350"/>
                          <a:pt x="152" y="354"/>
                          <a:pt x="152" y="354"/>
                        </a:cubicBezTo>
                        <a:cubicBezTo>
                          <a:pt x="152" y="359"/>
                          <a:pt x="156" y="384"/>
                          <a:pt x="146" y="392"/>
                        </a:cubicBezTo>
                        <a:cubicBezTo>
                          <a:pt x="141" y="397"/>
                          <a:pt x="128" y="404"/>
                          <a:pt x="128" y="404"/>
                        </a:cubicBezTo>
                        <a:cubicBezTo>
                          <a:pt x="125" y="412"/>
                          <a:pt x="122" y="421"/>
                          <a:pt x="114" y="424"/>
                        </a:cubicBezTo>
                        <a:cubicBezTo>
                          <a:pt x="100" y="419"/>
                          <a:pt x="97" y="405"/>
                          <a:pt x="94" y="392"/>
                        </a:cubicBezTo>
                        <a:cubicBezTo>
                          <a:pt x="86" y="362"/>
                          <a:pt x="82" y="332"/>
                          <a:pt x="72" y="302"/>
                        </a:cubicBezTo>
                        <a:cubicBezTo>
                          <a:pt x="71" y="281"/>
                          <a:pt x="70" y="275"/>
                          <a:pt x="66" y="258"/>
                        </a:cubicBezTo>
                        <a:cubicBezTo>
                          <a:pt x="66" y="251"/>
                          <a:pt x="68" y="219"/>
                          <a:pt x="64" y="208"/>
                        </a:cubicBezTo>
                        <a:cubicBezTo>
                          <a:pt x="70" y="191"/>
                          <a:pt x="66" y="173"/>
                          <a:pt x="72" y="156"/>
                        </a:cubicBezTo>
                        <a:cubicBezTo>
                          <a:pt x="66" y="139"/>
                          <a:pt x="60" y="168"/>
                          <a:pt x="56" y="172"/>
                        </a:cubicBezTo>
                        <a:cubicBezTo>
                          <a:pt x="53" y="175"/>
                          <a:pt x="44" y="180"/>
                          <a:pt x="44" y="180"/>
                        </a:cubicBezTo>
                        <a:cubicBezTo>
                          <a:pt x="35" y="177"/>
                          <a:pt x="28" y="173"/>
                          <a:pt x="24" y="162"/>
                        </a:cubicBezTo>
                        <a:cubicBezTo>
                          <a:pt x="23" y="158"/>
                          <a:pt x="20" y="150"/>
                          <a:pt x="20" y="150"/>
                        </a:cubicBezTo>
                        <a:cubicBezTo>
                          <a:pt x="30" y="148"/>
                          <a:pt x="30" y="143"/>
                          <a:pt x="38" y="138"/>
                        </a:cubicBezTo>
                        <a:cubicBezTo>
                          <a:pt x="35" y="128"/>
                          <a:pt x="31" y="133"/>
                          <a:pt x="24" y="138"/>
                        </a:cubicBezTo>
                        <a:cubicBezTo>
                          <a:pt x="15" y="135"/>
                          <a:pt x="15" y="132"/>
                          <a:pt x="18" y="124"/>
                        </a:cubicBezTo>
                        <a:cubicBezTo>
                          <a:pt x="11" y="114"/>
                          <a:pt x="9" y="101"/>
                          <a:pt x="0" y="92"/>
                        </a:cubicBezTo>
                        <a:lnTo>
                          <a:pt x="76" y="0"/>
                        </a:lnTo>
                        <a:lnTo>
                          <a:pt x="798" y="6"/>
                        </a:lnTo>
                        <a:close/>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US"/>
                  </a:p>
                </p:txBody>
              </p:sp>
              <p:sp>
                <p:nvSpPr>
                  <p:cNvPr id="1169" name="Freeform 53"/>
                  <p:cNvSpPr>
                    <a:spLocks/>
                  </p:cNvSpPr>
                  <p:nvPr/>
                </p:nvSpPr>
                <p:spPr bwMode="ltGray">
                  <a:xfrm>
                    <a:off x="1634" y="519"/>
                    <a:ext cx="19" cy="29"/>
                  </a:xfrm>
                  <a:custGeom>
                    <a:avLst/>
                    <a:gdLst>
                      <a:gd name="T0" fmla="*/ 3 w 43"/>
                      <a:gd name="T1" fmla="*/ 4 h 85"/>
                      <a:gd name="T2" fmla="*/ 8 w 43"/>
                      <a:gd name="T3" fmla="*/ 1 h 85"/>
                      <a:gd name="T4" fmla="*/ 16 w 43"/>
                      <a:gd name="T5" fmla="*/ 11 h 85"/>
                      <a:gd name="T6" fmla="*/ 8 w 43"/>
                      <a:gd name="T7" fmla="*/ 29 h 85"/>
                      <a:gd name="T8" fmla="*/ 0 w 43"/>
                      <a:gd name="T9" fmla="*/ 24 h 85"/>
                      <a:gd name="T10" fmla="*/ 3 w 43"/>
                      <a:gd name="T11" fmla="*/ 4 h 85"/>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43" h="85">
                        <a:moveTo>
                          <a:pt x="7" y="11"/>
                        </a:moveTo>
                        <a:cubicBezTo>
                          <a:pt x="4" y="2"/>
                          <a:pt x="9" y="0"/>
                          <a:pt x="17" y="3"/>
                        </a:cubicBezTo>
                        <a:cubicBezTo>
                          <a:pt x="24" y="13"/>
                          <a:pt x="28" y="24"/>
                          <a:pt x="37" y="33"/>
                        </a:cubicBezTo>
                        <a:cubicBezTo>
                          <a:pt x="43" y="52"/>
                          <a:pt x="40" y="78"/>
                          <a:pt x="19" y="85"/>
                        </a:cubicBezTo>
                        <a:cubicBezTo>
                          <a:pt x="6" y="81"/>
                          <a:pt x="5" y="81"/>
                          <a:pt x="1" y="69"/>
                        </a:cubicBezTo>
                        <a:cubicBezTo>
                          <a:pt x="2" y="66"/>
                          <a:pt x="0" y="4"/>
                          <a:pt x="7" y="11"/>
                        </a:cubicBezTo>
                        <a:close/>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US"/>
                  </a:p>
                </p:txBody>
              </p:sp>
              <p:sp>
                <p:nvSpPr>
                  <p:cNvPr id="1170" name="Freeform 54"/>
                  <p:cNvSpPr>
                    <a:spLocks/>
                  </p:cNvSpPr>
                  <p:nvPr/>
                </p:nvSpPr>
                <p:spPr bwMode="ltGray">
                  <a:xfrm>
                    <a:off x="1900" y="421"/>
                    <a:ext cx="18" cy="24"/>
                  </a:xfrm>
                  <a:custGeom>
                    <a:avLst/>
                    <a:gdLst>
                      <a:gd name="T0" fmla="*/ 5 w 44"/>
                      <a:gd name="T1" fmla="*/ 9 h 74"/>
                      <a:gd name="T2" fmla="*/ 12 w 44"/>
                      <a:gd name="T3" fmla="*/ 1 h 74"/>
                      <a:gd name="T4" fmla="*/ 18 w 44"/>
                      <a:gd name="T5" fmla="*/ 1 h 74"/>
                      <a:gd name="T6" fmla="*/ 16 w 44"/>
                      <a:gd name="T7" fmla="*/ 8 h 74"/>
                      <a:gd name="T8" fmla="*/ 5 w 44"/>
                      <a:gd name="T9" fmla="*/ 24 h 74"/>
                      <a:gd name="T10" fmla="*/ 3 w 44"/>
                      <a:gd name="T11" fmla="*/ 19 h 74"/>
                      <a:gd name="T12" fmla="*/ 1 w 44"/>
                      <a:gd name="T13" fmla="*/ 12 h 74"/>
                      <a:gd name="T14" fmla="*/ 5 w 44"/>
                      <a:gd name="T15" fmla="*/ 9 h 74"/>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44" h="74">
                        <a:moveTo>
                          <a:pt x="13" y="28"/>
                        </a:moveTo>
                        <a:cubicBezTo>
                          <a:pt x="15" y="13"/>
                          <a:pt x="14" y="7"/>
                          <a:pt x="29" y="2"/>
                        </a:cubicBezTo>
                        <a:cubicBezTo>
                          <a:pt x="34" y="3"/>
                          <a:pt x="40" y="0"/>
                          <a:pt x="43" y="4"/>
                        </a:cubicBezTo>
                        <a:cubicBezTo>
                          <a:pt x="44" y="6"/>
                          <a:pt x="41" y="21"/>
                          <a:pt x="39" y="26"/>
                        </a:cubicBezTo>
                        <a:cubicBezTo>
                          <a:pt x="31" y="43"/>
                          <a:pt x="30" y="63"/>
                          <a:pt x="13" y="74"/>
                        </a:cubicBezTo>
                        <a:cubicBezTo>
                          <a:pt x="4" y="71"/>
                          <a:pt x="4" y="68"/>
                          <a:pt x="7" y="60"/>
                        </a:cubicBezTo>
                        <a:cubicBezTo>
                          <a:pt x="5" y="50"/>
                          <a:pt x="0" y="46"/>
                          <a:pt x="3" y="36"/>
                        </a:cubicBezTo>
                        <a:cubicBezTo>
                          <a:pt x="4" y="32"/>
                          <a:pt x="8" y="23"/>
                          <a:pt x="13" y="28"/>
                        </a:cubicBezTo>
                        <a:close/>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US"/>
                  </a:p>
                </p:txBody>
              </p:sp>
              <p:sp>
                <p:nvSpPr>
                  <p:cNvPr id="1171" name="Freeform 55"/>
                  <p:cNvSpPr>
                    <a:spLocks/>
                  </p:cNvSpPr>
                  <p:nvPr/>
                </p:nvSpPr>
                <p:spPr bwMode="ltGray">
                  <a:xfrm>
                    <a:off x="1951" y="409"/>
                    <a:ext cx="9" cy="10"/>
                  </a:xfrm>
                  <a:custGeom>
                    <a:avLst/>
                    <a:gdLst>
                      <a:gd name="T0" fmla="*/ 3 w 20"/>
                      <a:gd name="T1" fmla="*/ 5 h 30"/>
                      <a:gd name="T2" fmla="*/ 2 w 20"/>
                      <a:gd name="T3" fmla="*/ 10 h 30"/>
                      <a:gd name="T4" fmla="*/ 3 w 20"/>
                      <a:gd name="T5" fmla="*/ 5 h 30"/>
                      <a:gd name="T6" fmla="*/ 0 60000 65536"/>
                      <a:gd name="T7" fmla="*/ 0 60000 65536"/>
                      <a:gd name="T8" fmla="*/ 0 60000 65536"/>
                    </a:gdLst>
                    <a:ahLst/>
                    <a:cxnLst>
                      <a:cxn ang="T6">
                        <a:pos x="T0" y="T1"/>
                      </a:cxn>
                      <a:cxn ang="T7">
                        <a:pos x="T2" y="T3"/>
                      </a:cxn>
                      <a:cxn ang="T8">
                        <a:pos x="T4" y="T5"/>
                      </a:cxn>
                    </a:cxnLst>
                    <a:rect l="0" t="0" r="r" b="b"/>
                    <a:pathLst>
                      <a:path w="20" h="30">
                        <a:moveTo>
                          <a:pt x="7" y="16"/>
                        </a:moveTo>
                        <a:cubicBezTo>
                          <a:pt x="18" y="0"/>
                          <a:pt x="20" y="20"/>
                          <a:pt x="5" y="30"/>
                        </a:cubicBezTo>
                        <a:cubicBezTo>
                          <a:pt x="0" y="23"/>
                          <a:pt x="1" y="22"/>
                          <a:pt x="7" y="16"/>
                        </a:cubicBezTo>
                        <a:close/>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US"/>
                  </a:p>
                </p:txBody>
              </p:sp>
              <p:sp>
                <p:nvSpPr>
                  <p:cNvPr id="1172" name="Freeform 56"/>
                  <p:cNvSpPr>
                    <a:spLocks/>
                  </p:cNvSpPr>
                  <p:nvPr/>
                </p:nvSpPr>
                <p:spPr bwMode="ltGray">
                  <a:xfrm>
                    <a:off x="1021" y="314"/>
                    <a:ext cx="433" cy="354"/>
                  </a:xfrm>
                  <a:custGeom>
                    <a:avLst/>
                    <a:gdLst>
                      <a:gd name="T0" fmla="*/ 305 w 682"/>
                      <a:gd name="T1" fmla="*/ 295 h 557"/>
                      <a:gd name="T2" fmla="*/ 309 w 682"/>
                      <a:gd name="T3" fmla="*/ 287 h 557"/>
                      <a:gd name="T4" fmla="*/ 317 w 682"/>
                      <a:gd name="T5" fmla="*/ 262 h 557"/>
                      <a:gd name="T6" fmla="*/ 196 w 682"/>
                      <a:gd name="T7" fmla="*/ 182 h 557"/>
                      <a:gd name="T8" fmla="*/ 179 w 682"/>
                      <a:gd name="T9" fmla="*/ 220 h 557"/>
                      <a:gd name="T10" fmla="*/ 192 w 682"/>
                      <a:gd name="T11" fmla="*/ 353 h 557"/>
                      <a:gd name="T12" fmla="*/ 179 w 682"/>
                      <a:gd name="T13" fmla="*/ 314 h 557"/>
                      <a:gd name="T14" fmla="*/ 154 w 682"/>
                      <a:gd name="T15" fmla="*/ 279 h 557"/>
                      <a:gd name="T16" fmla="*/ 156 w 682"/>
                      <a:gd name="T17" fmla="*/ 262 h 557"/>
                      <a:gd name="T18" fmla="*/ 157 w 682"/>
                      <a:gd name="T19" fmla="*/ 250 h 557"/>
                      <a:gd name="T20" fmla="*/ 140 w 682"/>
                      <a:gd name="T21" fmla="*/ 238 h 557"/>
                      <a:gd name="T22" fmla="*/ 123 w 682"/>
                      <a:gd name="T23" fmla="*/ 220 h 557"/>
                      <a:gd name="T24" fmla="*/ 94 w 682"/>
                      <a:gd name="T25" fmla="*/ 225 h 557"/>
                      <a:gd name="T26" fmla="*/ 80 w 682"/>
                      <a:gd name="T27" fmla="*/ 232 h 557"/>
                      <a:gd name="T28" fmla="*/ 50 w 682"/>
                      <a:gd name="T29" fmla="*/ 232 h 557"/>
                      <a:gd name="T30" fmla="*/ 14 w 682"/>
                      <a:gd name="T31" fmla="*/ 198 h 557"/>
                      <a:gd name="T32" fmla="*/ 7 w 682"/>
                      <a:gd name="T33" fmla="*/ 187 h 557"/>
                      <a:gd name="T34" fmla="*/ 0 w 682"/>
                      <a:gd name="T35" fmla="*/ 168 h 557"/>
                      <a:gd name="T36" fmla="*/ 15 w 682"/>
                      <a:gd name="T37" fmla="*/ 135 h 557"/>
                      <a:gd name="T38" fmla="*/ 20 w 682"/>
                      <a:gd name="T39" fmla="*/ 115 h 557"/>
                      <a:gd name="T40" fmla="*/ 32 w 682"/>
                      <a:gd name="T41" fmla="*/ 91 h 557"/>
                      <a:gd name="T42" fmla="*/ 51 w 682"/>
                      <a:gd name="T43" fmla="*/ 74 h 557"/>
                      <a:gd name="T44" fmla="*/ 106 w 682"/>
                      <a:gd name="T45" fmla="*/ 43 h 557"/>
                      <a:gd name="T46" fmla="*/ 140 w 682"/>
                      <a:gd name="T47" fmla="*/ 19 h 557"/>
                      <a:gd name="T48" fmla="*/ 164 w 682"/>
                      <a:gd name="T49" fmla="*/ 4 h 557"/>
                      <a:gd name="T50" fmla="*/ 230 w 682"/>
                      <a:gd name="T51" fmla="*/ 1 h 557"/>
                      <a:gd name="T52" fmla="*/ 253 w 682"/>
                      <a:gd name="T53" fmla="*/ 0 h 557"/>
                      <a:gd name="T54" fmla="*/ 244 w 682"/>
                      <a:gd name="T55" fmla="*/ 22 h 557"/>
                      <a:gd name="T56" fmla="*/ 281 w 682"/>
                      <a:gd name="T57" fmla="*/ 53 h 557"/>
                      <a:gd name="T58" fmla="*/ 316 w 682"/>
                      <a:gd name="T59" fmla="*/ 47 h 557"/>
                      <a:gd name="T60" fmla="*/ 336 w 682"/>
                      <a:gd name="T61" fmla="*/ 52 h 557"/>
                      <a:gd name="T62" fmla="*/ 355 w 682"/>
                      <a:gd name="T63" fmla="*/ 62 h 557"/>
                      <a:gd name="T64" fmla="*/ 363 w 682"/>
                      <a:gd name="T65" fmla="*/ 119 h 557"/>
                      <a:gd name="T66" fmla="*/ 363 w 682"/>
                      <a:gd name="T67" fmla="*/ 153 h 557"/>
                      <a:gd name="T68" fmla="*/ 380 w 682"/>
                      <a:gd name="T69" fmla="*/ 180 h 557"/>
                      <a:gd name="T70" fmla="*/ 410 w 682"/>
                      <a:gd name="T71" fmla="*/ 191 h 557"/>
                      <a:gd name="T72" fmla="*/ 432 w 682"/>
                      <a:gd name="T73" fmla="*/ 187 h 557"/>
                      <a:gd name="T74" fmla="*/ 422 w 682"/>
                      <a:gd name="T75" fmla="*/ 216 h 557"/>
                      <a:gd name="T76" fmla="*/ 380 w 682"/>
                      <a:gd name="T77" fmla="*/ 259 h 557"/>
                      <a:gd name="T78" fmla="*/ 348 w 682"/>
                      <a:gd name="T79" fmla="*/ 308 h 557"/>
                      <a:gd name="T80" fmla="*/ 353 w 682"/>
                      <a:gd name="T81" fmla="*/ 323 h 557"/>
                      <a:gd name="T82" fmla="*/ 276 w 682"/>
                      <a:gd name="T83" fmla="*/ 353 h 557"/>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Lst>
                    <a:ahLst/>
                    <a:cxnLst>
                      <a:cxn ang="T84">
                        <a:pos x="T0" y="T1"/>
                      </a:cxn>
                      <a:cxn ang="T85">
                        <a:pos x="T2" y="T3"/>
                      </a:cxn>
                      <a:cxn ang="T86">
                        <a:pos x="T4" y="T5"/>
                      </a:cxn>
                      <a:cxn ang="T87">
                        <a:pos x="T6" y="T7"/>
                      </a:cxn>
                      <a:cxn ang="T88">
                        <a:pos x="T8" y="T9"/>
                      </a:cxn>
                      <a:cxn ang="T89">
                        <a:pos x="T10" y="T11"/>
                      </a:cxn>
                      <a:cxn ang="T90">
                        <a:pos x="T12" y="T13"/>
                      </a:cxn>
                      <a:cxn ang="T91">
                        <a:pos x="T14" y="T15"/>
                      </a:cxn>
                      <a:cxn ang="T92">
                        <a:pos x="T16" y="T17"/>
                      </a:cxn>
                      <a:cxn ang="T93">
                        <a:pos x="T18" y="T19"/>
                      </a:cxn>
                      <a:cxn ang="T94">
                        <a:pos x="T20" y="T21"/>
                      </a:cxn>
                      <a:cxn ang="T95">
                        <a:pos x="T22" y="T23"/>
                      </a:cxn>
                      <a:cxn ang="T96">
                        <a:pos x="T24" y="T25"/>
                      </a:cxn>
                      <a:cxn ang="T97">
                        <a:pos x="T26" y="T27"/>
                      </a:cxn>
                      <a:cxn ang="T98">
                        <a:pos x="T28" y="T29"/>
                      </a:cxn>
                      <a:cxn ang="T99">
                        <a:pos x="T30" y="T31"/>
                      </a:cxn>
                      <a:cxn ang="T100">
                        <a:pos x="T32" y="T33"/>
                      </a:cxn>
                      <a:cxn ang="T101">
                        <a:pos x="T34" y="T35"/>
                      </a:cxn>
                      <a:cxn ang="T102">
                        <a:pos x="T36" y="T37"/>
                      </a:cxn>
                      <a:cxn ang="T103">
                        <a:pos x="T38" y="T39"/>
                      </a:cxn>
                      <a:cxn ang="T104">
                        <a:pos x="T40" y="T41"/>
                      </a:cxn>
                      <a:cxn ang="T105">
                        <a:pos x="T42" y="T43"/>
                      </a:cxn>
                      <a:cxn ang="T106">
                        <a:pos x="T44" y="T45"/>
                      </a:cxn>
                      <a:cxn ang="T107">
                        <a:pos x="T46" y="T47"/>
                      </a:cxn>
                      <a:cxn ang="T108">
                        <a:pos x="T48" y="T49"/>
                      </a:cxn>
                      <a:cxn ang="T109">
                        <a:pos x="T50" y="T51"/>
                      </a:cxn>
                      <a:cxn ang="T110">
                        <a:pos x="T52" y="T53"/>
                      </a:cxn>
                      <a:cxn ang="T111">
                        <a:pos x="T54" y="T55"/>
                      </a:cxn>
                      <a:cxn ang="T112">
                        <a:pos x="T56" y="T57"/>
                      </a:cxn>
                      <a:cxn ang="T113">
                        <a:pos x="T58" y="T59"/>
                      </a:cxn>
                      <a:cxn ang="T114">
                        <a:pos x="T60" y="T61"/>
                      </a:cxn>
                      <a:cxn ang="T115">
                        <a:pos x="T62" y="T63"/>
                      </a:cxn>
                      <a:cxn ang="T116">
                        <a:pos x="T64" y="T65"/>
                      </a:cxn>
                      <a:cxn ang="T117">
                        <a:pos x="T66" y="T67"/>
                      </a:cxn>
                      <a:cxn ang="T118">
                        <a:pos x="T68" y="T69"/>
                      </a:cxn>
                      <a:cxn ang="T119">
                        <a:pos x="T70" y="T71"/>
                      </a:cxn>
                      <a:cxn ang="T120">
                        <a:pos x="T72" y="T73"/>
                      </a:cxn>
                      <a:cxn ang="T121">
                        <a:pos x="T74" y="T75"/>
                      </a:cxn>
                      <a:cxn ang="T122">
                        <a:pos x="T76" y="T77"/>
                      </a:cxn>
                      <a:cxn ang="T123">
                        <a:pos x="T78" y="T79"/>
                      </a:cxn>
                      <a:cxn ang="T124">
                        <a:pos x="T80" y="T81"/>
                      </a:cxn>
                      <a:cxn ang="T125">
                        <a:pos x="T82" y="T83"/>
                      </a:cxn>
                    </a:cxnLst>
                    <a:rect l="0" t="0" r="r" b="b"/>
                    <a:pathLst>
                      <a:path w="682" h="557">
                        <a:moveTo>
                          <a:pt x="435" y="556"/>
                        </a:moveTo>
                        <a:lnTo>
                          <a:pt x="481" y="464"/>
                        </a:lnTo>
                        <a:lnTo>
                          <a:pt x="473" y="449"/>
                        </a:lnTo>
                        <a:lnTo>
                          <a:pt x="486" y="451"/>
                        </a:lnTo>
                        <a:lnTo>
                          <a:pt x="495" y="441"/>
                        </a:lnTo>
                        <a:lnTo>
                          <a:pt x="500" y="413"/>
                        </a:lnTo>
                        <a:lnTo>
                          <a:pt x="500" y="371"/>
                        </a:lnTo>
                        <a:lnTo>
                          <a:pt x="309" y="287"/>
                        </a:lnTo>
                        <a:lnTo>
                          <a:pt x="296" y="308"/>
                        </a:lnTo>
                        <a:lnTo>
                          <a:pt x="282" y="346"/>
                        </a:lnTo>
                        <a:lnTo>
                          <a:pt x="396" y="557"/>
                        </a:lnTo>
                        <a:lnTo>
                          <a:pt x="303" y="556"/>
                        </a:lnTo>
                        <a:lnTo>
                          <a:pt x="304" y="536"/>
                        </a:lnTo>
                        <a:cubicBezTo>
                          <a:pt x="284" y="520"/>
                          <a:pt x="296" y="510"/>
                          <a:pt x="282" y="494"/>
                        </a:cubicBezTo>
                        <a:cubicBezTo>
                          <a:pt x="276" y="475"/>
                          <a:pt x="267" y="468"/>
                          <a:pt x="253" y="451"/>
                        </a:cubicBezTo>
                        <a:cubicBezTo>
                          <a:pt x="249" y="447"/>
                          <a:pt x="245" y="443"/>
                          <a:pt x="242" y="439"/>
                        </a:cubicBezTo>
                        <a:lnTo>
                          <a:pt x="237" y="432"/>
                        </a:lnTo>
                        <a:cubicBezTo>
                          <a:pt x="237" y="432"/>
                          <a:pt x="245" y="413"/>
                          <a:pt x="245" y="413"/>
                        </a:cubicBezTo>
                        <a:cubicBezTo>
                          <a:pt x="247" y="409"/>
                          <a:pt x="250" y="401"/>
                          <a:pt x="250" y="401"/>
                        </a:cubicBezTo>
                        <a:cubicBezTo>
                          <a:pt x="249" y="399"/>
                          <a:pt x="247" y="397"/>
                          <a:pt x="247" y="394"/>
                        </a:cubicBezTo>
                        <a:cubicBezTo>
                          <a:pt x="248" y="390"/>
                          <a:pt x="253" y="382"/>
                          <a:pt x="253" y="382"/>
                        </a:cubicBezTo>
                        <a:cubicBezTo>
                          <a:pt x="243" y="370"/>
                          <a:pt x="237" y="371"/>
                          <a:pt x="220" y="375"/>
                        </a:cubicBezTo>
                        <a:cubicBezTo>
                          <a:pt x="217" y="371"/>
                          <a:pt x="210" y="369"/>
                          <a:pt x="207" y="365"/>
                        </a:cubicBezTo>
                        <a:cubicBezTo>
                          <a:pt x="185" y="337"/>
                          <a:pt x="216" y="363"/>
                          <a:pt x="194" y="346"/>
                        </a:cubicBezTo>
                        <a:cubicBezTo>
                          <a:pt x="167" y="349"/>
                          <a:pt x="179" y="346"/>
                          <a:pt x="156" y="352"/>
                        </a:cubicBezTo>
                        <a:cubicBezTo>
                          <a:pt x="153" y="353"/>
                          <a:pt x="148" y="354"/>
                          <a:pt x="148" y="354"/>
                        </a:cubicBezTo>
                        <a:cubicBezTo>
                          <a:pt x="146" y="356"/>
                          <a:pt x="145" y="359"/>
                          <a:pt x="142" y="361"/>
                        </a:cubicBezTo>
                        <a:cubicBezTo>
                          <a:pt x="138" y="363"/>
                          <a:pt x="126" y="365"/>
                          <a:pt x="126" y="365"/>
                        </a:cubicBezTo>
                        <a:cubicBezTo>
                          <a:pt x="105" y="354"/>
                          <a:pt x="116" y="355"/>
                          <a:pt x="94" y="361"/>
                        </a:cubicBezTo>
                        <a:cubicBezTo>
                          <a:pt x="89" y="362"/>
                          <a:pt x="78" y="365"/>
                          <a:pt x="78" y="365"/>
                        </a:cubicBezTo>
                        <a:cubicBezTo>
                          <a:pt x="62" y="383"/>
                          <a:pt x="46" y="346"/>
                          <a:pt x="35" y="337"/>
                        </a:cubicBezTo>
                        <a:cubicBezTo>
                          <a:pt x="32" y="330"/>
                          <a:pt x="24" y="320"/>
                          <a:pt x="22" y="312"/>
                        </a:cubicBezTo>
                        <a:cubicBezTo>
                          <a:pt x="20" y="308"/>
                          <a:pt x="22" y="303"/>
                          <a:pt x="19" y="300"/>
                        </a:cubicBezTo>
                        <a:cubicBezTo>
                          <a:pt x="17" y="297"/>
                          <a:pt x="13" y="297"/>
                          <a:pt x="11" y="295"/>
                        </a:cubicBezTo>
                        <a:cubicBezTo>
                          <a:pt x="3" y="277"/>
                          <a:pt x="15" y="306"/>
                          <a:pt x="5" y="276"/>
                        </a:cubicBezTo>
                        <a:cubicBezTo>
                          <a:pt x="4" y="272"/>
                          <a:pt x="0" y="264"/>
                          <a:pt x="0" y="264"/>
                        </a:cubicBezTo>
                        <a:cubicBezTo>
                          <a:pt x="3" y="253"/>
                          <a:pt x="2" y="248"/>
                          <a:pt x="13" y="243"/>
                        </a:cubicBezTo>
                        <a:cubicBezTo>
                          <a:pt x="20" y="221"/>
                          <a:pt x="17" y="231"/>
                          <a:pt x="24" y="213"/>
                        </a:cubicBezTo>
                        <a:cubicBezTo>
                          <a:pt x="26" y="209"/>
                          <a:pt x="30" y="200"/>
                          <a:pt x="30" y="200"/>
                        </a:cubicBezTo>
                        <a:cubicBezTo>
                          <a:pt x="26" y="192"/>
                          <a:pt x="24" y="191"/>
                          <a:pt x="32" y="181"/>
                        </a:cubicBezTo>
                        <a:cubicBezTo>
                          <a:pt x="36" y="177"/>
                          <a:pt x="43" y="169"/>
                          <a:pt x="43" y="169"/>
                        </a:cubicBezTo>
                        <a:cubicBezTo>
                          <a:pt x="37" y="155"/>
                          <a:pt x="36" y="153"/>
                          <a:pt x="51" y="143"/>
                        </a:cubicBezTo>
                        <a:cubicBezTo>
                          <a:pt x="56" y="140"/>
                          <a:pt x="67" y="135"/>
                          <a:pt x="67" y="135"/>
                        </a:cubicBezTo>
                        <a:cubicBezTo>
                          <a:pt x="73" y="129"/>
                          <a:pt x="75" y="122"/>
                          <a:pt x="81" y="116"/>
                        </a:cubicBezTo>
                        <a:cubicBezTo>
                          <a:pt x="89" y="107"/>
                          <a:pt x="102" y="105"/>
                          <a:pt x="113" y="99"/>
                        </a:cubicBezTo>
                        <a:cubicBezTo>
                          <a:pt x="125" y="85"/>
                          <a:pt x="149" y="76"/>
                          <a:pt x="167" y="67"/>
                        </a:cubicBezTo>
                        <a:cubicBezTo>
                          <a:pt x="174" y="59"/>
                          <a:pt x="175" y="50"/>
                          <a:pt x="188" y="46"/>
                        </a:cubicBezTo>
                        <a:cubicBezTo>
                          <a:pt x="198" y="39"/>
                          <a:pt x="208" y="36"/>
                          <a:pt x="220" y="30"/>
                        </a:cubicBezTo>
                        <a:cubicBezTo>
                          <a:pt x="223" y="28"/>
                          <a:pt x="228" y="25"/>
                          <a:pt x="228" y="25"/>
                        </a:cubicBezTo>
                        <a:cubicBezTo>
                          <a:pt x="237" y="16"/>
                          <a:pt x="245" y="10"/>
                          <a:pt x="258" y="6"/>
                        </a:cubicBezTo>
                        <a:cubicBezTo>
                          <a:pt x="269" y="31"/>
                          <a:pt x="301" y="6"/>
                          <a:pt x="320" y="4"/>
                        </a:cubicBezTo>
                        <a:cubicBezTo>
                          <a:pt x="334" y="3"/>
                          <a:pt x="349" y="3"/>
                          <a:pt x="363" y="2"/>
                        </a:cubicBezTo>
                        <a:cubicBezTo>
                          <a:pt x="369" y="3"/>
                          <a:pt x="376" y="5"/>
                          <a:pt x="382" y="4"/>
                        </a:cubicBezTo>
                        <a:cubicBezTo>
                          <a:pt x="387" y="4"/>
                          <a:pt x="398" y="0"/>
                          <a:pt x="398" y="0"/>
                        </a:cubicBezTo>
                        <a:cubicBezTo>
                          <a:pt x="415" y="8"/>
                          <a:pt x="406" y="16"/>
                          <a:pt x="400" y="30"/>
                        </a:cubicBezTo>
                        <a:cubicBezTo>
                          <a:pt x="398" y="34"/>
                          <a:pt x="384" y="34"/>
                          <a:pt x="384" y="34"/>
                        </a:cubicBezTo>
                        <a:cubicBezTo>
                          <a:pt x="379" y="47"/>
                          <a:pt x="398" y="51"/>
                          <a:pt x="411" y="55"/>
                        </a:cubicBezTo>
                        <a:cubicBezTo>
                          <a:pt x="419" y="72"/>
                          <a:pt x="421" y="79"/>
                          <a:pt x="443" y="84"/>
                        </a:cubicBezTo>
                        <a:cubicBezTo>
                          <a:pt x="461" y="71"/>
                          <a:pt x="435" y="65"/>
                          <a:pt x="468" y="57"/>
                        </a:cubicBezTo>
                        <a:cubicBezTo>
                          <a:pt x="482" y="61"/>
                          <a:pt x="485" y="70"/>
                          <a:pt x="497" y="74"/>
                        </a:cubicBezTo>
                        <a:cubicBezTo>
                          <a:pt x="505" y="76"/>
                          <a:pt x="513" y="78"/>
                          <a:pt x="521" y="80"/>
                        </a:cubicBezTo>
                        <a:cubicBezTo>
                          <a:pt x="524" y="81"/>
                          <a:pt x="529" y="82"/>
                          <a:pt x="529" y="82"/>
                        </a:cubicBezTo>
                        <a:cubicBezTo>
                          <a:pt x="547" y="78"/>
                          <a:pt x="547" y="76"/>
                          <a:pt x="562" y="84"/>
                        </a:cubicBezTo>
                        <a:cubicBezTo>
                          <a:pt x="566" y="95"/>
                          <a:pt x="565" y="86"/>
                          <a:pt x="559" y="97"/>
                        </a:cubicBezTo>
                        <a:cubicBezTo>
                          <a:pt x="557" y="101"/>
                          <a:pt x="554" y="110"/>
                          <a:pt x="554" y="110"/>
                        </a:cubicBezTo>
                        <a:cubicBezTo>
                          <a:pt x="556" y="132"/>
                          <a:pt x="556" y="168"/>
                          <a:pt x="572" y="188"/>
                        </a:cubicBezTo>
                        <a:cubicBezTo>
                          <a:pt x="568" y="198"/>
                          <a:pt x="564" y="208"/>
                          <a:pt x="562" y="219"/>
                        </a:cubicBezTo>
                        <a:cubicBezTo>
                          <a:pt x="564" y="227"/>
                          <a:pt x="569" y="233"/>
                          <a:pt x="572" y="240"/>
                        </a:cubicBezTo>
                        <a:cubicBezTo>
                          <a:pt x="573" y="247"/>
                          <a:pt x="572" y="254"/>
                          <a:pt x="575" y="259"/>
                        </a:cubicBezTo>
                        <a:cubicBezTo>
                          <a:pt x="577" y="263"/>
                          <a:pt x="595" y="272"/>
                          <a:pt x="599" y="283"/>
                        </a:cubicBezTo>
                        <a:cubicBezTo>
                          <a:pt x="594" y="295"/>
                          <a:pt x="603" y="306"/>
                          <a:pt x="618" y="310"/>
                        </a:cubicBezTo>
                        <a:cubicBezTo>
                          <a:pt x="630" y="307"/>
                          <a:pt x="638" y="308"/>
                          <a:pt x="645" y="300"/>
                        </a:cubicBezTo>
                        <a:cubicBezTo>
                          <a:pt x="660" y="302"/>
                          <a:pt x="663" y="303"/>
                          <a:pt x="672" y="293"/>
                        </a:cubicBezTo>
                        <a:cubicBezTo>
                          <a:pt x="675" y="294"/>
                          <a:pt x="679" y="293"/>
                          <a:pt x="680" y="295"/>
                        </a:cubicBezTo>
                        <a:cubicBezTo>
                          <a:pt x="682" y="301"/>
                          <a:pt x="674" y="321"/>
                          <a:pt x="672" y="327"/>
                        </a:cubicBezTo>
                        <a:cubicBezTo>
                          <a:pt x="668" y="340"/>
                          <a:pt x="671" y="326"/>
                          <a:pt x="664" y="340"/>
                        </a:cubicBezTo>
                        <a:cubicBezTo>
                          <a:pt x="652" y="360"/>
                          <a:pt x="646" y="381"/>
                          <a:pt x="621" y="394"/>
                        </a:cubicBezTo>
                        <a:cubicBezTo>
                          <a:pt x="614" y="402"/>
                          <a:pt x="609" y="402"/>
                          <a:pt x="599" y="407"/>
                        </a:cubicBezTo>
                        <a:cubicBezTo>
                          <a:pt x="590" y="418"/>
                          <a:pt x="579" y="429"/>
                          <a:pt x="567" y="439"/>
                        </a:cubicBezTo>
                        <a:cubicBezTo>
                          <a:pt x="560" y="454"/>
                          <a:pt x="555" y="470"/>
                          <a:pt x="548" y="485"/>
                        </a:cubicBezTo>
                        <a:cubicBezTo>
                          <a:pt x="549" y="489"/>
                          <a:pt x="550" y="492"/>
                          <a:pt x="551" y="496"/>
                        </a:cubicBezTo>
                        <a:cubicBezTo>
                          <a:pt x="552" y="500"/>
                          <a:pt x="556" y="508"/>
                          <a:pt x="556" y="508"/>
                        </a:cubicBezTo>
                        <a:cubicBezTo>
                          <a:pt x="559" y="524"/>
                          <a:pt x="562" y="546"/>
                          <a:pt x="576" y="557"/>
                        </a:cubicBezTo>
                        <a:lnTo>
                          <a:pt x="435" y="556"/>
                        </a:lnTo>
                        <a:close/>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US"/>
                  </a:p>
                </p:txBody>
              </p:sp>
              <p:sp>
                <p:nvSpPr>
                  <p:cNvPr id="1173" name="Freeform 57"/>
                  <p:cNvSpPr>
                    <a:spLocks/>
                  </p:cNvSpPr>
                  <p:nvPr/>
                </p:nvSpPr>
                <p:spPr bwMode="ltGray">
                  <a:xfrm>
                    <a:off x="1189" y="447"/>
                    <a:ext cx="163" cy="221"/>
                  </a:xfrm>
                  <a:custGeom>
                    <a:avLst/>
                    <a:gdLst>
                      <a:gd name="T0" fmla="*/ 154 w 257"/>
                      <a:gd name="T1" fmla="*/ 221 h 347"/>
                      <a:gd name="T2" fmla="*/ 148 w 257"/>
                      <a:gd name="T3" fmla="*/ 192 h 347"/>
                      <a:gd name="T4" fmla="*/ 138 w 257"/>
                      <a:gd name="T5" fmla="*/ 183 h 347"/>
                      <a:gd name="T6" fmla="*/ 136 w 257"/>
                      <a:gd name="T7" fmla="*/ 171 h 347"/>
                      <a:gd name="T8" fmla="*/ 133 w 257"/>
                      <a:gd name="T9" fmla="*/ 162 h 347"/>
                      <a:gd name="T10" fmla="*/ 133 w 257"/>
                      <a:gd name="T11" fmla="*/ 146 h 347"/>
                      <a:gd name="T12" fmla="*/ 131 w 257"/>
                      <a:gd name="T13" fmla="*/ 136 h 347"/>
                      <a:gd name="T14" fmla="*/ 145 w 257"/>
                      <a:gd name="T15" fmla="*/ 129 h 347"/>
                      <a:gd name="T16" fmla="*/ 163 w 257"/>
                      <a:gd name="T17" fmla="*/ 125 h 347"/>
                      <a:gd name="T18" fmla="*/ 163 w 257"/>
                      <a:gd name="T19" fmla="*/ 87 h 347"/>
                      <a:gd name="T20" fmla="*/ 34 w 257"/>
                      <a:gd name="T21" fmla="*/ 61 h 347"/>
                      <a:gd name="T22" fmla="*/ 20 w 257"/>
                      <a:gd name="T23" fmla="*/ 62 h 347"/>
                      <a:gd name="T24" fmla="*/ 10 w 257"/>
                      <a:gd name="T25" fmla="*/ 65 h 347"/>
                      <a:gd name="T26" fmla="*/ 0 w 257"/>
                      <a:gd name="T27" fmla="*/ 95 h 347"/>
                      <a:gd name="T28" fmla="*/ 59 w 257"/>
                      <a:gd name="T29" fmla="*/ 220 h 347"/>
                      <a:gd name="T30" fmla="*/ 154 w 257"/>
                      <a:gd name="T31" fmla="*/ 221 h 347"/>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Lst>
                    <a:ahLst/>
                    <a:cxnLst>
                      <a:cxn ang="T32">
                        <a:pos x="T0" y="T1"/>
                      </a:cxn>
                      <a:cxn ang="T33">
                        <a:pos x="T2" y="T3"/>
                      </a:cxn>
                      <a:cxn ang="T34">
                        <a:pos x="T4" y="T5"/>
                      </a:cxn>
                      <a:cxn ang="T35">
                        <a:pos x="T6" y="T7"/>
                      </a:cxn>
                      <a:cxn ang="T36">
                        <a:pos x="T8" y="T9"/>
                      </a:cxn>
                      <a:cxn ang="T37">
                        <a:pos x="T10" y="T11"/>
                      </a:cxn>
                      <a:cxn ang="T38">
                        <a:pos x="T12" y="T13"/>
                      </a:cxn>
                      <a:cxn ang="T39">
                        <a:pos x="T14" y="T15"/>
                      </a:cxn>
                      <a:cxn ang="T40">
                        <a:pos x="T16" y="T17"/>
                      </a:cxn>
                      <a:cxn ang="T41">
                        <a:pos x="T18" y="T19"/>
                      </a:cxn>
                      <a:cxn ang="T42">
                        <a:pos x="T20" y="T21"/>
                      </a:cxn>
                      <a:cxn ang="T43">
                        <a:pos x="T22" y="T23"/>
                      </a:cxn>
                      <a:cxn ang="T44">
                        <a:pos x="T24" y="T25"/>
                      </a:cxn>
                      <a:cxn ang="T45">
                        <a:pos x="T26" y="T27"/>
                      </a:cxn>
                      <a:cxn ang="T46">
                        <a:pos x="T28" y="T29"/>
                      </a:cxn>
                      <a:cxn ang="T47">
                        <a:pos x="T30" y="T31"/>
                      </a:cxn>
                    </a:cxnLst>
                    <a:rect l="0" t="0" r="r" b="b"/>
                    <a:pathLst>
                      <a:path w="257" h="347">
                        <a:moveTo>
                          <a:pt x="243" y="347"/>
                        </a:moveTo>
                        <a:lnTo>
                          <a:pt x="233" y="301"/>
                        </a:lnTo>
                        <a:lnTo>
                          <a:pt x="217" y="288"/>
                        </a:lnTo>
                        <a:lnTo>
                          <a:pt x="215" y="269"/>
                        </a:lnTo>
                        <a:lnTo>
                          <a:pt x="209" y="254"/>
                        </a:lnTo>
                        <a:lnTo>
                          <a:pt x="209" y="229"/>
                        </a:lnTo>
                        <a:lnTo>
                          <a:pt x="207" y="214"/>
                        </a:lnTo>
                        <a:lnTo>
                          <a:pt x="228" y="202"/>
                        </a:lnTo>
                        <a:lnTo>
                          <a:pt x="257" y="197"/>
                        </a:lnTo>
                        <a:lnTo>
                          <a:pt x="257" y="136"/>
                        </a:lnTo>
                        <a:cubicBezTo>
                          <a:pt x="209" y="119"/>
                          <a:pt x="13" y="0"/>
                          <a:pt x="54" y="96"/>
                        </a:cubicBezTo>
                        <a:cubicBezTo>
                          <a:pt x="36" y="106"/>
                          <a:pt x="57" y="97"/>
                          <a:pt x="32" y="98"/>
                        </a:cubicBezTo>
                        <a:cubicBezTo>
                          <a:pt x="27" y="99"/>
                          <a:pt x="16" y="102"/>
                          <a:pt x="16" y="102"/>
                        </a:cubicBezTo>
                        <a:lnTo>
                          <a:pt x="0" y="149"/>
                        </a:lnTo>
                        <a:lnTo>
                          <a:pt x="93" y="346"/>
                        </a:lnTo>
                        <a:lnTo>
                          <a:pt x="243" y="347"/>
                        </a:lnTo>
                        <a:close/>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US"/>
                  </a:p>
                </p:txBody>
              </p:sp>
              <p:sp>
                <p:nvSpPr>
                  <p:cNvPr id="1174" name="Freeform 58"/>
                  <p:cNvSpPr>
                    <a:spLocks/>
                  </p:cNvSpPr>
                  <p:nvPr/>
                </p:nvSpPr>
                <p:spPr bwMode="ltGray">
                  <a:xfrm>
                    <a:off x="1476" y="611"/>
                    <a:ext cx="7" cy="12"/>
                  </a:xfrm>
                  <a:custGeom>
                    <a:avLst/>
                    <a:gdLst>
                      <a:gd name="T0" fmla="*/ 3 w 19"/>
                      <a:gd name="T1" fmla="*/ 8 h 37"/>
                      <a:gd name="T2" fmla="*/ 7 w 19"/>
                      <a:gd name="T3" fmla="*/ 7 h 37"/>
                      <a:gd name="T4" fmla="*/ 3 w 19"/>
                      <a:gd name="T5" fmla="*/ 8 h 37"/>
                      <a:gd name="T6" fmla="*/ 0 60000 65536"/>
                      <a:gd name="T7" fmla="*/ 0 60000 65536"/>
                      <a:gd name="T8" fmla="*/ 0 60000 65536"/>
                    </a:gdLst>
                    <a:ahLst/>
                    <a:cxnLst>
                      <a:cxn ang="T6">
                        <a:pos x="T0" y="T1"/>
                      </a:cxn>
                      <a:cxn ang="T7">
                        <a:pos x="T2" y="T3"/>
                      </a:cxn>
                      <a:cxn ang="T8">
                        <a:pos x="T4" y="T5"/>
                      </a:cxn>
                    </a:cxnLst>
                    <a:rect l="0" t="0" r="r" b="b"/>
                    <a:pathLst>
                      <a:path w="19" h="37">
                        <a:moveTo>
                          <a:pt x="7" y="25"/>
                        </a:moveTo>
                        <a:cubicBezTo>
                          <a:pt x="0" y="4"/>
                          <a:pt x="12" y="0"/>
                          <a:pt x="19" y="21"/>
                        </a:cubicBezTo>
                        <a:cubicBezTo>
                          <a:pt x="14" y="37"/>
                          <a:pt x="18" y="36"/>
                          <a:pt x="7" y="25"/>
                        </a:cubicBezTo>
                        <a:close/>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US"/>
                  </a:p>
                </p:txBody>
              </p:sp>
              <p:sp>
                <p:nvSpPr>
                  <p:cNvPr id="1175" name="Freeform 59"/>
                  <p:cNvSpPr>
                    <a:spLocks/>
                  </p:cNvSpPr>
                  <p:nvPr/>
                </p:nvSpPr>
                <p:spPr bwMode="ltGray">
                  <a:xfrm>
                    <a:off x="1467" y="497"/>
                    <a:ext cx="9" cy="7"/>
                  </a:xfrm>
                  <a:custGeom>
                    <a:avLst/>
                    <a:gdLst>
                      <a:gd name="T0" fmla="*/ 5 w 22"/>
                      <a:gd name="T1" fmla="*/ 4 h 20"/>
                      <a:gd name="T2" fmla="*/ 7 w 22"/>
                      <a:gd name="T3" fmla="*/ 0 h 20"/>
                      <a:gd name="T4" fmla="*/ 8 w 22"/>
                      <a:gd name="T5" fmla="*/ 4 h 20"/>
                      <a:gd name="T6" fmla="*/ 3 w 22"/>
                      <a:gd name="T7" fmla="*/ 7 h 20"/>
                      <a:gd name="T8" fmla="*/ 5 w 22"/>
                      <a:gd name="T9" fmla="*/ 4 h 20"/>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2" h="20">
                        <a:moveTo>
                          <a:pt x="12" y="12"/>
                        </a:moveTo>
                        <a:cubicBezTo>
                          <a:pt x="13" y="8"/>
                          <a:pt x="12" y="0"/>
                          <a:pt x="16" y="0"/>
                        </a:cubicBezTo>
                        <a:cubicBezTo>
                          <a:pt x="20" y="0"/>
                          <a:pt x="22" y="8"/>
                          <a:pt x="20" y="12"/>
                        </a:cubicBezTo>
                        <a:cubicBezTo>
                          <a:pt x="18" y="16"/>
                          <a:pt x="12" y="17"/>
                          <a:pt x="8" y="20"/>
                        </a:cubicBezTo>
                        <a:cubicBezTo>
                          <a:pt x="3" y="5"/>
                          <a:pt x="0" y="6"/>
                          <a:pt x="12" y="12"/>
                        </a:cubicBezTo>
                        <a:close/>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US"/>
                  </a:p>
                </p:txBody>
              </p:sp>
              <p:sp>
                <p:nvSpPr>
                  <p:cNvPr id="1176" name="Freeform 60"/>
                  <p:cNvSpPr>
                    <a:spLocks/>
                  </p:cNvSpPr>
                  <p:nvPr/>
                </p:nvSpPr>
                <p:spPr bwMode="ltGray">
                  <a:xfrm>
                    <a:off x="1072" y="357"/>
                    <a:ext cx="25" cy="10"/>
                  </a:xfrm>
                  <a:custGeom>
                    <a:avLst/>
                    <a:gdLst>
                      <a:gd name="T0" fmla="*/ 11 w 57"/>
                      <a:gd name="T1" fmla="*/ 6 h 30"/>
                      <a:gd name="T2" fmla="*/ 14 w 57"/>
                      <a:gd name="T3" fmla="*/ 2 h 30"/>
                      <a:gd name="T4" fmla="*/ 16 w 57"/>
                      <a:gd name="T5" fmla="*/ 10 h 30"/>
                      <a:gd name="T6" fmla="*/ 11 w 57"/>
                      <a:gd name="T7" fmla="*/ 6 h 30"/>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57" h="30">
                        <a:moveTo>
                          <a:pt x="24" y="18"/>
                        </a:moveTo>
                        <a:cubicBezTo>
                          <a:pt x="0" y="10"/>
                          <a:pt x="9" y="0"/>
                          <a:pt x="32" y="6"/>
                        </a:cubicBezTo>
                        <a:cubicBezTo>
                          <a:pt x="46" y="15"/>
                          <a:pt x="57" y="23"/>
                          <a:pt x="36" y="30"/>
                        </a:cubicBezTo>
                        <a:cubicBezTo>
                          <a:pt x="21" y="25"/>
                          <a:pt x="24" y="30"/>
                          <a:pt x="24" y="18"/>
                        </a:cubicBezTo>
                        <a:close/>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US"/>
                  </a:p>
                </p:txBody>
              </p:sp>
              <p:sp>
                <p:nvSpPr>
                  <p:cNvPr id="1177" name="Freeform 61"/>
                  <p:cNvSpPr>
                    <a:spLocks/>
                  </p:cNvSpPr>
                  <p:nvPr/>
                </p:nvSpPr>
                <p:spPr bwMode="ltGray">
                  <a:xfrm>
                    <a:off x="1374" y="265"/>
                    <a:ext cx="295" cy="233"/>
                  </a:xfrm>
                  <a:custGeom>
                    <a:avLst/>
                    <a:gdLst>
                      <a:gd name="T0" fmla="*/ 201 w 693"/>
                      <a:gd name="T1" fmla="*/ 155 h 696"/>
                      <a:gd name="T2" fmla="*/ 167 w 693"/>
                      <a:gd name="T3" fmla="*/ 151 h 696"/>
                      <a:gd name="T4" fmla="*/ 138 w 693"/>
                      <a:gd name="T5" fmla="*/ 138 h 696"/>
                      <a:gd name="T6" fmla="*/ 113 w 693"/>
                      <a:gd name="T7" fmla="*/ 134 h 696"/>
                      <a:gd name="T8" fmla="*/ 101 w 693"/>
                      <a:gd name="T9" fmla="*/ 139 h 696"/>
                      <a:gd name="T10" fmla="*/ 111 w 693"/>
                      <a:gd name="T11" fmla="*/ 143 h 696"/>
                      <a:gd name="T12" fmla="*/ 125 w 693"/>
                      <a:gd name="T13" fmla="*/ 157 h 696"/>
                      <a:gd name="T14" fmla="*/ 137 w 693"/>
                      <a:gd name="T15" fmla="*/ 159 h 696"/>
                      <a:gd name="T16" fmla="*/ 142 w 693"/>
                      <a:gd name="T17" fmla="*/ 179 h 696"/>
                      <a:gd name="T18" fmla="*/ 133 w 693"/>
                      <a:gd name="T19" fmla="*/ 185 h 696"/>
                      <a:gd name="T20" fmla="*/ 111 w 693"/>
                      <a:gd name="T21" fmla="*/ 206 h 696"/>
                      <a:gd name="T22" fmla="*/ 96 w 693"/>
                      <a:gd name="T23" fmla="*/ 210 h 696"/>
                      <a:gd name="T24" fmla="*/ 41 w 693"/>
                      <a:gd name="T25" fmla="*/ 233 h 696"/>
                      <a:gd name="T26" fmla="*/ 33 w 693"/>
                      <a:gd name="T27" fmla="*/ 206 h 696"/>
                      <a:gd name="T28" fmla="*/ 19 w 693"/>
                      <a:gd name="T29" fmla="*/ 175 h 696"/>
                      <a:gd name="T30" fmla="*/ 14 w 693"/>
                      <a:gd name="T31" fmla="*/ 150 h 696"/>
                      <a:gd name="T32" fmla="*/ 23 w 693"/>
                      <a:gd name="T33" fmla="*/ 115 h 696"/>
                      <a:gd name="T34" fmla="*/ 7 w 693"/>
                      <a:gd name="T35" fmla="*/ 131 h 696"/>
                      <a:gd name="T36" fmla="*/ 34 w 693"/>
                      <a:gd name="T37" fmla="*/ 94 h 696"/>
                      <a:gd name="T38" fmla="*/ 48 w 693"/>
                      <a:gd name="T39" fmla="*/ 68 h 696"/>
                      <a:gd name="T40" fmla="*/ 16 w 693"/>
                      <a:gd name="T41" fmla="*/ 68 h 696"/>
                      <a:gd name="T42" fmla="*/ 0 w 693"/>
                      <a:gd name="T43" fmla="*/ 66 h 696"/>
                      <a:gd name="T44" fmla="*/ 11 w 693"/>
                      <a:gd name="T45" fmla="*/ 47 h 696"/>
                      <a:gd name="T46" fmla="*/ 41 w 693"/>
                      <a:gd name="T47" fmla="*/ 37 h 696"/>
                      <a:gd name="T48" fmla="*/ 94 w 693"/>
                      <a:gd name="T49" fmla="*/ 42 h 696"/>
                      <a:gd name="T50" fmla="*/ 97 w 693"/>
                      <a:gd name="T51" fmla="*/ 21 h 696"/>
                      <a:gd name="T52" fmla="*/ 111 w 693"/>
                      <a:gd name="T53" fmla="*/ 0 h 696"/>
                      <a:gd name="T54" fmla="*/ 152 w 693"/>
                      <a:gd name="T55" fmla="*/ 15 h 696"/>
                      <a:gd name="T56" fmla="*/ 140 w 693"/>
                      <a:gd name="T57" fmla="*/ 29 h 696"/>
                      <a:gd name="T58" fmla="*/ 128 w 693"/>
                      <a:gd name="T59" fmla="*/ 59 h 696"/>
                      <a:gd name="T60" fmla="*/ 154 w 693"/>
                      <a:gd name="T61" fmla="*/ 64 h 696"/>
                      <a:gd name="T62" fmla="*/ 159 w 693"/>
                      <a:gd name="T63" fmla="*/ 46 h 696"/>
                      <a:gd name="T64" fmla="*/ 178 w 693"/>
                      <a:gd name="T65" fmla="*/ 31 h 696"/>
                      <a:gd name="T66" fmla="*/ 212 w 693"/>
                      <a:gd name="T67" fmla="*/ 29 h 696"/>
                      <a:gd name="T68" fmla="*/ 225 w 693"/>
                      <a:gd name="T69" fmla="*/ 17 h 696"/>
                      <a:gd name="T70" fmla="*/ 230 w 693"/>
                      <a:gd name="T71" fmla="*/ 154 h 69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Lst>
                    <a:ahLst/>
                    <a:cxnLst>
                      <a:cxn ang="T72">
                        <a:pos x="T0" y="T1"/>
                      </a:cxn>
                      <a:cxn ang="T73">
                        <a:pos x="T2" y="T3"/>
                      </a:cxn>
                      <a:cxn ang="T74">
                        <a:pos x="T4" y="T5"/>
                      </a:cxn>
                      <a:cxn ang="T75">
                        <a:pos x="T6" y="T7"/>
                      </a:cxn>
                      <a:cxn ang="T76">
                        <a:pos x="T8" y="T9"/>
                      </a:cxn>
                      <a:cxn ang="T77">
                        <a:pos x="T10" y="T11"/>
                      </a:cxn>
                      <a:cxn ang="T78">
                        <a:pos x="T12" y="T13"/>
                      </a:cxn>
                      <a:cxn ang="T79">
                        <a:pos x="T14" y="T15"/>
                      </a:cxn>
                      <a:cxn ang="T80">
                        <a:pos x="T16" y="T17"/>
                      </a:cxn>
                      <a:cxn ang="T81">
                        <a:pos x="T18" y="T19"/>
                      </a:cxn>
                      <a:cxn ang="T82">
                        <a:pos x="T20" y="T21"/>
                      </a:cxn>
                      <a:cxn ang="T83">
                        <a:pos x="T22" y="T23"/>
                      </a:cxn>
                      <a:cxn ang="T84">
                        <a:pos x="T24" y="T25"/>
                      </a:cxn>
                      <a:cxn ang="T85">
                        <a:pos x="T26" y="T27"/>
                      </a:cxn>
                      <a:cxn ang="T86">
                        <a:pos x="T28" y="T29"/>
                      </a:cxn>
                      <a:cxn ang="T87">
                        <a:pos x="T30" y="T31"/>
                      </a:cxn>
                      <a:cxn ang="T88">
                        <a:pos x="T32" y="T33"/>
                      </a:cxn>
                      <a:cxn ang="T89">
                        <a:pos x="T34" y="T35"/>
                      </a:cxn>
                      <a:cxn ang="T90">
                        <a:pos x="T36" y="T37"/>
                      </a:cxn>
                      <a:cxn ang="T91">
                        <a:pos x="T38" y="T39"/>
                      </a:cxn>
                      <a:cxn ang="T92">
                        <a:pos x="T40" y="T41"/>
                      </a:cxn>
                      <a:cxn ang="T93">
                        <a:pos x="T42" y="T43"/>
                      </a:cxn>
                      <a:cxn ang="T94">
                        <a:pos x="T44" y="T45"/>
                      </a:cxn>
                      <a:cxn ang="T95">
                        <a:pos x="T46" y="T47"/>
                      </a:cxn>
                      <a:cxn ang="T96">
                        <a:pos x="T48" y="T49"/>
                      </a:cxn>
                      <a:cxn ang="T97">
                        <a:pos x="T50" y="T51"/>
                      </a:cxn>
                      <a:cxn ang="T98">
                        <a:pos x="T52" y="T53"/>
                      </a:cxn>
                      <a:cxn ang="T99">
                        <a:pos x="T54" y="T55"/>
                      </a:cxn>
                      <a:cxn ang="T100">
                        <a:pos x="T56" y="T57"/>
                      </a:cxn>
                      <a:cxn ang="T101">
                        <a:pos x="T58" y="T59"/>
                      </a:cxn>
                      <a:cxn ang="T102">
                        <a:pos x="T60" y="T61"/>
                      </a:cxn>
                      <a:cxn ang="T103">
                        <a:pos x="T62" y="T63"/>
                      </a:cxn>
                      <a:cxn ang="T104">
                        <a:pos x="T64" y="T65"/>
                      </a:cxn>
                      <a:cxn ang="T105">
                        <a:pos x="T66" y="T67"/>
                      </a:cxn>
                      <a:cxn ang="T106">
                        <a:pos x="T68" y="T69"/>
                      </a:cxn>
                      <a:cxn ang="T107">
                        <a:pos x="T70" y="T71"/>
                      </a:cxn>
                    </a:cxnLst>
                    <a:rect l="0" t="0" r="r" b="b"/>
                    <a:pathLst>
                      <a:path w="693" h="696">
                        <a:moveTo>
                          <a:pt x="541" y="460"/>
                        </a:moveTo>
                        <a:lnTo>
                          <a:pt x="473" y="464"/>
                        </a:lnTo>
                        <a:lnTo>
                          <a:pt x="441" y="452"/>
                        </a:lnTo>
                        <a:lnTo>
                          <a:pt x="393" y="452"/>
                        </a:lnTo>
                        <a:cubicBezTo>
                          <a:pt x="365" y="448"/>
                          <a:pt x="360" y="444"/>
                          <a:pt x="337" y="436"/>
                        </a:cubicBezTo>
                        <a:cubicBezTo>
                          <a:pt x="336" y="432"/>
                          <a:pt x="330" y="413"/>
                          <a:pt x="325" y="412"/>
                        </a:cubicBezTo>
                        <a:cubicBezTo>
                          <a:pt x="317" y="411"/>
                          <a:pt x="301" y="420"/>
                          <a:pt x="301" y="420"/>
                        </a:cubicBezTo>
                        <a:cubicBezTo>
                          <a:pt x="289" y="412"/>
                          <a:pt x="277" y="408"/>
                          <a:pt x="265" y="400"/>
                        </a:cubicBezTo>
                        <a:cubicBezTo>
                          <a:pt x="252" y="380"/>
                          <a:pt x="256" y="356"/>
                          <a:pt x="233" y="348"/>
                        </a:cubicBezTo>
                        <a:cubicBezTo>
                          <a:pt x="217" y="372"/>
                          <a:pt x="221" y="392"/>
                          <a:pt x="237" y="416"/>
                        </a:cubicBezTo>
                        <a:cubicBezTo>
                          <a:pt x="234" y="428"/>
                          <a:pt x="228" y="445"/>
                          <a:pt x="237" y="444"/>
                        </a:cubicBezTo>
                        <a:cubicBezTo>
                          <a:pt x="247" y="443"/>
                          <a:pt x="261" y="428"/>
                          <a:pt x="261" y="428"/>
                        </a:cubicBezTo>
                        <a:cubicBezTo>
                          <a:pt x="258" y="450"/>
                          <a:pt x="243" y="475"/>
                          <a:pt x="269" y="484"/>
                        </a:cubicBezTo>
                        <a:cubicBezTo>
                          <a:pt x="277" y="479"/>
                          <a:pt x="288" y="476"/>
                          <a:pt x="293" y="468"/>
                        </a:cubicBezTo>
                        <a:cubicBezTo>
                          <a:pt x="302" y="454"/>
                          <a:pt x="303" y="446"/>
                          <a:pt x="317" y="436"/>
                        </a:cubicBezTo>
                        <a:cubicBezTo>
                          <a:pt x="315" y="448"/>
                          <a:pt x="306" y="467"/>
                          <a:pt x="321" y="476"/>
                        </a:cubicBezTo>
                        <a:cubicBezTo>
                          <a:pt x="328" y="480"/>
                          <a:pt x="345" y="484"/>
                          <a:pt x="345" y="484"/>
                        </a:cubicBezTo>
                        <a:cubicBezTo>
                          <a:pt x="382" y="472"/>
                          <a:pt x="347" y="527"/>
                          <a:pt x="333" y="536"/>
                        </a:cubicBezTo>
                        <a:cubicBezTo>
                          <a:pt x="330" y="540"/>
                          <a:pt x="329" y="545"/>
                          <a:pt x="325" y="548"/>
                        </a:cubicBezTo>
                        <a:cubicBezTo>
                          <a:pt x="322" y="551"/>
                          <a:pt x="316" y="549"/>
                          <a:pt x="313" y="552"/>
                        </a:cubicBezTo>
                        <a:cubicBezTo>
                          <a:pt x="300" y="565"/>
                          <a:pt x="320" y="575"/>
                          <a:pt x="293" y="584"/>
                        </a:cubicBezTo>
                        <a:cubicBezTo>
                          <a:pt x="286" y="595"/>
                          <a:pt x="272" y="610"/>
                          <a:pt x="261" y="616"/>
                        </a:cubicBezTo>
                        <a:cubicBezTo>
                          <a:pt x="254" y="620"/>
                          <a:pt x="245" y="621"/>
                          <a:pt x="237" y="624"/>
                        </a:cubicBezTo>
                        <a:cubicBezTo>
                          <a:pt x="233" y="625"/>
                          <a:pt x="225" y="628"/>
                          <a:pt x="225" y="628"/>
                        </a:cubicBezTo>
                        <a:cubicBezTo>
                          <a:pt x="215" y="659"/>
                          <a:pt x="212" y="652"/>
                          <a:pt x="173" y="656"/>
                        </a:cubicBezTo>
                        <a:cubicBezTo>
                          <a:pt x="140" y="667"/>
                          <a:pt x="132" y="687"/>
                          <a:pt x="97" y="696"/>
                        </a:cubicBezTo>
                        <a:cubicBezTo>
                          <a:pt x="77" y="691"/>
                          <a:pt x="75" y="687"/>
                          <a:pt x="81" y="668"/>
                        </a:cubicBezTo>
                        <a:cubicBezTo>
                          <a:pt x="77" y="646"/>
                          <a:pt x="72" y="639"/>
                          <a:pt x="77" y="616"/>
                        </a:cubicBezTo>
                        <a:cubicBezTo>
                          <a:pt x="73" y="598"/>
                          <a:pt x="71" y="587"/>
                          <a:pt x="61" y="572"/>
                        </a:cubicBezTo>
                        <a:cubicBezTo>
                          <a:pt x="58" y="551"/>
                          <a:pt x="51" y="543"/>
                          <a:pt x="45" y="524"/>
                        </a:cubicBezTo>
                        <a:cubicBezTo>
                          <a:pt x="52" y="502"/>
                          <a:pt x="58" y="496"/>
                          <a:pt x="49" y="472"/>
                        </a:cubicBezTo>
                        <a:cubicBezTo>
                          <a:pt x="46" y="463"/>
                          <a:pt x="33" y="448"/>
                          <a:pt x="33" y="448"/>
                        </a:cubicBezTo>
                        <a:cubicBezTo>
                          <a:pt x="42" y="422"/>
                          <a:pt x="42" y="408"/>
                          <a:pt x="33" y="380"/>
                        </a:cubicBezTo>
                        <a:cubicBezTo>
                          <a:pt x="49" y="369"/>
                          <a:pt x="48" y="362"/>
                          <a:pt x="53" y="344"/>
                        </a:cubicBezTo>
                        <a:cubicBezTo>
                          <a:pt x="47" y="327"/>
                          <a:pt x="49" y="308"/>
                          <a:pt x="33" y="332"/>
                        </a:cubicBezTo>
                        <a:cubicBezTo>
                          <a:pt x="40" y="353"/>
                          <a:pt x="29" y="374"/>
                          <a:pt x="17" y="392"/>
                        </a:cubicBezTo>
                        <a:cubicBezTo>
                          <a:pt x="6" y="360"/>
                          <a:pt x="10" y="340"/>
                          <a:pt x="13" y="304"/>
                        </a:cubicBezTo>
                        <a:cubicBezTo>
                          <a:pt x="44" y="314"/>
                          <a:pt x="54" y="289"/>
                          <a:pt x="81" y="280"/>
                        </a:cubicBezTo>
                        <a:cubicBezTo>
                          <a:pt x="94" y="261"/>
                          <a:pt x="85" y="242"/>
                          <a:pt x="105" y="228"/>
                        </a:cubicBezTo>
                        <a:cubicBezTo>
                          <a:pt x="108" y="220"/>
                          <a:pt x="110" y="212"/>
                          <a:pt x="113" y="204"/>
                        </a:cubicBezTo>
                        <a:cubicBezTo>
                          <a:pt x="116" y="196"/>
                          <a:pt x="89" y="196"/>
                          <a:pt x="89" y="196"/>
                        </a:cubicBezTo>
                        <a:cubicBezTo>
                          <a:pt x="81" y="221"/>
                          <a:pt x="58" y="211"/>
                          <a:pt x="37" y="204"/>
                        </a:cubicBezTo>
                        <a:cubicBezTo>
                          <a:pt x="33" y="207"/>
                          <a:pt x="30" y="213"/>
                          <a:pt x="25" y="212"/>
                        </a:cubicBezTo>
                        <a:cubicBezTo>
                          <a:pt x="16" y="210"/>
                          <a:pt x="1" y="196"/>
                          <a:pt x="1" y="196"/>
                        </a:cubicBezTo>
                        <a:cubicBezTo>
                          <a:pt x="4" y="186"/>
                          <a:pt x="4" y="174"/>
                          <a:pt x="9" y="164"/>
                        </a:cubicBezTo>
                        <a:cubicBezTo>
                          <a:pt x="13" y="155"/>
                          <a:pt x="25" y="140"/>
                          <a:pt x="25" y="140"/>
                        </a:cubicBezTo>
                        <a:cubicBezTo>
                          <a:pt x="0" y="132"/>
                          <a:pt x="25" y="128"/>
                          <a:pt x="37" y="124"/>
                        </a:cubicBezTo>
                        <a:cubicBezTo>
                          <a:pt x="58" y="131"/>
                          <a:pt x="75" y="116"/>
                          <a:pt x="97" y="112"/>
                        </a:cubicBezTo>
                        <a:cubicBezTo>
                          <a:pt x="135" y="87"/>
                          <a:pt x="159" y="122"/>
                          <a:pt x="197" y="132"/>
                        </a:cubicBezTo>
                        <a:cubicBezTo>
                          <a:pt x="205" y="129"/>
                          <a:pt x="213" y="127"/>
                          <a:pt x="221" y="124"/>
                        </a:cubicBezTo>
                        <a:cubicBezTo>
                          <a:pt x="225" y="123"/>
                          <a:pt x="226" y="147"/>
                          <a:pt x="233" y="120"/>
                        </a:cubicBezTo>
                        <a:lnTo>
                          <a:pt x="229" y="64"/>
                        </a:lnTo>
                        <a:lnTo>
                          <a:pt x="209" y="40"/>
                        </a:lnTo>
                        <a:cubicBezTo>
                          <a:pt x="243" y="21"/>
                          <a:pt x="240" y="21"/>
                          <a:pt x="261" y="0"/>
                        </a:cubicBezTo>
                        <a:cubicBezTo>
                          <a:pt x="297" y="16"/>
                          <a:pt x="333" y="32"/>
                          <a:pt x="369" y="48"/>
                        </a:cubicBezTo>
                        <a:cubicBezTo>
                          <a:pt x="373" y="50"/>
                          <a:pt x="361" y="44"/>
                          <a:pt x="357" y="44"/>
                        </a:cubicBezTo>
                        <a:cubicBezTo>
                          <a:pt x="349" y="45"/>
                          <a:pt x="333" y="52"/>
                          <a:pt x="333" y="52"/>
                        </a:cubicBezTo>
                        <a:cubicBezTo>
                          <a:pt x="322" y="68"/>
                          <a:pt x="318" y="71"/>
                          <a:pt x="329" y="88"/>
                        </a:cubicBezTo>
                        <a:cubicBezTo>
                          <a:pt x="308" y="119"/>
                          <a:pt x="323" y="118"/>
                          <a:pt x="333" y="148"/>
                        </a:cubicBezTo>
                        <a:cubicBezTo>
                          <a:pt x="320" y="157"/>
                          <a:pt x="314" y="167"/>
                          <a:pt x="301" y="176"/>
                        </a:cubicBezTo>
                        <a:cubicBezTo>
                          <a:pt x="306" y="213"/>
                          <a:pt x="303" y="213"/>
                          <a:pt x="337" y="220"/>
                        </a:cubicBezTo>
                        <a:cubicBezTo>
                          <a:pt x="358" y="216"/>
                          <a:pt x="368" y="214"/>
                          <a:pt x="361" y="192"/>
                        </a:cubicBezTo>
                        <a:cubicBezTo>
                          <a:pt x="362" y="177"/>
                          <a:pt x="362" y="162"/>
                          <a:pt x="365" y="148"/>
                        </a:cubicBezTo>
                        <a:cubicBezTo>
                          <a:pt x="366" y="143"/>
                          <a:pt x="369" y="133"/>
                          <a:pt x="373" y="136"/>
                        </a:cubicBezTo>
                        <a:cubicBezTo>
                          <a:pt x="379" y="140"/>
                          <a:pt x="376" y="149"/>
                          <a:pt x="377" y="156"/>
                        </a:cubicBezTo>
                        <a:cubicBezTo>
                          <a:pt x="404" y="147"/>
                          <a:pt x="409" y="116"/>
                          <a:pt x="417" y="92"/>
                        </a:cubicBezTo>
                        <a:cubicBezTo>
                          <a:pt x="422" y="76"/>
                          <a:pt x="453" y="74"/>
                          <a:pt x="465" y="72"/>
                        </a:cubicBezTo>
                        <a:cubicBezTo>
                          <a:pt x="472" y="92"/>
                          <a:pt x="477" y="93"/>
                          <a:pt x="497" y="88"/>
                        </a:cubicBezTo>
                        <a:cubicBezTo>
                          <a:pt x="512" y="78"/>
                          <a:pt x="515" y="74"/>
                          <a:pt x="509" y="56"/>
                        </a:cubicBezTo>
                        <a:cubicBezTo>
                          <a:pt x="523" y="46"/>
                          <a:pt x="517" y="46"/>
                          <a:pt x="529" y="52"/>
                        </a:cubicBezTo>
                        <a:lnTo>
                          <a:pt x="693" y="72"/>
                        </a:lnTo>
                        <a:lnTo>
                          <a:pt x="541" y="460"/>
                        </a:lnTo>
                        <a:close/>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US"/>
                  </a:p>
                </p:txBody>
              </p:sp>
              <p:sp>
                <p:nvSpPr>
                  <p:cNvPr id="1178" name="Freeform 62"/>
                  <p:cNvSpPr>
                    <a:spLocks/>
                  </p:cNvSpPr>
                  <p:nvPr/>
                </p:nvSpPr>
                <p:spPr bwMode="ltGray">
                  <a:xfrm>
                    <a:off x="1173" y="247"/>
                    <a:ext cx="591" cy="95"/>
                  </a:xfrm>
                  <a:custGeom>
                    <a:avLst/>
                    <a:gdLst>
                      <a:gd name="T0" fmla="*/ 524 w 931"/>
                      <a:gd name="T1" fmla="*/ 0 h 149"/>
                      <a:gd name="T2" fmla="*/ 91 w 931"/>
                      <a:gd name="T3" fmla="*/ 18 h 149"/>
                      <a:gd name="T4" fmla="*/ 58 w 931"/>
                      <a:gd name="T5" fmla="*/ 27 h 149"/>
                      <a:gd name="T6" fmla="*/ 39 w 931"/>
                      <a:gd name="T7" fmla="*/ 27 h 149"/>
                      <a:gd name="T8" fmla="*/ 14 w 931"/>
                      <a:gd name="T9" fmla="*/ 49 h 149"/>
                      <a:gd name="T10" fmla="*/ 0 w 931"/>
                      <a:gd name="T11" fmla="*/ 67 h 149"/>
                      <a:gd name="T12" fmla="*/ 37 w 931"/>
                      <a:gd name="T13" fmla="*/ 73 h 149"/>
                      <a:gd name="T14" fmla="*/ 62 w 931"/>
                      <a:gd name="T15" fmla="*/ 61 h 149"/>
                      <a:gd name="T16" fmla="*/ 69 w 931"/>
                      <a:gd name="T17" fmla="*/ 54 h 149"/>
                      <a:gd name="T18" fmla="*/ 106 w 931"/>
                      <a:gd name="T19" fmla="*/ 33 h 149"/>
                      <a:gd name="T20" fmla="*/ 136 w 931"/>
                      <a:gd name="T21" fmla="*/ 29 h 149"/>
                      <a:gd name="T22" fmla="*/ 150 w 931"/>
                      <a:gd name="T23" fmla="*/ 60 h 149"/>
                      <a:gd name="T24" fmla="*/ 119 w 931"/>
                      <a:gd name="T25" fmla="*/ 69 h 149"/>
                      <a:gd name="T26" fmla="*/ 147 w 931"/>
                      <a:gd name="T27" fmla="*/ 72 h 149"/>
                      <a:gd name="T28" fmla="*/ 159 w 931"/>
                      <a:gd name="T29" fmla="*/ 57 h 149"/>
                      <a:gd name="T30" fmla="*/ 169 w 931"/>
                      <a:gd name="T31" fmla="*/ 59 h 149"/>
                      <a:gd name="T32" fmla="*/ 161 w 931"/>
                      <a:gd name="T33" fmla="*/ 34 h 149"/>
                      <a:gd name="T34" fmla="*/ 169 w 931"/>
                      <a:gd name="T35" fmla="*/ 28 h 149"/>
                      <a:gd name="T36" fmla="*/ 176 w 931"/>
                      <a:gd name="T37" fmla="*/ 56 h 149"/>
                      <a:gd name="T38" fmla="*/ 169 w 931"/>
                      <a:gd name="T39" fmla="*/ 72 h 149"/>
                      <a:gd name="T40" fmla="*/ 188 w 931"/>
                      <a:gd name="T41" fmla="*/ 83 h 149"/>
                      <a:gd name="T42" fmla="*/ 190 w 931"/>
                      <a:gd name="T43" fmla="*/ 59 h 149"/>
                      <a:gd name="T44" fmla="*/ 210 w 931"/>
                      <a:gd name="T45" fmla="*/ 66 h 149"/>
                      <a:gd name="T46" fmla="*/ 242 w 931"/>
                      <a:gd name="T47" fmla="*/ 47 h 149"/>
                      <a:gd name="T48" fmla="*/ 260 w 931"/>
                      <a:gd name="T49" fmla="*/ 32 h 149"/>
                      <a:gd name="T50" fmla="*/ 279 w 931"/>
                      <a:gd name="T51" fmla="*/ 36 h 149"/>
                      <a:gd name="T52" fmla="*/ 289 w 931"/>
                      <a:gd name="T53" fmla="*/ 32 h 149"/>
                      <a:gd name="T54" fmla="*/ 274 w 931"/>
                      <a:gd name="T55" fmla="*/ 28 h 149"/>
                      <a:gd name="T56" fmla="*/ 301 w 931"/>
                      <a:gd name="T57" fmla="*/ 22 h 149"/>
                      <a:gd name="T58" fmla="*/ 345 w 931"/>
                      <a:gd name="T59" fmla="*/ 34 h 149"/>
                      <a:gd name="T60" fmla="*/ 369 w 931"/>
                      <a:gd name="T61" fmla="*/ 27 h 149"/>
                      <a:gd name="T62" fmla="*/ 371 w 931"/>
                      <a:gd name="T63" fmla="*/ 40 h 149"/>
                      <a:gd name="T64" fmla="*/ 361 w 931"/>
                      <a:gd name="T65" fmla="*/ 64 h 149"/>
                      <a:gd name="T66" fmla="*/ 388 w 931"/>
                      <a:gd name="T67" fmla="*/ 56 h 149"/>
                      <a:gd name="T68" fmla="*/ 396 w 931"/>
                      <a:gd name="T69" fmla="*/ 51 h 149"/>
                      <a:gd name="T70" fmla="*/ 411 w 931"/>
                      <a:gd name="T71" fmla="*/ 39 h 149"/>
                      <a:gd name="T72" fmla="*/ 504 w 931"/>
                      <a:gd name="T73" fmla="*/ 54 h 149"/>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Lst>
                    <a:ahLst/>
                    <a:cxnLst>
                      <a:cxn ang="T74">
                        <a:pos x="T0" y="T1"/>
                      </a:cxn>
                      <a:cxn ang="T75">
                        <a:pos x="T2" y="T3"/>
                      </a:cxn>
                      <a:cxn ang="T76">
                        <a:pos x="T4" y="T5"/>
                      </a:cxn>
                      <a:cxn ang="T77">
                        <a:pos x="T6" y="T7"/>
                      </a:cxn>
                      <a:cxn ang="T78">
                        <a:pos x="T8" y="T9"/>
                      </a:cxn>
                      <a:cxn ang="T79">
                        <a:pos x="T10" y="T11"/>
                      </a:cxn>
                      <a:cxn ang="T80">
                        <a:pos x="T12" y="T13"/>
                      </a:cxn>
                      <a:cxn ang="T81">
                        <a:pos x="T14" y="T15"/>
                      </a:cxn>
                      <a:cxn ang="T82">
                        <a:pos x="T16" y="T17"/>
                      </a:cxn>
                      <a:cxn ang="T83">
                        <a:pos x="T18" y="T19"/>
                      </a:cxn>
                      <a:cxn ang="T84">
                        <a:pos x="T20" y="T21"/>
                      </a:cxn>
                      <a:cxn ang="T85">
                        <a:pos x="T22" y="T23"/>
                      </a:cxn>
                      <a:cxn ang="T86">
                        <a:pos x="T24" y="T25"/>
                      </a:cxn>
                      <a:cxn ang="T87">
                        <a:pos x="T26" y="T27"/>
                      </a:cxn>
                      <a:cxn ang="T88">
                        <a:pos x="T28" y="T29"/>
                      </a:cxn>
                      <a:cxn ang="T89">
                        <a:pos x="T30" y="T31"/>
                      </a:cxn>
                      <a:cxn ang="T90">
                        <a:pos x="T32" y="T33"/>
                      </a:cxn>
                      <a:cxn ang="T91">
                        <a:pos x="T34" y="T35"/>
                      </a:cxn>
                      <a:cxn ang="T92">
                        <a:pos x="T36" y="T37"/>
                      </a:cxn>
                      <a:cxn ang="T93">
                        <a:pos x="T38" y="T39"/>
                      </a:cxn>
                      <a:cxn ang="T94">
                        <a:pos x="T40" y="T41"/>
                      </a:cxn>
                      <a:cxn ang="T95">
                        <a:pos x="T42" y="T43"/>
                      </a:cxn>
                      <a:cxn ang="T96">
                        <a:pos x="T44" y="T45"/>
                      </a:cxn>
                      <a:cxn ang="T97">
                        <a:pos x="T46" y="T47"/>
                      </a:cxn>
                      <a:cxn ang="T98">
                        <a:pos x="T48" y="T49"/>
                      </a:cxn>
                      <a:cxn ang="T99">
                        <a:pos x="T50" y="T51"/>
                      </a:cxn>
                      <a:cxn ang="T100">
                        <a:pos x="T52" y="T53"/>
                      </a:cxn>
                      <a:cxn ang="T101">
                        <a:pos x="T54" y="T55"/>
                      </a:cxn>
                      <a:cxn ang="T102">
                        <a:pos x="T56" y="T57"/>
                      </a:cxn>
                      <a:cxn ang="T103">
                        <a:pos x="T58" y="T59"/>
                      </a:cxn>
                      <a:cxn ang="T104">
                        <a:pos x="T60" y="T61"/>
                      </a:cxn>
                      <a:cxn ang="T105">
                        <a:pos x="T62" y="T63"/>
                      </a:cxn>
                      <a:cxn ang="T106">
                        <a:pos x="T64" y="T65"/>
                      </a:cxn>
                      <a:cxn ang="T107">
                        <a:pos x="T66" y="T67"/>
                      </a:cxn>
                      <a:cxn ang="T108">
                        <a:pos x="T68" y="T69"/>
                      </a:cxn>
                      <a:cxn ang="T109">
                        <a:pos x="T70" y="T71"/>
                      </a:cxn>
                      <a:cxn ang="T110">
                        <a:pos x="T72" y="T73"/>
                      </a:cxn>
                    </a:cxnLst>
                    <a:rect l="0" t="0" r="r" b="b"/>
                    <a:pathLst>
                      <a:path w="931" h="149">
                        <a:moveTo>
                          <a:pt x="794" y="84"/>
                        </a:moveTo>
                        <a:cubicBezTo>
                          <a:pt x="813" y="72"/>
                          <a:pt x="931" y="14"/>
                          <a:pt x="825" y="0"/>
                        </a:cubicBezTo>
                        <a:lnTo>
                          <a:pt x="159" y="0"/>
                        </a:lnTo>
                        <a:cubicBezTo>
                          <a:pt x="149" y="12"/>
                          <a:pt x="162" y="18"/>
                          <a:pt x="143" y="29"/>
                        </a:cubicBezTo>
                        <a:cubicBezTo>
                          <a:pt x="130" y="44"/>
                          <a:pt x="133" y="39"/>
                          <a:pt x="116" y="48"/>
                        </a:cubicBezTo>
                        <a:cubicBezTo>
                          <a:pt x="108" y="46"/>
                          <a:pt x="100" y="44"/>
                          <a:pt x="91" y="42"/>
                        </a:cubicBezTo>
                        <a:cubicBezTo>
                          <a:pt x="89" y="41"/>
                          <a:pt x="83" y="40"/>
                          <a:pt x="83" y="40"/>
                        </a:cubicBezTo>
                        <a:cubicBezTo>
                          <a:pt x="76" y="40"/>
                          <a:pt x="68" y="39"/>
                          <a:pt x="62" y="42"/>
                        </a:cubicBezTo>
                        <a:cubicBezTo>
                          <a:pt x="54" y="45"/>
                          <a:pt x="46" y="61"/>
                          <a:pt x="38" y="67"/>
                        </a:cubicBezTo>
                        <a:cubicBezTo>
                          <a:pt x="32" y="71"/>
                          <a:pt x="27" y="74"/>
                          <a:pt x="22" y="77"/>
                        </a:cubicBezTo>
                        <a:cubicBezTo>
                          <a:pt x="16" y="81"/>
                          <a:pt x="5" y="86"/>
                          <a:pt x="5" y="86"/>
                        </a:cubicBezTo>
                        <a:cubicBezTo>
                          <a:pt x="9" y="95"/>
                          <a:pt x="7" y="97"/>
                          <a:pt x="0" y="105"/>
                        </a:cubicBezTo>
                        <a:cubicBezTo>
                          <a:pt x="17" y="107"/>
                          <a:pt x="22" y="107"/>
                          <a:pt x="16" y="120"/>
                        </a:cubicBezTo>
                        <a:cubicBezTo>
                          <a:pt x="27" y="122"/>
                          <a:pt x="48" y="116"/>
                          <a:pt x="59" y="115"/>
                        </a:cubicBezTo>
                        <a:cubicBezTo>
                          <a:pt x="71" y="112"/>
                          <a:pt x="73" y="117"/>
                          <a:pt x="83" y="111"/>
                        </a:cubicBezTo>
                        <a:cubicBezTo>
                          <a:pt x="89" y="96"/>
                          <a:pt x="83" y="100"/>
                          <a:pt x="97" y="96"/>
                        </a:cubicBezTo>
                        <a:cubicBezTo>
                          <a:pt x="100" y="94"/>
                          <a:pt x="103" y="93"/>
                          <a:pt x="105" y="90"/>
                        </a:cubicBezTo>
                        <a:cubicBezTo>
                          <a:pt x="106" y="88"/>
                          <a:pt x="106" y="85"/>
                          <a:pt x="108" y="84"/>
                        </a:cubicBezTo>
                        <a:cubicBezTo>
                          <a:pt x="112" y="80"/>
                          <a:pt x="140" y="69"/>
                          <a:pt x="148" y="67"/>
                        </a:cubicBezTo>
                        <a:cubicBezTo>
                          <a:pt x="160" y="52"/>
                          <a:pt x="153" y="56"/>
                          <a:pt x="167" y="52"/>
                        </a:cubicBezTo>
                        <a:cubicBezTo>
                          <a:pt x="178" y="55"/>
                          <a:pt x="179" y="62"/>
                          <a:pt x="191" y="58"/>
                        </a:cubicBezTo>
                        <a:cubicBezTo>
                          <a:pt x="199" y="52"/>
                          <a:pt x="206" y="51"/>
                          <a:pt x="215" y="46"/>
                        </a:cubicBezTo>
                        <a:cubicBezTo>
                          <a:pt x="226" y="58"/>
                          <a:pt x="217" y="46"/>
                          <a:pt x="223" y="69"/>
                        </a:cubicBezTo>
                        <a:cubicBezTo>
                          <a:pt x="226" y="79"/>
                          <a:pt x="233" y="85"/>
                          <a:pt x="237" y="94"/>
                        </a:cubicBezTo>
                        <a:cubicBezTo>
                          <a:pt x="227" y="100"/>
                          <a:pt x="229" y="104"/>
                          <a:pt x="218" y="107"/>
                        </a:cubicBezTo>
                        <a:cubicBezTo>
                          <a:pt x="207" y="120"/>
                          <a:pt x="203" y="113"/>
                          <a:pt x="188" y="109"/>
                        </a:cubicBezTo>
                        <a:cubicBezTo>
                          <a:pt x="191" y="117"/>
                          <a:pt x="200" y="127"/>
                          <a:pt x="210" y="132"/>
                        </a:cubicBezTo>
                        <a:cubicBezTo>
                          <a:pt x="218" y="114"/>
                          <a:pt x="211" y="122"/>
                          <a:pt x="231" y="113"/>
                        </a:cubicBezTo>
                        <a:cubicBezTo>
                          <a:pt x="237" y="111"/>
                          <a:pt x="248" y="105"/>
                          <a:pt x="248" y="105"/>
                        </a:cubicBezTo>
                        <a:cubicBezTo>
                          <a:pt x="248" y="100"/>
                          <a:pt x="246" y="94"/>
                          <a:pt x="250" y="90"/>
                        </a:cubicBezTo>
                        <a:cubicBezTo>
                          <a:pt x="253" y="88"/>
                          <a:pt x="254" y="96"/>
                          <a:pt x="258" y="96"/>
                        </a:cubicBezTo>
                        <a:cubicBezTo>
                          <a:pt x="262" y="97"/>
                          <a:pt x="264" y="94"/>
                          <a:pt x="266" y="92"/>
                        </a:cubicBezTo>
                        <a:cubicBezTo>
                          <a:pt x="262" y="82"/>
                          <a:pt x="252" y="77"/>
                          <a:pt x="248" y="67"/>
                        </a:cubicBezTo>
                        <a:cubicBezTo>
                          <a:pt x="250" y="63"/>
                          <a:pt x="255" y="58"/>
                          <a:pt x="253" y="54"/>
                        </a:cubicBezTo>
                        <a:cubicBezTo>
                          <a:pt x="251" y="50"/>
                          <a:pt x="248" y="42"/>
                          <a:pt x="248" y="42"/>
                        </a:cubicBezTo>
                        <a:cubicBezTo>
                          <a:pt x="256" y="32"/>
                          <a:pt x="259" y="35"/>
                          <a:pt x="266" y="44"/>
                        </a:cubicBezTo>
                        <a:cubicBezTo>
                          <a:pt x="270" y="56"/>
                          <a:pt x="276" y="61"/>
                          <a:pt x="285" y="71"/>
                        </a:cubicBezTo>
                        <a:cubicBezTo>
                          <a:pt x="281" y="81"/>
                          <a:pt x="289" y="82"/>
                          <a:pt x="277" y="88"/>
                        </a:cubicBezTo>
                        <a:cubicBezTo>
                          <a:pt x="262" y="106"/>
                          <a:pt x="278" y="83"/>
                          <a:pt x="274" y="101"/>
                        </a:cubicBezTo>
                        <a:cubicBezTo>
                          <a:pt x="274" y="105"/>
                          <a:pt x="268" y="109"/>
                          <a:pt x="266" y="113"/>
                        </a:cubicBezTo>
                        <a:cubicBezTo>
                          <a:pt x="270" y="122"/>
                          <a:pt x="268" y="125"/>
                          <a:pt x="261" y="132"/>
                        </a:cubicBezTo>
                        <a:cubicBezTo>
                          <a:pt x="268" y="149"/>
                          <a:pt x="282" y="134"/>
                          <a:pt x="296" y="130"/>
                        </a:cubicBezTo>
                        <a:cubicBezTo>
                          <a:pt x="299" y="122"/>
                          <a:pt x="295" y="119"/>
                          <a:pt x="299" y="111"/>
                        </a:cubicBezTo>
                        <a:cubicBezTo>
                          <a:pt x="296" y="105"/>
                          <a:pt x="288" y="97"/>
                          <a:pt x="299" y="92"/>
                        </a:cubicBezTo>
                        <a:cubicBezTo>
                          <a:pt x="303" y="90"/>
                          <a:pt x="315" y="88"/>
                          <a:pt x="315" y="88"/>
                        </a:cubicBezTo>
                        <a:cubicBezTo>
                          <a:pt x="326" y="91"/>
                          <a:pt x="325" y="95"/>
                          <a:pt x="331" y="103"/>
                        </a:cubicBezTo>
                        <a:cubicBezTo>
                          <a:pt x="339" y="84"/>
                          <a:pt x="331" y="90"/>
                          <a:pt x="361" y="92"/>
                        </a:cubicBezTo>
                        <a:cubicBezTo>
                          <a:pt x="355" y="76"/>
                          <a:pt x="365" y="76"/>
                          <a:pt x="382" y="73"/>
                        </a:cubicBezTo>
                        <a:cubicBezTo>
                          <a:pt x="383" y="71"/>
                          <a:pt x="387" y="57"/>
                          <a:pt x="393" y="54"/>
                        </a:cubicBezTo>
                        <a:cubicBezTo>
                          <a:pt x="398" y="52"/>
                          <a:pt x="409" y="50"/>
                          <a:pt x="409" y="50"/>
                        </a:cubicBezTo>
                        <a:cubicBezTo>
                          <a:pt x="430" y="54"/>
                          <a:pt x="413" y="58"/>
                          <a:pt x="431" y="63"/>
                        </a:cubicBezTo>
                        <a:cubicBezTo>
                          <a:pt x="433" y="61"/>
                          <a:pt x="435" y="57"/>
                          <a:pt x="439" y="56"/>
                        </a:cubicBezTo>
                        <a:cubicBezTo>
                          <a:pt x="445" y="55"/>
                          <a:pt x="452" y="61"/>
                          <a:pt x="457" y="58"/>
                        </a:cubicBezTo>
                        <a:cubicBezTo>
                          <a:pt x="461" y="57"/>
                          <a:pt x="457" y="52"/>
                          <a:pt x="455" y="50"/>
                        </a:cubicBezTo>
                        <a:cubicBezTo>
                          <a:pt x="451" y="47"/>
                          <a:pt x="444" y="47"/>
                          <a:pt x="439" y="46"/>
                        </a:cubicBezTo>
                        <a:cubicBezTo>
                          <a:pt x="436" y="45"/>
                          <a:pt x="431" y="44"/>
                          <a:pt x="431" y="44"/>
                        </a:cubicBezTo>
                        <a:cubicBezTo>
                          <a:pt x="440" y="38"/>
                          <a:pt x="443" y="36"/>
                          <a:pt x="455" y="40"/>
                        </a:cubicBezTo>
                        <a:cubicBezTo>
                          <a:pt x="461" y="38"/>
                          <a:pt x="467" y="35"/>
                          <a:pt x="474" y="35"/>
                        </a:cubicBezTo>
                        <a:cubicBezTo>
                          <a:pt x="483" y="36"/>
                          <a:pt x="511" y="43"/>
                          <a:pt x="519" y="46"/>
                        </a:cubicBezTo>
                        <a:cubicBezTo>
                          <a:pt x="527" y="49"/>
                          <a:pt x="544" y="54"/>
                          <a:pt x="544" y="54"/>
                        </a:cubicBezTo>
                        <a:cubicBezTo>
                          <a:pt x="548" y="54"/>
                          <a:pt x="560" y="52"/>
                          <a:pt x="565" y="50"/>
                        </a:cubicBezTo>
                        <a:cubicBezTo>
                          <a:pt x="570" y="47"/>
                          <a:pt x="581" y="42"/>
                          <a:pt x="581" y="42"/>
                        </a:cubicBezTo>
                        <a:cubicBezTo>
                          <a:pt x="585" y="42"/>
                          <a:pt x="598" y="44"/>
                          <a:pt x="600" y="48"/>
                        </a:cubicBezTo>
                        <a:cubicBezTo>
                          <a:pt x="603" y="55"/>
                          <a:pt x="589" y="61"/>
                          <a:pt x="584" y="63"/>
                        </a:cubicBezTo>
                        <a:cubicBezTo>
                          <a:pt x="576" y="69"/>
                          <a:pt x="568" y="69"/>
                          <a:pt x="565" y="77"/>
                        </a:cubicBezTo>
                        <a:cubicBezTo>
                          <a:pt x="568" y="86"/>
                          <a:pt x="564" y="92"/>
                          <a:pt x="568" y="101"/>
                        </a:cubicBezTo>
                        <a:cubicBezTo>
                          <a:pt x="574" y="93"/>
                          <a:pt x="577" y="91"/>
                          <a:pt x="589" y="94"/>
                        </a:cubicBezTo>
                        <a:cubicBezTo>
                          <a:pt x="595" y="108"/>
                          <a:pt x="602" y="93"/>
                          <a:pt x="611" y="88"/>
                        </a:cubicBezTo>
                        <a:cubicBezTo>
                          <a:pt x="613" y="86"/>
                          <a:pt x="613" y="83"/>
                          <a:pt x="616" y="82"/>
                        </a:cubicBezTo>
                        <a:cubicBezTo>
                          <a:pt x="618" y="80"/>
                          <a:pt x="622" y="81"/>
                          <a:pt x="624" y="80"/>
                        </a:cubicBezTo>
                        <a:cubicBezTo>
                          <a:pt x="626" y="78"/>
                          <a:pt x="626" y="75"/>
                          <a:pt x="627" y="73"/>
                        </a:cubicBezTo>
                        <a:cubicBezTo>
                          <a:pt x="632" y="65"/>
                          <a:pt x="638" y="63"/>
                          <a:pt x="648" y="61"/>
                        </a:cubicBezTo>
                        <a:cubicBezTo>
                          <a:pt x="664" y="62"/>
                          <a:pt x="684" y="69"/>
                          <a:pt x="700" y="69"/>
                        </a:cubicBezTo>
                        <a:lnTo>
                          <a:pt x="794" y="84"/>
                        </a:lnTo>
                        <a:close/>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US"/>
                  </a:p>
                </p:txBody>
              </p:sp>
              <p:sp>
                <p:nvSpPr>
                  <p:cNvPr id="1179" name="Freeform 63"/>
                  <p:cNvSpPr>
                    <a:spLocks/>
                  </p:cNvSpPr>
                  <p:nvPr/>
                </p:nvSpPr>
                <p:spPr bwMode="ltGray">
                  <a:xfrm>
                    <a:off x="1293" y="282"/>
                    <a:ext cx="13" cy="10"/>
                  </a:xfrm>
                  <a:custGeom>
                    <a:avLst/>
                    <a:gdLst>
                      <a:gd name="T0" fmla="*/ 1 w 31"/>
                      <a:gd name="T1" fmla="*/ 9 h 30"/>
                      <a:gd name="T2" fmla="*/ 13 w 31"/>
                      <a:gd name="T3" fmla="*/ 0 h 30"/>
                      <a:gd name="T4" fmla="*/ 8 w 31"/>
                      <a:gd name="T5" fmla="*/ 8 h 30"/>
                      <a:gd name="T6" fmla="*/ 1 w 31"/>
                      <a:gd name="T7" fmla="*/ 9 h 30"/>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31" h="30">
                        <a:moveTo>
                          <a:pt x="3" y="28"/>
                        </a:moveTo>
                        <a:cubicBezTo>
                          <a:pt x="8" y="8"/>
                          <a:pt x="12" y="6"/>
                          <a:pt x="31" y="0"/>
                        </a:cubicBezTo>
                        <a:cubicBezTo>
                          <a:pt x="29" y="5"/>
                          <a:pt x="25" y="22"/>
                          <a:pt x="19" y="24"/>
                        </a:cubicBezTo>
                        <a:cubicBezTo>
                          <a:pt x="0" y="30"/>
                          <a:pt x="3" y="9"/>
                          <a:pt x="3" y="28"/>
                        </a:cubicBezTo>
                        <a:close/>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US"/>
                  </a:p>
                </p:txBody>
              </p:sp>
              <p:sp>
                <p:nvSpPr>
                  <p:cNvPr id="1180" name="Freeform 64"/>
                  <p:cNvSpPr>
                    <a:spLocks/>
                  </p:cNvSpPr>
                  <p:nvPr/>
                </p:nvSpPr>
                <p:spPr bwMode="ltGray">
                  <a:xfrm>
                    <a:off x="1278" y="296"/>
                    <a:ext cx="19" cy="11"/>
                  </a:xfrm>
                  <a:custGeom>
                    <a:avLst/>
                    <a:gdLst>
                      <a:gd name="T0" fmla="*/ 3 w 44"/>
                      <a:gd name="T1" fmla="*/ 11 h 32"/>
                      <a:gd name="T2" fmla="*/ 10 w 44"/>
                      <a:gd name="T3" fmla="*/ 0 h 32"/>
                      <a:gd name="T4" fmla="*/ 16 w 44"/>
                      <a:gd name="T5" fmla="*/ 1 h 32"/>
                      <a:gd name="T6" fmla="*/ 3 w 44"/>
                      <a:gd name="T7" fmla="*/ 11 h 32"/>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44" h="32">
                        <a:moveTo>
                          <a:pt x="6" y="32"/>
                        </a:moveTo>
                        <a:cubicBezTo>
                          <a:pt x="0" y="14"/>
                          <a:pt x="7" y="10"/>
                          <a:pt x="22" y="0"/>
                        </a:cubicBezTo>
                        <a:cubicBezTo>
                          <a:pt x="27" y="1"/>
                          <a:pt x="35" y="0"/>
                          <a:pt x="38" y="4"/>
                        </a:cubicBezTo>
                        <a:cubicBezTo>
                          <a:pt x="44" y="13"/>
                          <a:pt x="16" y="32"/>
                          <a:pt x="6" y="32"/>
                        </a:cubicBezTo>
                        <a:close/>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US"/>
                  </a:p>
                </p:txBody>
              </p:sp>
              <p:sp>
                <p:nvSpPr>
                  <p:cNvPr id="1181" name="Freeform 65"/>
                  <p:cNvSpPr>
                    <a:spLocks/>
                  </p:cNvSpPr>
                  <p:nvPr/>
                </p:nvSpPr>
                <p:spPr bwMode="ltGray">
                  <a:xfrm>
                    <a:off x="1340" y="337"/>
                    <a:ext cx="32" cy="6"/>
                  </a:xfrm>
                  <a:custGeom>
                    <a:avLst/>
                    <a:gdLst>
                      <a:gd name="T0" fmla="*/ 16 w 76"/>
                      <a:gd name="T1" fmla="*/ 6 h 18"/>
                      <a:gd name="T2" fmla="*/ 11 w 76"/>
                      <a:gd name="T3" fmla="*/ 1 h 18"/>
                      <a:gd name="T4" fmla="*/ 16 w 76"/>
                      <a:gd name="T5" fmla="*/ 6 h 18"/>
                      <a:gd name="T6" fmla="*/ 0 60000 65536"/>
                      <a:gd name="T7" fmla="*/ 0 60000 65536"/>
                      <a:gd name="T8" fmla="*/ 0 60000 65536"/>
                    </a:gdLst>
                    <a:ahLst/>
                    <a:cxnLst>
                      <a:cxn ang="T6">
                        <a:pos x="T0" y="T1"/>
                      </a:cxn>
                      <a:cxn ang="T7">
                        <a:pos x="T2" y="T3"/>
                      </a:cxn>
                      <a:cxn ang="T8">
                        <a:pos x="T4" y="T5"/>
                      </a:cxn>
                    </a:cxnLst>
                    <a:rect l="0" t="0" r="r" b="b"/>
                    <a:pathLst>
                      <a:path w="76" h="18">
                        <a:moveTo>
                          <a:pt x="37" y="18"/>
                        </a:moveTo>
                        <a:cubicBezTo>
                          <a:pt x="25" y="14"/>
                          <a:pt x="0" y="10"/>
                          <a:pt x="25" y="2"/>
                        </a:cubicBezTo>
                        <a:cubicBezTo>
                          <a:pt x="76" y="9"/>
                          <a:pt x="46" y="0"/>
                          <a:pt x="37" y="18"/>
                        </a:cubicBezTo>
                        <a:close/>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US"/>
                  </a:p>
                </p:txBody>
              </p:sp>
              <p:sp>
                <p:nvSpPr>
                  <p:cNvPr id="1182" name="Freeform 66"/>
                  <p:cNvSpPr>
                    <a:spLocks/>
                  </p:cNvSpPr>
                  <p:nvPr/>
                </p:nvSpPr>
                <p:spPr bwMode="ltGray">
                  <a:xfrm>
                    <a:off x="1395" y="336"/>
                    <a:ext cx="18" cy="15"/>
                  </a:xfrm>
                  <a:custGeom>
                    <a:avLst/>
                    <a:gdLst>
                      <a:gd name="T0" fmla="*/ 0 w 42"/>
                      <a:gd name="T1" fmla="*/ 7 h 44"/>
                      <a:gd name="T2" fmla="*/ 5 w 42"/>
                      <a:gd name="T3" fmla="*/ 3 h 44"/>
                      <a:gd name="T4" fmla="*/ 0 w 42"/>
                      <a:gd name="T5" fmla="*/ 7 h 44"/>
                      <a:gd name="T6" fmla="*/ 0 60000 65536"/>
                      <a:gd name="T7" fmla="*/ 0 60000 65536"/>
                      <a:gd name="T8" fmla="*/ 0 60000 65536"/>
                    </a:gdLst>
                    <a:ahLst/>
                    <a:cxnLst>
                      <a:cxn ang="T6">
                        <a:pos x="T0" y="T1"/>
                      </a:cxn>
                      <a:cxn ang="T7">
                        <a:pos x="T2" y="T3"/>
                      </a:cxn>
                      <a:cxn ang="T8">
                        <a:pos x="T4" y="T5"/>
                      </a:cxn>
                    </a:cxnLst>
                    <a:rect l="0" t="0" r="r" b="b"/>
                    <a:pathLst>
                      <a:path w="42" h="44">
                        <a:moveTo>
                          <a:pt x="0" y="21"/>
                        </a:moveTo>
                        <a:cubicBezTo>
                          <a:pt x="4" y="17"/>
                          <a:pt x="7" y="11"/>
                          <a:pt x="12" y="9"/>
                        </a:cubicBezTo>
                        <a:cubicBezTo>
                          <a:pt x="42" y="0"/>
                          <a:pt x="23" y="44"/>
                          <a:pt x="0" y="21"/>
                        </a:cubicBezTo>
                        <a:close/>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US"/>
                  </a:p>
                </p:txBody>
              </p:sp>
              <p:sp>
                <p:nvSpPr>
                  <p:cNvPr id="1183" name="Freeform 67"/>
                  <p:cNvSpPr>
                    <a:spLocks/>
                  </p:cNvSpPr>
                  <p:nvPr/>
                </p:nvSpPr>
                <p:spPr bwMode="ltGray">
                  <a:xfrm>
                    <a:off x="1248" y="295"/>
                    <a:ext cx="14" cy="10"/>
                  </a:xfrm>
                  <a:custGeom>
                    <a:avLst/>
                    <a:gdLst>
                      <a:gd name="T0" fmla="*/ 3 w 31"/>
                      <a:gd name="T1" fmla="*/ 7 h 30"/>
                      <a:gd name="T2" fmla="*/ 14 w 31"/>
                      <a:gd name="T3" fmla="*/ 3 h 30"/>
                      <a:gd name="T4" fmla="*/ 3 w 31"/>
                      <a:gd name="T5" fmla="*/ 7 h 30"/>
                      <a:gd name="T6" fmla="*/ 0 60000 65536"/>
                      <a:gd name="T7" fmla="*/ 0 60000 65536"/>
                      <a:gd name="T8" fmla="*/ 0 60000 65536"/>
                    </a:gdLst>
                    <a:ahLst/>
                    <a:cxnLst>
                      <a:cxn ang="T6">
                        <a:pos x="T0" y="T1"/>
                      </a:cxn>
                      <a:cxn ang="T7">
                        <a:pos x="T2" y="T3"/>
                      </a:cxn>
                      <a:cxn ang="T8">
                        <a:pos x="T4" y="T5"/>
                      </a:cxn>
                    </a:cxnLst>
                    <a:rect l="0" t="0" r="r" b="b"/>
                    <a:pathLst>
                      <a:path w="31" h="30">
                        <a:moveTo>
                          <a:pt x="7" y="22"/>
                        </a:moveTo>
                        <a:cubicBezTo>
                          <a:pt x="0" y="0"/>
                          <a:pt x="15" y="6"/>
                          <a:pt x="31" y="10"/>
                        </a:cubicBezTo>
                        <a:cubicBezTo>
                          <a:pt x="14" y="16"/>
                          <a:pt x="15" y="30"/>
                          <a:pt x="7" y="22"/>
                        </a:cubicBezTo>
                        <a:close/>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US"/>
                  </a:p>
                </p:txBody>
              </p:sp>
            </p:grpSp>
            <p:grpSp>
              <p:nvGrpSpPr>
                <p:cNvPr id="1085" name="Group 68"/>
                <p:cNvGrpSpPr>
                  <a:grpSpLocks/>
                </p:cNvGrpSpPr>
                <p:nvPr/>
              </p:nvGrpSpPr>
              <p:grpSpPr bwMode="auto">
                <a:xfrm>
                  <a:off x="3709" y="240"/>
                  <a:ext cx="1139" cy="429"/>
                  <a:chOff x="3709" y="240"/>
                  <a:chExt cx="1139" cy="429"/>
                </a:xfrm>
              </p:grpSpPr>
              <p:sp>
                <p:nvSpPr>
                  <p:cNvPr id="1086" name="Freeform 69"/>
                  <p:cNvSpPr>
                    <a:spLocks/>
                  </p:cNvSpPr>
                  <p:nvPr/>
                </p:nvSpPr>
                <p:spPr bwMode="ltGray">
                  <a:xfrm>
                    <a:off x="4808" y="616"/>
                    <a:ext cx="13" cy="14"/>
                  </a:xfrm>
                  <a:custGeom>
                    <a:avLst/>
                    <a:gdLst>
                      <a:gd name="T0" fmla="*/ 7 w 30"/>
                      <a:gd name="T1" fmla="*/ 11 h 42"/>
                      <a:gd name="T2" fmla="*/ 3 w 30"/>
                      <a:gd name="T3" fmla="*/ 7 h 42"/>
                      <a:gd name="T4" fmla="*/ 0 w 30"/>
                      <a:gd name="T5" fmla="*/ 3 h 42"/>
                      <a:gd name="T6" fmla="*/ 7 w 30"/>
                      <a:gd name="T7" fmla="*/ 1 h 42"/>
                      <a:gd name="T8" fmla="*/ 13 w 30"/>
                      <a:gd name="T9" fmla="*/ 8 h 42"/>
                      <a:gd name="T10" fmla="*/ 12 w 30"/>
                      <a:gd name="T11" fmla="*/ 10 h 42"/>
                      <a:gd name="T12" fmla="*/ 7 w 30"/>
                      <a:gd name="T13" fmla="*/ 11 h 42"/>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30" h="42">
                        <a:moveTo>
                          <a:pt x="16" y="33"/>
                        </a:moveTo>
                        <a:cubicBezTo>
                          <a:pt x="3" y="20"/>
                          <a:pt x="15" y="34"/>
                          <a:pt x="8" y="21"/>
                        </a:cubicBezTo>
                        <a:cubicBezTo>
                          <a:pt x="6" y="17"/>
                          <a:pt x="0" y="9"/>
                          <a:pt x="0" y="9"/>
                        </a:cubicBezTo>
                        <a:cubicBezTo>
                          <a:pt x="5" y="1"/>
                          <a:pt x="7" y="0"/>
                          <a:pt x="16" y="3"/>
                        </a:cubicBezTo>
                        <a:cubicBezTo>
                          <a:pt x="25" y="16"/>
                          <a:pt x="10" y="16"/>
                          <a:pt x="30" y="23"/>
                        </a:cubicBezTo>
                        <a:cubicBezTo>
                          <a:pt x="29" y="26"/>
                          <a:pt x="30" y="29"/>
                          <a:pt x="28" y="31"/>
                        </a:cubicBezTo>
                        <a:cubicBezTo>
                          <a:pt x="15" y="42"/>
                          <a:pt x="16" y="38"/>
                          <a:pt x="16" y="33"/>
                        </a:cubicBezTo>
                        <a:close/>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US"/>
                  </a:p>
                </p:txBody>
              </p:sp>
              <p:sp>
                <p:nvSpPr>
                  <p:cNvPr id="1087" name="Freeform 70"/>
                  <p:cNvSpPr>
                    <a:spLocks/>
                  </p:cNvSpPr>
                  <p:nvPr/>
                </p:nvSpPr>
                <p:spPr bwMode="ltGray">
                  <a:xfrm>
                    <a:off x="4655" y="629"/>
                    <a:ext cx="11" cy="5"/>
                  </a:xfrm>
                  <a:custGeom>
                    <a:avLst/>
                    <a:gdLst>
                      <a:gd name="T0" fmla="*/ 7 w 25"/>
                      <a:gd name="T1" fmla="*/ 5 h 16"/>
                      <a:gd name="T2" fmla="*/ 1 w 25"/>
                      <a:gd name="T3" fmla="*/ 3 h 16"/>
                      <a:gd name="T4" fmla="*/ 7 w 25"/>
                      <a:gd name="T5" fmla="*/ 0 h 16"/>
                      <a:gd name="T6" fmla="*/ 7 w 25"/>
                      <a:gd name="T7" fmla="*/ 5 h 16"/>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25" h="16">
                        <a:moveTo>
                          <a:pt x="15" y="16"/>
                        </a:moveTo>
                        <a:cubicBezTo>
                          <a:pt x="10" y="15"/>
                          <a:pt x="0" y="12"/>
                          <a:pt x="3" y="8"/>
                        </a:cubicBezTo>
                        <a:cubicBezTo>
                          <a:pt x="6" y="4"/>
                          <a:pt x="15" y="0"/>
                          <a:pt x="15" y="0"/>
                        </a:cubicBezTo>
                        <a:cubicBezTo>
                          <a:pt x="17" y="3"/>
                          <a:pt x="25" y="16"/>
                          <a:pt x="15" y="16"/>
                        </a:cubicBezTo>
                        <a:close/>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US"/>
                  </a:p>
                </p:txBody>
              </p:sp>
              <p:sp>
                <p:nvSpPr>
                  <p:cNvPr id="1088" name="Freeform 71"/>
                  <p:cNvSpPr>
                    <a:spLocks/>
                  </p:cNvSpPr>
                  <p:nvPr/>
                </p:nvSpPr>
                <p:spPr bwMode="ltGray">
                  <a:xfrm>
                    <a:off x="4609" y="635"/>
                    <a:ext cx="28" cy="16"/>
                  </a:xfrm>
                  <a:custGeom>
                    <a:avLst/>
                    <a:gdLst>
                      <a:gd name="T0" fmla="*/ 6 w 65"/>
                      <a:gd name="T1" fmla="*/ 8 h 46"/>
                      <a:gd name="T2" fmla="*/ 13 w 65"/>
                      <a:gd name="T3" fmla="*/ 1 h 46"/>
                      <a:gd name="T4" fmla="*/ 18 w 65"/>
                      <a:gd name="T5" fmla="*/ 0 h 46"/>
                      <a:gd name="T6" fmla="*/ 25 w 65"/>
                      <a:gd name="T7" fmla="*/ 4 h 46"/>
                      <a:gd name="T8" fmla="*/ 14 w 65"/>
                      <a:gd name="T9" fmla="*/ 9 h 46"/>
                      <a:gd name="T10" fmla="*/ 5 w 65"/>
                      <a:gd name="T11" fmla="*/ 16 h 46"/>
                      <a:gd name="T12" fmla="*/ 3 w 65"/>
                      <a:gd name="T13" fmla="*/ 7 h 46"/>
                      <a:gd name="T14" fmla="*/ 5 w 65"/>
                      <a:gd name="T15" fmla="*/ 5 h 46"/>
                      <a:gd name="T16" fmla="*/ 6 w 65"/>
                      <a:gd name="T17" fmla="*/ 8 h 46"/>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0" t="0" r="r" b="b"/>
                    <a:pathLst>
                      <a:path w="65" h="46">
                        <a:moveTo>
                          <a:pt x="14" y="24"/>
                        </a:moveTo>
                        <a:cubicBezTo>
                          <a:pt x="18" y="13"/>
                          <a:pt x="16" y="9"/>
                          <a:pt x="30" y="4"/>
                        </a:cubicBezTo>
                        <a:cubicBezTo>
                          <a:pt x="34" y="3"/>
                          <a:pt x="42" y="0"/>
                          <a:pt x="42" y="0"/>
                        </a:cubicBezTo>
                        <a:cubicBezTo>
                          <a:pt x="50" y="1"/>
                          <a:pt x="65" y="0"/>
                          <a:pt x="58" y="12"/>
                        </a:cubicBezTo>
                        <a:cubicBezTo>
                          <a:pt x="53" y="21"/>
                          <a:pt x="40" y="21"/>
                          <a:pt x="32" y="26"/>
                        </a:cubicBezTo>
                        <a:cubicBezTo>
                          <a:pt x="26" y="35"/>
                          <a:pt x="23" y="42"/>
                          <a:pt x="12" y="46"/>
                        </a:cubicBezTo>
                        <a:cubicBezTo>
                          <a:pt x="0" y="42"/>
                          <a:pt x="5" y="30"/>
                          <a:pt x="8" y="20"/>
                        </a:cubicBezTo>
                        <a:cubicBezTo>
                          <a:pt x="9" y="18"/>
                          <a:pt x="10" y="13"/>
                          <a:pt x="12" y="14"/>
                        </a:cubicBezTo>
                        <a:cubicBezTo>
                          <a:pt x="15" y="16"/>
                          <a:pt x="13" y="21"/>
                          <a:pt x="14" y="24"/>
                        </a:cubicBezTo>
                        <a:close/>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US"/>
                  </a:p>
                </p:txBody>
              </p:sp>
              <p:sp>
                <p:nvSpPr>
                  <p:cNvPr id="1089" name="Freeform 72"/>
                  <p:cNvSpPr>
                    <a:spLocks/>
                  </p:cNvSpPr>
                  <p:nvPr/>
                </p:nvSpPr>
                <p:spPr bwMode="ltGray">
                  <a:xfrm>
                    <a:off x="4580" y="634"/>
                    <a:ext cx="29" cy="16"/>
                  </a:xfrm>
                  <a:custGeom>
                    <a:avLst/>
                    <a:gdLst>
                      <a:gd name="T0" fmla="*/ 0 w 69"/>
                      <a:gd name="T1" fmla="*/ 11 h 47"/>
                      <a:gd name="T2" fmla="*/ 8 w 69"/>
                      <a:gd name="T3" fmla="*/ 9 h 47"/>
                      <a:gd name="T4" fmla="*/ 22 w 69"/>
                      <a:gd name="T5" fmla="*/ 0 h 47"/>
                      <a:gd name="T6" fmla="*/ 27 w 69"/>
                      <a:gd name="T7" fmla="*/ 1 h 47"/>
                      <a:gd name="T8" fmla="*/ 21 w 69"/>
                      <a:gd name="T9" fmla="*/ 6 h 47"/>
                      <a:gd name="T10" fmla="*/ 12 w 69"/>
                      <a:gd name="T11" fmla="*/ 11 h 47"/>
                      <a:gd name="T12" fmla="*/ 9 w 69"/>
                      <a:gd name="T13" fmla="*/ 16 h 47"/>
                      <a:gd name="T14" fmla="*/ 7 w 69"/>
                      <a:gd name="T15" fmla="*/ 15 h 47"/>
                      <a:gd name="T16" fmla="*/ 5 w 69"/>
                      <a:gd name="T17" fmla="*/ 13 h 47"/>
                      <a:gd name="T18" fmla="*/ 0 w 69"/>
                      <a:gd name="T19" fmla="*/ 12 h 47"/>
                      <a:gd name="T20" fmla="*/ 0 w 69"/>
                      <a:gd name="T21" fmla="*/ 11 h 47"/>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0" t="0" r="r" b="b"/>
                    <a:pathLst>
                      <a:path w="69" h="47">
                        <a:moveTo>
                          <a:pt x="0" y="31"/>
                        </a:moveTo>
                        <a:cubicBezTo>
                          <a:pt x="7" y="24"/>
                          <a:pt x="9" y="22"/>
                          <a:pt x="18" y="25"/>
                        </a:cubicBezTo>
                        <a:cubicBezTo>
                          <a:pt x="25" y="4"/>
                          <a:pt x="36" y="12"/>
                          <a:pt x="52" y="1"/>
                        </a:cubicBezTo>
                        <a:cubicBezTo>
                          <a:pt x="56" y="2"/>
                          <a:pt x="61" y="0"/>
                          <a:pt x="64" y="3"/>
                        </a:cubicBezTo>
                        <a:cubicBezTo>
                          <a:pt x="69" y="8"/>
                          <a:pt x="50" y="19"/>
                          <a:pt x="50" y="19"/>
                        </a:cubicBezTo>
                        <a:cubicBezTo>
                          <a:pt x="46" y="31"/>
                          <a:pt x="35" y="22"/>
                          <a:pt x="28" y="33"/>
                        </a:cubicBezTo>
                        <a:cubicBezTo>
                          <a:pt x="31" y="41"/>
                          <a:pt x="31" y="44"/>
                          <a:pt x="22" y="47"/>
                        </a:cubicBezTo>
                        <a:cubicBezTo>
                          <a:pt x="20" y="46"/>
                          <a:pt x="18" y="46"/>
                          <a:pt x="16" y="45"/>
                        </a:cubicBezTo>
                        <a:cubicBezTo>
                          <a:pt x="14" y="43"/>
                          <a:pt x="14" y="40"/>
                          <a:pt x="12" y="39"/>
                        </a:cubicBezTo>
                        <a:cubicBezTo>
                          <a:pt x="8" y="37"/>
                          <a:pt x="0" y="35"/>
                          <a:pt x="0" y="35"/>
                        </a:cubicBezTo>
                        <a:cubicBezTo>
                          <a:pt x="2" y="26"/>
                          <a:pt x="3" y="25"/>
                          <a:pt x="0" y="31"/>
                        </a:cubicBezTo>
                        <a:close/>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US"/>
                  </a:p>
                </p:txBody>
              </p:sp>
              <p:sp>
                <p:nvSpPr>
                  <p:cNvPr id="1090" name="Freeform 73"/>
                  <p:cNvSpPr>
                    <a:spLocks/>
                  </p:cNvSpPr>
                  <p:nvPr/>
                </p:nvSpPr>
                <p:spPr bwMode="ltGray">
                  <a:xfrm>
                    <a:off x="4423" y="547"/>
                    <a:ext cx="151" cy="93"/>
                  </a:xfrm>
                  <a:custGeom>
                    <a:avLst/>
                    <a:gdLst>
                      <a:gd name="T0" fmla="*/ 4 w 355"/>
                      <a:gd name="T1" fmla="*/ 1 h 277"/>
                      <a:gd name="T2" fmla="*/ 15 w 355"/>
                      <a:gd name="T3" fmla="*/ 6 h 277"/>
                      <a:gd name="T4" fmla="*/ 20 w 355"/>
                      <a:gd name="T5" fmla="*/ 10 h 277"/>
                      <a:gd name="T6" fmla="*/ 32 w 355"/>
                      <a:gd name="T7" fmla="*/ 17 h 277"/>
                      <a:gd name="T8" fmla="*/ 39 w 355"/>
                      <a:gd name="T9" fmla="*/ 22 h 277"/>
                      <a:gd name="T10" fmla="*/ 52 w 355"/>
                      <a:gd name="T11" fmla="*/ 33 h 277"/>
                      <a:gd name="T12" fmla="*/ 58 w 355"/>
                      <a:gd name="T13" fmla="*/ 43 h 277"/>
                      <a:gd name="T14" fmla="*/ 63 w 355"/>
                      <a:gd name="T15" fmla="*/ 44 h 277"/>
                      <a:gd name="T16" fmla="*/ 66 w 355"/>
                      <a:gd name="T17" fmla="*/ 50 h 277"/>
                      <a:gd name="T18" fmla="*/ 75 w 355"/>
                      <a:gd name="T19" fmla="*/ 51 h 277"/>
                      <a:gd name="T20" fmla="*/ 72 w 355"/>
                      <a:gd name="T21" fmla="*/ 66 h 277"/>
                      <a:gd name="T22" fmla="*/ 77 w 355"/>
                      <a:gd name="T23" fmla="*/ 75 h 277"/>
                      <a:gd name="T24" fmla="*/ 84 w 355"/>
                      <a:gd name="T25" fmla="*/ 78 h 277"/>
                      <a:gd name="T26" fmla="*/ 92 w 355"/>
                      <a:gd name="T27" fmla="*/ 79 h 277"/>
                      <a:gd name="T28" fmla="*/ 100 w 355"/>
                      <a:gd name="T29" fmla="*/ 81 h 277"/>
                      <a:gd name="T30" fmla="*/ 108 w 355"/>
                      <a:gd name="T31" fmla="*/ 79 h 277"/>
                      <a:gd name="T32" fmla="*/ 116 w 355"/>
                      <a:gd name="T33" fmla="*/ 83 h 277"/>
                      <a:gd name="T34" fmla="*/ 126 w 355"/>
                      <a:gd name="T35" fmla="*/ 86 h 277"/>
                      <a:gd name="T36" fmla="*/ 134 w 355"/>
                      <a:gd name="T37" fmla="*/ 89 h 277"/>
                      <a:gd name="T38" fmla="*/ 150 w 355"/>
                      <a:gd name="T39" fmla="*/ 89 h 277"/>
                      <a:gd name="T40" fmla="*/ 145 w 355"/>
                      <a:gd name="T41" fmla="*/ 92 h 277"/>
                      <a:gd name="T42" fmla="*/ 137 w 355"/>
                      <a:gd name="T43" fmla="*/ 91 h 277"/>
                      <a:gd name="T44" fmla="*/ 128 w 355"/>
                      <a:gd name="T45" fmla="*/ 91 h 277"/>
                      <a:gd name="T46" fmla="*/ 123 w 355"/>
                      <a:gd name="T47" fmla="*/ 89 h 277"/>
                      <a:gd name="T48" fmla="*/ 107 w 355"/>
                      <a:gd name="T49" fmla="*/ 89 h 277"/>
                      <a:gd name="T50" fmla="*/ 100 w 355"/>
                      <a:gd name="T51" fmla="*/ 87 h 277"/>
                      <a:gd name="T52" fmla="*/ 73 w 355"/>
                      <a:gd name="T53" fmla="*/ 81 h 277"/>
                      <a:gd name="T54" fmla="*/ 68 w 355"/>
                      <a:gd name="T55" fmla="*/ 73 h 277"/>
                      <a:gd name="T56" fmla="*/ 54 w 355"/>
                      <a:gd name="T57" fmla="*/ 67 h 277"/>
                      <a:gd name="T58" fmla="*/ 46 w 355"/>
                      <a:gd name="T59" fmla="*/ 62 h 277"/>
                      <a:gd name="T60" fmla="*/ 40 w 355"/>
                      <a:gd name="T61" fmla="*/ 53 h 277"/>
                      <a:gd name="T62" fmla="*/ 29 w 355"/>
                      <a:gd name="T63" fmla="*/ 36 h 277"/>
                      <a:gd name="T64" fmla="*/ 27 w 355"/>
                      <a:gd name="T65" fmla="*/ 34 h 277"/>
                      <a:gd name="T66" fmla="*/ 25 w 355"/>
                      <a:gd name="T67" fmla="*/ 34 h 277"/>
                      <a:gd name="T68" fmla="*/ 23 w 355"/>
                      <a:gd name="T69" fmla="*/ 30 h 277"/>
                      <a:gd name="T70" fmla="*/ 16 w 355"/>
                      <a:gd name="T71" fmla="*/ 19 h 277"/>
                      <a:gd name="T72" fmla="*/ 9 w 355"/>
                      <a:gd name="T73" fmla="*/ 13 h 277"/>
                      <a:gd name="T74" fmla="*/ 2 w 355"/>
                      <a:gd name="T75" fmla="*/ 7 h 277"/>
                      <a:gd name="T76" fmla="*/ 4 w 355"/>
                      <a:gd name="T77" fmla="*/ 1 h 277"/>
                      <a:gd name="T78" fmla="*/ 4 w 355"/>
                      <a:gd name="T79" fmla="*/ 1 h 277"/>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Lst>
                    <a:ahLst/>
                    <a:cxnLst>
                      <a:cxn ang="T80">
                        <a:pos x="T0" y="T1"/>
                      </a:cxn>
                      <a:cxn ang="T81">
                        <a:pos x="T2" y="T3"/>
                      </a:cxn>
                      <a:cxn ang="T82">
                        <a:pos x="T4" y="T5"/>
                      </a:cxn>
                      <a:cxn ang="T83">
                        <a:pos x="T6" y="T7"/>
                      </a:cxn>
                      <a:cxn ang="T84">
                        <a:pos x="T8" y="T9"/>
                      </a:cxn>
                      <a:cxn ang="T85">
                        <a:pos x="T10" y="T11"/>
                      </a:cxn>
                      <a:cxn ang="T86">
                        <a:pos x="T12" y="T13"/>
                      </a:cxn>
                      <a:cxn ang="T87">
                        <a:pos x="T14" y="T15"/>
                      </a:cxn>
                      <a:cxn ang="T88">
                        <a:pos x="T16" y="T17"/>
                      </a:cxn>
                      <a:cxn ang="T89">
                        <a:pos x="T18" y="T19"/>
                      </a:cxn>
                      <a:cxn ang="T90">
                        <a:pos x="T20" y="T21"/>
                      </a:cxn>
                      <a:cxn ang="T91">
                        <a:pos x="T22" y="T23"/>
                      </a:cxn>
                      <a:cxn ang="T92">
                        <a:pos x="T24" y="T25"/>
                      </a:cxn>
                      <a:cxn ang="T93">
                        <a:pos x="T26" y="T27"/>
                      </a:cxn>
                      <a:cxn ang="T94">
                        <a:pos x="T28" y="T29"/>
                      </a:cxn>
                      <a:cxn ang="T95">
                        <a:pos x="T30" y="T31"/>
                      </a:cxn>
                      <a:cxn ang="T96">
                        <a:pos x="T32" y="T33"/>
                      </a:cxn>
                      <a:cxn ang="T97">
                        <a:pos x="T34" y="T35"/>
                      </a:cxn>
                      <a:cxn ang="T98">
                        <a:pos x="T36" y="T37"/>
                      </a:cxn>
                      <a:cxn ang="T99">
                        <a:pos x="T38" y="T39"/>
                      </a:cxn>
                      <a:cxn ang="T100">
                        <a:pos x="T40" y="T41"/>
                      </a:cxn>
                      <a:cxn ang="T101">
                        <a:pos x="T42" y="T43"/>
                      </a:cxn>
                      <a:cxn ang="T102">
                        <a:pos x="T44" y="T45"/>
                      </a:cxn>
                      <a:cxn ang="T103">
                        <a:pos x="T46" y="T47"/>
                      </a:cxn>
                      <a:cxn ang="T104">
                        <a:pos x="T48" y="T49"/>
                      </a:cxn>
                      <a:cxn ang="T105">
                        <a:pos x="T50" y="T51"/>
                      </a:cxn>
                      <a:cxn ang="T106">
                        <a:pos x="T52" y="T53"/>
                      </a:cxn>
                      <a:cxn ang="T107">
                        <a:pos x="T54" y="T55"/>
                      </a:cxn>
                      <a:cxn ang="T108">
                        <a:pos x="T56" y="T57"/>
                      </a:cxn>
                      <a:cxn ang="T109">
                        <a:pos x="T58" y="T59"/>
                      </a:cxn>
                      <a:cxn ang="T110">
                        <a:pos x="T60" y="T61"/>
                      </a:cxn>
                      <a:cxn ang="T111">
                        <a:pos x="T62" y="T63"/>
                      </a:cxn>
                      <a:cxn ang="T112">
                        <a:pos x="T64" y="T65"/>
                      </a:cxn>
                      <a:cxn ang="T113">
                        <a:pos x="T66" y="T67"/>
                      </a:cxn>
                      <a:cxn ang="T114">
                        <a:pos x="T68" y="T69"/>
                      </a:cxn>
                      <a:cxn ang="T115">
                        <a:pos x="T70" y="T71"/>
                      </a:cxn>
                      <a:cxn ang="T116">
                        <a:pos x="T72" y="T73"/>
                      </a:cxn>
                      <a:cxn ang="T117">
                        <a:pos x="T74" y="T75"/>
                      </a:cxn>
                      <a:cxn ang="T118">
                        <a:pos x="T76" y="T77"/>
                      </a:cxn>
                      <a:cxn ang="T119">
                        <a:pos x="T78" y="T79"/>
                      </a:cxn>
                    </a:cxnLst>
                    <a:rect l="0" t="0" r="r" b="b"/>
                    <a:pathLst>
                      <a:path w="355" h="277">
                        <a:moveTo>
                          <a:pt x="10" y="4"/>
                        </a:moveTo>
                        <a:cubicBezTo>
                          <a:pt x="22" y="0"/>
                          <a:pt x="24" y="14"/>
                          <a:pt x="36" y="18"/>
                        </a:cubicBezTo>
                        <a:cubicBezTo>
                          <a:pt x="37" y="19"/>
                          <a:pt x="45" y="29"/>
                          <a:pt x="46" y="30"/>
                        </a:cubicBezTo>
                        <a:cubicBezTo>
                          <a:pt x="56" y="40"/>
                          <a:pt x="67" y="38"/>
                          <a:pt x="76" y="52"/>
                        </a:cubicBezTo>
                        <a:cubicBezTo>
                          <a:pt x="80" y="58"/>
                          <a:pt x="92" y="66"/>
                          <a:pt x="92" y="66"/>
                        </a:cubicBezTo>
                        <a:cubicBezTo>
                          <a:pt x="96" y="79"/>
                          <a:pt x="112" y="88"/>
                          <a:pt x="122" y="98"/>
                        </a:cubicBezTo>
                        <a:cubicBezTo>
                          <a:pt x="124" y="105"/>
                          <a:pt x="130" y="124"/>
                          <a:pt x="136" y="128"/>
                        </a:cubicBezTo>
                        <a:cubicBezTo>
                          <a:pt x="140" y="130"/>
                          <a:pt x="148" y="132"/>
                          <a:pt x="148" y="132"/>
                        </a:cubicBezTo>
                        <a:cubicBezTo>
                          <a:pt x="150" y="138"/>
                          <a:pt x="154" y="150"/>
                          <a:pt x="154" y="150"/>
                        </a:cubicBezTo>
                        <a:cubicBezTo>
                          <a:pt x="161" y="139"/>
                          <a:pt x="168" y="144"/>
                          <a:pt x="176" y="152"/>
                        </a:cubicBezTo>
                        <a:cubicBezTo>
                          <a:pt x="174" y="167"/>
                          <a:pt x="173" y="181"/>
                          <a:pt x="170" y="196"/>
                        </a:cubicBezTo>
                        <a:cubicBezTo>
                          <a:pt x="171" y="202"/>
                          <a:pt x="174" y="220"/>
                          <a:pt x="180" y="224"/>
                        </a:cubicBezTo>
                        <a:cubicBezTo>
                          <a:pt x="185" y="228"/>
                          <a:pt x="193" y="228"/>
                          <a:pt x="198" y="232"/>
                        </a:cubicBezTo>
                        <a:cubicBezTo>
                          <a:pt x="204" y="230"/>
                          <a:pt x="216" y="234"/>
                          <a:pt x="216" y="234"/>
                        </a:cubicBezTo>
                        <a:cubicBezTo>
                          <a:pt x="223" y="241"/>
                          <a:pt x="225" y="245"/>
                          <a:pt x="236" y="242"/>
                        </a:cubicBezTo>
                        <a:cubicBezTo>
                          <a:pt x="242" y="240"/>
                          <a:pt x="254" y="236"/>
                          <a:pt x="254" y="236"/>
                        </a:cubicBezTo>
                        <a:cubicBezTo>
                          <a:pt x="260" y="240"/>
                          <a:pt x="265" y="246"/>
                          <a:pt x="272" y="248"/>
                        </a:cubicBezTo>
                        <a:cubicBezTo>
                          <a:pt x="277" y="250"/>
                          <a:pt x="291" y="252"/>
                          <a:pt x="296" y="256"/>
                        </a:cubicBezTo>
                        <a:cubicBezTo>
                          <a:pt x="301" y="260"/>
                          <a:pt x="314" y="264"/>
                          <a:pt x="314" y="264"/>
                        </a:cubicBezTo>
                        <a:cubicBezTo>
                          <a:pt x="330" y="263"/>
                          <a:pt x="338" y="261"/>
                          <a:pt x="352" y="266"/>
                        </a:cubicBezTo>
                        <a:cubicBezTo>
                          <a:pt x="355" y="275"/>
                          <a:pt x="350" y="277"/>
                          <a:pt x="342" y="274"/>
                        </a:cubicBezTo>
                        <a:cubicBezTo>
                          <a:pt x="336" y="276"/>
                          <a:pt x="322" y="272"/>
                          <a:pt x="322" y="272"/>
                        </a:cubicBezTo>
                        <a:cubicBezTo>
                          <a:pt x="314" y="275"/>
                          <a:pt x="308" y="272"/>
                          <a:pt x="300" y="270"/>
                        </a:cubicBezTo>
                        <a:cubicBezTo>
                          <a:pt x="296" y="269"/>
                          <a:pt x="288" y="266"/>
                          <a:pt x="288" y="266"/>
                        </a:cubicBezTo>
                        <a:cubicBezTo>
                          <a:pt x="276" y="270"/>
                          <a:pt x="264" y="266"/>
                          <a:pt x="252" y="264"/>
                        </a:cubicBezTo>
                        <a:cubicBezTo>
                          <a:pt x="245" y="259"/>
                          <a:pt x="242" y="257"/>
                          <a:pt x="234" y="260"/>
                        </a:cubicBezTo>
                        <a:cubicBezTo>
                          <a:pt x="211" y="252"/>
                          <a:pt x="192" y="256"/>
                          <a:pt x="172" y="242"/>
                        </a:cubicBezTo>
                        <a:cubicBezTo>
                          <a:pt x="165" y="231"/>
                          <a:pt x="176" y="221"/>
                          <a:pt x="160" y="216"/>
                        </a:cubicBezTo>
                        <a:cubicBezTo>
                          <a:pt x="154" y="233"/>
                          <a:pt x="136" y="203"/>
                          <a:pt x="126" y="200"/>
                        </a:cubicBezTo>
                        <a:cubicBezTo>
                          <a:pt x="120" y="196"/>
                          <a:pt x="114" y="190"/>
                          <a:pt x="108" y="186"/>
                        </a:cubicBezTo>
                        <a:cubicBezTo>
                          <a:pt x="104" y="175"/>
                          <a:pt x="104" y="165"/>
                          <a:pt x="94" y="158"/>
                        </a:cubicBezTo>
                        <a:cubicBezTo>
                          <a:pt x="83" y="142"/>
                          <a:pt x="85" y="119"/>
                          <a:pt x="68" y="108"/>
                        </a:cubicBezTo>
                        <a:cubicBezTo>
                          <a:pt x="67" y="106"/>
                          <a:pt x="66" y="104"/>
                          <a:pt x="64" y="102"/>
                        </a:cubicBezTo>
                        <a:cubicBezTo>
                          <a:pt x="62" y="101"/>
                          <a:pt x="59" y="102"/>
                          <a:pt x="58" y="100"/>
                        </a:cubicBezTo>
                        <a:cubicBezTo>
                          <a:pt x="56" y="97"/>
                          <a:pt x="54" y="88"/>
                          <a:pt x="54" y="88"/>
                        </a:cubicBezTo>
                        <a:cubicBezTo>
                          <a:pt x="59" y="73"/>
                          <a:pt x="52" y="61"/>
                          <a:pt x="38" y="58"/>
                        </a:cubicBezTo>
                        <a:cubicBezTo>
                          <a:pt x="32" y="49"/>
                          <a:pt x="31" y="44"/>
                          <a:pt x="20" y="40"/>
                        </a:cubicBezTo>
                        <a:cubicBezTo>
                          <a:pt x="16" y="27"/>
                          <a:pt x="16" y="26"/>
                          <a:pt x="4" y="22"/>
                        </a:cubicBezTo>
                        <a:cubicBezTo>
                          <a:pt x="1" y="13"/>
                          <a:pt x="0" y="5"/>
                          <a:pt x="10" y="2"/>
                        </a:cubicBezTo>
                        <a:cubicBezTo>
                          <a:pt x="18" y="5"/>
                          <a:pt x="18" y="4"/>
                          <a:pt x="10" y="4"/>
                        </a:cubicBezTo>
                        <a:close/>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US"/>
                  </a:p>
                </p:txBody>
              </p:sp>
              <p:sp>
                <p:nvSpPr>
                  <p:cNvPr id="1091" name="Freeform 74"/>
                  <p:cNvSpPr>
                    <a:spLocks/>
                  </p:cNvSpPr>
                  <p:nvPr/>
                </p:nvSpPr>
                <p:spPr bwMode="ltGray">
                  <a:xfrm>
                    <a:off x="4515" y="541"/>
                    <a:ext cx="67" cy="68"/>
                  </a:xfrm>
                  <a:custGeom>
                    <a:avLst/>
                    <a:gdLst>
                      <a:gd name="T0" fmla="*/ 23 w 156"/>
                      <a:gd name="T1" fmla="*/ 22 h 206"/>
                      <a:gd name="T2" fmla="*/ 28 w 156"/>
                      <a:gd name="T3" fmla="*/ 19 h 206"/>
                      <a:gd name="T4" fmla="*/ 29 w 156"/>
                      <a:gd name="T5" fmla="*/ 17 h 206"/>
                      <a:gd name="T6" fmla="*/ 34 w 156"/>
                      <a:gd name="T7" fmla="*/ 15 h 206"/>
                      <a:gd name="T8" fmla="*/ 46 w 156"/>
                      <a:gd name="T9" fmla="*/ 7 h 206"/>
                      <a:gd name="T10" fmla="*/ 48 w 156"/>
                      <a:gd name="T11" fmla="*/ 1 h 206"/>
                      <a:gd name="T12" fmla="*/ 53 w 156"/>
                      <a:gd name="T13" fmla="*/ 0 h 206"/>
                      <a:gd name="T14" fmla="*/ 64 w 156"/>
                      <a:gd name="T15" fmla="*/ 9 h 206"/>
                      <a:gd name="T16" fmla="*/ 63 w 156"/>
                      <a:gd name="T17" fmla="*/ 15 h 206"/>
                      <a:gd name="T18" fmla="*/ 54 w 156"/>
                      <a:gd name="T19" fmla="*/ 21 h 206"/>
                      <a:gd name="T20" fmla="*/ 57 w 156"/>
                      <a:gd name="T21" fmla="*/ 31 h 206"/>
                      <a:gd name="T22" fmla="*/ 61 w 156"/>
                      <a:gd name="T23" fmla="*/ 36 h 206"/>
                      <a:gd name="T24" fmla="*/ 63 w 156"/>
                      <a:gd name="T25" fmla="*/ 42 h 206"/>
                      <a:gd name="T26" fmla="*/ 55 w 156"/>
                      <a:gd name="T27" fmla="*/ 42 h 206"/>
                      <a:gd name="T28" fmla="*/ 50 w 156"/>
                      <a:gd name="T29" fmla="*/ 48 h 206"/>
                      <a:gd name="T30" fmla="*/ 45 w 156"/>
                      <a:gd name="T31" fmla="*/ 51 h 206"/>
                      <a:gd name="T32" fmla="*/ 43 w 156"/>
                      <a:gd name="T33" fmla="*/ 65 h 206"/>
                      <a:gd name="T34" fmla="*/ 38 w 156"/>
                      <a:gd name="T35" fmla="*/ 67 h 206"/>
                      <a:gd name="T36" fmla="*/ 35 w 156"/>
                      <a:gd name="T37" fmla="*/ 68 h 206"/>
                      <a:gd name="T38" fmla="*/ 33 w 156"/>
                      <a:gd name="T39" fmla="*/ 67 h 206"/>
                      <a:gd name="T40" fmla="*/ 31 w 156"/>
                      <a:gd name="T41" fmla="*/ 63 h 206"/>
                      <a:gd name="T42" fmla="*/ 26 w 156"/>
                      <a:gd name="T43" fmla="*/ 61 h 206"/>
                      <a:gd name="T44" fmla="*/ 18 w 156"/>
                      <a:gd name="T45" fmla="*/ 64 h 206"/>
                      <a:gd name="T46" fmla="*/ 12 w 156"/>
                      <a:gd name="T47" fmla="*/ 61 h 206"/>
                      <a:gd name="T48" fmla="*/ 4 w 156"/>
                      <a:gd name="T49" fmla="*/ 49 h 206"/>
                      <a:gd name="T50" fmla="*/ 2 w 156"/>
                      <a:gd name="T51" fmla="*/ 43 h 206"/>
                      <a:gd name="T52" fmla="*/ 0 w 156"/>
                      <a:gd name="T53" fmla="*/ 39 h 206"/>
                      <a:gd name="T54" fmla="*/ 9 w 156"/>
                      <a:gd name="T55" fmla="*/ 32 h 206"/>
                      <a:gd name="T56" fmla="*/ 14 w 156"/>
                      <a:gd name="T57" fmla="*/ 34 h 206"/>
                      <a:gd name="T58" fmla="*/ 15 w 156"/>
                      <a:gd name="T59" fmla="*/ 26 h 206"/>
                      <a:gd name="T60" fmla="*/ 22 w 156"/>
                      <a:gd name="T61" fmla="*/ 23 h 206"/>
                      <a:gd name="T62" fmla="*/ 23 w 156"/>
                      <a:gd name="T63" fmla="*/ 22 h 20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Lst>
                    <a:ahLst/>
                    <a:cxnLst>
                      <a:cxn ang="T64">
                        <a:pos x="T0" y="T1"/>
                      </a:cxn>
                      <a:cxn ang="T65">
                        <a:pos x="T2" y="T3"/>
                      </a:cxn>
                      <a:cxn ang="T66">
                        <a:pos x="T4" y="T5"/>
                      </a:cxn>
                      <a:cxn ang="T67">
                        <a:pos x="T6" y="T7"/>
                      </a:cxn>
                      <a:cxn ang="T68">
                        <a:pos x="T8" y="T9"/>
                      </a:cxn>
                      <a:cxn ang="T69">
                        <a:pos x="T10" y="T11"/>
                      </a:cxn>
                      <a:cxn ang="T70">
                        <a:pos x="T12" y="T13"/>
                      </a:cxn>
                      <a:cxn ang="T71">
                        <a:pos x="T14" y="T15"/>
                      </a:cxn>
                      <a:cxn ang="T72">
                        <a:pos x="T16" y="T17"/>
                      </a:cxn>
                      <a:cxn ang="T73">
                        <a:pos x="T18" y="T19"/>
                      </a:cxn>
                      <a:cxn ang="T74">
                        <a:pos x="T20" y="T21"/>
                      </a:cxn>
                      <a:cxn ang="T75">
                        <a:pos x="T22" y="T23"/>
                      </a:cxn>
                      <a:cxn ang="T76">
                        <a:pos x="T24" y="T25"/>
                      </a:cxn>
                      <a:cxn ang="T77">
                        <a:pos x="T26" y="T27"/>
                      </a:cxn>
                      <a:cxn ang="T78">
                        <a:pos x="T28" y="T29"/>
                      </a:cxn>
                      <a:cxn ang="T79">
                        <a:pos x="T30" y="T31"/>
                      </a:cxn>
                      <a:cxn ang="T80">
                        <a:pos x="T32" y="T33"/>
                      </a:cxn>
                      <a:cxn ang="T81">
                        <a:pos x="T34" y="T35"/>
                      </a:cxn>
                      <a:cxn ang="T82">
                        <a:pos x="T36" y="T37"/>
                      </a:cxn>
                      <a:cxn ang="T83">
                        <a:pos x="T38" y="T39"/>
                      </a:cxn>
                      <a:cxn ang="T84">
                        <a:pos x="T40" y="T41"/>
                      </a:cxn>
                      <a:cxn ang="T85">
                        <a:pos x="T42" y="T43"/>
                      </a:cxn>
                      <a:cxn ang="T86">
                        <a:pos x="T44" y="T45"/>
                      </a:cxn>
                      <a:cxn ang="T87">
                        <a:pos x="T46" y="T47"/>
                      </a:cxn>
                      <a:cxn ang="T88">
                        <a:pos x="T48" y="T49"/>
                      </a:cxn>
                      <a:cxn ang="T89">
                        <a:pos x="T50" y="T51"/>
                      </a:cxn>
                      <a:cxn ang="T90">
                        <a:pos x="T52" y="T53"/>
                      </a:cxn>
                      <a:cxn ang="T91">
                        <a:pos x="T54" y="T55"/>
                      </a:cxn>
                      <a:cxn ang="T92">
                        <a:pos x="T56" y="T57"/>
                      </a:cxn>
                      <a:cxn ang="T93">
                        <a:pos x="T58" y="T59"/>
                      </a:cxn>
                      <a:cxn ang="T94">
                        <a:pos x="T60" y="T61"/>
                      </a:cxn>
                      <a:cxn ang="T95">
                        <a:pos x="T62" y="T63"/>
                      </a:cxn>
                    </a:cxnLst>
                    <a:rect l="0" t="0" r="r" b="b"/>
                    <a:pathLst>
                      <a:path w="156" h="206">
                        <a:moveTo>
                          <a:pt x="54" y="66"/>
                        </a:moveTo>
                        <a:cubicBezTo>
                          <a:pt x="58" y="63"/>
                          <a:pt x="64" y="63"/>
                          <a:pt x="66" y="58"/>
                        </a:cubicBezTo>
                        <a:cubicBezTo>
                          <a:pt x="67" y="56"/>
                          <a:pt x="67" y="53"/>
                          <a:pt x="68" y="52"/>
                        </a:cubicBezTo>
                        <a:cubicBezTo>
                          <a:pt x="71" y="49"/>
                          <a:pt x="80" y="44"/>
                          <a:pt x="80" y="44"/>
                        </a:cubicBezTo>
                        <a:cubicBezTo>
                          <a:pt x="113" y="55"/>
                          <a:pt x="85" y="29"/>
                          <a:pt x="106" y="22"/>
                        </a:cubicBezTo>
                        <a:cubicBezTo>
                          <a:pt x="110" y="17"/>
                          <a:pt x="108" y="9"/>
                          <a:pt x="112" y="4"/>
                        </a:cubicBezTo>
                        <a:cubicBezTo>
                          <a:pt x="115" y="1"/>
                          <a:pt x="124" y="0"/>
                          <a:pt x="124" y="0"/>
                        </a:cubicBezTo>
                        <a:cubicBezTo>
                          <a:pt x="138" y="14"/>
                          <a:pt x="126" y="23"/>
                          <a:pt x="150" y="28"/>
                        </a:cubicBezTo>
                        <a:cubicBezTo>
                          <a:pt x="156" y="36"/>
                          <a:pt x="154" y="39"/>
                          <a:pt x="146" y="44"/>
                        </a:cubicBezTo>
                        <a:cubicBezTo>
                          <a:pt x="141" y="52"/>
                          <a:pt x="135" y="61"/>
                          <a:pt x="126" y="64"/>
                        </a:cubicBezTo>
                        <a:cubicBezTo>
                          <a:pt x="118" y="75"/>
                          <a:pt x="128" y="83"/>
                          <a:pt x="132" y="94"/>
                        </a:cubicBezTo>
                        <a:cubicBezTo>
                          <a:pt x="129" y="103"/>
                          <a:pt x="135" y="105"/>
                          <a:pt x="142" y="110"/>
                        </a:cubicBezTo>
                        <a:cubicBezTo>
                          <a:pt x="145" y="119"/>
                          <a:pt x="141" y="120"/>
                          <a:pt x="146" y="128"/>
                        </a:cubicBezTo>
                        <a:cubicBezTo>
                          <a:pt x="142" y="139"/>
                          <a:pt x="135" y="133"/>
                          <a:pt x="128" y="128"/>
                        </a:cubicBezTo>
                        <a:cubicBezTo>
                          <a:pt x="116" y="132"/>
                          <a:pt x="122" y="136"/>
                          <a:pt x="116" y="146"/>
                        </a:cubicBezTo>
                        <a:cubicBezTo>
                          <a:pt x="113" y="151"/>
                          <a:pt x="108" y="152"/>
                          <a:pt x="104" y="156"/>
                        </a:cubicBezTo>
                        <a:cubicBezTo>
                          <a:pt x="107" y="167"/>
                          <a:pt x="112" y="191"/>
                          <a:pt x="100" y="198"/>
                        </a:cubicBezTo>
                        <a:cubicBezTo>
                          <a:pt x="96" y="200"/>
                          <a:pt x="92" y="200"/>
                          <a:pt x="88" y="202"/>
                        </a:cubicBezTo>
                        <a:cubicBezTo>
                          <a:pt x="86" y="203"/>
                          <a:pt x="84" y="205"/>
                          <a:pt x="82" y="206"/>
                        </a:cubicBezTo>
                        <a:cubicBezTo>
                          <a:pt x="80" y="205"/>
                          <a:pt x="77" y="204"/>
                          <a:pt x="76" y="202"/>
                        </a:cubicBezTo>
                        <a:cubicBezTo>
                          <a:pt x="74" y="198"/>
                          <a:pt x="76" y="191"/>
                          <a:pt x="72" y="190"/>
                        </a:cubicBezTo>
                        <a:cubicBezTo>
                          <a:pt x="68" y="189"/>
                          <a:pt x="60" y="186"/>
                          <a:pt x="60" y="186"/>
                        </a:cubicBezTo>
                        <a:cubicBezTo>
                          <a:pt x="53" y="188"/>
                          <a:pt x="49" y="192"/>
                          <a:pt x="42" y="194"/>
                        </a:cubicBezTo>
                        <a:cubicBezTo>
                          <a:pt x="34" y="189"/>
                          <a:pt x="37" y="183"/>
                          <a:pt x="28" y="186"/>
                        </a:cubicBezTo>
                        <a:cubicBezTo>
                          <a:pt x="12" y="181"/>
                          <a:pt x="19" y="161"/>
                          <a:pt x="10" y="148"/>
                        </a:cubicBezTo>
                        <a:cubicBezTo>
                          <a:pt x="5" y="121"/>
                          <a:pt x="11" y="147"/>
                          <a:pt x="4" y="130"/>
                        </a:cubicBezTo>
                        <a:cubicBezTo>
                          <a:pt x="2" y="126"/>
                          <a:pt x="0" y="118"/>
                          <a:pt x="0" y="118"/>
                        </a:cubicBezTo>
                        <a:cubicBezTo>
                          <a:pt x="2" y="95"/>
                          <a:pt x="0" y="83"/>
                          <a:pt x="20" y="96"/>
                        </a:cubicBezTo>
                        <a:cubicBezTo>
                          <a:pt x="23" y="105"/>
                          <a:pt x="23" y="110"/>
                          <a:pt x="32" y="104"/>
                        </a:cubicBezTo>
                        <a:cubicBezTo>
                          <a:pt x="35" y="95"/>
                          <a:pt x="29" y="88"/>
                          <a:pt x="34" y="80"/>
                        </a:cubicBezTo>
                        <a:cubicBezTo>
                          <a:pt x="36" y="76"/>
                          <a:pt x="48" y="73"/>
                          <a:pt x="52" y="70"/>
                        </a:cubicBezTo>
                        <a:cubicBezTo>
                          <a:pt x="57" y="63"/>
                          <a:pt x="58" y="62"/>
                          <a:pt x="54" y="66"/>
                        </a:cubicBezTo>
                        <a:close/>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US"/>
                  </a:p>
                </p:txBody>
              </p:sp>
              <p:sp>
                <p:nvSpPr>
                  <p:cNvPr id="1092" name="Freeform 75"/>
                  <p:cNvSpPr>
                    <a:spLocks/>
                  </p:cNvSpPr>
                  <p:nvPr/>
                </p:nvSpPr>
                <p:spPr bwMode="ltGray">
                  <a:xfrm>
                    <a:off x="4580" y="572"/>
                    <a:ext cx="47" cy="13"/>
                  </a:xfrm>
                  <a:custGeom>
                    <a:avLst/>
                    <a:gdLst>
                      <a:gd name="T0" fmla="*/ 2 w 109"/>
                      <a:gd name="T1" fmla="*/ 11 h 38"/>
                      <a:gd name="T2" fmla="*/ 8 w 109"/>
                      <a:gd name="T3" fmla="*/ 3 h 38"/>
                      <a:gd name="T4" fmla="*/ 20 w 109"/>
                      <a:gd name="T5" fmla="*/ 7 h 38"/>
                      <a:gd name="T6" fmla="*/ 31 w 109"/>
                      <a:gd name="T7" fmla="*/ 5 h 38"/>
                      <a:gd name="T8" fmla="*/ 39 w 109"/>
                      <a:gd name="T9" fmla="*/ 0 h 38"/>
                      <a:gd name="T10" fmla="*/ 33 w 109"/>
                      <a:gd name="T11" fmla="*/ 9 h 38"/>
                      <a:gd name="T12" fmla="*/ 26 w 109"/>
                      <a:gd name="T13" fmla="*/ 13 h 38"/>
                      <a:gd name="T14" fmla="*/ 18 w 109"/>
                      <a:gd name="T15" fmla="*/ 11 h 38"/>
                      <a:gd name="T16" fmla="*/ 6 w 109"/>
                      <a:gd name="T17" fmla="*/ 10 h 38"/>
                      <a:gd name="T18" fmla="*/ 2 w 109"/>
                      <a:gd name="T19" fmla="*/ 11 h 38"/>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0" t="0" r="r" b="b"/>
                    <a:pathLst>
                      <a:path w="109" h="38">
                        <a:moveTo>
                          <a:pt x="4" y="32"/>
                        </a:moveTo>
                        <a:cubicBezTo>
                          <a:pt x="7" y="22"/>
                          <a:pt x="7" y="14"/>
                          <a:pt x="18" y="10"/>
                        </a:cubicBezTo>
                        <a:cubicBezTo>
                          <a:pt x="28" y="12"/>
                          <a:pt x="37" y="14"/>
                          <a:pt x="46" y="20"/>
                        </a:cubicBezTo>
                        <a:cubicBezTo>
                          <a:pt x="62" y="15"/>
                          <a:pt x="54" y="17"/>
                          <a:pt x="72" y="14"/>
                        </a:cubicBezTo>
                        <a:cubicBezTo>
                          <a:pt x="77" y="9"/>
                          <a:pt x="90" y="0"/>
                          <a:pt x="90" y="0"/>
                        </a:cubicBezTo>
                        <a:cubicBezTo>
                          <a:pt x="109" y="6"/>
                          <a:pt x="85" y="23"/>
                          <a:pt x="76" y="26"/>
                        </a:cubicBezTo>
                        <a:cubicBezTo>
                          <a:pt x="71" y="33"/>
                          <a:pt x="68" y="35"/>
                          <a:pt x="60" y="38"/>
                        </a:cubicBezTo>
                        <a:cubicBezTo>
                          <a:pt x="54" y="36"/>
                          <a:pt x="42" y="32"/>
                          <a:pt x="42" y="32"/>
                        </a:cubicBezTo>
                        <a:cubicBezTo>
                          <a:pt x="33" y="23"/>
                          <a:pt x="26" y="26"/>
                          <a:pt x="14" y="30"/>
                        </a:cubicBezTo>
                        <a:cubicBezTo>
                          <a:pt x="1" y="28"/>
                          <a:pt x="0" y="24"/>
                          <a:pt x="4" y="32"/>
                        </a:cubicBezTo>
                        <a:close/>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US"/>
                  </a:p>
                </p:txBody>
              </p:sp>
              <p:sp>
                <p:nvSpPr>
                  <p:cNvPr id="1093" name="Freeform 76"/>
                  <p:cNvSpPr>
                    <a:spLocks/>
                  </p:cNvSpPr>
                  <p:nvPr/>
                </p:nvSpPr>
                <p:spPr bwMode="ltGray">
                  <a:xfrm>
                    <a:off x="4578" y="588"/>
                    <a:ext cx="32" cy="34"/>
                  </a:xfrm>
                  <a:custGeom>
                    <a:avLst/>
                    <a:gdLst>
                      <a:gd name="T0" fmla="*/ 3 w 76"/>
                      <a:gd name="T1" fmla="*/ 6 h 104"/>
                      <a:gd name="T2" fmla="*/ 8 w 76"/>
                      <a:gd name="T3" fmla="*/ 0 h 104"/>
                      <a:gd name="T4" fmla="*/ 14 w 76"/>
                      <a:gd name="T5" fmla="*/ 6 h 104"/>
                      <a:gd name="T6" fmla="*/ 26 w 76"/>
                      <a:gd name="T7" fmla="*/ 1 h 104"/>
                      <a:gd name="T8" fmla="*/ 19 w 76"/>
                      <a:gd name="T9" fmla="*/ 11 h 104"/>
                      <a:gd name="T10" fmla="*/ 23 w 76"/>
                      <a:gd name="T11" fmla="*/ 16 h 104"/>
                      <a:gd name="T12" fmla="*/ 24 w 76"/>
                      <a:gd name="T13" fmla="*/ 20 h 104"/>
                      <a:gd name="T14" fmla="*/ 19 w 76"/>
                      <a:gd name="T15" fmla="*/ 24 h 104"/>
                      <a:gd name="T16" fmla="*/ 14 w 76"/>
                      <a:gd name="T17" fmla="*/ 20 h 104"/>
                      <a:gd name="T18" fmla="*/ 9 w 76"/>
                      <a:gd name="T19" fmla="*/ 16 h 104"/>
                      <a:gd name="T20" fmla="*/ 12 w 76"/>
                      <a:gd name="T21" fmla="*/ 22 h 104"/>
                      <a:gd name="T22" fmla="*/ 13 w 76"/>
                      <a:gd name="T23" fmla="*/ 24 h 104"/>
                      <a:gd name="T24" fmla="*/ 8 w 76"/>
                      <a:gd name="T25" fmla="*/ 34 h 104"/>
                      <a:gd name="T26" fmla="*/ 5 w 76"/>
                      <a:gd name="T27" fmla="*/ 33 h 104"/>
                      <a:gd name="T28" fmla="*/ 3 w 76"/>
                      <a:gd name="T29" fmla="*/ 29 h 104"/>
                      <a:gd name="T30" fmla="*/ 0 w 76"/>
                      <a:gd name="T31" fmla="*/ 18 h 104"/>
                      <a:gd name="T32" fmla="*/ 1 w 76"/>
                      <a:gd name="T33" fmla="*/ 10 h 104"/>
                      <a:gd name="T34" fmla="*/ 3 w 76"/>
                      <a:gd name="T35" fmla="*/ 6 h 104"/>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Lst>
                    <a:ahLst/>
                    <a:cxnLst>
                      <a:cxn ang="T36">
                        <a:pos x="T0" y="T1"/>
                      </a:cxn>
                      <a:cxn ang="T37">
                        <a:pos x="T2" y="T3"/>
                      </a:cxn>
                      <a:cxn ang="T38">
                        <a:pos x="T4" y="T5"/>
                      </a:cxn>
                      <a:cxn ang="T39">
                        <a:pos x="T6" y="T7"/>
                      </a:cxn>
                      <a:cxn ang="T40">
                        <a:pos x="T8" y="T9"/>
                      </a:cxn>
                      <a:cxn ang="T41">
                        <a:pos x="T10" y="T11"/>
                      </a:cxn>
                      <a:cxn ang="T42">
                        <a:pos x="T12" y="T13"/>
                      </a:cxn>
                      <a:cxn ang="T43">
                        <a:pos x="T14" y="T15"/>
                      </a:cxn>
                      <a:cxn ang="T44">
                        <a:pos x="T16" y="T17"/>
                      </a:cxn>
                      <a:cxn ang="T45">
                        <a:pos x="T18" y="T19"/>
                      </a:cxn>
                      <a:cxn ang="T46">
                        <a:pos x="T20" y="T21"/>
                      </a:cxn>
                      <a:cxn ang="T47">
                        <a:pos x="T22" y="T23"/>
                      </a:cxn>
                      <a:cxn ang="T48">
                        <a:pos x="T24" y="T25"/>
                      </a:cxn>
                      <a:cxn ang="T49">
                        <a:pos x="T26" y="T27"/>
                      </a:cxn>
                      <a:cxn ang="T50">
                        <a:pos x="T28" y="T29"/>
                      </a:cxn>
                      <a:cxn ang="T51">
                        <a:pos x="T30" y="T31"/>
                      </a:cxn>
                      <a:cxn ang="T52">
                        <a:pos x="T32" y="T33"/>
                      </a:cxn>
                      <a:cxn ang="T53">
                        <a:pos x="T34" y="T35"/>
                      </a:cxn>
                    </a:cxnLst>
                    <a:rect l="0" t="0" r="r" b="b"/>
                    <a:pathLst>
                      <a:path w="76" h="104">
                        <a:moveTo>
                          <a:pt x="8" y="18"/>
                        </a:moveTo>
                        <a:cubicBezTo>
                          <a:pt x="10" y="8"/>
                          <a:pt x="9" y="3"/>
                          <a:pt x="18" y="0"/>
                        </a:cubicBezTo>
                        <a:cubicBezTo>
                          <a:pt x="28" y="3"/>
                          <a:pt x="25" y="12"/>
                          <a:pt x="34" y="18"/>
                        </a:cubicBezTo>
                        <a:cubicBezTo>
                          <a:pt x="46" y="16"/>
                          <a:pt x="51" y="8"/>
                          <a:pt x="62" y="4"/>
                        </a:cubicBezTo>
                        <a:cubicBezTo>
                          <a:pt x="76" y="9"/>
                          <a:pt x="56" y="31"/>
                          <a:pt x="46" y="34"/>
                        </a:cubicBezTo>
                        <a:cubicBezTo>
                          <a:pt x="51" y="56"/>
                          <a:pt x="43" y="29"/>
                          <a:pt x="54" y="48"/>
                        </a:cubicBezTo>
                        <a:cubicBezTo>
                          <a:pt x="56" y="52"/>
                          <a:pt x="58" y="60"/>
                          <a:pt x="58" y="60"/>
                        </a:cubicBezTo>
                        <a:cubicBezTo>
                          <a:pt x="55" y="68"/>
                          <a:pt x="54" y="71"/>
                          <a:pt x="46" y="74"/>
                        </a:cubicBezTo>
                        <a:cubicBezTo>
                          <a:pt x="38" y="71"/>
                          <a:pt x="37" y="68"/>
                          <a:pt x="34" y="60"/>
                        </a:cubicBezTo>
                        <a:cubicBezTo>
                          <a:pt x="33" y="50"/>
                          <a:pt x="32" y="33"/>
                          <a:pt x="22" y="48"/>
                        </a:cubicBezTo>
                        <a:cubicBezTo>
                          <a:pt x="25" y="60"/>
                          <a:pt x="23" y="53"/>
                          <a:pt x="28" y="68"/>
                        </a:cubicBezTo>
                        <a:cubicBezTo>
                          <a:pt x="29" y="70"/>
                          <a:pt x="30" y="74"/>
                          <a:pt x="30" y="74"/>
                        </a:cubicBezTo>
                        <a:cubicBezTo>
                          <a:pt x="24" y="84"/>
                          <a:pt x="22" y="93"/>
                          <a:pt x="20" y="104"/>
                        </a:cubicBezTo>
                        <a:cubicBezTo>
                          <a:pt x="17" y="103"/>
                          <a:pt x="14" y="104"/>
                          <a:pt x="12" y="102"/>
                        </a:cubicBezTo>
                        <a:cubicBezTo>
                          <a:pt x="9" y="99"/>
                          <a:pt x="8" y="90"/>
                          <a:pt x="8" y="90"/>
                        </a:cubicBezTo>
                        <a:cubicBezTo>
                          <a:pt x="13" y="75"/>
                          <a:pt x="14" y="64"/>
                          <a:pt x="0" y="54"/>
                        </a:cubicBezTo>
                        <a:cubicBezTo>
                          <a:pt x="1" y="46"/>
                          <a:pt x="1" y="38"/>
                          <a:pt x="2" y="30"/>
                        </a:cubicBezTo>
                        <a:cubicBezTo>
                          <a:pt x="2" y="27"/>
                          <a:pt x="13" y="2"/>
                          <a:pt x="8" y="18"/>
                        </a:cubicBezTo>
                        <a:close/>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US"/>
                  </a:p>
                </p:txBody>
              </p:sp>
              <p:sp>
                <p:nvSpPr>
                  <p:cNvPr id="1094" name="Freeform 77"/>
                  <p:cNvSpPr>
                    <a:spLocks/>
                  </p:cNvSpPr>
                  <p:nvPr/>
                </p:nvSpPr>
                <p:spPr bwMode="ltGray">
                  <a:xfrm>
                    <a:off x="4632" y="569"/>
                    <a:ext cx="16" cy="20"/>
                  </a:xfrm>
                  <a:custGeom>
                    <a:avLst/>
                    <a:gdLst>
                      <a:gd name="T0" fmla="*/ 1 w 37"/>
                      <a:gd name="T1" fmla="*/ 9 h 61"/>
                      <a:gd name="T2" fmla="*/ 6 w 37"/>
                      <a:gd name="T3" fmla="*/ 0 h 61"/>
                      <a:gd name="T4" fmla="*/ 6 w 37"/>
                      <a:gd name="T5" fmla="*/ 9 h 61"/>
                      <a:gd name="T6" fmla="*/ 16 w 37"/>
                      <a:gd name="T7" fmla="*/ 12 h 61"/>
                      <a:gd name="T8" fmla="*/ 8 w 37"/>
                      <a:gd name="T9" fmla="*/ 14 h 61"/>
                      <a:gd name="T10" fmla="*/ 2 w 37"/>
                      <a:gd name="T11" fmla="*/ 19 h 61"/>
                      <a:gd name="T12" fmla="*/ 0 w 37"/>
                      <a:gd name="T13" fmla="*/ 11 h 61"/>
                      <a:gd name="T14" fmla="*/ 1 w 37"/>
                      <a:gd name="T15" fmla="*/ 9 h 61"/>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37" h="61">
                        <a:moveTo>
                          <a:pt x="3" y="28"/>
                        </a:moveTo>
                        <a:cubicBezTo>
                          <a:pt x="5" y="14"/>
                          <a:pt x="2" y="7"/>
                          <a:pt x="13" y="0"/>
                        </a:cubicBezTo>
                        <a:cubicBezTo>
                          <a:pt x="26" y="9"/>
                          <a:pt x="23" y="17"/>
                          <a:pt x="15" y="28"/>
                        </a:cubicBezTo>
                        <a:cubicBezTo>
                          <a:pt x="25" y="31"/>
                          <a:pt x="33" y="27"/>
                          <a:pt x="37" y="38"/>
                        </a:cubicBezTo>
                        <a:cubicBezTo>
                          <a:pt x="30" y="45"/>
                          <a:pt x="28" y="47"/>
                          <a:pt x="19" y="44"/>
                        </a:cubicBezTo>
                        <a:cubicBezTo>
                          <a:pt x="13" y="54"/>
                          <a:pt x="18" y="61"/>
                          <a:pt x="5" y="58"/>
                        </a:cubicBezTo>
                        <a:cubicBezTo>
                          <a:pt x="0" y="50"/>
                          <a:pt x="3" y="44"/>
                          <a:pt x="1" y="34"/>
                        </a:cubicBezTo>
                        <a:cubicBezTo>
                          <a:pt x="2" y="32"/>
                          <a:pt x="3" y="28"/>
                          <a:pt x="3" y="28"/>
                        </a:cubicBezTo>
                        <a:close/>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US"/>
                  </a:p>
                </p:txBody>
              </p:sp>
              <p:sp>
                <p:nvSpPr>
                  <p:cNvPr id="1095" name="Freeform 78"/>
                  <p:cNvSpPr>
                    <a:spLocks/>
                  </p:cNvSpPr>
                  <p:nvPr/>
                </p:nvSpPr>
                <p:spPr bwMode="ltGray">
                  <a:xfrm>
                    <a:off x="4636" y="600"/>
                    <a:ext cx="20" cy="10"/>
                  </a:xfrm>
                  <a:custGeom>
                    <a:avLst/>
                    <a:gdLst>
                      <a:gd name="T0" fmla="*/ 3 w 49"/>
                      <a:gd name="T1" fmla="*/ 0 h 29"/>
                      <a:gd name="T2" fmla="*/ 12 w 49"/>
                      <a:gd name="T3" fmla="*/ 0 h 29"/>
                      <a:gd name="T4" fmla="*/ 20 w 49"/>
                      <a:gd name="T5" fmla="*/ 6 h 29"/>
                      <a:gd name="T6" fmla="*/ 14 w 49"/>
                      <a:gd name="T7" fmla="*/ 5 h 29"/>
                      <a:gd name="T8" fmla="*/ 1 w 49"/>
                      <a:gd name="T9" fmla="*/ 6 h 29"/>
                      <a:gd name="T10" fmla="*/ 3 w 49"/>
                      <a:gd name="T11" fmla="*/ 0 h 29"/>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49" h="29">
                        <a:moveTo>
                          <a:pt x="7" y="0"/>
                        </a:moveTo>
                        <a:cubicBezTo>
                          <a:pt x="15" y="6"/>
                          <a:pt x="19" y="2"/>
                          <a:pt x="29" y="0"/>
                        </a:cubicBezTo>
                        <a:cubicBezTo>
                          <a:pt x="45" y="5"/>
                          <a:pt x="40" y="3"/>
                          <a:pt x="49" y="16"/>
                        </a:cubicBezTo>
                        <a:cubicBezTo>
                          <a:pt x="46" y="29"/>
                          <a:pt x="42" y="21"/>
                          <a:pt x="35" y="14"/>
                        </a:cubicBezTo>
                        <a:cubicBezTo>
                          <a:pt x="26" y="15"/>
                          <a:pt x="12" y="19"/>
                          <a:pt x="3" y="16"/>
                        </a:cubicBezTo>
                        <a:cubicBezTo>
                          <a:pt x="0" y="6"/>
                          <a:pt x="7" y="10"/>
                          <a:pt x="7" y="0"/>
                        </a:cubicBezTo>
                        <a:close/>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US"/>
                  </a:p>
                </p:txBody>
              </p:sp>
              <p:sp>
                <p:nvSpPr>
                  <p:cNvPr id="1096" name="Freeform 79"/>
                  <p:cNvSpPr>
                    <a:spLocks/>
                  </p:cNvSpPr>
                  <p:nvPr/>
                </p:nvSpPr>
                <p:spPr bwMode="ltGray">
                  <a:xfrm>
                    <a:off x="4657" y="585"/>
                    <a:ext cx="26" cy="17"/>
                  </a:xfrm>
                  <a:custGeom>
                    <a:avLst/>
                    <a:gdLst>
                      <a:gd name="T0" fmla="*/ 9 w 61"/>
                      <a:gd name="T1" fmla="*/ 13 h 48"/>
                      <a:gd name="T2" fmla="*/ 6 w 61"/>
                      <a:gd name="T3" fmla="*/ 9 h 48"/>
                      <a:gd name="T4" fmla="*/ 1 w 61"/>
                      <a:gd name="T5" fmla="*/ 8 h 48"/>
                      <a:gd name="T6" fmla="*/ 6 w 61"/>
                      <a:gd name="T7" fmla="*/ 3 h 48"/>
                      <a:gd name="T8" fmla="*/ 11 w 61"/>
                      <a:gd name="T9" fmla="*/ 0 h 48"/>
                      <a:gd name="T10" fmla="*/ 21 w 61"/>
                      <a:gd name="T11" fmla="*/ 4 h 48"/>
                      <a:gd name="T12" fmla="*/ 23 w 61"/>
                      <a:gd name="T13" fmla="*/ 7 h 48"/>
                      <a:gd name="T14" fmla="*/ 26 w 61"/>
                      <a:gd name="T15" fmla="*/ 11 h 48"/>
                      <a:gd name="T16" fmla="*/ 17 w 61"/>
                      <a:gd name="T17" fmla="*/ 13 h 48"/>
                      <a:gd name="T18" fmla="*/ 10 w 61"/>
                      <a:gd name="T19" fmla="*/ 16 h 48"/>
                      <a:gd name="T20" fmla="*/ 9 w 61"/>
                      <a:gd name="T21" fmla="*/ 13 h 48"/>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0" t="0" r="r" b="b"/>
                    <a:pathLst>
                      <a:path w="61" h="48">
                        <a:moveTo>
                          <a:pt x="21" y="38"/>
                        </a:moveTo>
                        <a:cubicBezTo>
                          <a:pt x="19" y="34"/>
                          <a:pt x="19" y="29"/>
                          <a:pt x="15" y="26"/>
                        </a:cubicBezTo>
                        <a:cubicBezTo>
                          <a:pt x="12" y="24"/>
                          <a:pt x="3" y="22"/>
                          <a:pt x="3" y="22"/>
                        </a:cubicBezTo>
                        <a:cubicBezTo>
                          <a:pt x="0" y="12"/>
                          <a:pt x="5" y="12"/>
                          <a:pt x="13" y="8"/>
                        </a:cubicBezTo>
                        <a:cubicBezTo>
                          <a:pt x="17" y="6"/>
                          <a:pt x="25" y="0"/>
                          <a:pt x="25" y="0"/>
                        </a:cubicBezTo>
                        <a:cubicBezTo>
                          <a:pt x="37" y="2"/>
                          <a:pt x="41" y="2"/>
                          <a:pt x="49" y="10"/>
                        </a:cubicBezTo>
                        <a:cubicBezTo>
                          <a:pt x="45" y="21"/>
                          <a:pt x="46" y="12"/>
                          <a:pt x="53" y="20"/>
                        </a:cubicBezTo>
                        <a:cubicBezTo>
                          <a:pt x="56" y="24"/>
                          <a:pt x="61" y="32"/>
                          <a:pt x="61" y="32"/>
                        </a:cubicBezTo>
                        <a:cubicBezTo>
                          <a:pt x="56" y="47"/>
                          <a:pt x="53" y="42"/>
                          <a:pt x="41" y="38"/>
                        </a:cubicBezTo>
                        <a:cubicBezTo>
                          <a:pt x="27" y="47"/>
                          <a:pt x="34" y="48"/>
                          <a:pt x="23" y="44"/>
                        </a:cubicBezTo>
                        <a:cubicBezTo>
                          <a:pt x="22" y="42"/>
                          <a:pt x="21" y="38"/>
                          <a:pt x="21" y="38"/>
                        </a:cubicBezTo>
                        <a:close/>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US"/>
                  </a:p>
                </p:txBody>
              </p:sp>
              <p:sp>
                <p:nvSpPr>
                  <p:cNvPr id="1097" name="Freeform 80"/>
                  <p:cNvSpPr>
                    <a:spLocks/>
                  </p:cNvSpPr>
                  <p:nvPr/>
                </p:nvSpPr>
                <p:spPr bwMode="ltGray">
                  <a:xfrm>
                    <a:off x="4664" y="593"/>
                    <a:ext cx="122" cy="61"/>
                  </a:xfrm>
                  <a:custGeom>
                    <a:avLst/>
                    <a:gdLst>
                      <a:gd name="T0" fmla="*/ 20 w 286"/>
                      <a:gd name="T1" fmla="*/ 9 h 182"/>
                      <a:gd name="T2" fmla="*/ 15 w 286"/>
                      <a:gd name="T3" fmla="*/ 5 h 182"/>
                      <a:gd name="T4" fmla="*/ 11 w 286"/>
                      <a:gd name="T5" fmla="*/ 10 h 182"/>
                      <a:gd name="T6" fmla="*/ 0 w 286"/>
                      <a:gd name="T7" fmla="*/ 8 h 182"/>
                      <a:gd name="T8" fmla="*/ 4 w 286"/>
                      <a:gd name="T9" fmla="*/ 14 h 182"/>
                      <a:gd name="T10" fmla="*/ 7 w 286"/>
                      <a:gd name="T11" fmla="*/ 21 h 182"/>
                      <a:gd name="T12" fmla="*/ 10 w 286"/>
                      <a:gd name="T13" fmla="*/ 16 h 182"/>
                      <a:gd name="T14" fmla="*/ 13 w 286"/>
                      <a:gd name="T15" fmla="*/ 15 h 182"/>
                      <a:gd name="T16" fmla="*/ 20 w 286"/>
                      <a:gd name="T17" fmla="*/ 19 h 182"/>
                      <a:gd name="T18" fmla="*/ 30 w 286"/>
                      <a:gd name="T19" fmla="*/ 21 h 182"/>
                      <a:gd name="T20" fmla="*/ 38 w 286"/>
                      <a:gd name="T21" fmla="*/ 24 h 182"/>
                      <a:gd name="T22" fmla="*/ 45 w 286"/>
                      <a:gd name="T23" fmla="*/ 34 h 182"/>
                      <a:gd name="T24" fmla="*/ 44 w 286"/>
                      <a:gd name="T25" fmla="*/ 41 h 182"/>
                      <a:gd name="T26" fmla="*/ 42 w 286"/>
                      <a:gd name="T27" fmla="*/ 45 h 182"/>
                      <a:gd name="T28" fmla="*/ 52 w 286"/>
                      <a:gd name="T29" fmla="*/ 43 h 182"/>
                      <a:gd name="T30" fmla="*/ 60 w 286"/>
                      <a:gd name="T31" fmla="*/ 47 h 182"/>
                      <a:gd name="T32" fmla="*/ 72 w 286"/>
                      <a:gd name="T33" fmla="*/ 50 h 182"/>
                      <a:gd name="T34" fmla="*/ 74 w 286"/>
                      <a:gd name="T35" fmla="*/ 49 h 182"/>
                      <a:gd name="T36" fmla="*/ 72 w 286"/>
                      <a:gd name="T37" fmla="*/ 45 h 182"/>
                      <a:gd name="T38" fmla="*/ 76 w 286"/>
                      <a:gd name="T39" fmla="*/ 46 h 182"/>
                      <a:gd name="T40" fmla="*/ 79 w 286"/>
                      <a:gd name="T41" fmla="*/ 40 h 182"/>
                      <a:gd name="T42" fmla="*/ 86 w 286"/>
                      <a:gd name="T43" fmla="*/ 41 h 182"/>
                      <a:gd name="T44" fmla="*/ 91 w 286"/>
                      <a:gd name="T45" fmla="*/ 44 h 182"/>
                      <a:gd name="T46" fmla="*/ 104 w 286"/>
                      <a:gd name="T47" fmla="*/ 56 h 182"/>
                      <a:gd name="T48" fmla="*/ 112 w 286"/>
                      <a:gd name="T49" fmla="*/ 60 h 182"/>
                      <a:gd name="T50" fmla="*/ 121 w 286"/>
                      <a:gd name="T51" fmla="*/ 57 h 182"/>
                      <a:gd name="T52" fmla="*/ 114 w 286"/>
                      <a:gd name="T53" fmla="*/ 54 h 182"/>
                      <a:gd name="T54" fmla="*/ 109 w 286"/>
                      <a:gd name="T55" fmla="*/ 46 h 182"/>
                      <a:gd name="T56" fmla="*/ 107 w 286"/>
                      <a:gd name="T57" fmla="*/ 44 h 182"/>
                      <a:gd name="T58" fmla="*/ 106 w 286"/>
                      <a:gd name="T59" fmla="*/ 41 h 182"/>
                      <a:gd name="T60" fmla="*/ 101 w 286"/>
                      <a:gd name="T61" fmla="*/ 39 h 182"/>
                      <a:gd name="T62" fmla="*/ 102 w 286"/>
                      <a:gd name="T63" fmla="*/ 32 h 182"/>
                      <a:gd name="T64" fmla="*/ 94 w 286"/>
                      <a:gd name="T65" fmla="*/ 29 h 182"/>
                      <a:gd name="T66" fmla="*/ 90 w 286"/>
                      <a:gd name="T67" fmla="*/ 23 h 182"/>
                      <a:gd name="T68" fmla="*/ 81 w 286"/>
                      <a:gd name="T69" fmla="*/ 18 h 182"/>
                      <a:gd name="T70" fmla="*/ 72 w 286"/>
                      <a:gd name="T71" fmla="*/ 13 h 182"/>
                      <a:gd name="T72" fmla="*/ 67 w 286"/>
                      <a:gd name="T73" fmla="*/ 11 h 182"/>
                      <a:gd name="T74" fmla="*/ 51 w 286"/>
                      <a:gd name="T75" fmla="*/ 5 h 182"/>
                      <a:gd name="T76" fmla="*/ 44 w 286"/>
                      <a:gd name="T77" fmla="*/ 1 h 182"/>
                      <a:gd name="T78" fmla="*/ 41 w 286"/>
                      <a:gd name="T79" fmla="*/ 0 h 182"/>
                      <a:gd name="T80" fmla="*/ 30 w 286"/>
                      <a:gd name="T81" fmla="*/ 3 h 182"/>
                      <a:gd name="T82" fmla="*/ 24 w 286"/>
                      <a:gd name="T83" fmla="*/ 11 h 182"/>
                      <a:gd name="T84" fmla="*/ 20 w 286"/>
                      <a:gd name="T85" fmla="*/ 9 h 182"/>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Lst>
                    <a:ahLst/>
                    <a:cxnLst>
                      <a:cxn ang="T86">
                        <a:pos x="T0" y="T1"/>
                      </a:cxn>
                      <a:cxn ang="T87">
                        <a:pos x="T2" y="T3"/>
                      </a:cxn>
                      <a:cxn ang="T88">
                        <a:pos x="T4" y="T5"/>
                      </a:cxn>
                      <a:cxn ang="T89">
                        <a:pos x="T6" y="T7"/>
                      </a:cxn>
                      <a:cxn ang="T90">
                        <a:pos x="T8" y="T9"/>
                      </a:cxn>
                      <a:cxn ang="T91">
                        <a:pos x="T10" y="T11"/>
                      </a:cxn>
                      <a:cxn ang="T92">
                        <a:pos x="T12" y="T13"/>
                      </a:cxn>
                      <a:cxn ang="T93">
                        <a:pos x="T14" y="T15"/>
                      </a:cxn>
                      <a:cxn ang="T94">
                        <a:pos x="T16" y="T17"/>
                      </a:cxn>
                      <a:cxn ang="T95">
                        <a:pos x="T18" y="T19"/>
                      </a:cxn>
                      <a:cxn ang="T96">
                        <a:pos x="T20" y="T21"/>
                      </a:cxn>
                      <a:cxn ang="T97">
                        <a:pos x="T22" y="T23"/>
                      </a:cxn>
                      <a:cxn ang="T98">
                        <a:pos x="T24" y="T25"/>
                      </a:cxn>
                      <a:cxn ang="T99">
                        <a:pos x="T26" y="T27"/>
                      </a:cxn>
                      <a:cxn ang="T100">
                        <a:pos x="T28" y="T29"/>
                      </a:cxn>
                      <a:cxn ang="T101">
                        <a:pos x="T30" y="T31"/>
                      </a:cxn>
                      <a:cxn ang="T102">
                        <a:pos x="T32" y="T33"/>
                      </a:cxn>
                      <a:cxn ang="T103">
                        <a:pos x="T34" y="T35"/>
                      </a:cxn>
                      <a:cxn ang="T104">
                        <a:pos x="T36" y="T37"/>
                      </a:cxn>
                      <a:cxn ang="T105">
                        <a:pos x="T38" y="T39"/>
                      </a:cxn>
                      <a:cxn ang="T106">
                        <a:pos x="T40" y="T41"/>
                      </a:cxn>
                      <a:cxn ang="T107">
                        <a:pos x="T42" y="T43"/>
                      </a:cxn>
                      <a:cxn ang="T108">
                        <a:pos x="T44" y="T45"/>
                      </a:cxn>
                      <a:cxn ang="T109">
                        <a:pos x="T46" y="T47"/>
                      </a:cxn>
                      <a:cxn ang="T110">
                        <a:pos x="T48" y="T49"/>
                      </a:cxn>
                      <a:cxn ang="T111">
                        <a:pos x="T50" y="T51"/>
                      </a:cxn>
                      <a:cxn ang="T112">
                        <a:pos x="T52" y="T53"/>
                      </a:cxn>
                      <a:cxn ang="T113">
                        <a:pos x="T54" y="T55"/>
                      </a:cxn>
                      <a:cxn ang="T114">
                        <a:pos x="T56" y="T57"/>
                      </a:cxn>
                      <a:cxn ang="T115">
                        <a:pos x="T58" y="T59"/>
                      </a:cxn>
                      <a:cxn ang="T116">
                        <a:pos x="T60" y="T61"/>
                      </a:cxn>
                      <a:cxn ang="T117">
                        <a:pos x="T62" y="T63"/>
                      </a:cxn>
                      <a:cxn ang="T118">
                        <a:pos x="T64" y="T65"/>
                      </a:cxn>
                      <a:cxn ang="T119">
                        <a:pos x="T66" y="T67"/>
                      </a:cxn>
                      <a:cxn ang="T120">
                        <a:pos x="T68" y="T69"/>
                      </a:cxn>
                      <a:cxn ang="T121">
                        <a:pos x="T70" y="T71"/>
                      </a:cxn>
                      <a:cxn ang="T122">
                        <a:pos x="T72" y="T73"/>
                      </a:cxn>
                      <a:cxn ang="T123">
                        <a:pos x="T74" y="T75"/>
                      </a:cxn>
                      <a:cxn ang="T124">
                        <a:pos x="T76" y="T77"/>
                      </a:cxn>
                      <a:cxn ang="T125">
                        <a:pos x="T78" y="T79"/>
                      </a:cxn>
                      <a:cxn ang="T126">
                        <a:pos x="T80" y="T81"/>
                      </a:cxn>
                      <a:cxn ang="T127">
                        <a:pos x="T82" y="T83"/>
                      </a:cxn>
                      <a:cxn ang="T128">
                        <a:pos x="T84" y="T85"/>
                      </a:cxn>
                    </a:cxnLst>
                    <a:rect l="0" t="0" r="r" b="b"/>
                    <a:pathLst>
                      <a:path w="286" h="182">
                        <a:moveTo>
                          <a:pt x="46" y="28"/>
                        </a:moveTo>
                        <a:cubicBezTo>
                          <a:pt x="41" y="14"/>
                          <a:pt x="46" y="17"/>
                          <a:pt x="36" y="14"/>
                        </a:cubicBezTo>
                        <a:cubicBezTo>
                          <a:pt x="31" y="17"/>
                          <a:pt x="26" y="30"/>
                          <a:pt x="26" y="30"/>
                        </a:cubicBezTo>
                        <a:cubicBezTo>
                          <a:pt x="12" y="25"/>
                          <a:pt x="19" y="21"/>
                          <a:pt x="0" y="24"/>
                        </a:cubicBezTo>
                        <a:cubicBezTo>
                          <a:pt x="2" y="33"/>
                          <a:pt x="2" y="37"/>
                          <a:pt x="10" y="42"/>
                        </a:cubicBezTo>
                        <a:cubicBezTo>
                          <a:pt x="12" y="49"/>
                          <a:pt x="14" y="55"/>
                          <a:pt x="16" y="62"/>
                        </a:cubicBezTo>
                        <a:cubicBezTo>
                          <a:pt x="24" y="59"/>
                          <a:pt x="27" y="57"/>
                          <a:pt x="24" y="48"/>
                        </a:cubicBezTo>
                        <a:cubicBezTo>
                          <a:pt x="26" y="47"/>
                          <a:pt x="28" y="43"/>
                          <a:pt x="30" y="44"/>
                        </a:cubicBezTo>
                        <a:cubicBezTo>
                          <a:pt x="48" y="48"/>
                          <a:pt x="36" y="52"/>
                          <a:pt x="48" y="56"/>
                        </a:cubicBezTo>
                        <a:cubicBezTo>
                          <a:pt x="74" y="65"/>
                          <a:pt x="47" y="56"/>
                          <a:pt x="70" y="62"/>
                        </a:cubicBezTo>
                        <a:cubicBezTo>
                          <a:pt x="77" y="64"/>
                          <a:pt x="88" y="72"/>
                          <a:pt x="88" y="72"/>
                        </a:cubicBezTo>
                        <a:cubicBezTo>
                          <a:pt x="96" y="84"/>
                          <a:pt x="102" y="87"/>
                          <a:pt x="106" y="102"/>
                        </a:cubicBezTo>
                        <a:cubicBezTo>
                          <a:pt x="105" y="109"/>
                          <a:pt x="106" y="115"/>
                          <a:pt x="104" y="122"/>
                        </a:cubicBezTo>
                        <a:cubicBezTo>
                          <a:pt x="103" y="126"/>
                          <a:pt x="94" y="132"/>
                          <a:pt x="98" y="134"/>
                        </a:cubicBezTo>
                        <a:cubicBezTo>
                          <a:pt x="106" y="137"/>
                          <a:pt x="122" y="128"/>
                          <a:pt x="122" y="128"/>
                        </a:cubicBezTo>
                        <a:cubicBezTo>
                          <a:pt x="130" y="131"/>
                          <a:pt x="133" y="135"/>
                          <a:pt x="140" y="140"/>
                        </a:cubicBezTo>
                        <a:cubicBezTo>
                          <a:pt x="148" y="145"/>
                          <a:pt x="159" y="145"/>
                          <a:pt x="168" y="148"/>
                        </a:cubicBezTo>
                        <a:cubicBezTo>
                          <a:pt x="170" y="147"/>
                          <a:pt x="173" y="148"/>
                          <a:pt x="174" y="146"/>
                        </a:cubicBezTo>
                        <a:cubicBezTo>
                          <a:pt x="176" y="142"/>
                          <a:pt x="164" y="136"/>
                          <a:pt x="168" y="134"/>
                        </a:cubicBezTo>
                        <a:cubicBezTo>
                          <a:pt x="171" y="132"/>
                          <a:pt x="175" y="135"/>
                          <a:pt x="178" y="136"/>
                        </a:cubicBezTo>
                        <a:cubicBezTo>
                          <a:pt x="182" y="131"/>
                          <a:pt x="186" y="118"/>
                          <a:pt x="186" y="118"/>
                        </a:cubicBezTo>
                        <a:cubicBezTo>
                          <a:pt x="189" y="119"/>
                          <a:pt x="199" y="120"/>
                          <a:pt x="202" y="122"/>
                        </a:cubicBezTo>
                        <a:cubicBezTo>
                          <a:pt x="206" y="124"/>
                          <a:pt x="214" y="130"/>
                          <a:pt x="214" y="130"/>
                        </a:cubicBezTo>
                        <a:cubicBezTo>
                          <a:pt x="224" y="145"/>
                          <a:pt x="228" y="158"/>
                          <a:pt x="244" y="168"/>
                        </a:cubicBezTo>
                        <a:cubicBezTo>
                          <a:pt x="250" y="172"/>
                          <a:pt x="262" y="178"/>
                          <a:pt x="262" y="178"/>
                        </a:cubicBezTo>
                        <a:cubicBezTo>
                          <a:pt x="265" y="178"/>
                          <a:pt x="286" y="182"/>
                          <a:pt x="284" y="170"/>
                        </a:cubicBezTo>
                        <a:cubicBezTo>
                          <a:pt x="283" y="164"/>
                          <a:pt x="268" y="160"/>
                          <a:pt x="268" y="160"/>
                        </a:cubicBezTo>
                        <a:cubicBezTo>
                          <a:pt x="261" y="150"/>
                          <a:pt x="270" y="143"/>
                          <a:pt x="256" y="138"/>
                        </a:cubicBezTo>
                        <a:cubicBezTo>
                          <a:pt x="254" y="136"/>
                          <a:pt x="251" y="135"/>
                          <a:pt x="250" y="132"/>
                        </a:cubicBezTo>
                        <a:cubicBezTo>
                          <a:pt x="248" y="129"/>
                          <a:pt x="250" y="125"/>
                          <a:pt x="248" y="122"/>
                        </a:cubicBezTo>
                        <a:cubicBezTo>
                          <a:pt x="246" y="118"/>
                          <a:pt x="240" y="118"/>
                          <a:pt x="236" y="116"/>
                        </a:cubicBezTo>
                        <a:cubicBezTo>
                          <a:pt x="230" y="107"/>
                          <a:pt x="227" y="100"/>
                          <a:pt x="240" y="96"/>
                        </a:cubicBezTo>
                        <a:cubicBezTo>
                          <a:pt x="236" y="83"/>
                          <a:pt x="236" y="84"/>
                          <a:pt x="220" y="86"/>
                        </a:cubicBezTo>
                        <a:cubicBezTo>
                          <a:pt x="209" y="82"/>
                          <a:pt x="208" y="82"/>
                          <a:pt x="210" y="70"/>
                        </a:cubicBezTo>
                        <a:cubicBezTo>
                          <a:pt x="207" y="60"/>
                          <a:pt x="199" y="57"/>
                          <a:pt x="190" y="54"/>
                        </a:cubicBezTo>
                        <a:cubicBezTo>
                          <a:pt x="181" y="45"/>
                          <a:pt x="181" y="42"/>
                          <a:pt x="168" y="38"/>
                        </a:cubicBezTo>
                        <a:cubicBezTo>
                          <a:pt x="164" y="37"/>
                          <a:pt x="156" y="34"/>
                          <a:pt x="156" y="34"/>
                        </a:cubicBezTo>
                        <a:cubicBezTo>
                          <a:pt x="146" y="24"/>
                          <a:pt x="134" y="21"/>
                          <a:pt x="120" y="16"/>
                        </a:cubicBezTo>
                        <a:cubicBezTo>
                          <a:pt x="113" y="14"/>
                          <a:pt x="108" y="8"/>
                          <a:pt x="102" y="4"/>
                        </a:cubicBezTo>
                        <a:cubicBezTo>
                          <a:pt x="100" y="3"/>
                          <a:pt x="96" y="0"/>
                          <a:pt x="96" y="0"/>
                        </a:cubicBezTo>
                        <a:cubicBezTo>
                          <a:pt x="83" y="2"/>
                          <a:pt x="79" y="1"/>
                          <a:pt x="70" y="10"/>
                        </a:cubicBezTo>
                        <a:cubicBezTo>
                          <a:pt x="67" y="19"/>
                          <a:pt x="63" y="27"/>
                          <a:pt x="56" y="32"/>
                        </a:cubicBezTo>
                        <a:cubicBezTo>
                          <a:pt x="49" y="30"/>
                          <a:pt x="52" y="31"/>
                          <a:pt x="46" y="28"/>
                        </a:cubicBezTo>
                        <a:close/>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US"/>
                  </a:p>
                </p:txBody>
              </p:sp>
              <p:sp>
                <p:nvSpPr>
                  <p:cNvPr id="1098" name="Freeform 81"/>
                  <p:cNvSpPr>
                    <a:spLocks/>
                  </p:cNvSpPr>
                  <p:nvPr/>
                </p:nvSpPr>
                <p:spPr bwMode="ltGray">
                  <a:xfrm>
                    <a:off x="4770" y="599"/>
                    <a:ext cx="33" cy="26"/>
                  </a:xfrm>
                  <a:custGeom>
                    <a:avLst/>
                    <a:gdLst>
                      <a:gd name="T0" fmla="*/ 0 w 78"/>
                      <a:gd name="T1" fmla="*/ 19 h 78"/>
                      <a:gd name="T2" fmla="*/ 11 w 78"/>
                      <a:gd name="T3" fmla="*/ 20 h 78"/>
                      <a:gd name="T4" fmla="*/ 19 w 78"/>
                      <a:gd name="T5" fmla="*/ 16 h 78"/>
                      <a:gd name="T6" fmla="*/ 24 w 78"/>
                      <a:gd name="T7" fmla="*/ 10 h 78"/>
                      <a:gd name="T8" fmla="*/ 18 w 78"/>
                      <a:gd name="T9" fmla="*/ 5 h 78"/>
                      <a:gd name="T10" fmla="*/ 18 w 78"/>
                      <a:gd name="T11" fmla="*/ 1 h 78"/>
                      <a:gd name="T12" fmla="*/ 30 w 78"/>
                      <a:gd name="T13" fmla="*/ 9 h 78"/>
                      <a:gd name="T14" fmla="*/ 28 w 78"/>
                      <a:gd name="T15" fmla="*/ 18 h 78"/>
                      <a:gd name="T16" fmla="*/ 14 w 78"/>
                      <a:gd name="T17" fmla="*/ 26 h 78"/>
                      <a:gd name="T18" fmla="*/ 4 w 78"/>
                      <a:gd name="T19" fmla="*/ 22 h 78"/>
                      <a:gd name="T20" fmla="*/ 1 w 78"/>
                      <a:gd name="T21" fmla="*/ 21 h 78"/>
                      <a:gd name="T22" fmla="*/ 0 w 78"/>
                      <a:gd name="T23" fmla="*/ 19 h 78"/>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Lst>
                    <a:ahLst/>
                    <a:cxnLst>
                      <a:cxn ang="T24">
                        <a:pos x="T0" y="T1"/>
                      </a:cxn>
                      <a:cxn ang="T25">
                        <a:pos x="T2" y="T3"/>
                      </a:cxn>
                      <a:cxn ang="T26">
                        <a:pos x="T4" y="T5"/>
                      </a:cxn>
                      <a:cxn ang="T27">
                        <a:pos x="T6" y="T7"/>
                      </a:cxn>
                      <a:cxn ang="T28">
                        <a:pos x="T8" y="T9"/>
                      </a:cxn>
                      <a:cxn ang="T29">
                        <a:pos x="T10" y="T11"/>
                      </a:cxn>
                      <a:cxn ang="T30">
                        <a:pos x="T12" y="T13"/>
                      </a:cxn>
                      <a:cxn ang="T31">
                        <a:pos x="T14" y="T15"/>
                      </a:cxn>
                      <a:cxn ang="T32">
                        <a:pos x="T16" y="T17"/>
                      </a:cxn>
                      <a:cxn ang="T33">
                        <a:pos x="T18" y="T19"/>
                      </a:cxn>
                      <a:cxn ang="T34">
                        <a:pos x="T20" y="T21"/>
                      </a:cxn>
                      <a:cxn ang="T35">
                        <a:pos x="T22" y="T23"/>
                      </a:cxn>
                    </a:cxnLst>
                    <a:rect l="0" t="0" r="r" b="b"/>
                    <a:pathLst>
                      <a:path w="78" h="78">
                        <a:moveTo>
                          <a:pt x="1" y="58"/>
                        </a:moveTo>
                        <a:cubicBezTo>
                          <a:pt x="6" y="44"/>
                          <a:pt x="18" y="57"/>
                          <a:pt x="27" y="60"/>
                        </a:cubicBezTo>
                        <a:cubicBezTo>
                          <a:pt x="35" y="57"/>
                          <a:pt x="38" y="52"/>
                          <a:pt x="45" y="48"/>
                        </a:cubicBezTo>
                        <a:cubicBezTo>
                          <a:pt x="48" y="40"/>
                          <a:pt x="51" y="36"/>
                          <a:pt x="57" y="30"/>
                        </a:cubicBezTo>
                        <a:cubicBezTo>
                          <a:pt x="55" y="23"/>
                          <a:pt x="43" y="14"/>
                          <a:pt x="43" y="14"/>
                        </a:cubicBezTo>
                        <a:cubicBezTo>
                          <a:pt x="33" y="0"/>
                          <a:pt x="30" y="1"/>
                          <a:pt x="43" y="4"/>
                        </a:cubicBezTo>
                        <a:cubicBezTo>
                          <a:pt x="54" y="11"/>
                          <a:pt x="58" y="22"/>
                          <a:pt x="71" y="26"/>
                        </a:cubicBezTo>
                        <a:cubicBezTo>
                          <a:pt x="78" y="37"/>
                          <a:pt x="78" y="46"/>
                          <a:pt x="67" y="54"/>
                        </a:cubicBezTo>
                        <a:cubicBezTo>
                          <a:pt x="51" y="49"/>
                          <a:pt x="53" y="71"/>
                          <a:pt x="33" y="78"/>
                        </a:cubicBezTo>
                        <a:cubicBezTo>
                          <a:pt x="16" y="72"/>
                          <a:pt x="25" y="76"/>
                          <a:pt x="9" y="66"/>
                        </a:cubicBezTo>
                        <a:cubicBezTo>
                          <a:pt x="7" y="65"/>
                          <a:pt x="3" y="62"/>
                          <a:pt x="3" y="62"/>
                        </a:cubicBezTo>
                        <a:cubicBezTo>
                          <a:pt x="0" y="54"/>
                          <a:pt x="13" y="42"/>
                          <a:pt x="1" y="58"/>
                        </a:cubicBezTo>
                        <a:close/>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US"/>
                  </a:p>
                </p:txBody>
              </p:sp>
              <p:sp>
                <p:nvSpPr>
                  <p:cNvPr id="1099" name="Freeform 82"/>
                  <p:cNvSpPr>
                    <a:spLocks/>
                  </p:cNvSpPr>
                  <p:nvPr/>
                </p:nvSpPr>
                <p:spPr bwMode="ltGray">
                  <a:xfrm>
                    <a:off x="4840" y="544"/>
                    <a:ext cx="8" cy="6"/>
                  </a:xfrm>
                  <a:custGeom>
                    <a:avLst/>
                    <a:gdLst>
                      <a:gd name="T0" fmla="*/ 1 w 17"/>
                      <a:gd name="T1" fmla="*/ 1 h 18"/>
                      <a:gd name="T2" fmla="*/ 1 w 17"/>
                      <a:gd name="T3" fmla="*/ 5 h 18"/>
                      <a:gd name="T4" fmla="*/ 1 w 17"/>
                      <a:gd name="T5" fmla="*/ 1 h 18"/>
                      <a:gd name="T6" fmla="*/ 0 60000 65536"/>
                      <a:gd name="T7" fmla="*/ 0 60000 65536"/>
                      <a:gd name="T8" fmla="*/ 0 60000 65536"/>
                    </a:gdLst>
                    <a:ahLst/>
                    <a:cxnLst>
                      <a:cxn ang="T6">
                        <a:pos x="T0" y="T1"/>
                      </a:cxn>
                      <a:cxn ang="T7">
                        <a:pos x="T2" y="T3"/>
                      </a:cxn>
                      <a:cxn ang="T8">
                        <a:pos x="T4" y="T5"/>
                      </a:cxn>
                    </a:cxnLst>
                    <a:rect l="0" t="0" r="r" b="b"/>
                    <a:pathLst>
                      <a:path w="17" h="18">
                        <a:moveTo>
                          <a:pt x="3" y="4"/>
                        </a:moveTo>
                        <a:cubicBezTo>
                          <a:pt x="17" y="7"/>
                          <a:pt x="16" y="18"/>
                          <a:pt x="3" y="14"/>
                        </a:cubicBezTo>
                        <a:cubicBezTo>
                          <a:pt x="0" y="6"/>
                          <a:pt x="7" y="0"/>
                          <a:pt x="3" y="4"/>
                        </a:cubicBezTo>
                        <a:close/>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US"/>
                  </a:p>
                </p:txBody>
              </p:sp>
              <p:sp>
                <p:nvSpPr>
                  <p:cNvPr id="1100" name="Freeform 83"/>
                  <p:cNvSpPr>
                    <a:spLocks/>
                  </p:cNvSpPr>
                  <p:nvPr/>
                </p:nvSpPr>
                <p:spPr bwMode="ltGray">
                  <a:xfrm>
                    <a:off x="4747" y="494"/>
                    <a:ext cx="8" cy="5"/>
                  </a:xfrm>
                  <a:custGeom>
                    <a:avLst/>
                    <a:gdLst>
                      <a:gd name="T0" fmla="*/ 3 w 20"/>
                      <a:gd name="T1" fmla="*/ 4 h 15"/>
                      <a:gd name="T2" fmla="*/ 7 w 20"/>
                      <a:gd name="T3" fmla="*/ 1 h 15"/>
                      <a:gd name="T4" fmla="*/ 4 w 20"/>
                      <a:gd name="T5" fmla="*/ 4 h 15"/>
                      <a:gd name="T6" fmla="*/ 3 w 20"/>
                      <a:gd name="T7" fmla="*/ 4 h 15"/>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20" h="15">
                        <a:moveTo>
                          <a:pt x="7" y="12"/>
                        </a:moveTo>
                        <a:cubicBezTo>
                          <a:pt x="0" y="1"/>
                          <a:pt x="6" y="0"/>
                          <a:pt x="17" y="2"/>
                        </a:cubicBezTo>
                        <a:cubicBezTo>
                          <a:pt x="20" y="10"/>
                          <a:pt x="18" y="15"/>
                          <a:pt x="9" y="12"/>
                        </a:cubicBezTo>
                        <a:cubicBezTo>
                          <a:pt x="4" y="4"/>
                          <a:pt x="4" y="4"/>
                          <a:pt x="7" y="12"/>
                        </a:cubicBezTo>
                        <a:close/>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US"/>
                  </a:p>
                </p:txBody>
              </p:sp>
              <p:sp>
                <p:nvSpPr>
                  <p:cNvPr id="1101" name="Freeform 84"/>
                  <p:cNvSpPr>
                    <a:spLocks/>
                  </p:cNvSpPr>
                  <p:nvPr/>
                </p:nvSpPr>
                <p:spPr bwMode="ltGray">
                  <a:xfrm>
                    <a:off x="4676" y="536"/>
                    <a:ext cx="8" cy="5"/>
                  </a:xfrm>
                  <a:custGeom>
                    <a:avLst/>
                    <a:gdLst>
                      <a:gd name="T0" fmla="*/ 3 w 20"/>
                      <a:gd name="T1" fmla="*/ 4 h 15"/>
                      <a:gd name="T2" fmla="*/ 6 w 20"/>
                      <a:gd name="T3" fmla="*/ 1 h 15"/>
                      <a:gd name="T4" fmla="*/ 6 w 20"/>
                      <a:gd name="T5" fmla="*/ 5 h 15"/>
                      <a:gd name="T6" fmla="*/ 3 w 20"/>
                      <a:gd name="T7" fmla="*/ 4 h 15"/>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20" h="15">
                        <a:moveTo>
                          <a:pt x="7" y="12"/>
                        </a:moveTo>
                        <a:cubicBezTo>
                          <a:pt x="0" y="2"/>
                          <a:pt x="3" y="0"/>
                          <a:pt x="15" y="2"/>
                        </a:cubicBezTo>
                        <a:cubicBezTo>
                          <a:pt x="16" y="4"/>
                          <a:pt x="20" y="12"/>
                          <a:pt x="15" y="14"/>
                        </a:cubicBezTo>
                        <a:cubicBezTo>
                          <a:pt x="12" y="15"/>
                          <a:pt x="7" y="12"/>
                          <a:pt x="7" y="12"/>
                        </a:cubicBezTo>
                        <a:close/>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US"/>
                  </a:p>
                </p:txBody>
              </p:sp>
              <p:sp>
                <p:nvSpPr>
                  <p:cNvPr id="1102" name="Freeform 85"/>
                  <p:cNvSpPr>
                    <a:spLocks/>
                  </p:cNvSpPr>
                  <p:nvPr/>
                </p:nvSpPr>
                <p:spPr bwMode="ltGray">
                  <a:xfrm>
                    <a:off x="4598" y="523"/>
                    <a:ext cx="34" cy="27"/>
                  </a:xfrm>
                  <a:custGeom>
                    <a:avLst/>
                    <a:gdLst>
                      <a:gd name="T0" fmla="*/ 0 w 80"/>
                      <a:gd name="T1" fmla="*/ 17 h 80"/>
                      <a:gd name="T2" fmla="*/ 6 w 80"/>
                      <a:gd name="T3" fmla="*/ 8 h 80"/>
                      <a:gd name="T4" fmla="*/ 11 w 80"/>
                      <a:gd name="T5" fmla="*/ 7 h 80"/>
                      <a:gd name="T6" fmla="*/ 20 w 80"/>
                      <a:gd name="T7" fmla="*/ 6 h 80"/>
                      <a:gd name="T8" fmla="*/ 25 w 80"/>
                      <a:gd name="T9" fmla="*/ 0 h 80"/>
                      <a:gd name="T10" fmla="*/ 34 w 80"/>
                      <a:gd name="T11" fmla="*/ 14 h 80"/>
                      <a:gd name="T12" fmla="*/ 30 w 80"/>
                      <a:gd name="T13" fmla="*/ 19 h 80"/>
                      <a:gd name="T14" fmla="*/ 23 w 80"/>
                      <a:gd name="T15" fmla="*/ 21 h 80"/>
                      <a:gd name="T16" fmla="*/ 20 w 80"/>
                      <a:gd name="T17" fmla="*/ 27 h 80"/>
                      <a:gd name="T18" fmla="*/ 14 w 80"/>
                      <a:gd name="T19" fmla="*/ 23 h 80"/>
                      <a:gd name="T20" fmla="*/ 16 w 80"/>
                      <a:gd name="T21" fmla="*/ 18 h 80"/>
                      <a:gd name="T22" fmla="*/ 13 w 80"/>
                      <a:gd name="T23" fmla="*/ 9 h 80"/>
                      <a:gd name="T24" fmla="*/ 9 w 80"/>
                      <a:gd name="T25" fmla="*/ 16 h 80"/>
                      <a:gd name="T26" fmla="*/ 3 w 80"/>
                      <a:gd name="T27" fmla="*/ 19 h 80"/>
                      <a:gd name="T28" fmla="*/ 0 w 80"/>
                      <a:gd name="T29" fmla="*/ 17 h 80"/>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Lst>
                    <a:ahLst/>
                    <a:cxnLst>
                      <a:cxn ang="T30">
                        <a:pos x="T0" y="T1"/>
                      </a:cxn>
                      <a:cxn ang="T31">
                        <a:pos x="T2" y="T3"/>
                      </a:cxn>
                      <a:cxn ang="T32">
                        <a:pos x="T4" y="T5"/>
                      </a:cxn>
                      <a:cxn ang="T33">
                        <a:pos x="T6" y="T7"/>
                      </a:cxn>
                      <a:cxn ang="T34">
                        <a:pos x="T8" y="T9"/>
                      </a:cxn>
                      <a:cxn ang="T35">
                        <a:pos x="T10" y="T11"/>
                      </a:cxn>
                      <a:cxn ang="T36">
                        <a:pos x="T12" y="T13"/>
                      </a:cxn>
                      <a:cxn ang="T37">
                        <a:pos x="T14" y="T15"/>
                      </a:cxn>
                      <a:cxn ang="T38">
                        <a:pos x="T16" y="T17"/>
                      </a:cxn>
                      <a:cxn ang="T39">
                        <a:pos x="T18" y="T19"/>
                      </a:cxn>
                      <a:cxn ang="T40">
                        <a:pos x="T20" y="T21"/>
                      </a:cxn>
                      <a:cxn ang="T41">
                        <a:pos x="T22" y="T23"/>
                      </a:cxn>
                      <a:cxn ang="T42">
                        <a:pos x="T24" y="T25"/>
                      </a:cxn>
                      <a:cxn ang="T43">
                        <a:pos x="T26" y="T27"/>
                      </a:cxn>
                      <a:cxn ang="T44">
                        <a:pos x="T28" y="T29"/>
                      </a:cxn>
                    </a:cxnLst>
                    <a:rect l="0" t="0" r="r" b="b"/>
                    <a:pathLst>
                      <a:path w="80" h="80">
                        <a:moveTo>
                          <a:pt x="0" y="50"/>
                        </a:moveTo>
                        <a:cubicBezTo>
                          <a:pt x="1" y="47"/>
                          <a:pt x="12" y="25"/>
                          <a:pt x="14" y="24"/>
                        </a:cubicBezTo>
                        <a:cubicBezTo>
                          <a:pt x="17" y="22"/>
                          <a:pt x="26" y="20"/>
                          <a:pt x="26" y="20"/>
                        </a:cubicBezTo>
                        <a:cubicBezTo>
                          <a:pt x="34" y="23"/>
                          <a:pt x="40" y="21"/>
                          <a:pt x="48" y="18"/>
                        </a:cubicBezTo>
                        <a:cubicBezTo>
                          <a:pt x="52" y="12"/>
                          <a:pt x="54" y="6"/>
                          <a:pt x="58" y="0"/>
                        </a:cubicBezTo>
                        <a:cubicBezTo>
                          <a:pt x="70" y="4"/>
                          <a:pt x="76" y="28"/>
                          <a:pt x="80" y="40"/>
                        </a:cubicBezTo>
                        <a:cubicBezTo>
                          <a:pt x="75" y="54"/>
                          <a:pt x="80" y="50"/>
                          <a:pt x="70" y="56"/>
                        </a:cubicBezTo>
                        <a:cubicBezTo>
                          <a:pt x="61" y="53"/>
                          <a:pt x="59" y="54"/>
                          <a:pt x="54" y="62"/>
                        </a:cubicBezTo>
                        <a:cubicBezTo>
                          <a:pt x="57" y="71"/>
                          <a:pt x="56" y="75"/>
                          <a:pt x="48" y="80"/>
                        </a:cubicBezTo>
                        <a:cubicBezTo>
                          <a:pt x="40" y="77"/>
                          <a:pt x="39" y="72"/>
                          <a:pt x="32" y="68"/>
                        </a:cubicBezTo>
                        <a:cubicBezTo>
                          <a:pt x="26" y="59"/>
                          <a:pt x="30" y="57"/>
                          <a:pt x="38" y="52"/>
                        </a:cubicBezTo>
                        <a:cubicBezTo>
                          <a:pt x="41" y="42"/>
                          <a:pt x="39" y="34"/>
                          <a:pt x="30" y="28"/>
                        </a:cubicBezTo>
                        <a:cubicBezTo>
                          <a:pt x="20" y="31"/>
                          <a:pt x="30" y="40"/>
                          <a:pt x="20" y="48"/>
                        </a:cubicBezTo>
                        <a:cubicBezTo>
                          <a:pt x="16" y="51"/>
                          <a:pt x="8" y="56"/>
                          <a:pt x="8" y="56"/>
                        </a:cubicBezTo>
                        <a:cubicBezTo>
                          <a:pt x="2" y="50"/>
                          <a:pt x="5" y="50"/>
                          <a:pt x="0" y="50"/>
                        </a:cubicBezTo>
                        <a:close/>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US"/>
                  </a:p>
                </p:txBody>
              </p:sp>
              <p:sp>
                <p:nvSpPr>
                  <p:cNvPr id="1103" name="Freeform 86"/>
                  <p:cNvSpPr>
                    <a:spLocks/>
                  </p:cNvSpPr>
                  <p:nvPr/>
                </p:nvSpPr>
                <p:spPr bwMode="ltGray">
                  <a:xfrm>
                    <a:off x="4587" y="466"/>
                    <a:ext cx="40" cy="58"/>
                  </a:xfrm>
                  <a:custGeom>
                    <a:avLst/>
                    <a:gdLst>
                      <a:gd name="T0" fmla="*/ 6 w 94"/>
                      <a:gd name="T1" fmla="*/ 32 h 174"/>
                      <a:gd name="T2" fmla="*/ 11 w 94"/>
                      <a:gd name="T3" fmla="*/ 43 h 174"/>
                      <a:gd name="T4" fmla="*/ 14 w 94"/>
                      <a:gd name="T5" fmla="*/ 36 h 174"/>
                      <a:gd name="T6" fmla="*/ 22 w 94"/>
                      <a:gd name="T7" fmla="*/ 33 h 174"/>
                      <a:gd name="T8" fmla="*/ 20 w 94"/>
                      <a:gd name="T9" fmla="*/ 41 h 174"/>
                      <a:gd name="T10" fmla="*/ 28 w 94"/>
                      <a:gd name="T11" fmla="*/ 42 h 174"/>
                      <a:gd name="T12" fmla="*/ 32 w 94"/>
                      <a:gd name="T13" fmla="*/ 47 h 174"/>
                      <a:gd name="T14" fmla="*/ 25 w 94"/>
                      <a:gd name="T15" fmla="*/ 49 h 174"/>
                      <a:gd name="T16" fmla="*/ 31 w 94"/>
                      <a:gd name="T17" fmla="*/ 58 h 174"/>
                      <a:gd name="T18" fmla="*/ 36 w 94"/>
                      <a:gd name="T19" fmla="*/ 51 h 174"/>
                      <a:gd name="T20" fmla="*/ 35 w 94"/>
                      <a:gd name="T21" fmla="*/ 37 h 174"/>
                      <a:gd name="T22" fmla="*/ 26 w 94"/>
                      <a:gd name="T23" fmla="*/ 35 h 174"/>
                      <a:gd name="T24" fmla="*/ 21 w 94"/>
                      <a:gd name="T25" fmla="*/ 27 h 174"/>
                      <a:gd name="T26" fmla="*/ 14 w 94"/>
                      <a:gd name="T27" fmla="*/ 27 h 174"/>
                      <a:gd name="T28" fmla="*/ 13 w 94"/>
                      <a:gd name="T29" fmla="*/ 23 h 174"/>
                      <a:gd name="T30" fmla="*/ 18 w 94"/>
                      <a:gd name="T31" fmla="*/ 14 h 174"/>
                      <a:gd name="T32" fmla="*/ 13 w 94"/>
                      <a:gd name="T33" fmla="*/ 0 h 174"/>
                      <a:gd name="T34" fmla="*/ 8 w 94"/>
                      <a:gd name="T35" fmla="*/ 7 h 174"/>
                      <a:gd name="T36" fmla="*/ 2 w 94"/>
                      <a:gd name="T37" fmla="*/ 15 h 174"/>
                      <a:gd name="T38" fmla="*/ 6 w 94"/>
                      <a:gd name="T39" fmla="*/ 25 h 174"/>
                      <a:gd name="T40" fmla="*/ 6 w 94"/>
                      <a:gd name="T41" fmla="*/ 32 h 174"/>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Lst>
                    <a:ahLst/>
                    <a:cxnLst>
                      <a:cxn ang="T42">
                        <a:pos x="T0" y="T1"/>
                      </a:cxn>
                      <a:cxn ang="T43">
                        <a:pos x="T2" y="T3"/>
                      </a:cxn>
                      <a:cxn ang="T44">
                        <a:pos x="T4" y="T5"/>
                      </a:cxn>
                      <a:cxn ang="T45">
                        <a:pos x="T6" y="T7"/>
                      </a:cxn>
                      <a:cxn ang="T46">
                        <a:pos x="T8" y="T9"/>
                      </a:cxn>
                      <a:cxn ang="T47">
                        <a:pos x="T10" y="T11"/>
                      </a:cxn>
                      <a:cxn ang="T48">
                        <a:pos x="T12" y="T13"/>
                      </a:cxn>
                      <a:cxn ang="T49">
                        <a:pos x="T14" y="T15"/>
                      </a:cxn>
                      <a:cxn ang="T50">
                        <a:pos x="T16" y="T17"/>
                      </a:cxn>
                      <a:cxn ang="T51">
                        <a:pos x="T18" y="T19"/>
                      </a:cxn>
                      <a:cxn ang="T52">
                        <a:pos x="T20" y="T21"/>
                      </a:cxn>
                      <a:cxn ang="T53">
                        <a:pos x="T22" y="T23"/>
                      </a:cxn>
                      <a:cxn ang="T54">
                        <a:pos x="T24" y="T25"/>
                      </a:cxn>
                      <a:cxn ang="T55">
                        <a:pos x="T26" y="T27"/>
                      </a:cxn>
                      <a:cxn ang="T56">
                        <a:pos x="T28" y="T29"/>
                      </a:cxn>
                      <a:cxn ang="T57">
                        <a:pos x="T30" y="T31"/>
                      </a:cxn>
                      <a:cxn ang="T58">
                        <a:pos x="T32" y="T33"/>
                      </a:cxn>
                      <a:cxn ang="T59">
                        <a:pos x="T34" y="T35"/>
                      </a:cxn>
                      <a:cxn ang="T60">
                        <a:pos x="T36" y="T37"/>
                      </a:cxn>
                      <a:cxn ang="T61">
                        <a:pos x="T38" y="T39"/>
                      </a:cxn>
                      <a:cxn ang="T62">
                        <a:pos x="T40" y="T41"/>
                      </a:cxn>
                    </a:cxnLst>
                    <a:rect l="0" t="0" r="r" b="b"/>
                    <a:pathLst>
                      <a:path w="94" h="174">
                        <a:moveTo>
                          <a:pt x="14" y="96"/>
                        </a:moveTo>
                        <a:cubicBezTo>
                          <a:pt x="11" y="109"/>
                          <a:pt x="15" y="120"/>
                          <a:pt x="26" y="128"/>
                        </a:cubicBezTo>
                        <a:cubicBezTo>
                          <a:pt x="34" y="120"/>
                          <a:pt x="35" y="119"/>
                          <a:pt x="32" y="108"/>
                        </a:cubicBezTo>
                        <a:cubicBezTo>
                          <a:pt x="35" y="92"/>
                          <a:pt x="39" y="92"/>
                          <a:pt x="52" y="100"/>
                        </a:cubicBezTo>
                        <a:cubicBezTo>
                          <a:pt x="59" y="110"/>
                          <a:pt x="49" y="114"/>
                          <a:pt x="46" y="124"/>
                        </a:cubicBezTo>
                        <a:cubicBezTo>
                          <a:pt x="50" y="137"/>
                          <a:pt x="57" y="129"/>
                          <a:pt x="66" y="126"/>
                        </a:cubicBezTo>
                        <a:cubicBezTo>
                          <a:pt x="77" y="129"/>
                          <a:pt x="79" y="131"/>
                          <a:pt x="76" y="142"/>
                        </a:cubicBezTo>
                        <a:cubicBezTo>
                          <a:pt x="67" y="139"/>
                          <a:pt x="65" y="141"/>
                          <a:pt x="58" y="148"/>
                        </a:cubicBezTo>
                        <a:cubicBezTo>
                          <a:pt x="60" y="160"/>
                          <a:pt x="62" y="170"/>
                          <a:pt x="74" y="174"/>
                        </a:cubicBezTo>
                        <a:cubicBezTo>
                          <a:pt x="77" y="165"/>
                          <a:pt x="74" y="157"/>
                          <a:pt x="84" y="154"/>
                        </a:cubicBezTo>
                        <a:cubicBezTo>
                          <a:pt x="91" y="143"/>
                          <a:pt x="94" y="122"/>
                          <a:pt x="82" y="112"/>
                        </a:cubicBezTo>
                        <a:cubicBezTo>
                          <a:pt x="77" y="108"/>
                          <a:pt x="66" y="108"/>
                          <a:pt x="60" y="106"/>
                        </a:cubicBezTo>
                        <a:cubicBezTo>
                          <a:pt x="65" y="92"/>
                          <a:pt x="66" y="87"/>
                          <a:pt x="50" y="82"/>
                        </a:cubicBezTo>
                        <a:cubicBezTo>
                          <a:pt x="48" y="82"/>
                          <a:pt x="37" y="86"/>
                          <a:pt x="34" y="82"/>
                        </a:cubicBezTo>
                        <a:cubicBezTo>
                          <a:pt x="32" y="79"/>
                          <a:pt x="30" y="70"/>
                          <a:pt x="30" y="70"/>
                        </a:cubicBezTo>
                        <a:cubicBezTo>
                          <a:pt x="32" y="54"/>
                          <a:pt x="32" y="52"/>
                          <a:pt x="42" y="42"/>
                        </a:cubicBezTo>
                        <a:cubicBezTo>
                          <a:pt x="41" y="30"/>
                          <a:pt x="45" y="5"/>
                          <a:pt x="30" y="0"/>
                        </a:cubicBezTo>
                        <a:cubicBezTo>
                          <a:pt x="14" y="4"/>
                          <a:pt x="16" y="4"/>
                          <a:pt x="18" y="22"/>
                        </a:cubicBezTo>
                        <a:cubicBezTo>
                          <a:pt x="16" y="39"/>
                          <a:pt x="15" y="35"/>
                          <a:pt x="4" y="46"/>
                        </a:cubicBezTo>
                        <a:cubicBezTo>
                          <a:pt x="0" y="59"/>
                          <a:pt x="5" y="67"/>
                          <a:pt x="14" y="76"/>
                        </a:cubicBezTo>
                        <a:cubicBezTo>
                          <a:pt x="15" y="80"/>
                          <a:pt x="17" y="93"/>
                          <a:pt x="14" y="96"/>
                        </a:cubicBezTo>
                        <a:close/>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US"/>
                  </a:p>
                </p:txBody>
              </p:sp>
              <p:sp>
                <p:nvSpPr>
                  <p:cNvPr id="1104" name="Freeform 87"/>
                  <p:cNvSpPr>
                    <a:spLocks/>
                  </p:cNvSpPr>
                  <p:nvPr/>
                </p:nvSpPr>
                <p:spPr bwMode="ltGray">
                  <a:xfrm>
                    <a:off x="4597" y="508"/>
                    <a:ext cx="14" cy="17"/>
                  </a:xfrm>
                  <a:custGeom>
                    <a:avLst/>
                    <a:gdLst>
                      <a:gd name="T0" fmla="*/ 3 w 32"/>
                      <a:gd name="T1" fmla="*/ 8 h 50"/>
                      <a:gd name="T2" fmla="*/ 5 w 32"/>
                      <a:gd name="T3" fmla="*/ 0 h 50"/>
                      <a:gd name="T4" fmla="*/ 9 w 32"/>
                      <a:gd name="T5" fmla="*/ 5 h 50"/>
                      <a:gd name="T6" fmla="*/ 10 w 32"/>
                      <a:gd name="T7" fmla="*/ 8 h 50"/>
                      <a:gd name="T8" fmla="*/ 12 w 32"/>
                      <a:gd name="T9" fmla="*/ 9 h 50"/>
                      <a:gd name="T10" fmla="*/ 14 w 32"/>
                      <a:gd name="T11" fmla="*/ 13 h 50"/>
                      <a:gd name="T12" fmla="*/ 8 w 32"/>
                      <a:gd name="T13" fmla="*/ 17 h 50"/>
                      <a:gd name="T14" fmla="*/ 3 w 32"/>
                      <a:gd name="T15" fmla="*/ 8 h 50"/>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32" h="50">
                        <a:moveTo>
                          <a:pt x="6" y="24"/>
                        </a:moveTo>
                        <a:cubicBezTo>
                          <a:pt x="0" y="15"/>
                          <a:pt x="3" y="6"/>
                          <a:pt x="12" y="0"/>
                        </a:cubicBezTo>
                        <a:cubicBezTo>
                          <a:pt x="23" y="3"/>
                          <a:pt x="23" y="5"/>
                          <a:pt x="20" y="16"/>
                        </a:cubicBezTo>
                        <a:cubicBezTo>
                          <a:pt x="21" y="19"/>
                          <a:pt x="20" y="22"/>
                          <a:pt x="22" y="24"/>
                        </a:cubicBezTo>
                        <a:cubicBezTo>
                          <a:pt x="23" y="26"/>
                          <a:pt x="27" y="24"/>
                          <a:pt x="28" y="26"/>
                        </a:cubicBezTo>
                        <a:cubicBezTo>
                          <a:pt x="30" y="29"/>
                          <a:pt x="32" y="38"/>
                          <a:pt x="32" y="38"/>
                        </a:cubicBezTo>
                        <a:cubicBezTo>
                          <a:pt x="29" y="46"/>
                          <a:pt x="26" y="47"/>
                          <a:pt x="18" y="50"/>
                        </a:cubicBezTo>
                        <a:cubicBezTo>
                          <a:pt x="12" y="41"/>
                          <a:pt x="18" y="24"/>
                          <a:pt x="6" y="24"/>
                        </a:cubicBezTo>
                        <a:close/>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US"/>
                  </a:p>
                </p:txBody>
              </p:sp>
              <p:sp>
                <p:nvSpPr>
                  <p:cNvPr id="1105" name="Freeform 88"/>
                  <p:cNvSpPr>
                    <a:spLocks/>
                  </p:cNvSpPr>
                  <p:nvPr/>
                </p:nvSpPr>
                <p:spPr bwMode="ltGray">
                  <a:xfrm>
                    <a:off x="4569" y="512"/>
                    <a:ext cx="19" cy="17"/>
                  </a:xfrm>
                  <a:custGeom>
                    <a:avLst/>
                    <a:gdLst>
                      <a:gd name="T0" fmla="*/ 0 w 43"/>
                      <a:gd name="T1" fmla="*/ 15 h 50"/>
                      <a:gd name="T2" fmla="*/ 10 w 43"/>
                      <a:gd name="T3" fmla="*/ 7 h 50"/>
                      <a:gd name="T4" fmla="*/ 16 w 43"/>
                      <a:gd name="T5" fmla="*/ 0 h 50"/>
                      <a:gd name="T6" fmla="*/ 11 w 43"/>
                      <a:gd name="T7" fmla="*/ 10 h 50"/>
                      <a:gd name="T8" fmla="*/ 1 w 43"/>
                      <a:gd name="T9" fmla="*/ 17 h 50"/>
                      <a:gd name="T10" fmla="*/ 0 w 43"/>
                      <a:gd name="T11" fmla="*/ 15 h 50"/>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43" h="50">
                        <a:moveTo>
                          <a:pt x="0" y="44"/>
                        </a:moveTo>
                        <a:cubicBezTo>
                          <a:pt x="6" y="38"/>
                          <a:pt x="18" y="29"/>
                          <a:pt x="22" y="20"/>
                        </a:cubicBezTo>
                        <a:cubicBezTo>
                          <a:pt x="27" y="10"/>
                          <a:pt x="25" y="4"/>
                          <a:pt x="36" y="0"/>
                        </a:cubicBezTo>
                        <a:cubicBezTo>
                          <a:pt x="43" y="11"/>
                          <a:pt x="36" y="24"/>
                          <a:pt x="24" y="28"/>
                        </a:cubicBezTo>
                        <a:cubicBezTo>
                          <a:pt x="21" y="38"/>
                          <a:pt x="12" y="47"/>
                          <a:pt x="2" y="50"/>
                        </a:cubicBezTo>
                        <a:cubicBezTo>
                          <a:pt x="1" y="48"/>
                          <a:pt x="0" y="44"/>
                          <a:pt x="0" y="44"/>
                        </a:cubicBezTo>
                        <a:close/>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US"/>
                  </a:p>
                </p:txBody>
              </p:sp>
              <p:sp>
                <p:nvSpPr>
                  <p:cNvPr id="1106" name="Freeform 89"/>
                  <p:cNvSpPr>
                    <a:spLocks/>
                  </p:cNvSpPr>
                  <p:nvPr/>
                </p:nvSpPr>
                <p:spPr bwMode="ltGray">
                  <a:xfrm>
                    <a:off x="4784" y="275"/>
                    <a:ext cx="18" cy="10"/>
                  </a:xfrm>
                  <a:custGeom>
                    <a:avLst/>
                    <a:gdLst>
                      <a:gd name="T0" fmla="*/ 0 w 41"/>
                      <a:gd name="T1" fmla="*/ 9 h 29"/>
                      <a:gd name="T2" fmla="*/ 5 w 41"/>
                      <a:gd name="T3" fmla="*/ 10 h 29"/>
                      <a:gd name="T4" fmla="*/ 0 w 41"/>
                      <a:gd name="T5" fmla="*/ 9 h 29"/>
                      <a:gd name="T6" fmla="*/ 0 60000 65536"/>
                      <a:gd name="T7" fmla="*/ 0 60000 65536"/>
                      <a:gd name="T8" fmla="*/ 0 60000 65536"/>
                    </a:gdLst>
                    <a:ahLst/>
                    <a:cxnLst>
                      <a:cxn ang="T6">
                        <a:pos x="T0" y="T1"/>
                      </a:cxn>
                      <a:cxn ang="T7">
                        <a:pos x="T2" y="T3"/>
                      </a:cxn>
                      <a:cxn ang="T8">
                        <a:pos x="T4" y="T5"/>
                      </a:cxn>
                    </a:cxnLst>
                    <a:rect l="0" t="0" r="r" b="b"/>
                    <a:pathLst>
                      <a:path w="41" h="29">
                        <a:moveTo>
                          <a:pt x="0" y="25"/>
                        </a:moveTo>
                        <a:cubicBezTo>
                          <a:pt x="10" y="11"/>
                          <a:pt x="41" y="0"/>
                          <a:pt x="12" y="29"/>
                        </a:cubicBezTo>
                        <a:cubicBezTo>
                          <a:pt x="8" y="28"/>
                          <a:pt x="0" y="25"/>
                          <a:pt x="0" y="25"/>
                        </a:cubicBezTo>
                        <a:close/>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US"/>
                  </a:p>
                </p:txBody>
              </p:sp>
              <p:sp>
                <p:nvSpPr>
                  <p:cNvPr id="1107" name="Freeform 90"/>
                  <p:cNvSpPr>
                    <a:spLocks/>
                  </p:cNvSpPr>
                  <p:nvPr/>
                </p:nvSpPr>
                <p:spPr bwMode="ltGray">
                  <a:xfrm>
                    <a:off x="4293" y="246"/>
                    <a:ext cx="438" cy="152"/>
                  </a:xfrm>
                  <a:custGeom>
                    <a:avLst/>
                    <a:gdLst>
                      <a:gd name="T0" fmla="*/ 73 w 438"/>
                      <a:gd name="T1" fmla="*/ 1 h 152"/>
                      <a:gd name="T2" fmla="*/ 438 w 438"/>
                      <a:gd name="T3" fmla="*/ 0 h 152"/>
                      <a:gd name="T4" fmla="*/ 416 w 438"/>
                      <a:gd name="T5" fmla="*/ 54 h 152"/>
                      <a:gd name="T6" fmla="*/ 397 w 438"/>
                      <a:gd name="T7" fmla="*/ 68 h 152"/>
                      <a:gd name="T8" fmla="*/ 392 w 438"/>
                      <a:gd name="T9" fmla="*/ 70 h 152"/>
                      <a:gd name="T10" fmla="*/ 375 w 438"/>
                      <a:gd name="T11" fmla="*/ 73 h 152"/>
                      <a:gd name="T12" fmla="*/ 361 w 438"/>
                      <a:gd name="T13" fmla="*/ 88 h 152"/>
                      <a:gd name="T14" fmla="*/ 362 w 438"/>
                      <a:gd name="T15" fmla="*/ 99 h 152"/>
                      <a:gd name="T16" fmla="*/ 364 w 438"/>
                      <a:gd name="T17" fmla="*/ 107 h 152"/>
                      <a:gd name="T18" fmla="*/ 366 w 438"/>
                      <a:gd name="T19" fmla="*/ 113 h 152"/>
                      <a:gd name="T20" fmla="*/ 362 w 438"/>
                      <a:gd name="T21" fmla="*/ 122 h 152"/>
                      <a:gd name="T22" fmla="*/ 351 w 438"/>
                      <a:gd name="T23" fmla="*/ 120 h 152"/>
                      <a:gd name="T24" fmla="*/ 342 w 438"/>
                      <a:gd name="T25" fmla="*/ 129 h 152"/>
                      <a:gd name="T26" fmla="*/ 347 w 438"/>
                      <a:gd name="T27" fmla="*/ 105 h 152"/>
                      <a:gd name="T28" fmla="*/ 338 w 438"/>
                      <a:gd name="T29" fmla="*/ 100 h 152"/>
                      <a:gd name="T30" fmla="*/ 344 w 438"/>
                      <a:gd name="T31" fmla="*/ 93 h 152"/>
                      <a:gd name="T32" fmla="*/ 342 w 438"/>
                      <a:gd name="T33" fmla="*/ 89 h 152"/>
                      <a:gd name="T34" fmla="*/ 320 w 438"/>
                      <a:gd name="T35" fmla="*/ 94 h 152"/>
                      <a:gd name="T36" fmla="*/ 317 w 438"/>
                      <a:gd name="T37" fmla="*/ 85 h 152"/>
                      <a:gd name="T38" fmla="*/ 297 w 438"/>
                      <a:gd name="T39" fmla="*/ 94 h 152"/>
                      <a:gd name="T40" fmla="*/ 320 w 438"/>
                      <a:gd name="T41" fmla="*/ 103 h 152"/>
                      <a:gd name="T42" fmla="*/ 305 w 438"/>
                      <a:gd name="T43" fmla="*/ 117 h 152"/>
                      <a:gd name="T44" fmla="*/ 311 w 438"/>
                      <a:gd name="T45" fmla="*/ 126 h 152"/>
                      <a:gd name="T46" fmla="*/ 315 w 438"/>
                      <a:gd name="T47" fmla="*/ 138 h 152"/>
                      <a:gd name="T48" fmla="*/ 309 w 438"/>
                      <a:gd name="T49" fmla="*/ 139 h 152"/>
                      <a:gd name="T50" fmla="*/ 314 w 438"/>
                      <a:gd name="T51" fmla="*/ 144 h 152"/>
                      <a:gd name="T52" fmla="*/ 307 w 438"/>
                      <a:gd name="T53" fmla="*/ 152 h 152"/>
                      <a:gd name="T54" fmla="*/ 0 w 438"/>
                      <a:gd name="T55" fmla="*/ 149 h 152"/>
                      <a:gd name="T56" fmla="*/ 73 w 438"/>
                      <a:gd name="T57" fmla="*/ 1 h 152"/>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Lst>
                    <a:ahLst/>
                    <a:cxnLst>
                      <a:cxn ang="T58">
                        <a:pos x="T0" y="T1"/>
                      </a:cxn>
                      <a:cxn ang="T59">
                        <a:pos x="T2" y="T3"/>
                      </a:cxn>
                      <a:cxn ang="T60">
                        <a:pos x="T4" y="T5"/>
                      </a:cxn>
                      <a:cxn ang="T61">
                        <a:pos x="T6" y="T7"/>
                      </a:cxn>
                      <a:cxn ang="T62">
                        <a:pos x="T8" y="T9"/>
                      </a:cxn>
                      <a:cxn ang="T63">
                        <a:pos x="T10" y="T11"/>
                      </a:cxn>
                      <a:cxn ang="T64">
                        <a:pos x="T12" y="T13"/>
                      </a:cxn>
                      <a:cxn ang="T65">
                        <a:pos x="T14" y="T15"/>
                      </a:cxn>
                      <a:cxn ang="T66">
                        <a:pos x="T16" y="T17"/>
                      </a:cxn>
                      <a:cxn ang="T67">
                        <a:pos x="T18" y="T19"/>
                      </a:cxn>
                      <a:cxn ang="T68">
                        <a:pos x="T20" y="T21"/>
                      </a:cxn>
                      <a:cxn ang="T69">
                        <a:pos x="T22" y="T23"/>
                      </a:cxn>
                      <a:cxn ang="T70">
                        <a:pos x="T24" y="T25"/>
                      </a:cxn>
                      <a:cxn ang="T71">
                        <a:pos x="T26" y="T27"/>
                      </a:cxn>
                      <a:cxn ang="T72">
                        <a:pos x="T28" y="T29"/>
                      </a:cxn>
                      <a:cxn ang="T73">
                        <a:pos x="T30" y="T31"/>
                      </a:cxn>
                      <a:cxn ang="T74">
                        <a:pos x="T32" y="T33"/>
                      </a:cxn>
                      <a:cxn ang="T75">
                        <a:pos x="T34" y="T35"/>
                      </a:cxn>
                      <a:cxn ang="T76">
                        <a:pos x="T36" y="T37"/>
                      </a:cxn>
                      <a:cxn ang="T77">
                        <a:pos x="T38" y="T39"/>
                      </a:cxn>
                      <a:cxn ang="T78">
                        <a:pos x="T40" y="T41"/>
                      </a:cxn>
                      <a:cxn ang="T79">
                        <a:pos x="T42" y="T43"/>
                      </a:cxn>
                      <a:cxn ang="T80">
                        <a:pos x="T44" y="T45"/>
                      </a:cxn>
                      <a:cxn ang="T81">
                        <a:pos x="T46" y="T47"/>
                      </a:cxn>
                      <a:cxn ang="T82">
                        <a:pos x="T48" y="T49"/>
                      </a:cxn>
                      <a:cxn ang="T83">
                        <a:pos x="T50" y="T51"/>
                      </a:cxn>
                      <a:cxn ang="T84">
                        <a:pos x="T52" y="T53"/>
                      </a:cxn>
                      <a:cxn ang="T85">
                        <a:pos x="T54" y="T55"/>
                      </a:cxn>
                      <a:cxn ang="T86">
                        <a:pos x="T56" y="T57"/>
                      </a:cxn>
                    </a:cxnLst>
                    <a:rect l="0" t="0" r="r" b="b"/>
                    <a:pathLst>
                      <a:path w="438" h="152">
                        <a:moveTo>
                          <a:pt x="73" y="1"/>
                        </a:moveTo>
                        <a:lnTo>
                          <a:pt x="438" y="0"/>
                        </a:lnTo>
                        <a:cubicBezTo>
                          <a:pt x="432" y="15"/>
                          <a:pt x="429" y="42"/>
                          <a:pt x="416" y="54"/>
                        </a:cubicBezTo>
                        <a:cubicBezTo>
                          <a:pt x="410" y="60"/>
                          <a:pt x="405" y="63"/>
                          <a:pt x="397" y="68"/>
                        </a:cubicBezTo>
                        <a:cubicBezTo>
                          <a:pt x="396" y="69"/>
                          <a:pt x="392" y="70"/>
                          <a:pt x="392" y="70"/>
                        </a:cubicBezTo>
                        <a:cubicBezTo>
                          <a:pt x="377" y="63"/>
                          <a:pt x="385" y="68"/>
                          <a:pt x="375" y="73"/>
                        </a:cubicBezTo>
                        <a:cubicBezTo>
                          <a:pt x="371" y="82"/>
                          <a:pt x="371" y="83"/>
                          <a:pt x="361" y="88"/>
                        </a:cubicBezTo>
                        <a:cubicBezTo>
                          <a:pt x="359" y="92"/>
                          <a:pt x="364" y="93"/>
                          <a:pt x="362" y="99"/>
                        </a:cubicBezTo>
                        <a:cubicBezTo>
                          <a:pt x="363" y="102"/>
                          <a:pt x="364" y="105"/>
                          <a:pt x="364" y="107"/>
                        </a:cubicBezTo>
                        <a:cubicBezTo>
                          <a:pt x="365" y="109"/>
                          <a:pt x="366" y="111"/>
                          <a:pt x="366" y="113"/>
                        </a:cubicBezTo>
                        <a:cubicBezTo>
                          <a:pt x="365" y="115"/>
                          <a:pt x="364" y="120"/>
                          <a:pt x="362" y="122"/>
                        </a:cubicBezTo>
                        <a:cubicBezTo>
                          <a:pt x="359" y="123"/>
                          <a:pt x="354" y="119"/>
                          <a:pt x="351" y="120"/>
                        </a:cubicBezTo>
                        <a:cubicBezTo>
                          <a:pt x="347" y="129"/>
                          <a:pt x="352" y="127"/>
                          <a:pt x="342" y="129"/>
                        </a:cubicBezTo>
                        <a:cubicBezTo>
                          <a:pt x="340" y="123"/>
                          <a:pt x="345" y="111"/>
                          <a:pt x="347" y="105"/>
                        </a:cubicBezTo>
                        <a:cubicBezTo>
                          <a:pt x="347" y="100"/>
                          <a:pt x="338" y="102"/>
                          <a:pt x="338" y="100"/>
                        </a:cubicBezTo>
                        <a:cubicBezTo>
                          <a:pt x="338" y="98"/>
                          <a:pt x="344" y="95"/>
                          <a:pt x="344" y="93"/>
                        </a:cubicBezTo>
                        <a:cubicBezTo>
                          <a:pt x="344" y="92"/>
                          <a:pt x="344" y="89"/>
                          <a:pt x="342" y="89"/>
                        </a:cubicBezTo>
                        <a:cubicBezTo>
                          <a:pt x="339" y="89"/>
                          <a:pt x="324" y="94"/>
                          <a:pt x="320" y="94"/>
                        </a:cubicBezTo>
                        <a:cubicBezTo>
                          <a:pt x="317" y="86"/>
                          <a:pt x="328" y="88"/>
                          <a:pt x="317" y="85"/>
                        </a:cubicBezTo>
                        <a:cubicBezTo>
                          <a:pt x="311" y="91"/>
                          <a:pt x="306" y="93"/>
                          <a:pt x="297" y="94"/>
                        </a:cubicBezTo>
                        <a:cubicBezTo>
                          <a:pt x="300" y="104"/>
                          <a:pt x="307" y="101"/>
                          <a:pt x="320" y="103"/>
                        </a:cubicBezTo>
                        <a:cubicBezTo>
                          <a:pt x="318" y="109"/>
                          <a:pt x="311" y="111"/>
                          <a:pt x="305" y="117"/>
                        </a:cubicBezTo>
                        <a:lnTo>
                          <a:pt x="311" y="126"/>
                        </a:lnTo>
                        <a:lnTo>
                          <a:pt x="315" y="138"/>
                        </a:lnTo>
                        <a:lnTo>
                          <a:pt x="309" y="139"/>
                        </a:lnTo>
                        <a:lnTo>
                          <a:pt x="314" y="144"/>
                        </a:lnTo>
                        <a:lnTo>
                          <a:pt x="307" y="152"/>
                        </a:lnTo>
                        <a:lnTo>
                          <a:pt x="0" y="149"/>
                        </a:lnTo>
                        <a:lnTo>
                          <a:pt x="73" y="1"/>
                        </a:lnTo>
                        <a:close/>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US"/>
                  </a:p>
                </p:txBody>
              </p:sp>
              <p:sp>
                <p:nvSpPr>
                  <p:cNvPr id="1108" name="Freeform 91"/>
                  <p:cNvSpPr>
                    <a:spLocks/>
                  </p:cNvSpPr>
                  <p:nvPr/>
                </p:nvSpPr>
                <p:spPr bwMode="ltGray">
                  <a:xfrm>
                    <a:off x="4731" y="240"/>
                    <a:ext cx="20" cy="55"/>
                  </a:xfrm>
                  <a:custGeom>
                    <a:avLst/>
                    <a:gdLst>
                      <a:gd name="T0" fmla="*/ 2 w 47"/>
                      <a:gd name="T1" fmla="*/ 52 h 165"/>
                      <a:gd name="T2" fmla="*/ 6 w 47"/>
                      <a:gd name="T3" fmla="*/ 36 h 165"/>
                      <a:gd name="T4" fmla="*/ 7 w 47"/>
                      <a:gd name="T5" fmla="*/ 23 h 165"/>
                      <a:gd name="T6" fmla="*/ 5 w 47"/>
                      <a:gd name="T7" fmla="*/ 13 h 165"/>
                      <a:gd name="T8" fmla="*/ 7 w 47"/>
                      <a:gd name="T9" fmla="*/ 4 h 165"/>
                      <a:gd name="T10" fmla="*/ 9 w 47"/>
                      <a:gd name="T11" fmla="*/ 0 h 165"/>
                      <a:gd name="T12" fmla="*/ 13 w 47"/>
                      <a:gd name="T13" fmla="*/ 10 h 165"/>
                      <a:gd name="T14" fmla="*/ 20 w 47"/>
                      <a:gd name="T15" fmla="*/ 33 h 165"/>
                      <a:gd name="T16" fmla="*/ 13 w 47"/>
                      <a:gd name="T17" fmla="*/ 36 h 165"/>
                      <a:gd name="T18" fmla="*/ 10 w 47"/>
                      <a:gd name="T19" fmla="*/ 42 h 165"/>
                      <a:gd name="T20" fmla="*/ 9 w 47"/>
                      <a:gd name="T21" fmla="*/ 44 h 165"/>
                      <a:gd name="T22" fmla="*/ 11 w 47"/>
                      <a:gd name="T23" fmla="*/ 45 h 165"/>
                      <a:gd name="T24" fmla="*/ 13 w 47"/>
                      <a:gd name="T25" fmla="*/ 49 h 165"/>
                      <a:gd name="T26" fmla="*/ 6 w 47"/>
                      <a:gd name="T27" fmla="*/ 49 h 165"/>
                      <a:gd name="T28" fmla="*/ 3 w 47"/>
                      <a:gd name="T29" fmla="*/ 53 h 165"/>
                      <a:gd name="T30" fmla="*/ 1 w 47"/>
                      <a:gd name="T31" fmla="*/ 51 h 165"/>
                      <a:gd name="T32" fmla="*/ 2 w 47"/>
                      <a:gd name="T33" fmla="*/ 52 h 165"/>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Lst>
                    <a:ahLst/>
                    <a:cxnLst>
                      <a:cxn ang="T34">
                        <a:pos x="T0" y="T1"/>
                      </a:cxn>
                      <a:cxn ang="T35">
                        <a:pos x="T2" y="T3"/>
                      </a:cxn>
                      <a:cxn ang="T36">
                        <a:pos x="T4" y="T5"/>
                      </a:cxn>
                      <a:cxn ang="T37">
                        <a:pos x="T6" y="T7"/>
                      </a:cxn>
                      <a:cxn ang="T38">
                        <a:pos x="T8" y="T9"/>
                      </a:cxn>
                      <a:cxn ang="T39">
                        <a:pos x="T10" y="T11"/>
                      </a:cxn>
                      <a:cxn ang="T40">
                        <a:pos x="T12" y="T13"/>
                      </a:cxn>
                      <a:cxn ang="T41">
                        <a:pos x="T14" y="T15"/>
                      </a:cxn>
                      <a:cxn ang="T42">
                        <a:pos x="T16" y="T17"/>
                      </a:cxn>
                      <a:cxn ang="T43">
                        <a:pos x="T18" y="T19"/>
                      </a:cxn>
                      <a:cxn ang="T44">
                        <a:pos x="T20" y="T21"/>
                      </a:cxn>
                      <a:cxn ang="T45">
                        <a:pos x="T22" y="T23"/>
                      </a:cxn>
                      <a:cxn ang="T46">
                        <a:pos x="T24" y="T25"/>
                      </a:cxn>
                      <a:cxn ang="T47">
                        <a:pos x="T26" y="T27"/>
                      </a:cxn>
                      <a:cxn ang="T48">
                        <a:pos x="T28" y="T29"/>
                      </a:cxn>
                      <a:cxn ang="T49">
                        <a:pos x="T30" y="T31"/>
                      </a:cxn>
                      <a:cxn ang="T50">
                        <a:pos x="T32" y="T33"/>
                      </a:cxn>
                    </a:cxnLst>
                    <a:rect l="0" t="0" r="r" b="b"/>
                    <a:pathLst>
                      <a:path w="47" h="165">
                        <a:moveTo>
                          <a:pt x="5" y="156"/>
                        </a:moveTo>
                        <a:cubicBezTo>
                          <a:pt x="0" y="141"/>
                          <a:pt x="1" y="118"/>
                          <a:pt x="15" y="108"/>
                        </a:cubicBezTo>
                        <a:cubicBezTo>
                          <a:pt x="16" y="95"/>
                          <a:pt x="17" y="81"/>
                          <a:pt x="17" y="68"/>
                        </a:cubicBezTo>
                        <a:cubicBezTo>
                          <a:pt x="17" y="58"/>
                          <a:pt x="11" y="40"/>
                          <a:pt x="11" y="40"/>
                        </a:cubicBezTo>
                        <a:cubicBezTo>
                          <a:pt x="14" y="20"/>
                          <a:pt x="11" y="29"/>
                          <a:pt x="17" y="12"/>
                        </a:cubicBezTo>
                        <a:cubicBezTo>
                          <a:pt x="18" y="8"/>
                          <a:pt x="21" y="0"/>
                          <a:pt x="21" y="0"/>
                        </a:cubicBezTo>
                        <a:cubicBezTo>
                          <a:pt x="38" y="6"/>
                          <a:pt x="33" y="7"/>
                          <a:pt x="31" y="30"/>
                        </a:cubicBezTo>
                        <a:cubicBezTo>
                          <a:pt x="38" y="52"/>
                          <a:pt x="40" y="76"/>
                          <a:pt x="47" y="98"/>
                        </a:cubicBezTo>
                        <a:cubicBezTo>
                          <a:pt x="44" y="116"/>
                          <a:pt x="45" y="113"/>
                          <a:pt x="31" y="108"/>
                        </a:cubicBezTo>
                        <a:cubicBezTo>
                          <a:pt x="25" y="118"/>
                          <a:pt x="28" y="112"/>
                          <a:pt x="23" y="126"/>
                        </a:cubicBezTo>
                        <a:cubicBezTo>
                          <a:pt x="22" y="128"/>
                          <a:pt x="21" y="132"/>
                          <a:pt x="21" y="132"/>
                        </a:cubicBezTo>
                        <a:cubicBezTo>
                          <a:pt x="23" y="133"/>
                          <a:pt x="26" y="132"/>
                          <a:pt x="27" y="134"/>
                        </a:cubicBezTo>
                        <a:cubicBezTo>
                          <a:pt x="29" y="137"/>
                          <a:pt x="31" y="146"/>
                          <a:pt x="31" y="146"/>
                        </a:cubicBezTo>
                        <a:cubicBezTo>
                          <a:pt x="27" y="165"/>
                          <a:pt x="23" y="155"/>
                          <a:pt x="13" y="148"/>
                        </a:cubicBezTo>
                        <a:cubicBezTo>
                          <a:pt x="11" y="152"/>
                          <a:pt x="11" y="160"/>
                          <a:pt x="7" y="160"/>
                        </a:cubicBezTo>
                        <a:cubicBezTo>
                          <a:pt x="5" y="160"/>
                          <a:pt x="4" y="156"/>
                          <a:pt x="3" y="154"/>
                        </a:cubicBezTo>
                        <a:cubicBezTo>
                          <a:pt x="3" y="153"/>
                          <a:pt x="4" y="155"/>
                          <a:pt x="5" y="156"/>
                        </a:cubicBezTo>
                        <a:close/>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US"/>
                  </a:p>
                </p:txBody>
              </p:sp>
              <p:sp>
                <p:nvSpPr>
                  <p:cNvPr id="1109" name="Freeform 92"/>
                  <p:cNvSpPr>
                    <a:spLocks/>
                  </p:cNvSpPr>
                  <p:nvPr/>
                </p:nvSpPr>
                <p:spPr bwMode="ltGray">
                  <a:xfrm>
                    <a:off x="4719" y="287"/>
                    <a:ext cx="59" cy="34"/>
                  </a:xfrm>
                  <a:custGeom>
                    <a:avLst/>
                    <a:gdLst>
                      <a:gd name="T0" fmla="*/ 11 w 138"/>
                      <a:gd name="T1" fmla="*/ 20 h 103"/>
                      <a:gd name="T2" fmla="*/ 13 w 138"/>
                      <a:gd name="T3" fmla="*/ 14 h 103"/>
                      <a:gd name="T4" fmla="*/ 21 w 138"/>
                      <a:gd name="T5" fmla="*/ 11 h 103"/>
                      <a:gd name="T6" fmla="*/ 23 w 138"/>
                      <a:gd name="T7" fmla="*/ 15 h 103"/>
                      <a:gd name="T8" fmla="*/ 28 w 138"/>
                      <a:gd name="T9" fmla="*/ 16 h 103"/>
                      <a:gd name="T10" fmla="*/ 34 w 138"/>
                      <a:gd name="T11" fmla="*/ 18 h 103"/>
                      <a:gd name="T12" fmla="*/ 50 w 138"/>
                      <a:gd name="T13" fmla="*/ 11 h 103"/>
                      <a:gd name="T14" fmla="*/ 56 w 138"/>
                      <a:gd name="T15" fmla="*/ 6 h 103"/>
                      <a:gd name="T16" fmla="*/ 59 w 138"/>
                      <a:gd name="T17" fmla="*/ 4 h 103"/>
                      <a:gd name="T18" fmla="*/ 45 w 138"/>
                      <a:gd name="T19" fmla="*/ 16 h 103"/>
                      <a:gd name="T20" fmla="*/ 36 w 138"/>
                      <a:gd name="T21" fmla="*/ 22 h 103"/>
                      <a:gd name="T22" fmla="*/ 28 w 138"/>
                      <a:gd name="T23" fmla="*/ 27 h 103"/>
                      <a:gd name="T24" fmla="*/ 21 w 138"/>
                      <a:gd name="T25" fmla="*/ 34 h 103"/>
                      <a:gd name="T26" fmla="*/ 11 w 138"/>
                      <a:gd name="T27" fmla="*/ 29 h 103"/>
                      <a:gd name="T28" fmla="*/ 9 w 138"/>
                      <a:gd name="T29" fmla="*/ 29 h 103"/>
                      <a:gd name="T30" fmla="*/ 9 w 138"/>
                      <a:gd name="T31" fmla="*/ 32 h 103"/>
                      <a:gd name="T32" fmla="*/ 0 w 138"/>
                      <a:gd name="T33" fmla="*/ 32 h 103"/>
                      <a:gd name="T34" fmla="*/ 4 w 138"/>
                      <a:gd name="T35" fmla="*/ 26 h 103"/>
                      <a:gd name="T36" fmla="*/ 11 w 138"/>
                      <a:gd name="T37" fmla="*/ 20 h 103"/>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Lst>
                    <a:ahLst/>
                    <a:cxnLst>
                      <a:cxn ang="T38">
                        <a:pos x="T0" y="T1"/>
                      </a:cxn>
                      <a:cxn ang="T39">
                        <a:pos x="T2" y="T3"/>
                      </a:cxn>
                      <a:cxn ang="T40">
                        <a:pos x="T4" y="T5"/>
                      </a:cxn>
                      <a:cxn ang="T41">
                        <a:pos x="T6" y="T7"/>
                      </a:cxn>
                      <a:cxn ang="T42">
                        <a:pos x="T8" y="T9"/>
                      </a:cxn>
                      <a:cxn ang="T43">
                        <a:pos x="T10" y="T11"/>
                      </a:cxn>
                      <a:cxn ang="T44">
                        <a:pos x="T12" y="T13"/>
                      </a:cxn>
                      <a:cxn ang="T45">
                        <a:pos x="T14" y="T15"/>
                      </a:cxn>
                      <a:cxn ang="T46">
                        <a:pos x="T16" y="T17"/>
                      </a:cxn>
                      <a:cxn ang="T47">
                        <a:pos x="T18" y="T19"/>
                      </a:cxn>
                      <a:cxn ang="T48">
                        <a:pos x="T20" y="T21"/>
                      </a:cxn>
                      <a:cxn ang="T49">
                        <a:pos x="T22" y="T23"/>
                      </a:cxn>
                      <a:cxn ang="T50">
                        <a:pos x="T24" y="T25"/>
                      </a:cxn>
                      <a:cxn ang="T51">
                        <a:pos x="T26" y="T27"/>
                      </a:cxn>
                      <a:cxn ang="T52">
                        <a:pos x="T28" y="T29"/>
                      </a:cxn>
                      <a:cxn ang="T53">
                        <a:pos x="T30" y="T31"/>
                      </a:cxn>
                      <a:cxn ang="T54">
                        <a:pos x="T32" y="T33"/>
                      </a:cxn>
                      <a:cxn ang="T55">
                        <a:pos x="T34" y="T35"/>
                      </a:cxn>
                      <a:cxn ang="T56">
                        <a:pos x="T36" y="T37"/>
                      </a:cxn>
                    </a:cxnLst>
                    <a:rect l="0" t="0" r="r" b="b"/>
                    <a:pathLst>
                      <a:path w="138" h="103">
                        <a:moveTo>
                          <a:pt x="26" y="61"/>
                        </a:moveTo>
                        <a:cubicBezTo>
                          <a:pt x="29" y="53"/>
                          <a:pt x="33" y="51"/>
                          <a:pt x="30" y="43"/>
                        </a:cubicBezTo>
                        <a:cubicBezTo>
                          <a:pt x="33" y="27"/>
                          <a:pt x="37" y="24"/>
                          <a:pt x="50" y="33"/>
                        </a:cubicBezTo>
                        <a:cubicBezTo>
                          <a:pt x="51" y="37"/>
                          <a:pt x="53" y="41"/>
                          <a:pt x="54" y="45"/>
                        </a:cubicBezTo>
                        <a:cubicBezTo>
                          <a:pt x="55" y="49"/>
                          <a:pt x="66" y="49"/>
                          <a:pt x="66" y="49"/>
                        </a:cubicBezTo>
                        <a:cubicBezTo>
                          <a:pt x="75" y="43"/>
                          <a:pt x="77" y="45"/>
                          <a:pt x="80" y="55"/>
                        </a:cubicBezTo>
                        <a:cubicBezTo>
                          <a:pt x="92" y="47"/>
                          <a:pt x="101" y="37"/>
                          <a:pt x="116" y="33"/>
                        </a:cubicBezTo>
                        <a:cubicBezTo>
                          <a:pt x="125" y="19"/>
                          <a:pt x="120" y="24"/>
                          <a:pt x="130" y="17"/>
                        </a:cubicBezTo>
                        <a:cubicBezTo>
                          <a:pt x="134" y="11"/>
                          <a:pt x="134" y="0"/>
                          <a:pt x="138" y="11"/>
                        </a:cubicBezTo>
                        <a:cubicBezTo>
                          <a:pt x="135" y="31"/>
                          <a:pt x="126" y="45"/>
                          <a:pt x="106" y="49"/>
                        </a:cubicBezTo>
                        <a:cubicBezTo>
                          <a:pt x="97" y="55"/>
                          <a:pt x="93" y="61"/>
                          <a:pt x="84" y="67"/>
                        </a:cubicBezTo>
                        <a:cubicBezTo>
                          <a:pt x="80" y="79"/>
                          <a:pt x="79" y="79"/>
                          <a:pt x="66" y="81"/>
                        </a:cubicBezTo>
                        <a:cubicBezTo>
                          <a:pt x="60" y="90"/>
                          <a:pt x="57" y="97"/>
                          <a:pt x="48" y="103"/>
                        </a:cubicBezTo>
                        <a:cubicBezTo>
                          <a:pt x="42" y="94"/>
                          <a:pt x="37" y="93"/>
                          <a:pt x="26" y="89"/>
                        </a:cubicBezTo>
                        <a:cubicBezTo>
                          <a:pt x="24" y="88"/>
                          <a:pt x="20" y="87"/>
                          <a:pt x="20" y="87"/>
                        </a:cubicBezTo>
                        <a:cubicBezTo>
                          <a:pt x="10" y="90"/>
                          <a:pt x="14" y="94"/>
                          <a:pt x="22" y="97"/>
                        </a:cubicBezTo>
                        <a:cubicBezTo>
                          <a:pt x="14" y="103"/>
                          <a:pt x="9" y="100"/>
                          <a:pt x="0" y="97"/>
                        </a:cubicBezTo>
                        <a:cubicBezTo>
                          <a:pt x="2" y="87"/>
                          <a:pt x="1" y="82"/>
                          <a:pt x="10" y="79"/>
                        </a:cubicBezTo>
                        <a:cubicBezTo>
                          <a:pt x="15" y="63"/>
                          <a:pt x="14" y="69"/>
                          <a:pt x="26" y="61"/>
                        </a:cubicBezTo>
                        <a:close/>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US"/>
                  </a:p>
                </p:txBody>
              </p:sp>
              <p:sp>
                <p:nvSpPr>
                  <p:cNvPr id="1110" name="Freeform 93"/>
                  <p:cNvSpPr>
                    <a:spLocks/>
                  </p:cNvSpPr>
                  <p:nvPr/>
                </p:nvSpPr>
                <p:spPr bwMode="ltGray">
                  <a:xfrm>
                    <a:off x="4656" y="319"/>
                    <a:ext cx="80" cy="72"/>
                  </a:xfrm>
                  <a:custGeom>
                    <a:avLst/>
                    <a:gdLst>
                      <a:gd name="T0" fmla="*/ 67 w 188"/>
                      <a:gd name="T1" fmla="*/ 8 h 214"/>
                      <a:gd name="T2" fmla="*/ 68 w 188"/>
                      <a:gd name="T3" fmla="*/ 2 h 214"/>
                      <a:gd name="T4" fmla="*/ 72 w 188"/>
                      <a:gd name="T5" fmla="*/ 0 h 214"/>
                      <a:gd name="T6" fmla="*/ 77 w 188"/>
                      <a:gd name="T7" fmla="*/ 8 h 214"/>
                      <a:gd name="T8" fmla="*/ 80 w 188"/>
                      <a:gd name="T9" fmla="*/ 14 h 214"/>
                      <a:gd name="T10" fmla="*/ 76 w 188"/>
                      <a:gd name="T11" fmla="*/ 20 h 214"/>
                      <a:gd name="T12" fmla="*/ 72 w 188"/>
                      <a:gd name="T13" fmla="*/ 26 h 214"/>
                      <a:gd name="T14" fmla="*/ 69 w 188"/>
                      <a:gd name="T15" fmla="*/ 42 h 214"/>
                      <a:gd name="T16" fmla="*/ 61 w 188"/>
                      <a:gd name="T17" fmla="*/ 46 h 214"/>
                      <a:gd name="T18" fmla="*/ 51 w 188"/>
                      <a:gd name="T19" fmla="*/ 46 h 214"/>
                      <a:gd name="T20" fmla="*/ 48 w 188"/>
                      <a:gd name="T21" fmla="*/ 42 h 214"/>
                      <a:gd name="T22" fmla="*/ 43 w 188"/>
                      <a:gd name="T23" fmla="*/ 49 h 214"/>
                      <a:gd name="T24" fmla="*/ 38 w 188"/>
                      <a:gd name="T25" fmla="*/ 50 h 214"/>
                      <a:gd name="T26" fmla="*/ 34 w 188"/>
                      <a:gd name="T27" fmla="*/ 44 h 214"/>
                      <a:gd name="T28" fmla="*/ 25 w 188"/>
                      <a:gd name="T29" fmla="*/ 48 h 214"/>
                      <a:gd name="T30" fmla="*/ 32 w 188"/>
                      <a:gd name="T31" fmla="*/ 48 h 214"/>
                      <a:gd name="T32" fmla="*/ 33 w 188"/>
                      <a:gd name="T33" fmla="*/ 54 h 214"/>
                      <a:gd name="T34" fmla="*/ 25 w 188"/>
                      <a:gd name="T35" fmla="*/ 56 h 214"/>
                      <a:gd name="T36" fmla="*/ 14 w 188"/>
                      <a:gd name="T37" fmla="*/ 56 h 214"/>
                      <a:gd name="T38" fmla="*/ 15 w 188"/>
                      <a:gd name="T39" fmla="*/ 52 h 214"/>
                      <a:gd name="T40" fmla="*/ 20 w 188"/>
                      <a:gd name="T41" fmla="*/ 48 h 214"/>
                      <a:gd name="T42" fmla="*/ 14 w 188"/>
                      <a:gd name="T43" fmla="*/ 50 h 214"/>
                      <a:gd name="T44" fmla="*/ 11 w 188"/>
                      <a:gd name="T45" fmla="*/ 56 h 214"/>
                      <a:gd name="T46" fmla="*/ 13 w 188"/>
                      <a:gd name="T47" fmla="*/ 64 h 214"/>
                      <a:gd name="T48" fmla="*/ 6 w 188"/>
                      <a:gd name="T49" fmla="*/ 67 h 214"/>
                      <a:gd name="T50" fmla="*/ 0 w 188"/>
                      <a:gd name="T51" fmla="*/ 72 h 214"/>
                      <a:gd name="T52" fmla="*/ 3 w 188"/>
                      <a:gd name="T53" fmla="*/ 63 h 214"/>
                      <a:gd name="T54" fmla="*/ 0 w 188"/>
                      <a:gd name="T55" fmla="*/ 55 h 214"/>
                      <a:gd name="T56" fmla="*/ 6 w 188"/>
                      <a:gd name="T57" fmla="*/ 51 h 214"/>
                      <a:gd name="T58" fmla="*/ 14 w 188"/>
                      <a:gd name="T59" fmla="*/ 45 h 214"/>
                      <a:gd name="T60" fmla="*/ 19 w 188"/>
                      <a:gd name="T61" fmla="*/ 40 h 214"/>
                      <a:gd name="T62" fmla="*/ 31 w 188"/>
                      <a:gd name="T63" fmla="*/ 39 h 214"/>
                      <a:gd name="T64" fmla="*/ 36 w 188"/>
                      <a:gd name="T65" fmla="*/ 38 h 214"/>
                      <a:gd name="T66" fmla="*/ 49 w 188"/>
                      <a:gd name="T67" fmla="*/ 26 h 214"/>
                      <a:gd name="T68" fmla="*/ 51 w 188"/>
                      <a:gd name="T69" fmla="*/ 31 h 214"/>
                      <a:gd name="T70" fmla="*/ 56 w 188"/>
                      <a:gd name="T71" fmla="*/ 26 h 214"/>
                      <a:gd name="T72" fmla="*/ 64 w 188"/>
                      <a:gd name="T73" fmla="*/ 18 h 214"/>
                      <a:gd name="T74" fmla="*/ 66 w 188"/>
                      <a:gd name="T75" fmla="*/ 14 h 214"/>
                      <a:gd name="T76" fmla="*/ 63 w 188"/>
                      <a:gd name="T77" fmla="*/ 13 h 214"/>
                      <a:gd name="T78" fmla="*/ 65 w 188"/>
                      <a:gd name="T79" fmla="*/ 11 h 214"/>
                      <a:gd name="T80" fmla="*/ 67 w 188"/>
                      <a:gd name="T81" fmla="*/ 8 h 214"/>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Lst>
                    <a:ahLst/>
                    <a:cxnLst>
                      <a:cxn ang="T82">
                        <a:pos x="T0" y="T1"/>
                      </a:cxn>
                      <a:cxn ang="T83">
                        <a:pos x="T2" y="T3"/>
                      </a:cxn>
                      <a:cxn ang="T84">
                        <a:pos x="T4" y="T5"/>
                      </a:cxn>
                      <a:cxn ang="T85">
                        <a:pos x="T6" y="T7"/>
                      </a:cxn>
                      <a:cxn ang="T86">
                        <a:pos x="T8" y="T9"/>
                      </a:cxn>
                      <a:cxn ang="T87">
                        <a:pos x="T10" y="T11"/>
                      </a:cxn>
                      <a:cxn ang="T88">
                        <a:pos x="T12" y="T13"/>
                      </a:cxn>
                      <a:cxn ang="T89">
                        <a:pos x="T14" y="T15"/>
                      </a:cxn>
                      <a:cxn ang="T90">
                        <a:pos x="T16" y="T17"/>
                      </a:cxn>
                      <a:cxn ang="T91">
                        <a:pos x="T18" y="T19"/>
                      </a:cxn>
                      <a:cxn ang="T92">
                        <a:pos x="T20" y="T21"/>
                      </a:cxn>
                      <a:cxn ang="T93">
                        <a:pos x="T22" y="T23"/>
                      </a:cxn>
                      <a:cxn ang="T94">
                        <a:pos x="T24" y="T25"/>
                      </a:cxn>
                      <a:cxn ang="T95">
                        <a:pos x="T26" y="T27"/>
                      </a:cxn>
                      <a:cxn ang="T96">
                        <a:pos x="T28" y="T29"/>
                      </a:cxn>
                      <a:cxn ang="T97">
                        <a:pos x="T30" y="T31"/>
                      </a:cxn>
                      <a:cxn ang="T98">
                        <a:pos x="T32" y="T33"/>
                      </a:cxn>
                      <a:cxn ang="T99">
                        <a:pos x="T34" y="T35"/>
                      </a:cxn>
                      <a:cxn ang="T100">
                        <a:pos x="T36" y="T37"/>
                      </a:cxn>
                      <a:cxn ang="T101">
                        <a:pos x="T38" y="T39"/>
                      </a:cxn>
                      <a:cxn ang="T102">
                        <a:pos x="T40" y="T41"/>
                      </a:cxn>
                      <a:cxn ang="T103">
                        <a:pos x="T42" y="T43"/>
                      </a:cxn>
                      <a:cxn ang="T104">
                        <a:pos x="T44" y="T45"/>
                      </a:cxn>
                      <a:cxn ang="T105">
                        <a:pos x="T46" y="T47"/>
                      </a:cxn>
                      <a:cxn ang="T106">
                        <a:pos x="T48" y="T49"/>
                      </a:cxn>
                      <a:cxn ang="T107">
                        <a:pos x="T50" y="T51"/>
                      </a:cxn>
                      <a:cxn ang="T108">
                        <a:pos x="T52" y="T53"/>
                      </a:cxn>
                      <a:cxn ang="T109">
                        <a:pos x="T54" y="T55"/>
                      </a:cxn>
                      <a:cxn ang="T110">
                        <a:pos x="T56" y="T57"/>
                      </a:cxn>
                      <a:cxn ang="T111">
                        <a:pos x="T58" y="T59"/>
                      </a:cxn>
                      <a:cxn ang="T112">
                        <a:pos x="T60" y="T61"/>
                      </a:cxn>
                      <a:cxn ang="T113">
                        <a:pos x="T62" y="T63"/>
                      </a:cxn>
                      <a:cxn ang="T114">
                        <a:pos x="T64" y="T65"/>
                      </a:cxn>
                      <a:cxn ang="T115">
                        <a:pos x="T66" y="T67"/>
                      </a:cxn>
                      <a:cxn ang="T116">
                        <a:pos x="T68" y="T69"/>
                      </a:cxn>
                      <a:cxn ang="T117">
                        <a:pos x="T70" y="T71"/>
                      </a:cxn>
                      <a:cxn ang="T118">
                        <a:pos x="T72" y="T73"/>
                      </a:cxn>
                      <a:cxn ang="T119">
                        <a:pos x="T74" y="T75"/>
                      </a:cxn>
                      <a:cxn ang="T120">
                        <a:pos x="T76" y="T77"/>
                      </a:cxn>
                      <a:cxn ang="T121">
                        <a:pos x="T78" y="T79"/>
                      </a:cxn>
                      <a:cxn ang="T122">
                        <a:pos x="T80" y="T81"/>
                      </a:cxn>
                    </a:cxnLst>
                    <a:rect l="0" t="0" r="r" b="b"/>
                    <a:pathLst>
                      <a:path w="188" h="214">
                        <a:moveTo>
                          <a:pt x="158" y="24"/>
                        </a:moveTo>
                        <a:cubicBezTo>
                          <a:pt x="156" y="18"/>
                          <a:pt x="160" y="6"/>
                          <a:pt x="160" y="6"/>
                        </a:cubicBezTo>
                        <a:cubicBezTo>
                          <a:pt x="167" y="16"/>
                          <a:pt x="167" y="8"/>
                          <a:pt x="170" y="0"/>
                        </a:cubicBezTo>
                        <a:cubicBezTo>
                          <a:pt x="181" y="4"/>
                          <a:pt x="179" y="14"/>
                          <a:pt x="182" y="24"/>
                        </a:cubicBezTo>
                        <a:cubicBezTo>
                          <a:pt x="184" y="30"/>
                          <a:pt x="188" y="42"/>
                          <a:pt x="188" y="42"/>
                        </a:cubicBezTo>
                        <a:cubicBezTo>
                          <a:pt x="183" y="56"/>
                          <a:pt x="188" y="52"/>
                          <a:pt x="178" y="58"/>
                        </a:cubicBezTo>
                        <a:cubicBezTo>
                          <a:pt x="174" y="63"/>
                          <a:pt x="170" y="76"/>
                          <a:pt x="170" y="76"/>
                        </a:cubicBezTo>
                        <a:cubicBezTo>
                          <a:pt x="169" y="100"/>
                          <a:pt x="173" y="110"/>
                          <a:pt x="162" y="126"/>
                        </a:cubicBezTo>
                        <a:cubicBezTo>
                          <a:pt x="150" y="118"/>
                          <a:pt x="155" y="132"/>
                          <a:pt x="144" y="136"/>
                        </a:cubicBezTo>
                        <a:cubicBezTo>
                          <a:pt x="135" y="134"/>
                          <a:pt x="129" y="135"/>
                          <a:pt x="120" y="138"/>
                        </a:cubicBezTo>
                        <a:cubicBezTo>
                          <a:pt x="114" y="129"/>
                          <a:pt x="122" y="127"/>
                          <a:pt x="112" y="124"/>
                        </a:cubicBezTo>
                        <a:cubicBezTo>
                          <a:pt x="108" y="130"/>
                          <a:pt x="108" y="142"/>
                          <a:pt x="102" y="146"/>
                        </a:cubicBezTo>
                        <a:cubicBezTo>
                          <a:pt x="98" y="148"/>
                          <a:pt x="90" y="150"/>
                          <a:pt x="90" y="150"/>
                        </a:cubicBezTo>
                        <a:cubicBezTo>
                          <a:pt x="87" y="141"/>
                          <a:pt x="89" y="135"/>
                          <a:pt x="80" y="132"/>
                        </a:cubicBezTo>
                        <a:cubicBezTo>
                          <a:pt x="68" y="134"/>
                          <a:pt x="65" y="134"/>
                          <a:pt x="58" y="144"/>
                        </a:cubicBezTo>
                        <a:cubicBezTo>
                          <a:pt x="66" y="150"/>
                          <a:pt x="68" y="147"/>
                          <a:pt x="76" y="142"/>
                        </a:cubicBezTo>
                        <a:cubicBezTo>
                          <a:pt x="81" y="146"/>
                          <a:pt x="85" y="155"/>
                          <a:pt x="78" y="160"/>
                        </a:cubicBezTo>
                        <a:cubicBezTo>
                          <a:pt x="75" y="162"/>
                          <a:pt x="62" y="165"/>
                          <a:pt x="58" y="166"/>
                        </a:cubicBezTo>
                        <a:cubicBezTo>
                          <a:pt x="48" y="173"/>
                          <a:pt x="44" y="173"/>
                          <a:pt x="34" y="166"/>
                        </a:cubicBezTo>
                        <a:cubicBezTo>
                          <a:pt x="35" y="162"/>
                          <a:pt x="34" y="158"/>
                          <a:pt x="36" y="154"/>
                        </a:cubicBezTo>
                        <a:cubicBezTo>
                          <a:pt x="38" y="150"/>
                          <a:pt x="55" y="146"/>
                          <a:pt x="46" y="144"/>
                        </a:cubicBezTo>
                        <a:cubicBezTo>
                          <a:pt x="42" y="143"/>
                          <a:pt x="34" y="148"/>
                          <a:pt x="34" y="148"/>
                        </a:cubicBezTo>
                        <a:cubicBezTo>
                          <a:pt x="32" y="155"/>
                          <a:pt x="28" y="159"/>
                          <a:pt x="26" y="166"/>
                        </a:cubicBezTo>
                        <a:cubicBezTo>
                          <a:pt x="36" y="182"/>
                          <a:pt x="36" y="173"/>
                          <a:pt x="30" y="190"/>
                        </a:cubicBezTo>
                        <a:cubicBezTo>
                          <a:pt x="28" y="196"/>
                          <a:pt x="14" y="200"/>
                          <a:pt x="14" y="200"/>
                        </a:cubicBezTo>
                        <a:cubicBezTo>
                          <a:pt x="5" y="214"/>
                          <a:pt x="11" y="210"/>
                          <a:pt x="0" y="214"/>
                        </a:cubicBezTo>
                        <a:cubicBezTo>
                          <a:pt x="2" y="202"/>
                          <a:pt x="5" y="198"/>
                          <a:pt x="8" y="188"/>
                        </a:cubicBezTo>
                        <a:cubicBezTo>
                          <a:pt x="6" y="178"/>
                          <a:pt x="3" y="173"/>
                          <a:pt x="0" y="164"/>
                        </a:cubicBezTo>
                        <a:cubicBezTo>
                          <a:pt x="3" y="156"/>
                          <a:pt x="7" y="157"/>
                          <a:pt x="14" y="152"/>
                        </a:cubicBezTo>
                        <a:cubicBezTo>
                          <a:pt x="18" y="141"/>
                          <a:pt x="23" y="140"/>
                          <a:pt x="32" y="134"/>
                        </a:cubicBezTo>
                        <a:cubicBezTo>
                          <a:pt x="37" y="127"/>
                          <a:pt x="37" y="123"/>
                          <a:pt x="44" y="118"/>
                        </a:cubicBezTo>
                        <a:cubicBezTo>
                          <a:pt x="64" y="121"/>
                          <a:pt x="55" y="122"/>
                          <a:pt x="72" y="116"/>
                        </a:cubicBezTo>
                        <a:cubicBezTo>
                          <a:pt x="76" y="115"/>
                          <a:pt x="84" y="112"/>
                          <a:pt x="84" y="112"/>
                        </a:cubicBezTo>
                        <a:cubicBezTo>
                          <a:pt x="105" y="119"/>
                          <a:pt x="97" y="84"/>
                          <a:pt x="114" y="78"/>
                        </a:cubicBezTo>
                        <a:cubicBezTo>
                          <a:pt x="117" y="87"/>
                          <a:pt x="110" y="89"/>
                          <a:pt x="120" y="92"/>
                        </a:cubicBezTo>
                        <a:cubicBezTo>
                          <a:pt x="125" y="85"/>
                          <a:pt x="125" y="81"/>
                          <a:pt x="132" y="76"/>
                        </a:cubicBezTo>
                        <a:cubicBezTo>
                          <a:pt x="138" y="68"/>
                          <a:pt x="146" y="65"/>
                          <a:pt x="150" y="54"/>
                        </a:cubicBezTo>
                        <a:cubicBezTo>
                          <a:pt x="151" y="50"/>
                          <a:pt x="154" y="42"/>
                          <a:pt x="154" y="42"/>
                        </a:cubicBezTo>
                        <a:cubicBezTo>
                          <a:pt x="152" y="41"/>
                          <a:pt x="148" y="40"/>
                          <a:pt x="148" y="38"/>
                        </a:cubicBezTo>
                        <a:cubicBezTo>
                          <a:pt x="148" y="36"/>
                          <a:pt x="161" y="33"/>
                          <a:pt x="152" y="32"/>
                        </a:cubicBezTo>
                        <a:lnTo>
                          <a:pt x="158" y="24"/>
                        </a:lnTo>
                        <a:close/>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US"/>
                  </a:p>
                </p:txBody>
              </p:sp>
              <p:sp>
                <p:nvSpPr>
                  <p:cNvPr id="1111" name="Freeform 94"/>
                  <p:cNvSpPr>
                    <a:spLocks/>
                  </p:cNvSpPr>
                  <p:nvPr/>
                </p:nvSpPr>
                <p:spPr bwMode="ltGray">
                  <a:xfrm>
                    <a:off x="4709" y="340"/>
                    <a:ext cx="6" cy="4"/>
                  </a:xfrm>
                  <a:custGeom>
                    <a:avLst/>
                    <a:gdLst>
                      <a:gd name="T0" fmla="*/ 0 w 13"/>
                      <a:gd name="T1" fmla="*/ 3 h 13"/>
                      <a:gd name="T2" fmla="*/ 2 w 13"/>
                      <a:gd name="T3" fmla="*/ 4 h 13"/>
                      <a:gd name="T4" fmla="*/ 0 w 13"/>
                      <a:gd name="T5" fmla="*/ 3 h 13"/>
                      <a:gd name="T6" fmla="*/ 0 60000 65536"/>
                      <a:gd name="T7" fmla="*/ 0 60000 65536"/>
                      <a:gd name="T8" fmla="*/ 0 60000 65536"/>
                    </a:gdLst>
                    <a:ahLst/>
                    <a:cxnLst>
                      <a:cxn ang="T6">
                        <a:pos x="T0" y="T1"/>
                      </a:cxn>
                      <a:cxn ang="T7">
                        <a:pos x="T2" y="T3"/>
                      </a:cxn>
                      <a:cxn ang="T8">
                        <a:pos x="T4" y="T5"/>
                      </a:cxn>
                    </a:cxnLst>
                    <a:rect l="0" t="0" r="r" b="b"/>
                    <a:pathLst>
                      <a:path w="13" h="13">
                        <a:moveTo>
                          <a:pt x="0" y="9"/>
                        </a:moveTo>
                        <a:cubicBezTo>
                          <a:pt x="6" y="0"/>
                          <a:pt x="13" y="7"/>
                          <a:pt x="4" y="13"/>
                        </a:cubicBezTo>
                        <a:cubicBezTo>
                          <a:pt x="0" y="6"/>
                          <a:pt x="0" y="5"/>
                          <a:pt x="0" y="9"/>
                        </a:cubicBezTo>
                        <a:close/>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US"/>
                  </a:p>
                </p:txBody>
              </p:sp>
              <p:sp>
                <p:nvSpPr>
                  <p:cNvPr id="1112" name="Freeform 95"/>
                  <p:cNvSpPr>
                    <a:spLocks/>
                  </p:cNvSpPr>
                  <p:nvPr/>
                </p:nvSpPr>
                <p:spPr bwMode="ltGray">
                  <a:xfrm>
                    <a:off x="4261" y="389"/>
                    <a:ext cx="347" cy="189"/>
                  </a:xfrm>
                  <a:custGeom>
                    <a:avLst/>
                    <a:gdLst>
                      <a:gd name="T0" fmla="*/ 347 w 812"/>
                      <a:gd name="T1" fmla="*/ 9 h 564"/>
                      <a:gd name="T2" fmla="*/ 332 w 812"/>
                      <a:gd name="T3" fmla="*/ 26 h 564"/>
                      <a:gd name="T4" fmla="*/ 320 w 812"/>
                      <a:gd name="T5" fmla="*/ 41 h 564"/>
                      <a:gd name="T6" fmla="*/ 309 w 812"/>
                      <a:gd name="T7" fmla="*/ 48 h 564"/>
                      <a:gd name="T8" fmla="*/ 271 w 812"/>
                      <a:gd name="T9" fmla="*/ 60 h 564"/>
                      <a:gd name="T10" fmla="*/ 270 w 812"/>
                      <a:gd name="T11" fmla="*/ 70 h 564"/>
                      <a:gd name="T12" fmla="*/ 258 w 812"/>
                      <a:gd name="T13" fmla="*/ 77 h 564"/>
                      <a:gd name="T14" fmla="*/ 265 w 812"/>
                      <a:gd name="T15" fmla="*/ 60 h 564"/>
                      <a:gd name="T16" fmla="*/ 246 w 812"/>
                      <a:gd name="T17" fmla="*/ 63 h 564"/>
                      <a:gd name="T18" fmla="*/ 238 w 812"/>
                      <a:gd name="T19" fmla="*/ 73 h 564"/>
                      <a:gd name="T20" fmla="*/ 255 w 812"/>
                      <a:gd name="T21" fmla="*/ 94 h 564"/>
                      <a:gd name="T22" fmla="*/ 254 w 812"/>
                      <a:gd name="T23" fmla="*/ 123 h 564"/>
                      <a:gd name="T24" fmla="*/ 232 w 812"/>
                      <a:gd name="T25" fmla="*/ 136 h 564"/>
                      <a:gd name="T26" fmla="*/ 223 w 812"/>
                      <a:gd name="T27" fmla="*/ 129 h 564"/>
                      <a:gd name="T28" fmla="*/ 206 w 812"/>
                      <a:gd name="T29" fmla="*/ 117 h 564"/>
                      <a:gd name="T30" fmla="*/ 197 w 812"/>
                      <a:gd name="T31" fmla="*/ 117 h 564"/>
                      <a:gd name="T32" fmla="*/ 192 w 812"/>
                      <a:gd name="T33" fmla="*/ 132 h 564"/>
                      <a:gd name="T34" fmla="*/ 214 w 812"/>
                      <a:gd name="T35" fmla="*/ 155 h 564"/>
                      <a:gd name="T36" fmla="*/ 218 w 812"/>
                      <a:gd name="T37" fmla="*/ 176 h 564"/>
                      <a:gd name="T38" fmla="*/ 225 w 812"/>
                      <a:gd name="T39" fmla="*/ 188 h 564"/>
                      <a:gd name="T40" fmla="*/ 210 w 812"/>
                      <a:gd name="T41" fmla="*/ 182 h 564"/>
                      <a:gd name="T42" fmla="*/ 201 w 812"/>
                      <a:gd name="T43" fmla="*/ 174 h 564"/>
                      <a:gd name="T44" fmla="*/ 180 w 812"/>
                      <a:gd name="T45" fmla="*/ 142 h 564"/>
                      <a:gd name="T46" fmla="*/ 182 w 812"/>
                      <a:gd name="T47" fmla="*/ 104 h 564"/>
                      <a:gd name="T48" fmla="*/ 180 w 812"/>
                      <a:gd name="T49" fmla="*/ 90 h 564"/>
                      <a:gd name="T50" fmla="*/ 176 w 812"/>
                      <a:gd name="T51" fmla="*/ 92 h 564"/>
                      <a:gd name="T52" fmla="*/ 165 w 812"/>
                      <a:gd name="T53" fmla="*/ 89 h 564"/>
                      <a:gd name="T54" fmla="*/ 154 w 812"/>
                      <a:gd name="T55" fmla="*/ 57 h 564"/>
                      <a:gd name="T56" fmla="*/ 141 w 812"/>
                      <a:gd name="T57" fmla="*/ 56 h 564"/>
                      <a:gd name="T58" fmla="*/ 123 w 812"/>
                      <a:gd name="T59" fmla="*/ 58 h 564"/>
                      <a:gd name="T60" fmla="*/ 103 w 812"/>
                      <a:gd name="T61" fmla="*/ 78 h 564"/>
                      <a:gd name="T62" fmla="*/ 84 w 812"/>
                      <a:gd name="T63" fmla="*/ 90 h 564"/>
                      <a:gd name="T64" fmla="*/ 79 w 812"/>
                      <a:gd name="T65" fmla="*/ 92 h 564"/>
                      <a:gd name="T66" fmla="*/ 68 w 812"/>
                      <a:gd name="T67" fmla="*/ 110 h 564"/>
                      <a:gd name="T68" fmla="*/ 65 w 812"/>
                      <a:gd name="T69" fmla="*/ 119 h 564"/>
                      <a:gd name="T70" fmla="*/ 55 w 812"/>
                      <a:gd name="T71" fmla="*/ 135 h 564"/>
                      <a:gd name="T72" fmla="*/ 40 w 812"/>
                      <a:gd name="T73" fmla="*/ 131 h 564"/>
                      <a:gd name="T74" fmla="*/ 28 w 812"/>
                      <a:gd name="T75" fmla="*/ 86 h 564"/>
                      <a:gd name="T76" fmla="*/ 31 w 812"/>
                      <a:gd name="T77" fmla="*/ 52 h 564"/>
                      <a:gd name="T78" fmla="*/ 19 w 812"/>
                      <a:gd name="T79" fmla="*/ 60 h 564"/>
                      <a:gd name="T80" fmla="*/ 9 w 812"/>
                      <a:gd name="T81" fmla="*/ 50 h 564"/>
                      <a:gd name="T82" fmla="*/ 10 w 812"/>
                      <a:gd name="T83" fmla="*/ 46 h 564"/>
                      <a:gd name="T84" fmla="*/ 0 w 812"/>
                      <a:gd name="T85" fmla="*/ 31 h 564"/>
                      <a:gd name="T86" fmla="*/ 341 w 812"/>
                      <a:gd name="T87" fmla="*/ 2 h 564"/>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Lst>
                    <a:ahLst/>
                    <a:cxnLst>
                      <a:cxn ang="T88">
                        <a:pos x="T0" y="T1"/>
                      </a:cxn>
                      <a:cxn ang="T89">
                        <a:pos x="T2" y="T3"/>
                      </a:cxn>
                      <a:cxn ang="T90">
                        <a:pos x="T4" y="T5"/>
                      </a:cxn>
                      <a:cxn ang="T91">
                        <a:pos x="T6" y="T7"/>
                      </a:cxn>
                      <a:cxn ang="T92">
                        <a:pos x="T8" y="T9"/>
                      </a:cxn>
                      <a:cxn ang="T93">
                        <a:pos x="T10" y="T11"/>
                      </a:cxn>
                      <a:cxn ang="T94">
                        <a:pos x="T12" y="T13"/>
                      </a:cxn>
                      <a:cxn ang="T95">
                        <a:pos x="T14" y="T15"/>
                      </a:cxn>
                      <a:cxn ang="T96">
                        <a:pos x="T16" y="T17"/>
                      </a:cxn>
                      <a:cxn ang="T97">
                        <a:pos x="T18" y="T19"/>
                      </a:cxn>
                      <a:cxn ang="T98">
                        <a:pos x="T20" y="T21"/>
                      </a:cxn>
                      <a:cxn ang="T99">
                        <a:pos x="T22" y="T23"/>
                      </a:cxn>
                      <a:cxn ang="T100">
                        <a:pos x="T24" y="T25"/>
                      </a:cxn>
                      <a:cxn ang="T101">
                        <a:pos x="T26" y="T27"/>
                      </a:cxn>
                      <a:cxn ang="T102">
                        <a:pos x="T28" y="T29"/>
                      </a:cxn>
                      <a:cxn ang="T103">
                        <a:pos x="T30" y="T31"/>
                      </a:cxn>
                      <a:cxn ang="T104">
                        <a:pos x="T32" y="T33"/>
                      </a:cxn>
                      <a:cxn ang="T105">
                        <a:pos x="T34" y="T35"/>
                      </a:cxn>
                      <a:cxn ang="T106">
                        <a:pos x="T36" y="T37"/>
                      </a:cxn>
                      <a:cxn ang="T107">
                        <a:pos x="T38" y="T39"/>
                      </a:cxn>
                      <a:cxn ang="T108">
                        <a:pos x="T40" y="T41"/>
                      </a:cxn>
                      <a:cxn ang="T109">
                        <a:pos x="T42" y="T43"/>
                      </a:cxn>
                      <a:cxn ang="T110">
                        <a:pos x="T44" y="T45"/>
                      </a:cxn>
                      <a:cxn ang="T111">
                        <a:pos x="T46" y="T47"/>
                      </a:cxn>
                      <a:cxn ang="T112">
                        <a:pos x="T48" y="T49"/>
                      </a:cxn>
                      <a:cxn ang="T113">
                        <a:pos x="T50" y="T51"/>
                      </a:cxn>
                      <a:cxn ang="T114">
                        <a:pos x="T52" y="T53"/>
                      </a:cxn>
                      <a:cxn ang="T115">
                        <a:pos x="T54" y="T55"/>
                      </a:cxn>
                      <a:cxn ang="T116">
                        <a:pos x="T56" y="T57"/>
                      </a:cxn>
                      <a:cxn ang="T117">
                        <a:pos x="T58" y="T59"/>
                      </a:cxn>
                      <a:cxn ang="T118">
                        <a:pos x="T60" y="T61"/>
                      </a:cxn>
                      <a:cxn ang="T119">
                        <a:pos x="T62" y="T63"/>
                      </a:cxn>
                      <a:cxn ang="T120">
                        <a:pos x="T64" y="T65"/>
                      </a:cxn>
                      <a:cxn ang="T121">
                        <a:pos x="T66" y="T67"/>
                      </a:cxn>
                      <a:cxn ang="T122">
                        <a:pos x="T68" y="T69"/>
                      </a:cxn>
                      <a:cxn ang="T123">
                        <a:pos x="T70" y="T71"/>
                      </a:cxn>
                      <a:cxn ang="T124">
                        <a:pos x="T72" y="T73"/>
                      </a:cxn>
                      <a:cxn ang="T125">
                        <a:pos x="T74" y="T75"/>
                      </a:cxn>
                      <a:cxn ang="T126">
                        <a:pos x="T76" y="T77"/>
                      </a:cxn>
                      <a:cxn ang="T127">
                        <a:pos x="T78" y="T79"/>
                      </a:cxn>
                      <a:cxn ang="T128">
                        <a:pos x="T80" y="T81"/>
                      </a:cxn>
                      <a:cxn ang="T129">
                        <a:pos x="T82" y="T83"/>
                      </a:cxn>
                      <a:cxn ang="T130">
                        <a:pos x="T84" y="T85"/>
                      </a:cxn>
                      <a:cxn ang="T131">
                        <a:pos x="T86" y="T87"/>
                      </a:cxn>
                    </a:cxnLst>
                    <a:rect l="0" t="0" r="r" b="b"/>
                    <a:pathLst>
                      <a:path w="812" h="564">
                        <a:moveTo>
                          <a:pt x="798" y="6"/>
                        </a:moveTo>
                        <a:cubicBezTo>
                          <a:pt x="801" y="15"/>
                          <a:pt x="809" y="16"/>
                          <a:pt x="812" y="26"/>
                        </a:cubicBezTo>
                        <a:cubicBezTo>
                          <a:pt x="809" y="36"/>
                          <a:pt x="801" y="41"/>
                          <a:pt x="796" y="50"/>
                        </a:cubicBezTo>
                        <a:cubicBezTo>
                          <a:pt x="791" y="61"/>
                          <a:pt x="788" y="71"/>
                          <a:pt x="778" y="78"/>
                        </a:cubicBezTo>
                        <a:cubicBezTo>
                          <a:pt x="773" y="85"/>
                          <a:pt x="771" y="88"/>
                          <a:pt x="774" y="96"/>
                        </a:cubicBezTo>
                        <a:cubicBezTo>
                          <a:pt x="767" y="107"/>
                          <a:pt x="758" y="114"/>
                          <a:pt x="748" y="122"/>
                        </a:cubicBezTo>
                        <a:cubicBezTo>
                          <a:pt x="744" y="125"/>
                          <a:pt x="736" y="130"/>
                          <a:pt x="736" y="130"/>
                        </a:cubicBezTo>
                        <a:cubicBezTo>
                          <a:pt x="740" y="141"/>
                          <a:pt x="731" y="140"/>
                          <a:pt x="722" y="142"/>
                        </a:cubicBezTo>
                        <a:cubicBezTo>
                          <a:pt x="716" y="148"/>
                          <a:pt x="712" y="151"/>
                          <a:pt x="704" y="154"/>
                        </a:cubicBezTo>
                        <a:cubicBezTo>
                          <a:pt x="686" y="150"/>
                          <a:pt x="650" y="169"/>
                          <a:pt x="634" y="180"/>
                        </a:cubicBezTo>
                        <a:cubicBezTo>
                          <a:pt x="636" y="189"/>
                          <a:pt x="631" y="193"/>
                          <a:pt x="640" y="196"/>
                        </a:cubicBezTo>
                        <a:cubicBezTo>
                          <a:pt x="643" y="205"/>
                          <a:pt x="640" y="207"/>
                          <a:pt x="632" y="210"/>
                        </a:cubicBezTo>
                        <a:cubicBezTo>
                          <a:pt x="626" y="219"/>
                          <a:pt x="623" y="226"/>
                          <a:pt x="614" y="232"/>
                        </a:cubicBezTo>
                        <a:cubicBezTo>
                          <a:pt x="611" y="231"/>
                          <a:pt x="606" y="233"/>
                          <a:pt x="604" y="230"/>
                        </a:cubicBezTo>
                        <a:cubicBezTo>
                          <a:pt x="599" y="220"/>
                          <a:pt x="610" y="199"/>
                          <a:pt x="620" y="196"/>
                        </a:cubicBezTo>
                        <a:cubicBezTo>
                          <a:pt x="623" y="187"/>
                          <a:pt x="617" y="187"/>
                          <a:pt x="620" y="178"/>
                        </a:cubicBezTo>
                        <a:cubicBezTo>
                          <a:pt x="617" y="164"/>
                          <a:pt x="609" y="168"/>
                          <a:pt x="598" y="172"/>
                        </a:cubicBezTo>
                        <a:cubicBezTo>
                          <a:pt x="592" y="180"/>
                          <a:pt x="585" y="185"/>
                          <a:pt x="576" y="188"/>
                        </a:cubicBezTo>
                        <a:cubicBezTo>
                          <a:pt x="572" y="194"/>
                          <a:pt x="568" y="200"/>
                          <a:pt x="564" y="206"/>
                        </a:cubicBezTo>
                        <a:cubicBezTo>
                          <a:pt x="561" y="210"/>
                          <a:pt x="556" y="218"/>
                          <a:pt x="556" y="218"/>
                        </a:cubicBezTo>
                        <a:cubicBezTo>
                          <a:pt x="558" y="234"/>
                          <a:pt x="559" y="243"/>
                          <a:pt x="572" y="252"/>
                        </a:cubicBezTo>
                        <a:cubicBezTo>
                          <a:pt x="579" y="262"/>
                          <a:pt x="586" y="273"/>
                          <a:pt x="596" y="280"/>
                        </a:cubicBezTo>
                        <a:cubicBezTo>
                          <a:pt x="598" y="286"/>
                          <a:pt x="602" y="298"/>
                          <a:pt x="602" y="298"/>
                        </a:cubicBezTo>
                        <a:cubicBezTo>
                          <a:pt x="601" y="308"/>
                          <a:pt x="599" y="361"/>
                          <a:pt x="594" y="368"/>
                        </a:cubicBezTo>
                        <a:cubicBezTo>
                          <a:pt x="590" y="374"/>
                          <a:pt x="576" y="378"/>
                          <a:pt x="570" y="382"/>
                        </a:cubicBezTo>
                        <a:cubicBezTo>
                          <a:pt x="563" y="393"/>
                          <a:pt x="550" y="396"/>
                          <a:pt x="542" y="406"/>
                        </a:cubicBezTo>
                        <a:cubicBezTo>
                          <a:pt x="536" y="413"/>
                          <a:pt x="539" y="417"/>
                          <a:pt x="530" y="420"/>
                        </a:cubicBezTo>
                        <a:cubicBezTo>
                          <a:pt x="526" y="408"/>
                          <a:pt x="538" y="391"/>
                          <a:pt x="522" y="386"/>
                        </a:cubicBezTo>
                        <a:cubicBezTo>
                          <a:pt x="516" y="377"/>
                          <a:pt x="510" y="364"/>
                          <a:pt x="502" y="356"/>
                        </a:cubicBezTo>
                        <a:cubicBezTo>
                          <a:pt x="497" y="341"/>
                          <a:pt x="505" y="360"/>
                          <a:pt x="482" y="348"/>
                        </a:cubicBezTo>
                        <a:cubicBezTo>
                          <a:pt x="478" y="346"/>
                          <a:pt x="478" y="339"/>
                          <a:pt x="474" y="336"/>
                        </a:cubicBezTo>
                        <a:cubicBezTo>
                          <a:pt x="470" y="323"/>
                          <a:pt x="466" y="342"/>
                          <a:pt x="462" y="348"/>
                        </a:cubicBezTo>
                        <a:cubicBezTo>
                          <a:pt x="460" y="358"/>
                          <a:pt x="456" y="363"/>
                          <a:pt x="454" y="374"/>
                        </a:cubicBezTo>
                        <a:cubicBezTo>
                          <a:pt x="457" y="383"/>
                          <a:pt x="455" y="387"/>
                          <a:pt x="450" y="394"/>
                        </a:cubicBezTo>
                        <a:cubicBezTo>
                          <a:pt x="454" y="399"/>
                          <a:pt x="464" y="411"/>
                          <a:pt x="466" y="418"/>
                        </a:cubicBezTo>
                        <a:cubicBezTo>
                          <a:pt x="474" y="443"/>
                          <a:pt x="472" y="458"/>
                          <a:pt x="500" y="464"/>
                        </a:cubicBezTo>
                        <a:cubicBezTo>
                          <a:pt x="507" y="469"/>
                          <a:pt x="510" y="474"/>
                          <a:pt x="516" y="480"/>
                        </a:cubicBezTo>
                        <a:cubicBezTo>
                          <a:pt x="511" y="494"/>
                          <a:pt x="513" y="509"/>
                          <a:pt x="510" y="524"/>
                        </a:cubicBezTo>
                        <a:cubicBezTo>
                          <a:pt x="512" y="537"/>
                          <a:pt x="511" y="541"/>
                          <a:pt x="522" y="548"/>
                        </a:cubicBezTo>
                        <a:cubicBezTo>
                          <a:pt x="523" y="552"/>
                          <a:pt x="525" y="556"/>
                          <a:pt x="526" y="560"/>
                        </a:cubicBezTo>
                        <a:cubicBezTo>
                          <a:pt x="527" y="564"/>
                          <a:pt x="514" y="556"/>
                          <a:pt x="514" y="556"/>
                        </a:cubicBezTo>
                        <a:cubicBezTo>
                          <a:pt x="502" y="564"/>
                          <a:pt x="501" y="551"/>
                          <a:pt x="492" y="544"/>
                        </a:cubicBezTo>
                        <a:cubicBezTo>
                          <a:pt x="488" y="541"/>
                          <a:pt x="480" y="536"/>
                          <a:pt x="480" y="536"/>
                        </a:cubicBezTo>
                        <a:cubicBezTo>
                          <a:pt x="471" y="522"/>
                          <a:pt x="474" y="529"/>
                          <a:pt x="470" y="518"/>
                        </a:cubicBezTo>
                        <a:cubicBezTo>
                          <a:pt x="467" y="491"/>
                          <a:pt x="461" y="446"/>
                          <a:pt x="436" y="430"/>
                        </a:cubicBezTo>
                        <a:cubicBezTo>
                          <a:pt x="428" y="433"/>
                          <a:pt x="425" y="433"/>
                          <a:pt x="422" y="424"/>
                        </a:cubicBezTo>
                        <a:cubicBezTo>
                          <a:pt x="427" y="404"/>
                          <a:pt x="432" y="383"/>
                          <a:pt x="438" y="364"/>
                        </a:cubicBezTo>
                        <a:cubicBezTo>
                          <a:pt x="436" y="343"/>
                          <a:pt x="431" y="330"/>
                          <a:pt x="426" y="310"/>
                        </a:cubicBezTo>
                        <a:cubicBezTo>
                          <a:pt x="429" y="302"/>
                          <a:pt x="425" y="300"/>
                          <a:pt x="422" y="292"/>
                        </a:cubicBezTo>
                        <a:cubicBezTo>
                          <a:pt x="424" y="282"/>
                          <a:pt x="428" y="277"/>
                          <a:pt x="422" y="268"/>
                        </a:cubicBezTo>
                        <a:cubicBezTo>
                          <a:pt x="420" y="269"/>
                          <a:pt x="418" y="269"/>
                          <a:pt x="416" y="270"/>
                        </a:cubicBezTo>
                        <a:cubicBezTo>
                          <a:pt x="414" y="272"/>
                          <a:pt x="414" y="275"/>
                          <a:pt x="412" y="276"/>
                        </a:cubicBezTo>
                        <a:cubicBezTo>
                          <a:pt x="408" y="278"/>
                          <a:pt x="400" y="280"/>
                          <a:pt x="400" y="280"/>
                        </a:cubicBezTo>
                        <a:cubicBezTo>
                          <a:pt x="394" y="274"/>
                          <a:pt x="389" y="274"/>
                          <a:pt x="386" y="266"/>
                        </a:cubicBezTo>
                        <a:cubicBezTo>
                          <a:pt x="391" y="251"/>
                          <a:pt x="379" y="206"/>
                          <a:pt x="364" y="196"/>
                        </a:cubicBezTo>
                        <a:cubicBezTo>
                          <a:pt x="357" y="186"/>
                          <a:pt x="358" y="182"/>
                          <a:pt x="360" y="170"/>
                        </a:cubicBezTo>
                        <a:cubicBezTo>
                          <a:pt x="358" y="160"/>
                          <a:pt x="356" y="147"/>
                          <a:pt x="346" y="144"/>
                        </a:cubicBezTo>
                        <a:cubicBezTo>
                          <a:pt x="343" y="154"/>
                          <a:pt x="338" y="160"/>
                          <a:pt x="330" y="166"/>
                        </a:cubicBezTo>
                        <a:cubicBezTo>
                          <a:pt x="323" y="164"/>
                          <a:pt x="308" y="160"/>
                          <a:pt x="308" y="160"/>
                        </a:cubicBezTo>
                        <a:cubicBezTo>
                          <a:pt x="296" y="162"/>
                          <a:pt x="297" y="166"/>
                          <a:pt x="288" y="172"/>
                        </a:cubicBezTo>
                        <a:cubicBezTo>
                          <a:pt x="284" y="185"/>
                          <a:pt x="282" y="191"/>
                          <a:pt x="268" y="196"/>
                        </a:cubicBezTo>
                        <a:cubicBezTo>
                          <a:pt x="264" y="200"/>
                          <a:pt x="243" y="231"/>
                          <a:pt x="242" y="232"/>
                        </a:cubicBezTo>
                        <a:cubicBezTo>
                          <a:pt x="231" y="239"/>
                          <a:pt x="215" y="247"/>
                          <a:pt x="206" y="256"/>
                        </a:cubicBezTo>
                        <a:cubicBezTo>
                          <a:pt x="202" y="260"/>
                          <a:pt x="200" y="265"/>
                          <a:pt x="196" y="268"/>
                        </a:cubicBezTo>
                        <a:cubicBezTo>
                          <a:pt x="194" y="269"/>
                          <a:pt x="192" y="269"/>
                          <a:pt x="190" y="270"/>
                        </a:cubicBezTo>
                        <a:cubicBezTo>
                          <a:pt x="188" y="271"/>
                          <a:pt x="186" y="272"/>
                          <a:pt x="184" y="274"/>
                        </a:cubicBezTo>
                        <a:cubicBezTo>
                          <a:pt x="180" y="278"/>
                          <a:pt x="172" y="286"/>
                          <a:pt x="172" y="286"/>
                        </a:cubicBezTo>
                        <a:cubicBezTo>
                          <a:pt x="167" y="300"/>
                          <a:pt x="165" y="314"/>
                          <a:pt x="160" y="328"/>
                        </a:cubicBezTo>
                        <a:cubicBezTo>
                          <a:pt x="158" y="335"/>
                          <a:pt x="156" y="341"/>
                          <a:pt x="154" y="348"/>
                        </a:cubicBezTo>
                        <a:cubicBezTo>
                          <a:pt x="153" y="350"/>
                          <a:pt x="152" y="354"/>
                          <a:pt x="152" y="354"/>
                        </a:cubicBezTo>
                        <a:cubicBezTo>
                          <a:pt x="152" y="359"/>
                          <a:pt x="156" y="384"/>
                          <a:pt x="146" y="392"/>
                        </a:cubicBezTo>
                        <a:cubicBezTo>
                          <a:pt x="141" y="397"/>
                          <a:pt x="128" y="404"/>
                          <a:pt x="128" y="404"/>
                        </a:cubicBezTo>
                        <a:cubicBezTo>
                          <a:pt x="125" y="412"/>
                          <a:pt x="122" y="421"/>
                          <a:pt x="114" y="424"/>
                        </a:cubicBezTo>
                        <a:cubicBezTo>
                          <a:pt x="100" y="419"/>
                          <a:pt x="97" y="405"/>
                          <a:pt x="94" y="392"/>
                        </a:cubicBezTo>
                        <a:cubicBezTo>
                          <a:pt x="86" y="362"/>
                          <a:pt x="82" y="332"/>
                          <a:pt x="72" y="302"/>
                        </a:cubicBezTo>
                        <a:cubicBezTo>
                          <a:pt x="71" y="281"/>
                          <a:pt x="70" y="275"/>
                          <a:pt x="66" y="258"/>
                        </a:cubicBezTo>
                        <a:cubicBezTo>
                          <a:pt x="66" y="251"/>
                          <a:pt x="68" y="219"/>
                          <a:pt x="64" y="208"/>
                        </a:cubicBezTo>
                        <a:cubicBezTo>
                          <a:pt x="70" y="191"/>
                          <a:pt x="66" y="173"/>
                          <a:pt x="72" y="156"/>
                        </a:cubicBezTo>
                        <a:cubicBezTo>
                          <a:pt x="66" y="139"/>
                          <a:pt x="60" y="168"/>
                          <a:pt x="56" y="172"/>
                        </a:cubicBezTo>
                        <a:cubicBezTo>
                          <a:pt x="53" y="175"/>
                          <a:pt x="44" y="180"/>
                          <a:pt x="44" y="180"/>
                        </a:cubicBezTo>
                        <a:cubicBezTo>
                          <a:pt x="35" y="177"/>
                          <a:pt x="28" y="173"/>
                          <a:pt x="24" y="162"/>
                        </a:cubicBezTo>
                        <a:cubicBezTo>
                          <a:pt x="23" y="158"/>
                          <a:pt x="20" y="150"/>
                          <a:pt x="20" y="150"/>
                        </a:cubicBezTo>
                        <a:cubicBezTo>
                          <a:pt x="30" y="148"/>
                          <a:pt x="30" y="143"/>
                          <a:pt x="38" y="138"/>
                        </a:cubicBezTo>
                        <a:cubicBezTo>
                          <a:pt x="35" y="128"/>
                          <a:pt x="31" y="133"/>
                          <a:pt x="24" y="138"/>
                        </a:cubicBezTo>
                        <a:cubicBezTo>
                          <a:pt x="15" y="135"/>
                          <a:pt x="15" y="132"/>
                          <a:pt x="18" y="124"/>
                        </a:cubicBezTo>
                        <a:cubicBezTo>
                          <a:pt x="11" y="114"/>
                          <a:pt x="9" y="101"/>
                          <a:pt x="0" y="92"/>
                        </a:cubicBezTo>
                        <a:lnTo>
                          <a:pt x="76" y="0"/>
                        </a:lnTo>
                        <a:lnTo>
                          <a:pt x="798" y="6"/>
                        </a:lnTo>
                        <a:close/>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US"/>
                  </a:p>
                </p:txBody>
              </p:sp>
              <p:sp>
                <p:nvSpPr>
                  <p:cNvPr id="1113" name="Freeform 96"/>
                  <p:cNvSpPr>
                    <a:spLocks/>
                  </p:cNvSpPr>
                  <p:nvPr/>
                </p:nvSpPr>
                <p:spPr bwMode="ltGray">
                  <a:xfrm>
                    <a:off x="4322" y="519"/>
                    <a:ext cx="19" cy="29"/>
                  </a:xfrm>
                  <a:custGeom>
                    <a:avLst/>
                    <a:gdLst>
                      <a:gd name="T0" fmla="*/ 3 w 43"/>
                      <a:gd name="T1" fmla="*/ 4 h 85"/>
                      <a:gd name="T2" fmla="*/ 8 w 43"/>
                      <a:gd name="T3" fmla="*/ 1 h 85"/>
                      <a:gd name="T4" fmla="*/ 16 w 43"/>
                      <a:gd name="T5" fmla="*/ 11 h 85"/>
                      <a:gd name="T6" fmla="*/ 8 w 43"/>
                      <a:gd name="T7" fmla="*/ 29 h 85"/>
                      <a:gd name="T8" fmla="*/ 0 w 43"/>
                      <a:gd name="T9" fmla="*/ 24 h 85"/>
                      <a:gd name="T10" fmla="*/ 3 w 43"/>
                      <a:gd name="T11" fmla="*/ 4 h 85"/>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43" h="85">
                        <a:moveTo>
                          <a:pt x="7" y="11"/>
                        </a:moveTo>
                        <a:cubicBezTo>
                          <a:pt x="4" y="2"/>
                          <a:pt x="9" y="0"/>
                          <a:pt x="17" y="3"/>
                        </a:cubicBezTo>
                        <a:cubicBezTo>
                          <a:pt x="24" y="13"/>
                          <a:pt x="28" y="24"/>
                          <a:pt x="37" y="33"/>
                        </a:cubicBezTo>
                        <a:cubicBezTo>
                          <a:pt x="43" y="52"/>
                          <a:pt x="40" y="78"/>
                          <a:pt x="19" y="85"/>
                        </a:cubicBezTo>
                        <a:cubicBezTo>
                          <a:pt x="6" y="81"/>
                          <a:pt x="5" y="81"/>
                          <a:pt x="1" y="69"/>
                        </a:cubicBezTo>
                        <a:cubicBezTo>
                          <a:pt x="2" y="66"/>
                          <a:pt x="0" y="4"/>
                          <a:pt x="7" y="11"/>
                        </a:cubicBezTo>
                        <a:close/>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US"/>
                  </a:p>
                </p:txBody>
              </p:sp>
              <p:sp>
                <p:nvSpPr>
                  <p:cNvPr id="1114" name="Freeform 97"/>
                  <p:cNvSpPr>
                    <a:spLocks/>
                  </p:cNvSpPr>
                  <p:nvPr/>
                </p:nvSpPr>
                <p:spPr bwMode="ltGray">
                  <a:xfrm>
                    <a:off x="4588" y="421"/>
                    <a:ext cx="18" cy="24"/>
                  </a:xfrm>
                  <a:custGeom>
                    <a:avLst/>
                    <a:gdLst>
                      <a:gd name="T0" fmla="*/ 5 w 44"/>
                      <a:gd name="T1" fmla="*/ 9 h 74"/>
                      <a:gd name="T2" fmla="*/ 12 w 44"/>
                      <a:gd name="T3" fmla="*/ 1 h 74"/>
                      <a:gd name="T4" fmla="*/ 18 w 44"/>
                      <a:gd name="T5" fmla="*/ 1 h 74"/>
                      <a:gd name="T6" fmla="*/ 16 w 44"/>
                      <a:gd name="T7" fmla="*/ 8 h 74"/>
                      <a:gd name="T8" fmla="*/ 5 w 44"/>
                      <a:gd name="T9" fmla="*/ 24 h 74"/>
                      <a:gd name="T10" fmla="*/ 3 w 44"/>
                      <a:gd name="T11" fmla="*/ 19 h 74"/>
                      <a:gd name="T12" fmla="*/ 1 w 44"/>
                      <a:gd name="T13" fmla="*/ 12 h 74"/>
                      <a:gd name="T14" fmla="*/ 5 w 44"/>
                      <a:gd name="T15" fmla="*/ 9 h 74"/>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44" h="74">
                        <a:moveTo>
                          <a:pt x="13" y="28"/>
                        </a:moveTo>
                        <a:cubicBezTo>
                          <a:pt x="15" y="13"/>
                          <a:pt x="14" y="7"/>
                          <a:pt x="29" y="2"/>
                        </a:cubicBezTo>
                        <a:cubicBezTo>
                          <a:pt x="34" y="3"/>
                          <a:pt x="40" y="0"/>
                          <a:pt x="43" y="4"/>
                        </a:cubicBezTo>
                        <a:cubicBezTo>
                          <a:pt x="44" y="6"/>
                          <a:pt x="41" y="21"/>
                          <a:pt x="39" y="26"/>
                        </a:cubicBezTo>
                        <a:cubicBezTo>
                          <a:pt x="31" y="43"/>
                          <a:pt x="30" y="63"/>
                          <a:pt x="13" y="74"/>
                        </a:cubicBezTo>
                        <a:cubicBezTo>
                          <a:pt x="4" y="71"/>
                          <a:pt x="4" y="68"/>
                          <a:pt x="7" y="60"/>
                        </a:cubicBezTo>
                        <a:cubicBezTo>
                          <a:pt x="5" y="50"/>
                          <a:pt x="0" y="46"/>
                          <a:pt x="3" y="36"/>
                        </a:cubicBezTo>
                        <a:cubicBezTo>
                          <a:pt x="4" y="32"/>
                          <a:pt x="8" y="23"/>
                          <a:pt x="13" y="28"/>
                        </a:cubicBezTo>
                        <a:close/>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US"/>
                  </a:p>
                </p:txBody>
              </p:sp>
              <p:sp>
                <p:nvSpPr>
                  <p:cNvPr id="1115" name="Freeform 98"/>
                  <p:cNvSpPr>
                    <a:spLocks/>
                  </p:cNvSpPr>
                  <p:nvPr/>
                </p:nvSpPr>
                <p:spPr bwMode="ltGray">
                  <a:xfrm>
                    <a:off x="4639" y="409"/>
                    <a:ext cx="9" cy="10"/>
                  </a:xfrm>
                  <a:custGeom>
                    <a:avLst/>
                    <a:gdLst>
                      <a:gd name="T0" fmla="*/ 3 w 20"/>
                      <a:gd name="T1" fmla="*/ 5 h 30"/>
                      <a:gd name="T2" fmla="*/ 2 w 20"/>
                      <a:gd name="T3" fmla="*/ 10 h 30"/>
                      <a:gd name="T4" fmla="*/ 3 w 20"/>
                      <a:gd name="T5" fmla="*/ 5 h 30"/>
                      <a:gd name="T6" fmla="*/ 0 60000 65536"/>
                      <a:gd name="T7" fmla="*/ 0 60000 65536"/>
                      <a:gd name="T8" fmla="*/ 0 60000 65536"/>
                    </a:gdLst>
                    <a:ahLst/>
                    <a:cxnLst>
                      <a:cxn ang="T6">
                        <a:pos x="T0" y="T1"/>
                      </a:cxn>
                      <a:cxn ang="T7">
                        <a:pos x="T2" y="T3"/>
                      </a:cxn>
                      <a:cxn ang="T8">
                        <a:pos x="T4" y="T5"/>
                      </a:cxn>
                    </a:cxnLst>
                    <a:rect l="0" t="0" r="r" b="b"/>
                    <a:pathLst>
                      <a:path w="20" h="30">
                        <a:moveTo>
                          <a:pt x="7" y="16"/>
                        </a:moveTo>
                        <a:cubicBezTo>
                          <a:pt x="18" y="0"/>
                          <a:pt x="20" y="20"/>
                          <a:pt x="5" y="30"/>
                        </a:cubicBezTo>
                        <a:cubicBezTo>
                          <a:pt x="0" y="23"/>
                          <a:pt x="1" y="22"/>
                          <a:pt x="7" y="16"/>
                        </a:cubicBezTo>
                        <a:close/>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US"/>
                  </a:p>
                </p:txBody>
              </p:sp>
              <p:sp>
                <p:nvSpPr>
                  <p:cNvPr id="1116" name="Freeform 99"/>
                  <p:cNvSpPr>
                    <a:spLocks/>
                  </p:cNvSpPr>
                  <p:nvPr/>
                </p:nvSpPr>
                <p:spPr bwMode="ltGray">
                  <a:xfrm>
                    <a:off x="3709" y="315"/>
                    <a:ext cx="433" cy="354"/>
                  </a:xfrm>
                  <a:custGeom>
                    <a:avLst/>
                    <a:gdLst>
                      <a:gd name="T0" fmla="*/ 305 w 682"/>
                      <a:gd name="T1" fmla="*/ 295 h 557"/>
                      <a:gd name="T2" fmla="*/ 309 w 682"/>
                      <a:gd name="T3" fmla="*/ 287 h 557"/>
                      <a:gd name="T4" fmla="*/ 317 w 682"/>
                      <a:gd name="T5" fmla="*/ 262 h 557"/>
                      <a:gd name="T6" fmla="*/ 196 w 682"/>
                      <a:gd name="T7" fmla="*/ 182 h 557"/>
                      <a:gd name="T8" fmla="*/ 179 w 682"/>
                      <a:gd name="T9" fmla="*/ 220 h 557"/>
                      <a:gd name="T10" fmla="*/ 192 w 682"/>
                      <a:gd name="T11" fmla="*/ 353 h 557"/>
                      <a:gd name="T12" fmla="*/ 179 w 682"/>
                      <a:gd name="T13" fmla="*/ 314 h 557"/>
                      <a:gd name="T14" fmla="*/ 154 w 682"/>
                      <a:gd name="T15" fmla="*/ 279 h 557"/>
                      <a:gd name="T16" fmla="*/ 156 w 682"/>
                      <a:gd name="T17" fmla="*/ 262 h 557"/>
                      <a:gd name="T18" fmla="*/ 157 w 682"/>
                      <a:gd name="T19" fmla="*/ 250 h 557"/>
                      <a:gd name="T20" fmla="*/ 140 w 682"/>
                      <a:gd name="T21" fmla="*/ 238 h 557"/>
                      <a:gd name="T22" fmla="*/ 123 w 682"/>
                      <a:gd name="T23" fmla="*/ 220 h 557"/>
                      <a:gd name="T24" fmla="*/ 94 w 682"/>
                      <a:gd name="T25" fmla="*/ 225 h 557"/>
                      <a:gd name="T26" fmla="*/ 80 w 682"/>
                      <a:gd name="T27" fmla="*/ 232 h 557"/>
                      <a:gd name="T28" fmla="*/ 50 w 682"/>
                      <a:gd name="T29" fmla="*/ 232 h 557"/>
                      <a:gd name="T30" fmla="*/ 14 w 682"/>
                      <a:gd name="T31" fmla="*/ 198 h 557"/>
                      <a:gd name="T32" fmla="*/ 7 w 682"/>
                      <a:gd name="T33" fmla="*/ 187 h 557"/>
                      <a:gd name="T34" fmla="*/ 0 w 682"/>
                      <a:gd name="T35" fmla="*/ 168 h 557"/>
                      <a:gd name="T36" fmla="*/ 15 w 682"/>
                      <a:gd name="T37" fmla="*/ 135 h 557"/>
                      <a:gd name="T38" fmla="*/ 20 w 682"/>
                      <a:gd name="T39" fmla="*/ 115 h 557"/>
                      <a:gd name="T40" fmla="*/ 32 w 682"/>
                      <a:gd name="T41" fmla="*/ 91 h 557"/>
                      <a:gd name="T42" fmla="*/ 51 w 682"/>
                      <a:gd name="T43" fmla="*/ 74 h 557"/>
                      <a:gd name="T44" fmla="*/ 106 w 682"/>
                      <a:gd name="T45" fmla="*/ 43 h 557"/>
                      <a:gd name="T46" fmla="*/ 140 w 682"/>
                      <a:gd name="T47" fmla="*/ 19 h 557"/>
                      <a:gd name="T48" fmla="*/ 164 w 682"/>
                      <a:gd name="T49" fmla="*/ 4 h 557"/>
                      <a:gd name="T50" fmla="*/ 230 w 682"/>
                      <a:gd name="T51" fmla="*/ 1 h 557"/>
                      <a:gd name="T52" fmla="*/ 253 w 682"/>
                      <a:gd name="T53" fmla="*/ 0 h 557"/>
                      <a:gd name="T54" fmla="*/ 244 w 682"/>
                      <a:gd name="T55" fmla="*/ 22 h 557"/>
                      <a:gd name="T56" fmla="*/ 281 w 682"/>
                      <a:gd name="T57" fmla="*/ 53 h 557"/>
                      <a:gd name="T58" fmla="*/ 316 w 682"/>
                      <a:gd name="T59" fmla="*/ 47 h 557"/>
                      <a:gd name="T60" fmla="*/ 336 w 682"/>
                      <a:gd name="T61" fmla="*/ 52 h 557"/>
                      <a:gd name="T62" fmla="*/ 355 w 682"/>
                      <a:gd name="T63" fmla="*/ 62 h 557"/>
                      <a:gd name="T64" fmla="*/ 363 w 682"/>
                      <a:gd name="T65" fmla="*/ 119 h 557"/>
                      <a:gd name="T66" fmla="*/ 363 w 682"/>
                      <a:gd name="T67" fmla="*/ 153 h 557"/>
                      <a:gd name="T68" fmla="*/ 380 w 682"/>
                      <a:gd name="T69" fmla="*/ 180 h 557"/>
                      <a:gd name="T70" fmla="*/ 410 w 682"/>
                      <a:gd name="T71" fmla="*/ 191 h 557"/>
                      <a:gd name="T72" fmla="*/ 432 w 682"/>
                      <a:gd name="T73" fmla="*/ 187 h 557"/>
                      <a:gd name="T74" fmla="*/ 422 w 682"/>
                      <a:gd name="T75" fmla="*/ 216 h 557"/>
                      <a:gd name="T76" fmla="*/ 380 w 682"/>
                      <a:gd name="T77" fmla="*/ 259 h 557"/>
                      <a:gd name="T78" fmla="*/ 348 w 682"/>
                      <a:gd name="T79" fmla="*/ 308 h 557"/>
                      <a:gd name="T80" fmla="*/ 353 w 682"/>
                      <a:gd name="T81" fmla="*/ 323 h 557"/>
                      <a:gd name="T82" fmla="*/ 276 w 682"/>
                      <a:gd name="T83" fmla="*/ 353 h 557"/>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Lst>
                    <a:ahLst/>
                    <a:cxnLst>
                      <a:cxn ang="T84">
                        <a:pos x="T0" y="T1"/>
                      </a:cxn>
                      <a:cxn ang="T85">
                        <a:pos x="T2" y="T3"/>
                      </a:cxn>
                      <a:cxn ang="T86">
                        <a:pos x="T4" y="T5"/>
                      </a:cxn>
                      <a:cxn ang="T87">
                        <a:pos x="T6" y="T7"/>
                      </a:cxn>
                      <a:cxn ang="T88">
                        <a:pos x="T8" y="T9"/>
                      </a:cxn>
                      <a:cxn ang="T89">
                        <a:pos x="T10" y="T11"/>
                      </a:cxn>
                      <a:cxn ang="T90">
                        <a:pos x="T12" y="T13"/>
                      </a:cxn>
                      <a:cxn ang="T91">
                        <a:pos x="T14" y="T15"/>
                      </a:cxn>
                      <a:cxn ang="T92">
                        <a:pos x="T16" y="T17"/>
                      </a:cxn>
                      <a:cxn ang="T93">
                        <a:pos x="T18" y="T19"/>
                      </a:cxn>
                      <a:cxn ang="T94">
                        <a:pos x="T20" y="T21"/>
                      </a:cxn>
                      <a:cxn ang="T95">
                        <a:pos x="T22" y="T23"/>
                      </a:cxn>
                      <a:cxn ang="T96">
                        <a:pos x="T24" y="T25"/>
                      </a:cxn>
                      <a:cxn ang="T97">
                        <a:pos x="T26" y="T27"/>
                      </a:cxn>
                      <a:cxn ang="T98">
                        <a:pos x="T28" y="T29"/>
                      </a:cxn>
                      <a:cxn ang="T99">
                        <a:pos x="T30" y="T31"/>
                      </a:cxn>
                      <a:cxn ang="T100">
                        <a:pos x="T32" y="T33"/>
                      </a:cxn>
                      <a:cxn ang="T101">
                        <a:pos x="T34" y="T35"/>
                      </a:cxn>
                      <a:cxn ang="T102">
                        <a:pos x="T36" y="T37"/>
                      </a:cxn>
                      <a:cxn ang="T103">
                        <a:pos x="T38" y="T39"/>
                      </a:cxn>
                      <a:cxn ang="T104">
                        <a:pos x="T40" y="T41"/>
                      </a:cxn>
                      <a:cxn ang="T105">
                        <a:pos x="T42" y="T43"/>
                      </a:cxn>
                      <a:cxn ang="T106">
                        <a:pos x="T44" y="T45"/>
                      </a:cxn>
                      <a:cxn ang="T107">
                        <a:pos x="T46" y="T47"/>
                      </a:cxn>
                      <a:cxn ang="T108">
                        <a:pos x="T48" y="T49"/>
                      </a:cxn>
                      <a:cxn ang="T109">
                        <a:pos x="T50" y="T51"/>
                      </a:cxn>
                      <a:cxn ang="T110">
                        <a:pos x="T52" y="T53"/>
                      </a:cxn>
                      <a:cxn ang="T111">
                        <a:pos x="T54" y="T55"/>
                      </a:cxn>
                      <a:cxn ang="T112">
                        <a:pos x="T56" y="T57"/>
                      </a:cxn>
                      <a:cxn ang="T113">
                        <a:pos x="T58" y="T59"/>
                      </a:cxn>
                      <a:cxn ang="T114">
                        <a:pos x="T60" y="T61"/>
                      </a:cxn>
                      <a:cxn ang="T115">
                        <a:pos x="T62" y="T63"/>
                      </a:cxn>
                      <a:cxn ang="T116">
                        <a:pos x="T64" y="T65"/>
                      </a:cxn>
                      <a:cxn ang="T117">
                        <a:pos x="T66" y="T67"/>
                      </a:cxn>
                      <a:cxn ang="T118">
                        <a:pos x="T68" y="T69"/>
                      </a:cxn>
                      <a:cxn ang="T119">
                        <a:pos x="T70" y="T71"/>
                      </a:cxn>
                      <a:cxn ang="T120">
                        <a:pos x="T72" y="T73"/>
                      </a:cxn>
                      <a:cxn ang="T121">
                        <a:pos x="T74" y="T75"/>
                      </a:cxn>
                      <a:cxn ang="T122">
                        <a:pos x="T76" y="T77"/>
                      </a:cxn>
                      <a:cxn ang="T123">
                        <a:pos x="T78" y="T79"/>
                      </a:cxn>
                      <a:cxn ang="T124">
                        <a:pos x="T80" y="T81"/>
                      </a:cxn>
                      <a:cxn ang="T125">
                        <a:pos x="T82" y="T83"/>
                      </a:cxn>
                    </a:cxnLst>
                    <a:rect l="0" t="0" r="r" b="b"/>
                    <a:pathLst>
                      <a:path w="682" h="557">
                        <a:moveTo>
                          <a:pt x="435" y="556"/>
                        </a:moveTo>
                        <a:lnTo>
                          <a:pt x="481" y="464"/>
                        </a:lnTo>
                        <a:lnTo>
                          <a:pt x="473" y="449"/>
                        </a:lnTo>
                        <a:lnTo>
                          <a:pt x="486" y="451"/>
                        </a:lnTo>
                        <a:lnTo>
                          <a:pt x="495" y="441"/>
                        </a:lnTo>
                        <a:lnTo>
                          <a:pt x="500" y="413"/>
                        </a:lnTo>
                        <a:lnTo>
                          <a:pt x="500" y="371"/>
                        </a:lnTo>
                        <a:lnTo>
                          <a:pt x="309" y="287"/>
                        </a:lnTo>
                        <a:lnTo>
                          <a:pt x="296" y="308"/>
                        </a:lnTo>
                        <a:lnTo>
                          <a:pt x="282" y="346"/>
                        </a:lnTo>
                        <a:lnTo>
                          <a:pt x="396" y="557"/>
                        </a:lnTo>
                        <a:lnTo>
                          <a:pt x="303" y="556"/>
                        </a:lnTo>
                        <a:lnTo>
                          <a:pt x="304" y="536"/>
                        </a:lnTo>
                        <a:cubicBezTo>
                          <a:pt x="284" y="520"/>
                          <a:pt x="296" y="510"/>
                          <a:pt x="282" y="494"/>
                        </a:cubicBezTo>
                        <a:cubicBezTo>
                          <a:pt x="276" y="475"/>
                          <a:pt x="267" y="468"/>
                          <a:pt x="253" y="451"/>
                        </a:cubicBezTo>
                        <a:cubicBezTo>
                          <a:pt x="249" y="447"/>
                          <a:pt x="245" y="443"/>
                          <a:pt x="242" y="439"/>
                        </a:cubicBezTo>
                        <a:lnTo>
                          <a:pt x="237" y="432"/>
                        </a:lnTo>
                        <a:cubicBezTo>
                          <a:pt x="237" y="432"/>
                          <a:pt x="245" y="413"/>
                          <a:pt x="245" y="413"/>
                        </a:cubicBezTo>
                        <a:cubicBezTo>
                          <a:pt x="247" y="409"/>
                          <a:pt x="250" y="401"/>
                          <a:pt x="250" y="401"/>
                        </a:cubicBezTo>
                        <a:cubicBezTo>
                          <a:pt x="249" y="399"/>
                          <a:pt x="247" y="397"/>
                          <a:pt x="247" y="394"/>
                        </a:cubicBezTo>
                        <a:cubicBezTo>
                          <a:pt x="248" y="390"/>
                          <a:pt x="253" y="382"/>
                          <a:pt x="253" y="382"/>
                        </a:cubicBezTo>
                        <a:cubicBezTo>
                          <a:pt x="243" y="370"/>
                          <a:pt x="237" y="371"/>
                          <a:pt x="220" y="375"/>
                        </a:cubicBezTo>
                        <a:cubicBezTo>
                          <a:pt x="217" y="371"/>
                          <a:pt x="210" y="369"/>
                          <a:pt x="207" y="365"/>
                        </a:cubicBezTo>
                        <a:cubicBezTo>
                          <a:pt x="185" y="337"/>
                          <a:pt x="216" y="363"/>
                          <a:pt x="194" y="346"/>
                        </a:cubicBezTo>
                        <a:cubicBezTo>
                          <a:pt x="167" y="349"/>
                          <a:pt x="179" y="346"/>
                          <a:pt x="156" y="352"/>
                        </a:cubicBezTo>
                        <a:cubicBezTo>
                          <a:pt x="153" y="353"/>
                          <a:pt x="148" y="354"/>
                          <a:pt x="148" y="354"/>
                        </a:cubicBezTo>
                        <a:cubicBezTo>
                          <a:pt x="146" y="356"/>
                          <a:pt x="145" y="359"/>
                          <a:pt x="142" y="361"/>
                        </a:cubicBezTo>
                        <a:cubicBezTo>
                          <a:pt x="138" y="363"/>
                          <a:pt x="126" y="365"/>
                          <a:pt x="126" y="365"/>
                        </a:cubicBezTo>
                        <a:cubicBezTo>
                          <a:pt x="105" y="354"/>
                          <a:pt x="116" y="355"/>
                          <a:pt x="94" y="361"/>
                        </a:cubicBezTo>
                        <a:cubicBezTo>
                          <a:pt x="89" y="362"/>
                          <a:pt x="78" y="365"/>
                          <a:pt x="78" y="365"/>
                        </a:cubicBezTo>
                        <a:cubicBezTo>
                          <a:pt x="62" y="383"/>
                          <a:pt x="46" y="346"/>
                          <a:pt x="35" y="337"/>
                        </a:cubicBezTo>
                        <a:cubicBezTo>
                          <a:pt x="32" y="330"/>
                          <a:pt x="24" y="320"/>
                          <a:pt x="22" y="312"/>
                        </a:cubicBezTo>
                        <a:cubicBezTo>
                          <a:pt x="20" y="308"/>
                          <a:pt x="22" y="303"/>
                          <a:pt x="19" y="300"/>
                        </a:cubicBezTo>
                        <a:cubicBezTo>
                          <a:pt x="17" y="297"/>
                          <a:pt x="13" y="297"/>
                          <a:pt x="11" y="295"/>
                        </a:cubicBezTo>
                        <a:cubicBezTo>
                          <a:pt x="3" y="277"/>
                          <a:pt x="15" y="306"/>
                          <a:pt x="5" y="276"/>
                        </a:cubicBezTo>
                        <a:cubicBezTo>
                          <a:pt x="4" y="272"/>
                          <a:pt x="0" y="264"/>
                          <a:pt x="0" y="264"/>
                        </a:cubicBezTo>
                        <a:cubicBezTo>
                          <a:pt x="3" y="253"/>
                          <a:pt x="2" y="248"/>
                          <a:pt x="13" y="243"/>
                        </a:cubicBezTo>
                        <a:cubicBezTo>
                          <a:pt x="20" y="221"/>
                          <a:pt x="17" y="231"/>
                          <a:pt x="24" y="213"/>
                        </a:cubicBezTo>
                        <a:cubicBezTo>
                          <a:pt x="26" y="209"/>
                          <a:pt x="30" y="200"/>
                          <a:pt x="30" y="200"/>
                        </a:cubicBezTo>
                        <a:cubicBezTo>
                          <a:pt x="26" y="192"/>
                          <a:pt x="24" y="191"/>
                          <a:pt x="32" y="181"/>
                        </a:cubicBezTo>
                        <a:cubicBezTo>
                          <a:pt x="36" y="177"/>
                          <a:pt x="43" y="169"/>
                          <a:pt x="43" y="169"/>
                        </a:cubicBezTo>
                        <a:cubicBezTo>
                          <a:pt x="37" y="155"/>
                          <a:pt x="36" y="153"/>
                          <a:pt x="51" y="143"/>
                        </a:cubicBezTo>
                        <a:cubicBezTo>
                          <a:pt x="56" y="140"/>
                          <a:pt x="67" y="135"/>
                          <a:pt x="67" y="135"/>
                        </a:cubicBezTo>
                        <a:cubicBezTo>
                          <a:pt x="73" y="129"/>
                          <a:pt x="75" y="122"/>
                          <a:pt x="81" y="116"/>
                        </a:cubicBezTo>
                        <a:cubicBezTo>
                          <a:pt x="89" y="107"/>
                          <a:pt x="102" y="105"/>
                          <a:pt x="113" y="99"/>
                        </a:cubicBezTo>
                        <a:cubicBezTo>
                          <a:pt x="125" y="85"/>
                          <a:pt x="149" y="76"/>
                          <a:pt x="167" y="67"/>
                        </a:cubicBezTo>
                        <a:cubicBezTo>
                          <a:pt x="174" y="59"/>
                          <a:pt x="175" y="50"/>
                          <a:pt x="188" y="46"/>
                        </a:cubicBezTo>
                        <a:cubicBezTo>
                          <a:pt x="198" y="39"/>
                          <a:pt x="208" y="36"/>
                          <a:pt x="220" y="30"/>
                        </a:cubicBezTo>
                        <a:cubicBezTo>
                          <a:pt x="223" y="28"/>
                          <a:pt x="228" y="25"/>
                          <a:pt x="228" y="25"/>
                        </a:cubicBezTo>
                        <a:cubicBezTo>
                          <a:pt x="237" y="16"/>
                          <a:pt x="245" y="10"/>
                          <a:pt x="258" y="6"/>
                        </a:cubicBezTo>
                        <a:cubicBezTo>
                          <a:pt x="269" y="31"/>
                          <a:pt x="301" y="6"/>
                          <a:pt x="320" y="4"/>
                        </a:cubicBezTo>
                        <a:cubicBezTo>
                          <a:pt x="334" y="3"/>
                          <a:pt x="349" y="3"/>
                          <a:pt x="363" y="2"/>
                        </a:cubicBezTo>
                        <a:cubicBezTo>
                          <a:pt x="369" y="3"/>
                          <a:pt x="376" y="5"/>
                          <a:pt x="382" y="4"/>
                        </a:cubicBezTo>
                        <a:cubicBezTo>
                          <a:pt x="387" y="4"/>
                          <a:pt x="398" y="0"/>
                          <a:pt x="398" y="0"/>
                        </a:cubicBezTo>
                        <a:cubicBezTo>
                          <a:pt x="415" y="8"/>
                          <a:pt x="406" y="16"/>
                          <a:pt x="400" y="30"/>
                        </a:cubicBezTo>
                        <a:cubicBezTo>
                          <a:pt x="398" y="34"/>
                          <a:pt x="384" y="34"/>
                          <a:pt x="384" y="34"/>
                        </a:cubicBezTo>
                        <a:cubicBezTo>
                          <a:pt x="379" y="47"/>
                          <a:pt x="398" y="51"/>
                          <a:pt x="411" y="55"/>
                        </a:cubicBezTo>
                        <a:cubicBezTo>
                          <a:pt x="419" y="72"/>
                          <a:pt x="421" y="79"/>
                          <a:pt x="443" y="84"/>
                        </a:cubicBezTo>
                        <a:cubicBezTo>
                          <a:pt x="461" y="71"/>
                          <a:pt x="435" y="65"/>
                          <a:pt x="468" y="57"/>
                        </a:cubicBezTo>
                        <a:cubicBezTo>
                          <a:pt x="482" y="61"/>
                          <a:pt x="485" y="70"/>
                          <a:pt x="497" y="74"/>
                        </a:cubicBezTo>
                        <a:cubicBezTo>
                          <a:pt x="505" y="76"/>
                          <a:pt x="513" y="78"/>
                          <a:pt x="521" y="80"/>
                        </a:cubicBezTo>
                        <a:cubicBezTo>
                          <a:pt x="524" y="81"/>
                          <a:pt x="529" y="82"/>
                          <a:pt x="529" y="82"/>
                        </a:cubicBezTo>
                        <a:cubicBezTo>
                          <a:pt x="547" y="78"/>
                          <a:pt x="547" y="76"/>
                          <a:pt x="562" y="84"/>
                        </a:cubicBezTo>
                        <a:cubicBezTo>
                          <a:pt x="566" y="95"/>
                          <a:pt x="565" y="86"/>
                          <a:pt x="559" y="97"/>
                        </a:cubicBezTo>
                        <a:cubicBezTo>
                          <a:pt x="557" y="101"/>
                          <a:pt x="554" y="110"/>
                          <a:pt x="554" y="110"/>
                        </a:cubicBezTo>
                        <a:cubicBezTo>
                          <a:pt x="556" y="132"/>
                          <a:pt x="556" y="168"/>
                          <a:pt x="572" y="188"/>
                        </a:cubicBezTo>
                        <a:cubicBezTo>
                          <a:pt x="568" y="198"/>
                          <a:pt x="564" y="208"/>
                          <a:pt x="562" y="219"/>
                        </a:cubicBezTo>
                        <a:cubicBezTo>
                          <a:pt x="564" y="227"/>
                          <a:pt x="569" y="233"/>
                          <a:pt x="572" y="240"/>
                        </a:cubicBezTo>
                        <a:cubicBezTo>
                          <a:pt x="573" y="247"/>
                          <a:pt x="572" y="254"/>
                          <a:pt x="575" y="259"/>
                        </a:cubicBezTo>
                        <a:cubicBezTo>
                          <a:pt x="577" y="263"/>
                          <a:pt x="595" y="272"/>
                          <a:pt x="599" y="283"/>
                        </a:cubicBezTo>
                        <a:cubicBezTo>
                          <a:pt x="594" y="295"/>
                          <a:pt x="603" y="306"/>
                          <a:pt x="618" y="310"/>
                        </a:cubicBezTo>
                        <a:cubicBezTo>
                          <a:pt x="630" y="307"/>
                          <a:pt x="638" y="308"/>
                          <a:pt x="645" y="300"/>
                        </a:cubicBezTo>
                        <a:cubicBezTo>
                          <a:pt x="660" y="302"/>
                          <a:pt x="663" y="303"/>
                          <a:pt x="672" y="293"/>
                        </a:cubicBezTo>
                        <a:cubicBezTo>
                          <a:pt x="675" y="294"/>
                          <a:pt x="679" y="293"/>
                          <a:pt x="680" y="295"/>
                        </a:cubicBezTo>
                        <a:cubicBezTo>
                          <a:pt x="682" y="301"/>
                          <a:pt x="674" y="321"/>
                          <a:pt x="672" y="327"/>
                        </a:cubicBezTo>
                        <a:cubicBezTo>
                          <a:pt x="668" y="340"/>
                          <a:pt x="671" y="326"/>
                          <a:pt x="664" y="340"/>
                        </a:cubicBezTo>
                        <a:cubicBezTo>
                          <a:pt x="652" y="360"/>
                          <a:pt x="646" y="381"/>
                          <a:pt x="621" y="394"/>
                        </a:cubicBezTo>
                        <a:cubicBezTo>
                          <a:pt x="614" y="402"/>
                          <a:pt x="609" y="402"/>
                          <a:pt x="599" y="407"/>
                        </a:cubicBezTo>
                        <a:cubicBezTo>
                          <a:pt x="590" y="418"/>
                          <a:pt x="579" y="429"/>
                          <a:pt x="567" y="439"/>
                        </a:cubicBezTo>
                        <a:cubicBezTo>
                          <a:pt x="560" y="454"/>
                          <a:pt x="555" y="470"/>
                          <a:pt x="548" y="485"/>
                        </a:cubicBezTo>
                        <a:cubicBezTo>
                          <a:pt x="549" y="489"/>
                          <a:pt x="550" y="492"/>
                          <a:pt x="551" y="496"/>
                        </a:cubicBezTo>
                        <a:cubicBezTo>
                          <a:pt x="552" y="500"/>
                          <a:pt x="556" y="508"/>
                          <a:pt x="556" y="508"/>
                        </a:cubicBezTo>
                        <a:cubicBezTo>
                          <a:pt x="559" y="524"/>
                          <a:pt x="562" y="546"/>
                          <a:pt x="576" y="557"/>
                        </a:cubicBezTo>
                        <a:lnTo>
                          <a:pt x="435" y="556"/>
                        </a:lnTo>
                        <a:close/>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US"/>
                  </a:p>
                </p:txBody>
              </p:sp>
              <p:sp>
                <p:nvSpPr>
                  <p:cNvPr id="1117" name="Freeform 100"/>
                  <p:cNvSpPr>
                    <a:spLocks/>
                  </p:cNvSpPr>
                  <p:nvPr/>
                </p:nvSpPr>
                <p:spPr bwMode="ltGray">
                  <a:xfrm>
                    <a:off x="3877" y="448"/>
                    <a:ext cx="163" cy="221"/>
                  </a:xfrm>
                  <a:custGeom>
                    <a:avLst/>
                    <a:gdLst>
                      <a:gd name="T0" fmla="*/ 154 w 257"/>
                      <a:gd name="T1" fmla="*/ 221 h 347"/>
                      <a:gd name="T2" fmla="*/ 148 w 257"/>
                      <a:gd name="T3" fmla="*/ 192 h 347"/>
                      <a:gd name="T4" fmla="*/ 138 w 257"/>
                      <a:gd name="T5" fmla="*/ 183 h 347"/>
                      <a:gd name="T6" fmla="*/ 136 w 257"/>
                      <a:gd name="T7" fmla="*/ 171 h 347"/>
                      <a:gd name="T8" fmla="*/ 133 w 257"/>
                      <a:gd name="T9" fmla="*/ 162 h 347"/>
                      <a:gd name="T10" fmla="*/ 133 w 257"/>
                      <a:gd name="T11" fmla="*/ 146 h 347"/>
                      <a:gd name="T12" fmla="*/ 131 w 257"/>
                      <a:gd name="T13" fmla="*/ 136 h 347"/>
                      <a:gd name="T14" fmla="*/ 145 w 257"/>
                      <a:gd name="T15" fmla="*/ 129 h 347"/>
                      <a:gd name="T16" fmla="*/ 163 w 257"/>
                      <a:gd name="T17" fmla="*/ 125 h 347"/>
                      <a:gd name="T18" fmla="*/ 163 w 257"/>
                      <a:gd name="T19" fmla="*/ 87 h 347"/>
                      <a:gd name="T20" fmla="*/ 34 w 257"/>
                      <a:gd name="T21" fmla="*/ 61 h 347"/>
                      <a:gd name="T22" fmla="*/ 20 w 257"/>
                      <a:gd name="T23" fmla="*/ 62 h 347"/>
                      <a:gd name="T24" fmla="*/ 10 w 257"/>
                      <a:gd name="T25" fmla="*/ 65 h 347"/>
                      <a:gd name="T26" fmla="*/ 0 w 257"/>
                      <a:gd name="T27" fmla="*/ 95 h 347"/>
                      <a:gd name="T28" fmla="*/ 59 w 257"/>
                      <a:gd name="T29" fmla="*/ 220 h 347"/>
                      <a:gd name="T30" fmla="*/ 154 w 257"/>
                      <a:gd name="T31" fmla="*/ 221 h 347"/>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Lst>
                    <a:ahLst/>
                    <a:cxnLst>
                      <a:cxn ang="T32">
                        <a:pos x="T0" y="T1"/>
                      </a:cxn>
                      <a:cxn ang="T33">
                        <a:pos x="T2" y="T3"/>
                      </a:cxn>
                      <a:cxn ang="T34">
                        <a:pos x="T4" y="T5"/>
                      </a:cxn>
                      <a:cxn ang="T35">
                        <a:pos x="T6" y="T7"/>
                      </a:cxn>
                      <a:cxn ang="T36">
                        <a:pos x="T8" y="T9"/>
                      </a:cxn>
                      <a:cxn ang="T37">
                        <a:pos x="T10" y="T11"/>
                      </a:cxn>
                      <a:cxn ang="T38">
                        <a:pos x="T12" y="T13"/>
                      </a:cxn>
                      <a:cxn ang="T39">
                        <a:pos x="T14" y="T15"/>
                      </a:cxn>
                      <a:cxn ang="T40">
                        <a:pos x="T16" y="T17"/>
                      </a:cxn>
                      <a:cxn ang="T41">
                        <a:pos x="T18" y="T19"/>
                      </a:cxn>
                      <a:cxn ang="T42">
                        <a:pos x="T20" y="T21"/>
                      </a:cxn>
                      <a:cxn ang="T43">
                        <a:pos x="T22" y="T23"/>
                      </a:cxn>
                      <a:cxn ang="T44">
                        <a:pos x="T24" y="T25"/>
                      </a:cxn>
                      <a:cxn ang="T45">
                        <a:pos x="T26" y="T27"/>
                      </a:cxn>
                      <a:cxn ang="T46">
                        <a:pos x="T28" y="T29"/>
                      </a:cxn>
                      <a:cxn ang="T47">
                        <a:pos x="T30" y="T31"/>
                      </a:cxn>
                    </a:cxnLst>
                    <a:rect l="0" t="0" r="r" b="b"/>
                    <a:pathLst>
                      <a:path w="257" h="347">
                        <a:moveTo>
                          <a:pt x="243" y="347"/>
                        </a:moveTo>
                        <a:lnTo>
                          <a:pt x="233" y="301"/>
                        </a:lnTo>
                        <a:lnTo>
                          <a:pt x="217" y="288"/>
                        </a:lnTo>
                        <a:lnTo>
                          <a:pt x="215" y="269"/>
                        </a:lnTo>
                        <a:lnTo>
                          <a:pt x="209" y="254"/>
                        </a:lnTo>
                        <a:lnTo>
                          <a:pt x="209" y="229"/>
                        </a:lnTo>
                        <a:lnTo>
                          <a:pt x="207" y="214"/>
                        </a:lnTo>
                        <a:lnTo>
                          <a:pt x="228" y="202"/>
                        </a:lnTo>
                        <a:lnTo>
                          <a:pt x="257" y="197"/>
                        </a:lnTo>
                        <a:lnTo>
                          <a:pt x="257" y="136"/>
                        </a:lnTo>
                        <a:cubicBezTo>
                          <a:pt x="209" y="119"/>
                          <a:pt x="13" y="0"/>
                          <a:pt x="54" y="96"/>
                        </a:cubicBezTo>
                        <a:cubicBezTo>
                          <a:pt x="36" y="106"/>
                          <a:pt x="57" y="97"/>
                          <a:pt x="32" y="98"/>
                        </a:cubicBezTo>
                        <a:cubicBezTo>
                          <a:pt x="27" y="99"/>
                          <a:pt x="16" y="102"/>
                          <a:pt x="16" y="102"/>
                        </a:cubicBezTo>
                        <a:lnTo>
                          <a:pt x="0" y="149"/>
                        </a:lnTo>
                        <a:lnTo>
                          <a:pt x="93" y="346"/>
                        </a:lnTo>
                        <a:lnTo>
                          <a:pt x="243" y="347"/>
                        </a:lnTo>
                        <a:close/>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US"/>
                  </a:p>
                </p:txBody>
              </p:sp>
              <p:sp>
                <p:nvSpPr>
                  <p:cNvPr id="1118" name="Freeform 101"/>
                  <p:cNvSpPr>
                    <a:spLocks/>
                  </p:cNvSpPr>
                  <p:nvPr/>
                </p:nvSpPr>
                <p:spPr bwMode="ltGray">
                  <a:xfrm>
                    <a:off x="4164" y="611"/>
                    <a:ext cx="7" cy="12"/>
                  </a:xfrm>
                  <a:custGeom>
                    <a:avLst/>
                    <a:gdLst>
                      <a:gd name="T0" fmla="*/ 3 w 19"/>
                      <a:gd name="T1" fmla="*/ 8 h 37"/>
                      <a:gd name="T2" fmla="*/ 7 w 19"/>
                      <a:gd name="T3" fmla="*/ 7 h 37"/>
                      <a:gd name="T4" fmla="*/ 3 w 19"/>
                      <a:gd name="T5" fmla="*/ 8 h 37"/>
                      <a:gd name="T6" fmla="*/ 0 60000 65536"/>
                      <a:gd name="T7" fmla="*/ 0 60000 65536"/>
                      <a:gd name="T8" fmla="*/ 0 60000 65536"/>
                    </a:gdLst>
                    <a:ahLst/>
                    <a:cxnLst>
                      <a:cxn ang="T6">
                        <a:pos x="T0" y="T1"/>
                      </a:cxn>
                      <a:cxn ang="T7">
                        <a:pos x="T2" y="T3"/>
                      </a:cxn>
                      <a:cxn ang="T8">
                        <a:pos x="T4" y="T5"/>
                      </a:cxn>
                    </a:cxnLst>
                    <a:rect l="0" t="0" r="r" b="b"/>
                    <a:pathLst>
                      <a:path w="19" h="37">
                        <a:moveTo>
                          <a:pt x="7" y="25"/>
                        </a:moveTo>
                        <a:cubicBezTo>
                          <a:pt x="0" y="4"/>
                          <a:pt x="12" y="0"/>
                          <a:pt x="19" y="21"/>
                        </a:cubicBezTo>
                        <a:cubicBezTo>
                          <a:pt x="14" y="37"/>
                          <a:pt x="18" y="36"/>
                          <a:pt x="7" y="25"/>
                        </a:cubicBezTo>
                        <a:close/>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US"/>
                  </a:p>
                </p:txBody>
              </p:sp>
              <p:sp>
                <p:nvSpPr>
                  <p:cNvPr id="1119" name="Freeform 102"/>
                  <p:cNvSpPr>
                    <a:spLocks/>
                  </p:cNvSpPr>
                  <p:nvPr/>
                </p:nvSpPr>
                <p:spPr bwMode="ltGray">
                  <a:xfrm>
                    <a:off x="4155" y="497"/>
                    <a:ext cx="9" cy="7"/>
                  </a:xfrm>
                  <a:custGeom>
                    <a:avLst/>
                    <a:gdLst>
                      <a:gd name="T0" fmla="*/ 5 w 22"/>
                      <a:gd name="T1" fmla="*/ 4 h 20"/>
                      <a:gd name="T2" fmla="*/ 7 w 22"/>
                      <a:gd name="T3" fmla="*/ 0 h 20"/>
                      <a:gd name="T4" fmla="*/ 8 w 22"/>
                      <a:gd name="T5" fmla="*/ 4 h 20"/>
                      <a:gd name="T6" fmla="*/ 3 w 22"/>
                      <a:gd name="T7" fmla="*/ 7 h 20"/>
                      <a:gd name="T8" fmla="*/ 5 w 22"/>
                      <a:gd name="T9" fmla="*/ 4 h 20"/>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2" h="20">
                        <a:moveTo>
                          <a:pt x="12" y="12"/>
                        </a:moveTo>
                        <a:cubicBezTo>
                          <a:pt x="13" y="8"/>
                          <a:pt x="12" y="0"/>
                          <a:pt x="16" y="0"/>
                        </a:cubicBezTo>
                        <a:cubicBezTo>
                          <a:pt x="20" y="0"/>
                          <a:pt x="22" y="8"/>
                          <a:pt x="20" y="12"/>
                        </a:cubicBezTo>
                        <a:cubicBezTo>
                          <a:pt x="18" y="16"/>
                          <a:pt x="12" y="17"/>
                          <a:pt x="8" y="20"/>
                        </a:cubicBezTo>
                        <a:cubicBezTo>
                          <a:pt x="3" y="5"/>
                          <a:pt x="0" y="6"/>
                          <a:pt x="12" y="12"/>
                        </a:cubicBezTo>
                        <a:close/>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US"/>
                  </a:p>
                </p:txBody>
              </p:sp>
              <p:sp>
                <p:nvSpPr>
                  <p:cNvPr id="1120" name="Freeform 103"/>
                  <p:cNvSpPr>
                    <a:spLocks/>
                  </p:cNvSpPr>
                  <p:nvPr/>
                </p:nvSpPr>
                <p:spPr bwMode="ltGray">
                  <a:xfrm>
                    <a:off x="3760" y="357"/>
                    <a:ext cx="25" cy="10"/>
                  </a:xfrm>
                  <a:custGeom>
                    <a:avLst/>
                    <a:gdLst>
                      <a:gd name="T0" fmla="*/ 11 w 57"/>
                      <a:gd name="T1" fmla="*/ 6 h 30"/>
                      <a:gd name="T2" fmla="*/ 14 w 57"/>
                      <a:gd name="T3" fmla="*/ 2 h 30"/>
                      <a:gd name="T4" fmla="*/ 16 w 57"/>
                      <a:gd name="T5" fmla="*/ 10 h 30"/>
                      <a:gd name="T6" fmla="*/ 11 w 57"/>
                      <a:gd name="T7" fmla="*/ 6 h 30"/>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57" h="30">
                        <a:moveTo>
                          <a:pt x="24" y="18"/>
                        </a:moveTo>
                        <a:cubicBezTo>
                          <a:pt x="0" y="10"/>
                          <a:pt x="9" y="0"/>
                          <a:pt x="32" y="6"/>
                        </a:cubicBezTo>
                        <a:cubicBezTo>
                          <a:pt x="46" y="15"/>
                          <a:pt x="57" y="23"/>
                          <a:pt x="36" y="30"/>
                        </a:cubicBezTo>
                        <a:cubicBezTo>
                          <a:pt x="21" y="25"/>
                          <a:pt x="24" y="30"/>
                          <a:pt x="24" y="18"/>
                        </a:cubicBezTo>
                        <a:close/>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US"/>
                  </a:p>
                </p:txBody>
              </p:sp>
              <p:sp>
                <p:nvSpPr>
                  <p:cNvPr id="1121" name="Freeform 104"/>
                  <p:cNvSpPr>
                    <a:spLocks/>
                  </p:cNvSpPr>
                  <p:nvPr/>
                </p:nvSpPr>
                <p:spPr bwMode="ltGray">
                  <a:xfrm>
                    <a:off x="4062" y="265"/>
                    <a:ext cx="295" cy="233"/>
                  </a:xfrm>
                  <a:custGeom>
                    <a:avLst/>
                    <a:gdLst>
                      <a:gd name="T0" fmla="*/ 201 w 693"/>
                      <a:gd name="T1" fmla="*/ 155 h 696"/>
                      <a:gd name="T2" fmla="*/ 167 w 693"/>
                      <a:gd name="T3" fmla="*/ 151 h 696"/>
                      <a:gd name="T4" fmla="*/ 138 w 693"/>
                      <a:gd name="T5" fmla="*/ 138 h 696"/>
                      <a:gd name="T6" fmla="*/ 113 w 693"/>
                      <a:gd name="T7" fmla="*/ 134 h 696"/>
                      <a:gd name="T8" fmla="*/ 101 w 693"/>
                      <a:gd name="T9" fmla="*/ 139 h 696"/>
                      <a:gd name="T10" fmla="*/ 111 w 693"/>
                      <a:gd name="T11" fmla="*/ 143 h 696"/>
                      <a:gd name="T12" fmla="*/ 125 w 693"/>
                      <a:gd name="T13" fmla="*/ 157 h 696"/>
                      <a:gd name="T14" fmla="*/ 137 w 693"/>
                      <a:gd name="T15" fmla="*/ 159 h 696"/>
                      <a:gd name="T16" fmla="*/ 142 w 693"/>
                      <a:gd name="T17" fmla="*/ 179 h 696"/>
                      <a:gd name="T18" fmla="*/ 133 w 693"/>
                      <a:gd name="T19" fmla="*/ 185 h 696"/>
                      <a:gd name="T20" fmla="*/ 111 w 693"/>
                      <a:gd name="T21" fmla="*/ 206 h 696"/>
                      <a:gd name="T22" fmla="*/ 96 w 693"/>
                      <a:gd name="T23" fmla="*/ 210 h 696"/>
                      <a:gd name="T24" fmla="*/ 41 w 693"/>
                      <a:gd name="T25" fmla="*/ 233 h 696"/>
                      <a:gd name="T26" fmla="*/ 33 w 693"/>
                      <a:gd name="T27" fmla="*/ 206 h 696"/>
                      <a:gd name="T28" fmla="*/ 19 w 693"/>
                      <a:gd name="T29" fmla="*/ 175 h 696"/>
                      <a:gd name="T30" fmla="*/ 14 w 693"/>
                      <a:gd name="T31" fmla="*/ 150 h 696"/>
                      <a:gd name="T32" fmla="*/ 23 w 693"/>
                      <a:gd name="T33" fmla="*/ 115 h 696"/>
                      <a:gd name="T34" fmla="*/ 7 w 693"/>
                      <a:gd name="T35" fmla="*/ 131 h 696"/>
                      <a:gd name="T36" fmla="*/ 34 w 693"/>
                      <a:gd name="T37" fmla="*/ 94 h 696"/>
                      <a:gd name="T38" fmla="*/ 48 w 693"/>
                      <a:gd name="T39" fmla="*/ 68 h 696"/>
                      <a:gd name="T40" fmla="*/ 16 w 693"/>
                      <a:gd name="T41" fmla="*/ 68 h 696"/>
                      <a:gd name="T42" fmla="*/ 0 w 693"/>
                      <a:gd name="T43" fmla="*/ 66 h 696"/>
                      <a:gd name="T44" fmla="*/ 11 w 693"/>
                      <a:gd name="T45" fmla="*/ 47 h 696"/>
                      <a:gd name="T46" fmla="*/ 41 w 693"/>
                      <a:gd name="T47" fmla="*/ 37 h 696"/>
                      <a:gd name="T48" fmla="*/ 94 w 693"/>
                      <a:gd name="T49" fmla="*/ 42 h 696"/>
                      <a:gd name="T50" fmla="*/ 97 w 693"/>
                      <a:gd name="T51" fmla="*/ 21 h 696"/>
                      <a:gd name="T52" fmla="*/ 111 w 693"/>
                      <a:gd name="T53" fmla="*/ 0 h 696"/>
                      <a:gd name="T54" fmla="*/ 152 w 693"/>
                      <a:gd name="T55" fmla="*/ 15 h 696"/>
                      <a:gd name="T56" fmla="*/ 140 w 693"/>
                      <a:gd name="T57" fmla="*/ 29 h 696"/>
                      <a:gd name="T58" fmla="*/ 128 w 693"/>
                      <a:gd name="T59" fmla="*/ 59 h 696"/>
                      <a:gd name="T60" fmla="*/ 154 w 693"/>
                      <a:gd name="T61" fmla="*/ 64 h 696"/>
                      <a:gd name="T62" fmla="*/ 159 w 693"/>
                      <a:gd name="T63" fmla="*/ 46 h 696"/>
                      <a:gd name="T64" fmla="*/ 178 w 693"/>
                      <a:gd name="T65" fmla="*/ 31 h 696"/>
                      <a:gd name="T66" fmla="*/ 212 w 693"/>
                      <a:gd name="T67" fmla="*/ 29 h 696"/>
                      <a:gd name="T68" fmla="*/ 225 w 693"/>
                      <a:gd name="T69" fmla="*/ 17 h 696"/>
                      <a:gd name="T70" fmla="*/ 230 w 693"/>
                      <a:gd name="T71" fmla="*/ 154 h 69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Lst>
                    <a:ahLst/>
                    <a:cxnLst>
                      <a:cxn ang="T72">
                        <a:pos x="T0" y="T1"/>
                      </a:cxn>
                      <a:cxn ang="T73">
                        <a:pos x="T2" y="T3"/>
                      </a:cxn>
                      <a:cxn ang="T74">
                        <a:pos x="T4" y="T5"/>
                      </a:cxn>
                      <a:cxn ang="T75">
                        <a:pos x="T6" y="T7"/>
                      </a:cxn>
                      <a:cxn ang="T76">
                        <a:pos x="T8" y="T9"/>
                      </a:cxn>
                      <a:cxn ang="T77">
                        <a:pos x="T10" y="T11"/>
                      </a:cxn>
                      <a:cxn ang="T78">
                        <a:pos x="T12" y="T13"/>
                      </a:cxn>
                      <a:cxn ang="T79">
                        <a:pos x="T14" y="T15"/>
                      </a:cxn>
                      <a:cxn ang="T80">
                        <a:pos x="T16" y="T17"/>
                      </a:cxn>
                      <a:cxn ang="T81">
                        <a:pos x="T18" y="T19"/>
                      </a:cxn>
                      <a:cxn ang="T82">
                        <a:pos x="T20" y="T21"/>
                      </a:cxn>
                      <a:cxn ang="T83">
                        <a:pos x="T22" y="T23"/>
                      </a:cxn>
                      <a:cxn ang="T84">
                        <a:pos x="T24" y="T25"/>
                      </a:cxn>
                      <a:cxn ang="T85">
                        <a:pos x="T26" y="T27"/>
                      </a:cxn>
                      <a:cxn ang="T86">
                        <a:pos x="T28" y="T29"/>
                      </a:cxn>
                      <a:cxn ang="T87">
                        <a:pos x="T30" y="T31"/>
                      </a:cxn>
                      <a:cxn ang="T88">
                        <a:pos x="T32" y="T33"/>
                      </a:cxn>
                      <a:cxn ang="T89">
                        <a:pos x="T34" y="T35"/>
                      </a:cxn>
                      <a:cxn ang="T90">
                        <a:pos x="T36" y="T37"/>
                      </a:cxn>
                      <a:cxn ang="T91">
                        <a:pos x="T38" y="T39"/>
                      </a:cxn>
                      <a:cxn ang="T92">
                        <a:pos x="T40" y="T41"/>
                      </a:cxn>
                      <a:cxn ang="T93">
                        <a:pos x="T42" y="T43"/>
                      </a:cxn>
                      <a:cxn ang="T94">
                        <a:pos x="T44" y="T45"/>
                      </a:cxn>
                      <a:cxn ang="T95">
                        <a:pos x="T46" y="T47"/>
                      </a:cxn>
                      <a:cxn ang="T96">
                        <a:pos x="T48" y="T49"/>
                      </a:cxn>
                      <a:cxn ang="T97">
                        <a:pos x="T50" y="T51"/>
                      </a:cxn>
                      <a:cxn ang="T98">
                        <a:pos x="T52" y="T53"/>
                      </a:cxn>
                      <a:cxn ang="T99">
                        <a:pos x="T54" y="T55"/>
                      </a:cxn>
                      <a:cxn ang="T100">
                        <a:pos x="T56" y="T57"/>
                      </a:cxn>
                      <a:cxn ang="T101">
                        <a:pos x="T58" y="T59"/>
                      </a:cxn>
                      <a:cxn ang="T102">
                        <a:pos x="T60" y="T61"/>
                      </a:cxn>
                      <a:cxn ang="T103">
                        <a:pos x="T62" y="T63"/>
                      </a:cxn>
                      <a:cxn ang="T104">
                        <a:pos x="T64" y="T65"/>
                      </a:cxn>
                      <a:cxn ang="T105">
                        <a:pos x="T66" y="T67"/>
                      </a:cxn>
                      <a:cxn ang="T106">
                        <a:pos x="T68" y="T69"/>
                      </a:cxn>
                      <a:cxn ang="T107">
                        <a:pos x="T70" y="T71"/>
                      </a:cxn>
                    </a:cxnLst>
                    <a:rect l="0" t="0" r="r" b="b"/>
                    <a:pathLst>
                      <a:path w="693" h="696">
                        <a:moveTo>
                          <a:pt x="541" y="460"/>
                        </a:moveTo>
                        <a:lnTo>
                          <a:pt x="473" y="464"/>
                        </a:lnTo>
                        <a:lnTo>
                          <a:pt x="441" y="452"/>
                        </a:lnTo>
                        <a:lnTo>
                          <a:pt x="393" y="452"/>
                        </a:lnTo>
                        <a:cubicBezTo>
                          <a:pt x="365" y="448"/>
                          <a:pt x="360" y="444"/>
                          <a:pt x="337" y="436"/>
                        </a:cubicBezTo>
                        <a:cubicBezTo>
                          <a:pt x="336" y="432"/>
                          <a:pt x="330" y="413"/>
                          <a:pt x="325" y="412"/>
                        </a:cubicBezTo>
                        <a:cubicBezTo>
                          <a:pt x="317" y="411"/>
                          <a:pt x="301" y="420"/>
                          <a:pt x="301" y="420"/>
                        </a:cubicBezTo>
                        <a:cubicBezTo>
                          <a:pt x="289" y="412"/>
                          <a:pt x="277" y="408"/>
                          <a:pt x="265" y="400"/>
                        </a:cubicBezTo>
                        <a:cubicBezTo>
                          <a:pt x="252" y="380"/>
                          <a:pt x="256" y="356"/>
                          <a:pt x="233" y="348"/>
                        </a:cubicBezTo>
                        <a:cubicBezTo>
                          <a:pt x="217" y="372"/>
                          <a:pt x="221" y="392"/>
                          <a:pt x="237" y="416"/>
                        </a:cubicBezTo>
                        <a:cubicBezTo>
                          <a:pt x="234" y="428"/>
                          <a:pt x="228" y="445"/>
                          <a:pt x="237" y="444"/>
                        </a:cubicBezTo>
                        <a:cubicBezTo>
                          <a:pt x="247" y="443"/>
                          <a:pt x="261" y="428"/>
                          <a:pt x="261" y="428"/>
                        </a:cubicBezTo>
                        <a:cubicBezTo>
                          <a:pt x="258" y="450"/>
                          <a:pt x="243" y="475"/>
                          <a:pt x="269" y="484"/>
                        </a:cubicBezTo>
                        <a:cubicBezTo>
                          <a:pt x="277" y="479"/>
                          <a:pt x="288" y="476"/>
                          <a:pt x="293" y="468"/>
                        </a:cubicBezTo>
                        <a:cubicBezTo>
                          <a:pt x="302" y="454"/>
                          <a:pt x="303" y="446"/>
                          <a:pt x="317" y="436"/>
                        </a:cubicBezTo>
                        <a:cubicBezTo>
                          <a:pt x="315" y="448"/>
                          <a:pt x="306" y="467"/>
                          <a:pt x="321" y="476"/>
                        </a:cubicBezTo>
                        <a:cubicBezTo>
                          <a:pt x="328" y="480"/>
                          <a:pt x="345" y="484"/>
                          <a:pt x="345" y="484"/>
                        </a:cubicBezTo>
                        <a:cubicBezTo>
                          <a:pt x="382" y="472"/>
                          <a:pt x="347" y="527"/>
                          <a:pt x="333" y="536"/>
                        </a:cubicBezTo>
                        <a:cubicBezTo>
                          <a:pt x="330" y="540"/>
                          <a:pt x="329" y="545"/>
                          <a:pt x="325" y="548"/>
                        </a:cubicBezTo>
                        <a:cubicBezTo>
                          <a:pt x="322" y="551"/>
                          <a:pt x="316" y="549"/>
                          <a:pt x="313" y="552"/>
                        </a:cubicBezTo>
                        <a:cubicBezTo>
                          <a:pt x="300" y="565"/>
                          <a:pt x="320" y="575"/>
                          <a:pt x="293" y="584"/>
                        </a:cubicBezTo>
                        <a:cubicBezTo>
                          <a:pt x="286" y="595"/>
                          <a:pt x="272" y="610"/>
                          <a:pt x="261" y="616"/>
                        </a:cubicBezTo>
                        <a:cubicBezTo>
                          <a:pt x="254" y="620"/>
                          <a:pt x="245" y="621"/>
                          <a:pt x="237" y="624"/>
                        </a:cubicBezTo>
                        <a:cubicBezTo>
                          <a:pt x="233" y="625"/>
                          <a:pt x="225" y="628"/>
                          <a:pt x="225" y="628"/>
                        </a:cubicBezTo>
                        <a:cubicBezTo>
                          <a:pt x="215" y="659"/>
                          <a:pt x="212" y="652"/>
                          <a:pt x="173" y="656"/>
                        </a:cubicBezTo>
                        <a:cubicBezTo>
                          <a:pt x="140" y="667"/>
                          <a:pt x="132" y="687"/>
                          <a:pt x="97" y="696"/>
                        </a:cubicBezTo>
                        <a:cubicBezTo>
                          <a:pt x="77" y="691"/>
                          <a:pt x="75" y="687"/>
                          <a:pt x="81" y="668"/>
                        </a:cubicBezTo>
                        <a:cubicBezTo>
                          <a:pt x="77" y="646"/>
                          <a:pt x="72" y="639"/>
                          <a:pt x="77" y="616"/>
                        </a:cubicBezTo>
                        <a:cubicBezTo>
                          <a:pt x="73" y="598"/>
                          <a:pt x="71" y="587"/>
                          <a:pt x="61" y="572"/>
                        </a:cubicBezTo>
                        <a:cubicBezTo>
                          <a:pt x="58" y="551"/>
                          <a:pt x="51" y="543"/>
                          <a:pt x="45" y="524"/>
                        </a:cubicBezTo>
                        <a:cubicBezTo>
                          <a:pt x="52" y="502"/>
                          <a:pt x="58" y="496"/>
                          <a:pt x="49" y="472"/>
                        </a:cubicBezTo>
                        <a:cubicBezTo>
                          <a:pt x="46" y="463"/>
                          <a:pt x="33" y="448"/>
                          <a:pt x="33" y="448"/>
                        </a:cubicBezTo>
                        <a:cubicBezTo>
                          <a:pt x="42" y="422"/>
                          <a:pt x="42" y="408"/>
                          <a:pt x="33" y="380"/>
                        </a:cubicBezTo>
                        <a:cubicBezTo>
                          <a:pt x="49" y="369"/>
                          <a:pt x="48" y="362"/>
                          <a:pt x="53" y="344"/>
                        </a:cubicBezTo>
                        <a:cubicBezTo>
                          <a:pt x="47" y="327"/>
                          <a:pt x="49" y="308"/>
                          <a:pt x="33" y="332"/>
                        </a:cubicBezTo>
                        <a:cubicBezTo>
                          <a:pt x="40" y="353"/>
                          <a:pt x="29" y="374"/>
                          <a:pt x="17" y="392"/>
                        </a:cubicBezTo>
                        <a:cubicBezTo>
                          <a:pt x="6" y="360"/>
                          <a:pt x="10" y="340"/>
                          <a:pt x="13" y="304"/>
                        </a:cubicBezTo>
                        <a:cubicBezTo>
                          <a:pt x="44" y="314"/>
                          <a:pt x="54" y="289"/>
                          <a:pt x="81" y="280"/>
                        </a:cubicBezTo>
                        <a:cubicBezTo>
                          <a:pt x="94" y="261"/>
                          <a:pt x="85" y="242"/>
                          <a:pt x="105" y="228"/>
                        </a:cubicBezTo>
                        <a:cubicBezTo>
                          <a:pt x="108" y="220"/>
                          <a:pt x="110" y="212"/>
                          <a:pt x="113" y="204"/>
                        </a:cubicBezTo>
                        <a:cubicBezTo>
                          <a:pt x="116" y="196"/>
                          <a:pt x="89" y="196"/>
                          <a:pt x="89" y="196"/>
                        </a:cubicBezTo>
                        <a:cubicBezTo>
                          <a:pt x="81" y="221"/>
                          <a:pt x="58" y="211"/>
                          <a:pt x="37" y="204"/>
                        </a:cubicBezTo>
                        <a:cubicBezTo>
                          <a:pt x="33" y="207"/>
                          <a:pt x="30" y="213"/>
                          <a:pt x="25" y="212"/>
                        </a:cubicBezTo>
                        <a:cubicBezTo>
                          <a:pt x="16" y="210"/>
                          <a:pt x="1" y="196"/>
                          <a:pt x="1" y="196"/>
                        </a:cubicBezTo>
                        <a:cubicBezTo>
                          <a:pt x="4" y="186"/>
                          <a:pt x="4" y="174"/>
                          <a:pt x="9" y="164"/>
                        </a:cubicBezTo>
                        <a:cubicBezTo>
                          <a:pt x="13" y="155"/>
                          <a:pt x="25" y="140"/>
                          <a:pt x="25" y="140"/>
                        </a:cubicBezTo>
                        <a:cubicBezTo>
                          <a:pt x="0" y="132"/>
                          <a:pt x="25" y="128"/>
                          <a:pt x="37" y="124"/>
                        </a:cubicBezTo>
                        <a:cubicBezTo>
                          <a:pt x="58" y="131"/>
                          <a:pt x="75" y="116"/>
                          <a:pt x="97" y="112"/>
                        </a:cubicBezTo>
                        <a:cubicBezTo>
                          <a:pt x="135" y="87"/>
                          <a:pt x="159" y="122"/>
                          <a:pt x="197" y="132"/>
                        </a:cubicBezTo>
                        <a:cubicBezTo>
                          <a:pt x="205" y="129"/>
                          <a:pt x="213" y="127"/>
                          <a:pt x="221" y="124"/>
                        </a:cubicBezTo>
                        <a:cubicBezTo>
                          <a:pt x="225" y="123"/>
                          <a:pt x="226" y="147"/>
                          <a:pt x="233" y="120"/>
                        </a:cubicBezTo>
                        <a:lnTo>
                          <a:pt x="229" y="64"/>
                        </a:lnTo>
                        <a:lnTo>
                          <a:pt x="209" y="40"/>
                        </a:lnTo>
                        <a:cubicBezTo>
                          <a:pt x="243" y="21"/>
                          <a:pt x="240" y="21"/>
                          <a:pt x="261" y="0"/>
                        </a:cubicBezTo>
                        <a:cubicBezTo>
                          <a:pt x="297" y="16"/>
                          <a:pt x="333" y="32"/>
                          <a:pt x="369" y="48"/>
                        </a:cubicBezTo>
                        <a:cubicBezTo>
                          <a:pt x="373" y="50"/>
                          <a:pt x="361" y="44"/>
                          <a:pt x="357" y="44"/>
                        </a:cubicBezTo>
                        <a:cubicBezTo>
                          <a:pt x="349" y="45"/>
                          <a:pt x="333" y="52"/>
                          <a:pt x="333" y="52"/>
                        </a:cubicBezTo>
                        <a:cubicBezTo>
                          <a:pt x="322" y="68"/>
                          <a:pt x="318" y="71"/>
                          <a:pt x="329" y="88"/>
                        </a:cubicBezTo>
                        <a:cubicBezTo>
                          <a:pt x="308" y="119"/>
                          <a:pt x="323" y="118"/>
                          <a:pt x="333" y="148"/>
                        </a:cubicBezTo>
                        <a:cubicBezTo>
                          <a:pt x="320" y="157"/>
                          <a:pt x="314" y="167"/>
                          <a:pt x="301" y="176"/>
                        </a:cubicBezTo>
                        <a:cubicBezTo>
                          <a:pt x="306" y="213"/>
                          <a:pt x="303" y="213"/>
                          <a:pt x="337" y="220"/>
                        </a:cubicBezTo>
                        <a:cubicBezTo>
                          <a:pt x="358" y="216"/>
                          <a:pt x="368" y="214"/>
                          <a:pt x="361" y="192"/>
                        </a:cubicBezTo>
                        <a:cubicBezTo>
                          <a:pt x="362" y="177"/>
                          <a:pt x="362" y="162"/>
                          <a:pt x="365" y="148"/>
                        </a:cubicBezTo>
                        <a:cubicBezTo>
                          <a:pt x="366" y="143"/>
                          <a:pt x="369" y="133"/>
                          <a:pt x="373" y="136"/>
                        </a:cubicBezTo>
                        <a:cubicBezTo>
                          <a:pt x="379" y="140"/>
                          <a:pt x="376" y="149"/>
                          <a:pt x="377" y="156"/>
                        </a:cubicBezTo>
                        <a:cubicBezTo>
                          <a:pt x="404" y="147"/>
                          <a:pt x="409" y="116"/>
                          <a:pt x="417" y="92"/>
                        </a:cubicBezTo>
                        <a:cubicBezTo>
                          <a:pt x="422" y="76"/>
                          <a:pt x="453" y="74"/>
                          <a:pt x="465" y="72"/>
                        </a:cubicBezTo>
                        <a:cubicBezTo>
                          <a:pt x="472" y="92"/>
                          <a:pt x="477" y="93"/>
                          <a:pt x="497" y="88"/>
                        </a:cubicBezTo>
                        <a:cubicBezTo>
                          <a:pt x="512" y="78"/>
                          <a:pt x="515" y="74"/>
                          <a:pt x="509" y="56"/>
                        </a:cubicBezTo>
                        <a:cubicBezTo>
                          <a:pt x="523" y="46"/>
                          <a:pt x="517" y="46"/>
                          <a:pt x="529" y="52"/>
                        </a:cubicBezTo>
                        <a:lnTo>
                          <a:pt x="693" y="72"/>
                        </a:lnTo>
                        <a:lnTo>
                          <a:pt x="541" y="460"/>
                        </a:lnTo>
                        <a:close/>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US"/>
                  </a:p>
                </p:txBody>
              </p:sp>
              <p:sp>
                <p:nvSpPr>
                  <p:cNvPr id="1122" name="Freeform 105"/>
                  <p:cNvSpPr>
                    <a:spLocks/>
                  </p:cNvSpPr>
                  <p:nvPr/>
                </p:nvSpPr>
                <p:spPr bwMode="ltGray">
                  <a:xfrm>
                    <a:off x="3861" y="247"/>
                    <a:ext cx="591" cy="95"/>
                  </a:xfrm>
                  <a:custGeom>
                    <a:avLst/>
                    <a:gdLst>
                      <a:gd name="T0" fmla="*/ 524 w 931"/>
                      <a:gd name="T1" fmla="*/ 0 h 149"/>
                      <a:gd name="T2" fmla="*/ 91 w 931"/>
                      <a:gd name="T3" fmla="*/ 18 h 149"/>
                      <a:gd name="T4" fmla="*/ 58 w 931"/>
                      <a:gd name="T5" fmla="*/ 27 h 149"/>
                      <a:gd name="T6" fmla="*/ 39 w 931"/>
                      <a:gd name="T7" fmla="*/ 27 h 149"/>
                      <a:gd name="T8" fmla="*/ 14 w 931"/>
                      <a:gd name="T9" fmla="*/ 49 h 149"/>
                      <a:gd name="T10" fmla="*/ 0 w 931"/>
                      <a:gd name="T11" fmla="*/ 67 h 149"/>
                      <a:gd name="T12" fmla="*/ 37 w 931"/>
                      <a:gd name="T13" fmla="*/ 73 h 149"/>
                      <a:gd name="T14" fmla="*/ 62 w 931"/>
                      <a:gd name="T15" fmla="*/ 61 h 149"/>
                      <a:gd name="T16" fmla="*/ 69 w 931"/>
                      <a:gd name="T17" fmla="*/ 54 h 149"/>
                      <a:gd name="T18" fmla="*/ 106 w 931"/>
                      <a:gd name="T19" fmla="*/ 33 h 149"/>
                      <a:gd name="T20" fmla="*/ 136 w 931"/>
                      <a:gd name="T21" fmla="*/ 29 h 149"/>
                      <a:gd name="T22" fmla="*/ 150 w 931"/>
                      <a:gd name="T23" fmla="*/ 60 h 149"/>
                      <a:gd name="T24" fmla="*/ 119 w 931"/>
                      <a:gd name="T25" fmla="*/ 69 h 149"/>
                      <a:gd name="T26" fmla="*/ 147 w 931"/>
                      <a:gd name="T27" fmla="*/ 72 h 149"/>
                      <a:gd name="T28" fmla="*/ 159 w 931"/>
                      <a:gd name="T29" fmla="*/ 57 h 149"/>
                      <a:gd name="T30" fmla="*/ 169 w 931"/>
                      <a:gd name="T31" fmla="*/ 59 h 149"/>
                      <a:gd name="T32" fmla="*/ 161 w 931"/>
                      <a:gd name="T33" fmla="*/ 34 h 149"/>
                      <a:gd name="T34" fmla="*/ 169 w 931"/>
                      <a:gd name="T35" fmla="*/ 28 h 149"/>
                      <a:gd name="T36" fmla="*/ 176 w 931"/>
                      <a:gd name="T37" fmla="*/ 56 h 149"/>
                      <a:gd name="T38" fmla="*/ 169 w 931"/>
                      <a:gd name="T39" fmla="*/ 72 h 149"/>
                      <a:gd name="T40" fmla="*/ 188 w 931"/>
                      <a:gd name="T41" fmla="*/ 83 h 149"/>
                      <a:gd name="T42" fmla="*/ 190 w 931"/>
                      <a:gd name="T43" fmla="*/ 59 h 149"/>
                      <a:gd name="T44" fmla="*/ 210 w 931"/>
                      <a:gd name="T45" fmla="*/ 66 h 149"/>
                      <a:gd name="T46" fmla="*/ 242 w 931"/>
                      <a:gd name="T47" fmla="*/ 47 h 149"/>
                      <a:gd name="T48" fmla="*/ 260 w 931"/>
                      <a:gd name="T49" fmla="*/ 32 h 149"/>
                      <a:gd name="T50" fmla="*/ 279 w 931"/>
                      <a:gd name="T51" fmla="*/ 36 h 149"/>
                      <a:gd name="T52" fmla="*/ 289 w 931"/>
                      <a:gd name="T53" fmla="*/ 32 h 149"/>
                      <a:gd name="T54" fmla="*/ 274 w 931"/>
                      <a:gd name="T55" fmla="*/ 28 h 149"/>
                      <a:gd name="T56" fmla="*/ 301 w 931"/>
                      <a:gd name="T57" fmla="*/ 22 h 149"/>
                      <a:gd name="T58" fmla="*/ 345 w 931"/>
                      <a:gd name="T59" fmla="*/ 34 h 149"/>
                      <a:gd name="T60" fmla="*/ 369 w 931"/>
                      <a:gd name="T61" fmla="*/ 27 h 149"/>
                      <a:gd name="T62" fmla="*/ 371 w 931"/>
                      <a:gd name="T63" fmla="*/ 40 h 149"/>
                      <a:gd name="T64" fmla="*/ 361 w 931"/>
                      <a:gd name="T65" fmla="*/ 64 h 149"/>
                      <a:gd name="T66" fmla="*/ 388 w 931"/>
                      <a:gd name="T67" fmla="*/ 56 h 149"/>
                      <a:gd name="T68" fmla="*/ 396 w 931"/>
                      <a:gd name="T69" fmla="*/ 51 h 149"/>
                      <a:gd name="T70" fmla="*/ 411 w 931"/>
                      <a:gd name="T71" fmla="*/ 39 h 149"/>
                      <a:gd name="T72" fmla="*/ 504 w 931"/>
                      <a:gd name="T73" fmla="*/ 54 h 149"/>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Lst>
                    <a:ahLst/>
                    <a:cxnLst>
                      <a:cxn ang="T74">
                        <a:pos x="T0" y="T1"/>
                      </a:cxn>
                      <a:cxn ang="T75">
                        <a:pos x="T2" y="T3"/>
                      </a:cxn>
                      <a:cxn ang="T76">
                        <a:pos x="T4" y="T5"/>
                      </a:cxn>
                      <a:cxn ang="T77">
                        <a:pos x="T6" y="T7"/>
                      </a:cxn>
                      <a:cxn ang="T78">
                        <a:pos x="T8" y="T9"/>
                      </a:cxn>
                      <a:cxn ang="T79">
                        <a:pos x="T10" y="T11"/>
                      </a:cxn>
                      <a:cxn ang="T80">
                        <a:pos x="T12" y="T13"/>
                      </a:cxn>
                      <a:cxn ang="T81">
                        <a:pos x="T14" y="T15"/>
                      </a:cxn>
                      <a:cxn ang="T82">
                        <a:pos x="T16" y="T17"/>
                      </a:cxn>
                      <a:cxn ang="T83">
                        <a:pos x="T18" y="T19"/>
                      </a:cxn>
                      <a:cxn ang="T84">
                        <a:pos x="T20" y="T21"/>
                      </a:cxn>
                      <a:cxn ang="T85">
                        <a:pos x="T22" y="T23"/>
                      </a:cxn>
                      <a:cxn ang="T86">
                        <a:pos x="T24" y="T25"/>
                      </a:cxn>
                      <a:cxn ang="T87">
                        <a:pos x="T26" y="T27"/>
                      </a:cxn>
                      <a:cxn ang="T88">
                        <a:pos x="T28" y="T29"/>
                      </a:cxn>
                      <a:cxn ang="T89">
                        <a:pos x="T30" y="T31"/>
                      </a:cxn>
                      <a:cxn ang="T90">
                        <a:pos x="T32" y="T33"/>
                      </a:cxn>
                      <a:cxn ang="T91">
                        <a:pos x="T34" y="T35"/>
                      </a:cxn>
                      <a:cxn ang="T92">
                        <a:pos x="T36" y="T37"/>
                      </a:cxn>
                      <a:cxn ang="T93">
                        <a:pos x="T38" y="T39"/>
                      </a:cxn>
                      <a:cxn ang="T94">
                        <a:pos x="T40" y="T41"/>
                      </a:cxn>
                      <a:cxn ang="T95">
                        <a:pos x="T42" y="T43"/>
                      </a:cxn>
                      <a:cxn ang="T96">
                        <a:pos x="T44" y="T45"/>
                      </a:cxn>
                      <a:cxn ang="T97">
                        <a:pos x="T46" y="T47"/>
                      </a:cxn>
                      <a:cxn ang="T98">
                        <a:pos x="T48" y="T49"/>
                      </a:cxn>
                      <a:cxn ang="T99">
                        <a:pos x="T50" y="T51"/>
                      </a:cxn>
                      <a:cxn ang="T100">
                        <a:pos x="T52" y="T53"/>
                      </a:cxn>
                      <a:cxn ang="T101">
                        <a:pos x="T54" y="T55"/>
                      </a:cxn>
                      <a:cxn ang="T102">
                        <a:pos x="T56" y="T57"/>
                      </a:cxn>
                      <a:cxn ang="T103">
                        <a:pos x="T58" y="T59"/>
                      </a:cxn>
                      <a:cxn ang="T104">
                        <a:pos x="T60" y="T61"/>
                      </a:cxn>
                      <a:cxn ang="T105">
                        <a:pos x="T62" y="T63"/>
                      </a:cxn>
                      <a:cxn ang="T106">
                        <a:pos x="T64" y="T65"/>
                      </a:cxn>
                      <a:cxn ang="T107">
                        <a:pos x="T66" y="T67"/>
                      </a:cxn>
                      <a:cxn ang="T108">
                        <a:pos x="T68" y="T69"/>
                      </a:cxn>
                      <a:cxn ang="T109">
                        <a:pos x="T70" y="T71"/>
                      </a:cxn>
                      <a:cxn ang="T110">
                        <a:pos x="T72" y="T73"/>
                      </a:cxn>
                    </a:cxnLst>
                    <a:rect l="0" t="0" r="r" b="b"/>
                    <a:pathLst>
                      <a:path w="931" h="149">
                        <a:moveTo>
                          <a:pt x="794" y="84"/>
                        </a:moveTo>
                        <a:cubicBezTo>
                          <a:pt x="813" y="72"/>
                          <a:pt x="931" y="14"/>
                          <a:pt x="825" y="0"/>
                        </a:cubicBezTo>
                        <a:lnTo>
                          <a:pt x="159" y="0"/>
                        </a:lnTo>
                        <a:cubicBezTo>
                          <a:pt x="149" y="12"/>
                          <a:pt x="162" y="18"/>
                          <a:pt x="143" y="29"/>
                        </a:cubicBezTo>
                        <a:cubicBezTo>
                          <a:pt x="130" y="44"/>
                          <a:pt x="133" y="39"/>
                          <a:pt x="116" y="48"/>
                        </a:cubicBezTo>
                        <a:cubicBezTo>
                          <a:pt x="108" y="46"/>
                          <a:pt x="100" y="44"/>
                          <a:pt x="91" y="42"/>
                        </a:cubicBezTo>
                        <a:cubicBezTo>
                          <a:pt x="89" y="41"/>
                          <a:pt x="83" y="40"/>
                          <a:pt x="83" y="40"/>
                        </a:cubicBezTo>
                        <a:cubicBezTo>
                          <a:pt x="76" y="40"/>
                          <a:pt x="68" y="39"/>
                          <a:pt x="62" y="42"/>
                        </a:cubicBezTo>
                        <a:cubicBezTo>
                          <a:pt x="54" y="45"/>
                          <a:pt x="46" y="61"/>
                          <a:pt x="38" y="67"/>
                        </a:cubicBezTo>
                        <a:cubicBezTo>
                          <a:pt x="32" y="71"/>
                          <a:pt x="27" y="74"/>
                          <a:pt x="22" y="77"/>
                        </a:cubicBezTo>
                        <a:cubicBezTo>
                          <a:pt x="16" y="81"/>
                          <a:pt x="5" y="86"/>
                          <a:pt x="5" y="86"/>
                        </a:cubicBezTo>
                        <a:cubicBezTo>
                          <a:pt x="9" y="95"/>
                          <a:pt x="7" y="97"/>
                          <a:pt x="0" y="105"/>
                        </a:cubicBezTo>
                        <a:cubicBezTo>
                          <a:pt x="17" y="107"/>
                          <a:pt x="22" y="107"/>
                          <a:pt x="16" y="120"/>
                        </a:cubicBezTo>
                        <a:cubicBezTo>
                          <a:pt x="27" y="122"/>
                          <a:pt x="48" y="116"/>
                          <a:pt x="59" y="115"/>
                        </a:cubicBezTo>
                        <a:cubicBezTo>
                          <a:pt x="71" y="112"/>
                          <a:pt x="73" y="117"/>
                          <a:pt x="83" y="111"/>
                        </a:cubicBezTo>
                        <a:cubicBezTo>
                          <a:pt x="89" y="96"/>
                          <a:pt x="83" y="100"/>
                          <a:pt x="97" y="96"/>
                        </a:cubicBezTo>
                        <a:cubicBezTo>
                          <a:pt x="100" y="94"/>
                          <a:pt x="103" y="93"/>
                          <a:pt x="105" y="90"/>
                        </a:cubicBezTo>
                        <a:cubicBezTo>
                          <a:pt x="106" y="88"/>
                          <a:pt x="106" y="85"/>
                          <a:pt x="108" y="84"/>
                        </a:cubicBezTo>
                        <a:cubicBezTo>
                          <a:pt x="112" y="80"/>
                          <a:pt x="140" y="69"/>
                          <a:pt x="148" y="67"/>
                        </a:cubicBezTo>
                        <a:cubicBezTo>
                          <a:pt x="160" y="52"/>
                          <a:pt x="153" y="56"/>
                          <a:pt x="167" y="52"/>
                        </a:cubicBezTo>
                        <a:cubicBezTo>
                          <a:pt x="178" y="55"/>
                          <a:pt x="179" y="62"/>
                          <a:pt x="191" y="58"/>
                        </a:cubicBezTo>
                        <a:cubicBezTo>
                          <a:pt x="199" y="52"/>
                          <a:pt x="206" y="51"/>
                          <a:pt x="215" y="46"/>
                        </a:cubicBezTo>
                        <a:cubicBezTo>
                          <a:pt x="226" y="58"/>
                          <a:pt x="217" y="46"/>
                          <a:pt x="223" y="69"/>
                        </a:cubicBezTo>
                        <a:cubicBezTo>
                          <a:pt x="226" y="79"/>
                          <a:pt x="233" y="85"/>
                          <a:pt x="237" y="94"/>
                        </a:cubicBezTo>
                        <a:cubicBezTo>
                          <a:pt x="227" y="100"/>
                          <a:pt x="229" y="104"/>
                          <a:pt x="218" y="107"/>
                        </a:cubicBezTo>
                        <a:cubicBezTo>
                          <a:pt x="207" y="120"/>
                          <a:pt x="203" y="113"/>
                          <a:pt x="188" y="109"/>
                        </a:cubicBezTo>
                        <a:cubicBezTo>
                          <a:pt x="191" y="117"/>
                          <a:pt x="200" y="127"/>
                          <a:pt x="210" y="132"/>
                        </a:cubicBezTo>
                        <a:cubicBezTo>
                          <a:pt x="218" y="114"/>
                          <a:pt x="211" y="122"/>
                          <a:pt x="231" y="113"/>
                        </a:cubicBezTo>
                        <a:cubicBezTo>
                          <a:pt x="237" y="111"/>
                          <a:pt x="248" y="105"/>
                          <a:pt x="248" y="105"/>
                        </a:cubicBezTo>
                        <a:cubicBezTo>
                          <a:pt x="248" y="100"/>
                          <a:pt x="246" y="94"/>
                          <a:pt x="250" y="90"/>
                        </a:cubicBezTo>
                        <a:cubicBezTo>
                          <a:pt x="253" y="88"/>
                          <a:pt x="254" y="96"/>
                          <a:pt x="258" y="96"/>
                        </a:cubicBezTo>
                        <a:cubicBezTo>
                          <a:pt x="262" y="97"/>
                          <a:pt x="264" y="94"/>
                          <a:pt x="266" y="92"/>
                        </a:cubicBezTo>
                        <a:cubicBezTo>
                          <a:pt x="262" y="82"/>
                          <a:pt x="252" y="77"/>
                          <a:pt x="248" y="67"/>
                        </a:cubicBezTo>
                        <a:cubicBezTo>
                          <a:pt x="250" y="63"/>
                          <a:pt x="255" y="58"/>
                          <a:pt x="253" y="54"/>
                        </a:cubicBezTo>
                        <a:cubicBezTo>
                          <a:pt x="251" y="50"/>
                          <a:pt x="248" y="42"/>
                          <a:pt x="248" y="42"/>
                        </a:cubicBezTo>
                        <a:cubicBezTo>
                          <a:pt x="256" y="32"/>
                          <a:pt x="259" y="35"/>
                          <a:pt x="266" y="44"/>
                        </a:cubicBezTo>
                        <a:cubicBezTo>
                          <a:pt x="270" y="56"/>
                          <a:pt x="276" y="61"/>
                          <a:pt x="285" y="71"/>
                        </a:cubicBezTo>
                        <a:cubicBezTo>
                          <a:pt x="281" y="81"/>
                          <a:pt x="289" y="82"/>
                          <a:pt x="277" y="88"/>
                        </a:cubicBezTo>
                        <a:cubicBezTo>
                          <a:pt x="262" y="106"/>
                          <a:pt x="278" y="83"/>
                          <a:pt x="274" y="101"/>
                        </a:cubicBezTo>
                        <a:cubicBezTo>
                          <a:pt x="274" y="105"/>
                          <a:pt x="268" y="109"/>
                          <a:pt x="266" y="113"/>
                        </a:cubicBezTo>
                        <a:cubicBezTo>
                          <a:pt x="270" y="122"/>
                          <a:pt x="268" y="125"/>
                          <a:pt x="261" y="132"/>
                        </a:cubicBezTo>
                        <a:cubicBezTo>
                          <a:pt x="268" y="149"/>
                          <a:pt x="282" y="134"/>
                          <a:pt x="296" y="130"/>
                        </a:cubicBezTo>
                        <a:cubicBezTo>
                          <a:pt x="299" y="122"/>
                          <a:pt x="295" y="119"/>
                          <a:pt x="299" y="111"/>
                        </a:cubicBezTo>
                        <a:cubicBezTo>
                          <a:pt x="296" y="105"/>
                          <a:pt x="288" y="97"/>
                          <a:pt x="299" y="92"/>
                        </a:cubicBezTo>
                        <a:cubicBezTo>
                          <a:pt x="303" y="90"/>
                          <a:pt x="315" y="88"/>
                          <a:pt x="315" y="88"/>
                        </a:cubicBezTo>
                        <a:cubicBezTo>
                          <a:pt x="326" y="91"/>
                          <a:pt x="325" y="95"/>
                          <a:pt x="331" y="103"/>
                        </a:cubicBezTo>
                        <a:cubicBezTo>
                          <a:pt x="339" y="84"/>
                          <a:pt x="331" y="90"/>
                          <a:pt x="361" y="92"/>
                        </a:cubicBezTo>
                        <a:cubicBezTo>
                          <a:pt x="355" y="76"/>
                          <a:pt x="365" y="76"/>
                          <a:pt x="382" y="73"/>
                        </a:cubicBezTo>
                        <a:cubicBezTo>
                          <a:pt x="383" y="71"/>
                          <a:pt x="387" y="57"/>
                          <a:pt x="393" y="54"/>
                        </a:cubicBezTo>
                        <a:cubicBezTo>
                          <a:pt x="398" y="52"/>
                          <a:pt x="409" y="50"/>
                          <a:pt x="409" y="50"/>
                        </a:cubicBezTo>
                        <a:cubicBezTo>
                          <a:pt x="430" y="54"/>
                          <a:pt x="413" y="58"/>
                          <a:pt x="431" y="63"/>
                        </a:cubicBezTo>
                        <a:cubicBezTo>
                          <a:pt x="433" y="61"/>
                          <a:pt x="435" y="57"/>
                          <a:pt x="439" y="56"/>
                        </a:cubicBezTo>
                        <a:cubicBezTo>
                          <a:pt x="445" y="55"/>
                          <a:pt x="452" y="61"/>
                          <a:pt x="457" y="58"/>
                        </a:cubicBezTo>
                        <a:cubicBezTo>
                          <a:pt x="461" y="57"/>
                          <a:pt x="457" y="52"/>
                          <a:pt x="455" y="50"/>
                        </a:cubicBezTo>
                        <a:cubicBezTo>
                          <a:pt x="451" y="47"/>
                          <a:pt x="444" y="47"/>
                          <a:pt x="439" y="46"/>
                        </a:cubicBezTo>
                        <a:cubicBezTo>
                          <a:pt x="436" y="45"/>
                          <a:pt x="431" y="44"/>
                          <a:pt x="431" y="44"/>
                        </a:cubicBezTo>
                        <a:cubicBezTo>
                          <a:pt x="440" y="38"/>
                          <a:pt x="443" y="36"/>
                          <a:pt x="455" y="40"/>
                        </a:cubicBezTo>
                        <a:cubicBezTo>
                          <a:pt x="461" y="38"/>
                          <a:pt x="467" y="35"/>
                          <a:pt x="474" y="35"/>
                        </a:cubicBezTo>
                        <a:cubicBezTo>
                          <a:pt x="483" y="36"/>
                          <a:pt x="511" y="43"/>
                          <a:pt x="519" y="46"/>
                        </a:cubicBezTo>
                        <a:cubicBezTo>
                          <a:pt x="527" y="49"/>
                          <a:pt x="544" y="54"/>
                          <a:pt x="544" y="54"/>
                        </a:cubicBezTo>
                        <a:cubicBezTo>
                          <a:pt x="548" y="54"/>
                          <a:pt x="560" y="52"/>
                          <a:pt x="565" y="50"/>
                        </a:cubicBezTo>
                        <a:cubicBezTo>
                          <a:pt x="570" y="47"/>
                          <a:pt x="581" y="42"/>
                          <a:pt x="581" y="42"/>
                        </a:cubicBezTo>
                        <a:cubicBezTo>
                          <a:pt x="585" y="42"/>
                          <a:pt x="598" y="44"/>
                          <a:pt x="600" y="48"/>
                        </a:cubicBezTo>
                        <a:cubicBezTo>
                          <a:pt x="603" y="55"/>
                          <a:pt x="589" y="61"/>
                          <a:pt x="584" y="63"/>
                        </a:cubicBezTo>
                        <a:cubicBezTo>
                          <a:pt x="576" y="69"/>
                          <a:pt x="568" y="69"/>
                          <a:pt x="565" y="77"/>
                        </a:cubicBezTo>
                        <a:cubicBezTo>
                          <a:pt x="568" y="86"/>
                          <a:pt x="564" y="92"/>
                          <a:pt x="568" y="101"/>
                        </a:cubicBezTo>
                        <a:cubicBezTo>
                          <a:pt x="574" y="93"/>
                          <a:pt x="577" y="91"/>
                          <a:pt x="589" y="94"/>
                        </a:cubicBezTo>
                        <a:cubicBezTo>
                          <a:pt x="595" y="108"/>
                          <a:pt x="602" y="93"/>
                          <a:pt x="611" y="88"/>
                        </a:cubicBezTo>
                        <a:cubicBezTo>
                          <a:pt x="613" y="86"/>
                          <a:pt x="613" y="83"/>
                          <a:pt x="616" y="82"/>
                        </a:cubicBezTo>
                        <a:cubicBezTo>
                          <a:pt x="618" y="80"/>
                          <a:pt x="622" y="81"/>
                          <a:pt x="624" y="80"/>
                        </a:cubicBezTo>
                        <a:cubicBezTo>
                          <a:pt x="626" y="78"/>
                          <a:pt x="626" y="75"/>
                          <a:pt x="627" y="73"/>
                        </a:cubicBezTo>
                        <a:cubicBezTo>
                          <a:pt x="632" y="65"/>
                          <a:pt x="638" y="63"/>
                          <a:pt x="648" y="61"/>
                        </a:cubicBezTo>
                        <a:cubicBezTo>
                          <a:pt x="664" y="62"/>
                          <a:pt x="684" y="69"/>
                          <a:pt x="700" y="69"/>
                        </a:cubicBezTo>
                        <a:lnTo>
                          <a:pt x="794" y="84"/>
                        </a:lnTo>
                        <a:close/>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US"/>
                  </a:p>
                </p:txBody>
              </p:sp>
              <p:sp>
                <p:nvSpPr>
                  <p:cNvPr id="1123" name="Freeform 106"/>
                  <p:cNvSpPr>
                    <a:spLocks/>
                  </p:cNvSpPr>
                  <p:nvPr/>
                </p:nvSpPr>
                <p:spPr bwMode="ltGray">
                  <a:xfrm>
                    <a:off x="3981" y="282"/>
                    <a:ext cx="13" cy="10"/>
                  </a:xfrm>
                  <a:custGeom>
                    <a:avLst/>
                    <a:gdLst>
                      <a:gd name="T0" fmla="*/ 1 w 31"/>
                      <a:gd name="T1" fmla="*/ 9 h 30"/>
                      <a:gd name="T2" fmla="*/ 13 w 31"/>
                      <a:gd name="T3" fmla="*/ 0 h 30"/>
                      <a:gd name="T4" fmla="*/ 8 w 31"/>
                      <a:gd name="T5" fmla="*/ 8 h 30"/>
                      <a:gd name="T6" fmla="*/ 1 w 31"/>
                      <a:gd name="T7" fmla="*/ 9 h 30"/>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31" h="30">
                        <a:moveTo>
                          <a:pt x="3" y="28"/>
                        </a:moveTo>
                        <a:cubicBezTo>
                          <a:pt x="8" y="8"/>
                          <a:pt x="12" y="6"/>
                          <a:pt x="31" y="0"/>
                        </a:cubicBezTo>
                        <a:cubicBezTo>
                          <a:pt x="29" y="5"/>
                          <a:pt x="25" y="22"/>
                          <a:pt x="19" y="24"/>
                        </a:cubicBezTo>
                        <a:cubicBezTo>
                          <a:pt x="0" y="30"/>
                          <a:pt x="3" y="9"/>
                          <a:pt x="3" y="28"/>
                        </a:cubicBezTo>
                        <a:close/>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US"/>
                  </a:p>
                </p:txBody>
              </p:sp>
              <p:sp>
                <p:nvSpPr>
                  <p:cNvPr id="1124" name="Freeform 107"/>
                  <p:cNvSpPr>
                    <a:spLocks/>
                  </p:cNvSpPr>
                  <p:nvPr/>
                </p:nvSpPr>
                <p:spPr bwMode="ltGray">
                  <a:xfrm>
                    <a:off x="3966" y="296"/>
                    <a:ext cx="19" cy="11"/>
                  </a:xfrm>
                  <a:custGeom>
                    <a:avLst/>
                    <a:gdLst>
                      <a:gd name="T0" fmla="*/ 3 w 44"/>
                      <a:gd name="T1" fmla="*/ 11 h 32"/>
                      <a:gd name="T2" fmla="*/ 10 w 44"/>
                      <a:gd name="T3" fmla="*/ 0 h 32"/>
                      <a:gd name="T4" fmla="*/ 16 w 44"/>
                      <a:gd name="T5" fmla="*/ 1 h 32"/>
                      <a:gd name="T6" fmla="*/ 3 w 44"/>
                      <a:gd name="T7" fmla="*/ 11 h 32"/>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44" h="32">
                        <a:moveTo>
                          <a:pt x="6" y="32"/>
                        </a:moveTo>
                        <a:cubicBezTo>
                          <a:pt x="0" y="14"/>
                          <a:pt x="7" y="10"/>
                          <a:pt x="22" y="0"/>
                        </a:cubicBezTo>
                        <a:cubicBezTo>
                          <a:pt x="27" y="1"/>
                          <a:pt x="35" y="0"/>
                          <a:pt x="38" y="4"/>
                        </a:cubicBezTo>
                        <a:cubicBezTo>
                          <a:pt x="44" y="13"/>
                          <a:pt x="16" y="32"/>
                          <a:pt x="6" y="32"/>
                        </a:cubicBezTo>
                        <a:close/>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US"/>
                  </a:p>
                </p:txBody>
              </p:sp>
              <p:sp>
                <p:nvSpPr>
                  <p:cNvPr id="1125" name="Freeform 108"/>
                  <p:cNvSpPr>
                    <a:spLocks/>
                  </p:cNvSpPr>
                  <p:nvPr/>
                </p:nvSpPr>
                <p:spPr bwMode="ltGray">
                  <a:xfrm>
                    <a:off x="4028" y="337"/>
                    <a:ext cx="32" cy="6"/>
                  </a:xfrm>
                  <a:custGeom>
                    <a:avLst/>
                    <a:gdLst>
                      <a:gd name="T0" fmla="*/ 16 w 76"/>
                      <a:gd name="T1" fmla="*/ 6 h 18"/>
                      <a:gd name="T2" fmla="*/ 11 w 76"/>
                      <a:gd name="T3" fmla="*/ 1 h 18"/>
                      <a:gd name="T4" fmla="*/ 16 w 76"/>
                      <a:gd name="T5" fmla="*/ 6 h 18"/>
                      <a:gd name="T6" fmla="*/ 0 60000 65536"/>
                      <a:gd name="T7" fmla="*/ 0 60000 65536"/>
                      <a:gd name="T8" fmla="*/ 0 60000 65536"/>
                    </a:gdLst>
                    <a:ahLst/>
                    <a:cxnLst>
                      <a:cxn ang="T6">
                        <a:pos x="T0" y="T1"/>
                      </a:cxn>
                      <a:cxn ang="T7">
                        <a:pos x="T2" y="T3"/>
                      </a:cxn>
                      <a:cxn ang="T8">
                        <a:pos x="T4" y="T5"/>
                      </a:cxn>
                    </a:cxnLst>
                    <a:rect l="0" t="0" r="r" b="b"/>
                    <a:pathLst>
                      <a:path w="76" h="18">
                        <a:moveTo>
                          <a:pt x="37" y="18"/>
                        </a:moveTo>
                        <a:cubicBezTo>
                          <a:pt x="25" y="14"/>
                          <a:pt x="0" y="10"/>
                          <a:pt x="25" y="2"/>
                        </a:cubicBezTo>
                        <a:cubicBezTo>
                          <a:pt x="76" y="9"/>
                          <a:pt x="46" y="0"/>
                          <a:pt x="37" y="18"/>
                        </a:cubicBezTo>
                        <a:close/>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US"/>
                  </a:p>
                </p:txBody>
              </p:sp>
              <p:sp>
                <p:nvSpPr>
                  <p:cNvPr id="1126" name="Freeform 109"/>
                  <p:cNvSpPr>
                    <a:spLocks/>
                  </p:cNvSpPr>
                  <p:nvPr/>
                </p:nvSpPr>
                <p:spPr bwMode="ltGray">
                  <a:xfrm>
                    <a:off x="4083" y="336"/>
                    <a:ext cx="18" cy="15"/>
                  </a:xfrm>
                  <a:custGeom>
                    <a:avLst/>
                    <a:gdLst>
                      <a:gd name="T0" fmla="*/ 0 w 42"/>
                      <a:gd name="T1" fmla="*/ 7 h 44"/>
                      <a:gd name="T2" fmla="*/ 5 w 42"/>
                      <a:gd name="T3" fmla="*/ 3 h 44"/>
                      <a:gd name="T4" fmla="*/ 0 w 42"/>
                      <a:gd name="T5" fmla="*/ 7 h 44"/>
                      <a:gd name="T6" fmla="*/ 0 60000 65536"/>
                      <a:gd name="T7" fmla="*/ 0 60000 65536"/>
                      <a:gd name="T8" fmla="*/ 0 60000 65536"/>
                    </a:gdLst>
                    <a:ahLst/>
                    <a:cxnLst>
                      <a:cxn ang="T6">
                        <a:pos x="T0" y="T1"/>
                      </a:cxn>
                      <a:cxn ang="T7">
                        <a:pos x="T2" y="T3"/>
                      </a:cxn>
                      <a:cxn ang="T8">
                        <a:pos x="T4" y="T5"/>
                      </a:cxn>
                    </a:cxnLst>
                    <a:rect l="0" t="0" r="r" b="b"/>
                    <a:pathLst>
                      <a:path w="42" h="44">
                        <a:moveTo>
                          <a:pt x="0" y="21"/>
                        </a:moveTo>
                        <a:cubicBezTo>
                          <a:pt x="4" y="17"/>
                          <a:pt x="7" y="11"/>
                          <a:pt x="12" y="9"/>
                        </a:cubicBezTo>
                        <a:cubicBezTo>
                          <a:pt x="42" y="0"/>
                          <a:pt x="23" y="44"/>
                          <a:pt x="0" y="21"/>
                        </a:cubicBezTo>
                        <a:close/>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US"/>
                  </a:p>
                </p:txBody>
              </p:sp>
              <p:sp>
                <p:nvSpPr>
                  <p:cNvPr id="1127" name="Freeform 110"/>
                  <p:cNvSpPr>
                    <a:spLocks/>
                  </p:cNvSpPr>
                  <p:nvPr/>
                </p:nvSpPr>
                <p:spPr bwMode="ltGray">
                  <a:xfrm>
                    <a:off x="3936" y="295"/>
                    <a:ext cx="14" cy="10"/>
                  </a:xfrm>
                  <a:custGeom>
                    <a:avLst/>
                    <a:gdLst>
                      <a:gd name="T0" fmla="*/ 3 w 31"/>
                      <a:gd name="T1" fmla="*/ 7 h 30"/>
                      <a:gd name="T2" fmla="*/ 14 w 31"/>
                      <a:gd name="T3" fmla="*/ 3 h 30"/>
                      <a:gd name="T4" fmla="*/ 3 w 31"/>
                      <a:gd name="T5" fmla="*/ 7 h 30"/>
                      <a:gd name="T6" fmla="*/ 0 60000 65536"/>
                      <a:gd name="T7" fmla="*/ 0 60000 65536"/>
                      <a:gd name="T8" fmla="*/ 0 60000 65536"/>
                    </a:gdLst>
                    <a:ahLst/>
                    <a:cxnLst>
                      <a:cxn ang="T6">
                        <a:pos x="T0" y="T1"/>
                      </a:cxn>
                      <a:cxn ang="T7">
                        <a:pos x="T2" y="T3"/>
                      </a:cxn>
                      <a:cxn ang="T8">
                        <a:pos x="T4" y="T5"/>
                      </a:cxn>
                    </a:cxnLst>
                    <a:rect l="0" t="0" r="r" b="b"/>
                    <a:pathLst>
                      <a:path w="31" h="30">
                        <a:moveTo>
                          <a:pt x="7" y="22"/>
                        </a:moveTo>
                        <a:cubicBezTo>
                          <a:pt x="0" y="0"/>
                          <a:pt x="15" y="6"/>
                          <a:pt x="31" y="10"/>
                        </a:cubicBezTo>
                        <a:cubicBezTo>
                          <a:pt x="14" y="16"/>
                          <a:pt x="15" y="30"/>
                          <a:pt x="7" y="22"/>
                        </a:cubicBezTo>
                        <a:close/>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US"/>
                  </a:p>
                </p:txBody>
              </p:sp>
            </p:grpSp>
          </p:grpSp>
          <p:grpSp>
            <p:nvGrpSpPr>
              <p:cNvPr id="1036" name="Group 111"/>
              <p:cNvGrpSpPr>
                <a:grpSpLocks/>
              </p:cNvGrpSpPr>
              <p:nvPr/>
            </p:nvGrpSpPr>
            <p:grpSpPr bwMode="auto">
              <a:xfrm>
                <a:off x="798" y="111"/>
                <a:ext cx="4702" cy="418"/>
                <a:chOff x="798" y="255"/>
                <a:chExt cx="4702" cy="418"/>
              </a:xfrm>
            </p:grpSpPr>
            <p:sp>
              <p:nvSpPr>
                <p:cNvPr id="1063" name="Line 112"/>
                <p:cNvSpPr>
                  <a:spLocks noChangeShapeType="1"/>
                </p:cNvSpPr>
                <p:nvPr/>
              </p:nvSpPr>
              <p:spPr bwMode="white">
                <a:xfrm>
                  <a:off x="798" y="476"/>
                  <a:ext cx="4702" cy="0"/>
                </a:xfrm>
                <a:prstGeom prst="line">
                  <a:avLst/>
                </a:prstGeom>
                <a:noFill/>
                <a:ln w="9525">
                  <a:solidFill>
                    <a:schemeClr val="folHlink"/>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1064" name="Line 113"/>
                <p:cNvSpPr>
                  <a:spLocks noChangeShapeType="1"/>
                </p:cNvSpPr>
                <p:nvPr/>
              </p:nvSpPr>
              <p:spPr bwMode="white">
                <a:xfrm>
                  <a:off x="1026" y="255"/>
                  <a:ext cx="0" cy="418"/>
                </a:xfrm>
                <a:prstGeom prst="line">
                  <a:avLst/>
                </a:prstGeom>
                <a:noFill/>
                <a:ln w="9525">
                  <a:solidFill>
                    <a:schemeClr val="folHlink"/>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1065" name="Line 114"/>
                <p:cNvSpPr>
                  <a:spLocks noChangeShapeType="1"/>
                </p:cNvSpPr>
                <p:nvPr/>
              </p:nvSpPr>
              <p:spPr bwMode="white">
                <a:xfrm>
                  <a:off x="1254" y="255"/>
                  <a:ext cx="0" cy="418"/>
                </a:xfrm>
                <a:prstGeom prst="line">
                  <a:avLst/>
                </a:prstGeom>
                <a:noFill/>
                <a:ln w="9525">
                  <a:solidFill>
                    <a:schemeClr val="folHlink"/>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1066" name="Line 115"/>
                <p:cNvSpPr>
                  <a:spLocks noChangeShapeType="1"/>
                </p:cNvSpPr>
                <p:nvPr/>
              </p:nvSpPr>
              <p:spPr bwMode="white">
                <a:xfrm>
                  <a:off x="1482" y="255"/>
                  <a:ext cx="0" cy="418"/>
                </a:xfrm>
                <a:prstGeom prst="line">
                  <a:avLst/>
                </a:prstGeom>
                <a:noFill/>
                <a:ln w="9525">
                  <a:solidFill>
                    <a:schemeClr val="folHlink"/>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1067" name="Line 116"/>
                <p:cNvSpPr>
                  <a:spLocks noChangeShapeType="1"/>
                </p:cNvSpPr>
                <p:nvPr/>
              </p:nvSpPr>
              <p:spPr bwMode="white">
                <a:xfrm>
                  <a:off x="1710" y="255"/>
                  <a:ext cx="0" cy="418"/>
                </a:xfrm>
                <a:prstGeom prst="line">
                  <a:avLst/>
                </a:prstGeom>
                <a:noFill/>
                <a:ln w="9525">
                  <a:solidFill>
                    <a:schemeClr val="folHlink"/>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1068" name="Line 117"/>
                <p:cNvSpPr>
                  <a:spLocks noChangeShapeType="1"/>
                </p:cNvSpPr>
                <p:nvPr/>
              </p:nvSpPr>
              <p:spPr bwMode="white">
                <a:xfrm>
                  <a:off x="1938" y="255"/>
                  <a:ext cx="0" cy="418"/>
                </a:xfrm>
                <a:prstGeom prst="line">
                  <a:avLst/>
                </a:prstGeom>
                <a:noFill/>
                <a:ln w="9525">
                  <a:solidFill>
                    <a:schemeClr val="folHlink"/>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1069" name="Line 118"/>
                <p:cNvSpPr>
                  <a:spLocks noChangeShapeType="1"/>
                </p:cNvSpPr>
                <p:nvPr/>
              </p:nvSpPr>
              <p:spPr bwMode="white">
                <a:xfrm>
                  <a:off x="2166" y="255"/>
                  <a:ext cx="0" cy="418"/>
                </a:xfrm>
                <a:prstGeom prst="line">
                  <a:avLst/>
                </a:prstGeom>
                <a:noFill/>
                <a:ln w="9525">
                  <a:solidFill>
                    <a:schemeClr val="folHlink"/>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1070" name="Line 119"/>
                <p:cNvSpPr>
                  <a:spLocks noChangeShapeType="1"/>
                </p:cNvSpPr>
                <p:nvPr/>
              </p:nvSpPr>
              <p:spPr bwMode="white">
                <a:xfrm>
                  <a:off x="2394" y="255"/>
                  <a:ext cx="0" cy="418"/>
                </a:xfrm>
                <a:prstGeom prst="line">
                  <a:avLst/>
                </a:prstGeom>
                <a:noFill/>
                <a:ln w="9525">
                  <a:solidFill>
                    <a:schemeClr val="folHlink"/>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1071" name="Line 120"/>
                <p:cNvSpPr>
                  <a:spLocks noChangeShapeType="1"/>
                </p:cNvSpPr>
                <p:nvPr/>
              </p:nvSpPr>
              <p:spPr bwMode="white">
                <a:xfrm>
                  <a:off x="2622" y="255"/>
                  <a:ext cx="0" cy="418"/>
                </a:xfrm>
                <a:prstGeom prst="line">
                  <a:avLst/>
                </a:prstGeom>
                <a:noFill/>
                <a:ln w="9525">
                  <a:solidFill>
                    <a:schemeClr val="folHlink"/>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1072" name="Line 121"/>
                <p:cNvSpPr>
                  <a:spLocks noChangeShapeType="1"/>
                </p:cNvSpPr>
                <p:nvPr/>
              </p:nvSpPr>
              <p:spPr bwMode="white">
                <a:xfrm>
                  <a:off x="2850" y="255"/>
                  <a:ext cx="0" cy="418"/>
                </a:xfrm>
                <a:prstGeom prst="line">
                  <a:avLst/>
                </a:prstGeom>
                <a:noFill/>
                <a:ln w="9525">
                  <a:solidFill>
                    <a:schemeClr val="folHlink"/>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1073" name="Line 122"/>
                <p:cNvSpPr>
                  <a:spLocks noChangeShapeType="1"/>
                </p:cNvSpPr>
                <p:nvPr/>
              </p:nvSpPr>
              <p:spPr bwMode="white">
                <a:xfrm>
                  <a:off x="3078" y="255"/>
                  <a:ext cx="0" cy="418"/>
                </a:xfrm>
                <a:prstGeom prst="line">
                  <a:avLst/>
                </a:prstGeom>
                <a:noFill/>
                <a:ln w="9525">
                  <a:solidFill>
                    <a:schemeClr val="folHlink"/>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1074" name="Line 123"/>
                <p:cNvSpPr>
                  <a:spLocks noChangeShapeType="1"/>
                </p:cNvSpPr>
                <p:nvPr/>
              </p:nvSpPr>
              <p:spPr bwMode="white">
                <a:xfrm>
                  <a:off x="3306" y="255"/>
                  <a:ext cx="0" cy="418"/>
                </a:xfrm>
                <a:prstGeom prst="line">
                  <a:avLst/>
                </a:prstGeom>
                <a:noFill/>
                <a:ln w="9525">
                  <a:solidFill>
                    <a:schemeClr val="folHlink"/>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1075" name="Line 124"/>
                <p:cNvSpPr>
                  <a:spLocks noChangeShapeType="1"/>
                </p:cNvSpPr>
                <p:nvPr/>
              </p:nvSpPr>
              <p:spPr bwMode="white">
                <a:xfrm>
                  <a:off x="3534" y="255"/>
                  <a:ext cx="0" cy="418"/>
                </a:xfrm>
                <a:prstGeom prst="line">
                  <a:avLst/>
                </a:prstGeom>
                <a:noFill/>
                <a:ln w="9525">
                  <a:solidFill>
                    <a:schemeClr val="folHlink"/>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1076" name="Line 125"/>
                <p:cNvSpPr>
                  <a:spLocks noChangeShapeType="1"/>
                </p:cNvSpPr>
                <p:nvPr/>
              </p:nvSpPr>
              <p:spPr bwMode="white">
                <a:xfrm>
                  <a:off x="3762" y="255"/>
                  <a:ext cx="0" cy="418"/>
                </a:xfrm>
                <a:prstGeom prst="line">
                  <a:avLst/>
                </a:prstGeom>
                <a:noFill/>
                <a:ln w="9525">
                  <a:solidFill>
                    <a:schemeClr val="folHlink"/>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1077" name="Line 126"/>
                <p:cNvSpPr>
                  <a:spLocks noChangeShapeType="1"/>
                </p:cNvSpPr>
                <p:nvPr/>
              </p:nvSpPr>
              <p:spPr bwMode="white">
                <a:xfrm>
                  <a:off x="3990" y="255"/>
                  <a:ext cx="0" cy="418"/>
                </a:xfrm>
                <a:prstGeom prst="line">
                  <a:avLst/>
                </a:prstGeom>
                <a:noFill/>
                <a:ln w="9525">
                  <a:solidFill>
                    <a:schemeClr val="folHlink"/>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1078" name="Line 127"/>
                <p:cNvSpPr>
                  <a:spLocks noChangeShapeType="1"/>
                </p:cNvSpPr>
                <p:nvPr/>
              </p:nvSpPr>
              <p:spPr bwMode="white">
                <a:xfrm>
                  <a:off x="4218" y="255"/>
                  <a:ext cx="0" cy="418"/>
                </a:xfrm>
                <a:prstGeom prst="line">
                  <a:avLst/>
                </a:prstGeom>
                <a:noFill/>
                <a:ln w="9525">
                  <a:solidFill>
                    <a:schemeClr val="folHlink"/>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1079" name="Line 128"/>
                <p:cNvSpPr>
                  <a:spLocks noChangeShapeType="1"/>
                </p:cNvSpPr>
                <p:nvPr/>
              </p:nvSpPr>
              <p:spPr bwMode="white">
                <a:xfrm>
                  <a:off x="4446" y="255"/>
                  <a:ext cx="0" cy="418"/>
                </a:xfrm>
                <a:prstGeom prst="line">
                  <a:avLst/>
                </a:prstGeom>
                <a:noFill/>
                <a:ln w="9525">
                  <a:solidFill>
                    <a:schemeClr val="folHlink"/>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1080" name="Line 129"/>
                <p:cNvSpPr>
                  <a:spLocks noChangeShapeType="1"/>
                </p:cNvSpPr>
                <p:nvPr/>
              </p:nvSpPr>
              <p:spPr bwMode="white">
                <a:xfrm>
                  <a:off x="4674" y="255"/>
                  <a:ext cx="0" cy="418"/>
                </a:xfrm>
                <a:prstGeom prst="line">
                  <a:avLst/>
                </a:prstGeom>
                <a:noFill/>
                <a:ln w="9525">
                  <a:solidFill>
                    <a:schemeClr val="folHlink"/>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1081" name="Line 130"/>
                <p:cNvSpPr>
                  <a:spLocks noChangeShapeType="1"/>
                </p:cNvSpPr>
                <p:nvPr/>
              </p:nvSpPr>
              <p:spPr bwMode="white">
                <a:xfrm>
                  <a:off x="4902" y="255"/>
                  <a:ext cx="0" cy="418"/>
                </a:xfrm>
                <a:prstGeom prst="line">
                  <a:avLst/>
                </a:prstGeom>
                <a:noFill/>
                <a:ln w="9525">
                  <a:solidFill>
                    <a:schemeClr val="folHlink"/>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1082" name="Line 131"/>
                <p:cNvSpPr>
                  <a:spLocks noChangeShapeType="1"/>
                </p:cNvSpPr>
                <p:nvPr/>
              </p:nvSpPr>
              <p:spPr bwMode="white">
                <a:xfrm>
                  <a:off x="5130" y="255"/>
                  <a:ext cx="0" cy="418"/>
                </a:xfrm>
                <a:prstGeom prst="line">
                  <a:avLst/>
                </a:prstGeom>
                <a:noFill/>
                <a:ln w="9525">
                  <a:solidFill>
                    <a:schemeClr val="folHlink"/>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1083" name="Line 132"/>
                <p:cNvSpPr>
                  <a:spLocks noChangeShapeType="1"/>
                </p:cNvSpPr>
                <p:nvPr/>
              </p:nvSpPr>
              <p:spPr bwMode="white">
                <a:xfrm>
                  <a:off x="5358" y="255"/>
                  <a:ext cx="0" cy="418"/>
                </a:xfrm>
                <a:prstGeom prst="line">
                  <a:avLst/>
                </a:prstGeom>
                <a:noFill/>
                <a:ln w="9525">
                  <a:solidFill>
                    <a:schemeClr val="folHlink"/>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grpSp>
          <p:grpSp>
            <p:nvGrpSpPr>
              <p:cNvPr id="1037" name="Group 133"/>
              <p:cNvGrpSpPr>
                <a:grpSpLocks/>
              </p:cNvGrpSpPr>
              <p:nvPr/>
            </p:nvGrpSpPr>
            <p:grpSpPr bwMode="auto">
              <a:xfrm>
                <a:off x="1208" y="109"/>
                <a:ext cx="3694" cy="423"/>
                <a:chOff x="1034" y="245"/>
                <a:chExt cx="3694" cy="423"/>
              </a:xfrm>
            </p:grpSpPr>
            <p:sp>
              <p:nvSpPr>
                <p:cNvPr id="1038" name="Line 134"/>
                <p:cNvSpPr>
                  <a:spLocks noChangeShapeType="1"/>
                </p:cNvSpPr>
                <p:nvPr/>
              </p:nvSpPr>
              <p:spPr bwMode="ltGray">
                <a:xfrm>
                  <a:off x="2676" y="246"/>
                  <a:ext cx="0" cy="142"/>
                </a:xfrm>
                <a:prstGeom prst="line">
                  <a:avLst/>
                </a:prstGeom>
                <a:noFill/>
                <a:ln w="9525">
                  <a:solidFill>
                    <a:schemeClr val="hlink"/>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1039" name="Line 135"/>
                <p:cNvSpPr>
                  <a:spLocks noChangeShapeType="1"/>
                </p:cNvSpPr>
                <p:nvPr/>
              </p:nvSpPr>
              <p:spPr bwMode="ltGray">
                <a:xfrm>
                  <a:off x="2798" y="468"/>
                  <a:ext cx="70" cy="0"/>
                </a:xfrm>
                <a:prstGeom prst="line">
                  <a:avLst/>
                </a:prstGeom>
                <a:noFill/>
                <a:ln w="9525">
                  <a:solidFill>
                    <a:schemeClr val="hlink"/>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1040" name="Line 136"/>
                <p:cNvSpPr>
                  <a:spLocks noChangeShapeType="1"/>
                </p:cNvSpPr>
                <p:nvPr/>
              </p:nvSpPr>
              <p:spPr bwMode="ltGray">
                <a:xfrm>
                  <a:off x="2904" y="486"/>
                  <a:ext cx="0" cy="28"/>
                </a:xfrm>
                <a:prstGeom prst="line">
                  <a:avLst/>
                </a:prstGeom>
                <a:noFill/>
                <a:ln w="9525">
                  <a:solidFill>
                    <a:schemeClr val="hlink"/>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1041" name="Line 137"/>
                <p:cNvSpPr>
                  <a:spLocks noChangeShapeType="1"/>
                </p:cNvSpPr>
                <p:nvPr/>
              </p:nvSpPr>
              <p:spPr bwMode="ltGray">
                <a:xfrm>
                  <a:off x="3132" y="586"/>
                  <a:ext cx="0" cy="79"/>
                </a:xfrm>
                <a:prstGeom prst="line">
                  <a:avLst/>
                </a:prstGeom>
                <a:noFill/>
                <a:ln w="9525">
                  <a:solidFill>
                    <a:schemeClr val="hlink"/>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1042" name="Line 138"/>
                <p:cNvSpPr>
                  <a:spLocks noChangeShapeType="1"/>
                </p:cNvSpPr>
                <p:nvPr/>
              </p:nvSpPr>
              <p:spPr bwMode="ltGray">
                <a:xfrm>
                  <a:off x="3816" y="358"/>
                  <a:ext cx="0" cy="180"/>
                </a:xfrm>
                <a:prstGeom prst="line">
                  <a:avLst/>
                </a:prstGeom>
                <a:noFill/>
                <a:ln w="9525">
                  <a:solidFill>
                    <a:schemeClr val="hlink"/>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1043" name="Line 139"/>
                <p:cNvSpPr>
                  <a:spLocks noChangeShapeType="1"/>
                </p:cNvSpPr>
                <p:nvPr/>
              </p:nvSpPr>
              <p:spPr bwMode="ltGray">
                <a:xfrm>
                  <a:off x="3722" y="468"/>
                  <a:ext cx="348" cy="0"/>
                </a:xfrm>
                <a:prstGeom prst="line">
                  <a:avLst/>
                </a:prstGeom>
                <a:noFill/>
                <a:ln w="9525">
                  <a:solidFill>
                    <a:schemeClr val="hlink"/>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1044" name="Line 140"/>
                <p:cNvSpPr>
                  <a:spLocks noChangeShapeType="1"/>
                </p:cNvSpPr>
                <p:nvPr/>
              </p:nvSpPr>
              <p:spPr bwMode="ltGray">
                <a:xfrm>
                  <a:off x="4044" y="372"/>
                  <a:ext cx="0" cy="294"/>
                </a:xfrm>
                <a:prstGeom prst="line">
                  <a:avLst/>
                </a:prstGeom>
                <a:noFill/>
                <a:ln w="9525">
                  <a:solidFill>
                    <a:schemeClr val="hlink"/>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1045" name="Line 141"/>
                <p:cNvSpPr>
                  <a:spLocks noChangeShapeType="1"/>
                </p:cNvSpPr>
                <p:nvPr/>
              </p:nvSpPr>
              <p:spPr bwMode="ltGray">
                <a:xfrm flipV="1">
                  <a:off x="4046" y="248"/>
                  <a:ext cx="0" cy="50"/>
                </a:xfrm>
                <a:prstGeom prst="line">
                  <a:avLst/>
                </a:prstGeom>
                <a:noFill/>
                <a:ln w="9525">
                  <a:solidFill>
                    <a:schemeClr val="hlink"/>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1046" name="Line 142"/>
                <p:cNvSpPr>
                  <a:spLocks noChangeShapeType="1"/>
                </p:cNvSpPr>
                <p:nvPr/>
              </p:nvSpPr>
              <p:spPr bwMode="ltGray">
                <a:xfrm flipV="1">
                  <a:off x="4272" y="246"/>
                  <a:ext cx="0" cy="182"/>
                </a:xfrm>
                <a:prstGeom prst="line">
                  <a:avLst/>
                </a:prstGeom>
                <a:noFill/>
                <a:ln w="9525">
                  <a:solidFill>
                    <a:schemeClr val="hlink"/>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1047" name="Line 143"/>
                <p:cNvSpPr>
                  <a:spLocks noChangeShapeType="1"/>
                </p:cNvSpPr>
                <p:nvPr/>
              </p:nvSpPr>
              <p:spPr bwMode="ltGray">
                <a:xfrm flipH="1">
                  <a:off x="4422" y="468"/>
                  <a:ext cx="78" cy="0"/>
                </a:xfrm>
                <a:prstGeom prst="line">
                  <a:avLst/>
                </a:prstGeom>
                <a:noFill/>
                <a:ln w="9525">
                  <a:solidFill>
                    <a:schemeClr val="hlink"/>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1048" name="Line 144"/>
                <p:cNvSpPr>
                  <a:spLocks noChangeShapeType="1"/>
                </p:cNvSpPr>
                <p:nvPr/>
              </p:nvSpPr>
              <p:spPr bwMode="ltGray">
                <a:xfrm flipH="1">
                  <a:off x="4290" y="468"/>
                  <a:ext cx="62" cy="0"/>
                </a:xfrm>
                <a:prstGeom prst="line">
                  <a:avLst/>
                </a:prstGeom>
                <a:noFill/>
                <a:ln w="9525">
                  <a:solidFill>
                    <a:schemeClr val="hlink"/>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1049" name="Line 145"/>
                <p:cNvSpPr>
                  <a:spLocks noChangeShapeType="1"/>
                </p:cNvSpPr>
                <p:nvPr/>
              </p:nvSpPr>
              <p:spPr bwMode="ltGray">
                <a:xfrm flipV="1">
                  <a:off x="4500" y="246"/>
                  <a:ext cx="0" cy="270"/>
                </a:xfrm>
                <a:prstGeom prst="line">
                  <a:avLst/>
                </a:prstGeom>
                <a:noFill/>
                <a:ln w="9525">
                  <a:solidFill>
                    <a:schemeClr val="hlink"/>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1050" name="Line 146"/>
                <p:cNvSpPr>
                  <a:spLocks noChangeShapeType="1"/>
                </p:cNvSpPr>
                <p:nvPr/>
              </p:nvSpPr>
              <p:spPr bwMode="ltGray">
                <a:xfrm>
                  <a:off x="4728" y="606"/>
                  <a:ext cx="0" cy="34"/>
                </a:xfrm>
                <a:prstGeom prst="line">
                  <a:avLst/>
                </a:prstGeom>
                <a:noFill/>
                <a:ln w="9525">
                  <a:solidFill>
                    <a:schemeClr val="hlink"/>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1051" name="Line 147"/>
                <p:cNvSpPr>
                  <a:spLocks noChangeShapeType="1"/>
                </p:cNvSpPr>
                <p:nvPr/>
              </p:nvSpPr>
              <p:spPr bwMode="ltGray">
                <a:xfrm>
                  <a:off x="1992" y="250"/>
                  <a:ext cx="0" cy="62"/>
                </a:xfrm>
                <a:prstGeom prst="line">
                  <a:avLst/>
                </a:prstGeom>
                <a:noFill/>
                <a:ln w="9525">
                  <a:solidFill>
                    <a:schemeClr val="hlink"/>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1052" name="Line 148"/>
                <p:cNvSpPr>
                  <a:spLocks noChangeShapeType="1"/>
                </p:cNvSpPr>
                <p:nvPr/>
              </p:nvSpPr>
              <p:spPr bwMode="ltGray">
                <a:xfrm>
                  <a:off x="1764" y="247"/>
                  <a:ext cx="0" cy="337"/>
                </a:xfrm>
                <a:prstGeom prst="line">
                  <a:avLst/>
                </a:prstGeom>
                <a:noFill/>
                <a:ln w="9525">
                  <a:solidFill>
                    <a:schemeClr val="hlink"/>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1053" name="Line 149"/>
                <p:cNvSpPr>
                  <a:spLocks noChangeShapeType="1"/>
                </p:cNvSpPr>
                <p:nvPr/>
              </p:nvSpPr>
              <p:spPr bwMode="ltGray">
                <a:xfrm flipH="1">
                  <a:off x="1738" y="468"/>
                  <a:ext cx="68" cy="0"/>
                </a:xfrm>
                <a:prstGeom prst="line">
                  <a:avLst/>
                </a:prstGeom>
                <a:noFill/>
                <a:ln w="9525">
                  <a:solidFill>
                    <a:schemeClr val="hlink"/>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1054" name="Line 150"/>
                <p:cNvSpPr>
                  <a:spLocks noChangeShapeType="1"/>
                </p:cNvSpPr>
                <p:nvPr/>
              </p:nvSpPr>
              <p:spPr bwMode="ltGray">
                <a:xfrm>
                  <a:off x="1604" y="468"/>
                  <a:ext cx="60" cy="0"/>
                </a:xfrm>
                <a:prstGeom prst="line">
                  <a:avLst/>
                </a:prstGeom>
                <a:noFill/>
                <a:ln w="9525">
                  <a:solidFill>
                    <a:schemeClr val="hlink"/>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1055" name="Line 151"/>
                <p:cNvSpPr>
                  <a:spLocks noChangeShapeType="1"/>
                </p:cNvSpPr>
                <p:nvPr/>
              </p:nvSpPr>
              <p:spPr bwMode="ltGray">
                <a:xfrm flipH="1">
                  <a:off x="1404" y="468"/>
                  <a:ext cx="82" cy="0"/>
                </a:xfrm>
                <a:prstGeom prst="line">
                  <a:avLst/>
                </a:prstGeom>
                <a:noFill/>
                <a:ln w="9525">
                  <a:solidFill>
                    <a:schemeClr val="hlink"/>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1056" name="Line 152"/>
                <p:cNvSpPr>
                  <a:spLocks noChangeShapeType="1"/>
                </p:cNvSpPr>
                <p:nvPr/>
              </p:nvSpPr>
              <p:spPr bwMode="ltGray">
                <a:xfrm>
                  <a:off x="1034" y="468"/>
                  <a:ext cx="348" cy="0"/>
                </a:xfrm>
                <a:prstGeom prst="line">
                  <a:avLst/>
                </a:prstGeom>
                <a:noFill/>
                <a:ln w="9525">
                  <a:solidFill>
                    <a:schemeClr val="hlink"/>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1057" name="Line 153"/>
                <p:cNvSpPr>
                  <a:spLocks noChangeShapeType="1"/>
                </p:cNvSpPr>
                <p:nvPr/>
              </p:nvSpPr>
              <p:spPr bwMode="ltGray">
                <a:xfrm>
                  <a:off x="1306" y="370"/>
                  <a:ext cx="0" cy="298"/>
                </a:xfrm>
                <a:prstGeom prst="line">
                  <a:avLst/>
                </a:prstGeom>
                <a:noFill/>
                <a:ln w="9525">
                  <a:solidFill>
                    <a:schemeClr val="hlink"/>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1058" name="Line 154"/>
                <p:cNvSpPr>
                  <a:spLocks noChangeShapeType="1"/>
                </p:cNvSpPr>
                <p:nvPr/>
              </p:nvSpPr>
              <p:spPr bwMode="ltGray">
                <a:xfrm>
                  <a:off x="1080" y="388"/>
                  <a:ext cx="0" cy="156"/>
                </a:xfrm>
                <a:prstGeom prst="line">
                  <a:avLst/>
                </a:prstGeom>
                <a:noFill/>
                <a:ln w="9525">
                  <a:solidFill>
                    <a:schemeClr val="hlink"/>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1059" name="Line 155"/>
                <p:cNvSpPr>
                  <a:spLocks noChangeShapeType="1"/>
                </p:cNvSpPr>
                <p:nvPr/>
              </p:nvSpPr>
              <p:spPr bwMode="ltGray">
                <a:xfrm flipH="1" flipV="1">
                  <a:off x="1308" y="245"/>
                  <a:ext cx="0" cy="27"/>
                </a:xfrm>
                <a:prstGeom prst="line">
                  <a:avLst/>
                </a:prstGeom>
                <a:noFill/>
                <a:ln w="9525">
                  <a:solidFill>
                    <a:schemeClr val="hlink"/>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1060" name="Line 156"/>
                <p:cNvSpPr>
                  <a:spLocks noChangeShapeType="1"/>
                </p:cNvSpPr>
                <p:nvPr/>
              </p:nvSpPr>
              <p:spPr bwMode="ltGray">
                <a:xfrm>
                  <a:off x="1536" y="316"/>
                  <a:ext cx="0" cy="96"/>
                </a:xfrm>
                <a:prstGeom prst="line">
                  <a:avLst/>
                </a:prstGeom>
                <a:noFill/>
                <a:ln w="9525">
                  <a:solidFill>
                    <a:schemeClr val="hlink"/>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1061" name="Line 157"/>
                <p:cNvSpPr>
                  <a:spLocks noChangeShapeType="1"/>
                </p:cNvSpPr>
                <p:nvPr/>
              </p:nvSpPr>
              <p:spPr bwMode="ltGray">
                <a:xfrm flipV="1">
                  <a:off x="1536" y="247"/>
                  <a:ext cx="0" cy="22"/>
                </a:xfrm>
                <a:prstGeom prst="line">
                  <a:avLst/>
                </a:prstGeom>
                <a:noFill/>
                <a:ln w="9525">
                  <a:solidFill>
                    <a:schemeClr val="hlink"/>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1062" name="Line 158"/>
                <p:cNvSpPr>
                  <a:spLocks noChangeShapeType="1"/>
                </p:cNvSpPr>
                <p:nvPr/>
              </p:nvSpPr>
              <p:spPr bwMode="ltGray">
                <a:xfrm>
                  <a:off x="4095" y="467"/>
                  <a:ext cx="80" cy="0"/>
                </a:xfrm>
                <a:prstGeom prst="line">
                  <a:avLst/>
                </a:prstGeom>
                <a:noFill/>
                <a:ln w="9525">
                  <a:solidFill>
                    <a:schemeClr val="hlink"/>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grpSp>
        </p:grpSp>
        <p:pic>
          <p:nvPicPr>
            <p:cNvPr id="1033" name="Picture 159" descr="earth"/>
            <p:cNvPicPr>
              <a:picLocks noChangeAspect="1" noChangeArrowheads="1"/>
            </p:cNvPicPr>
            <p:nvPr userDrawn="1"/>
          </p:nvPicPr>
          <p:blipFill>
            <a:blip r:embed="rId15">
              <a:clrChange>
                <a:clrFrom>
                  <a:srgbClr val="000000"/>
                </a:clrFrom>
                <a:clrTo>
                  <a:srgbClr val="000000">
                    <a:alpha val="0"/>
                  </a:srgbClr>
                </a:clrTo>
              </a:clrChange>
              <a:extLst>
                <a:ext uri="{28A0092B-C50C-407E-A947-70E740481C1C}">
                  <a14:useLocalDpi xmlns:a14="http://schemas.microsoft.com/office/drawing/2010/main" val="0"/>
                </a:ext>
              </a:extLst>
            </a:blip>
            <a:srcRect/>
            <a:stretch>
              <a:fillRect/>
            </a:stretch>
          </p:blipFill>
          <p:spPr bwMode="auto">
            <a:xfrm>
              <a:off x="165" y="55"/>
              <a:ext cx="562" cy="52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spTree>
  </p:cSld>
  <p:clrMap bg1="lt1" tx1="dk1" bg2="lt2" tx2="dk2" accent1="accent1" accent2="accent2" accent3="accent3" accent4="accent4" accent5="accent5" accent6="accent6" hlink="hlink" folHlink="folHlink"/>
  <p:sldLayoutIdLst>
    <p:sldLayoutId id="2147483869" r:id="rId1"/>
    <p:sldLayoutId id="2147483870" r:id="rId2"/>
    <p:sldLayoutId id="2147483861" r:id="rId3"/>
    <p:sldLayoutId id="2147483862" r:id="rId4"/>
    <p:sldLayoutId id="2147483863" r:id="rId5"/>
    <p:sldLayoutId id="2147483871" r:id="rId6"/>
    <p:sldLayoutId id="2147483864" r:id="rId7"/>
    <p:sldLayoutId id="2147483865" r:id="rId8"/>
    <p:sldLayoutId id="2147483866" r:id="rId9"/>
    <p:sldLayoutId id="2147483867" r:id="rId10"/>
    <p:sldLayoutId id="2147483868" r:id="rId11"/>
    <p:sldLayoutId id="2147483872" r:id="rId12"/>
    <p:sldLayoutId id="2147483873" r:id="rId13"/>
  </p:sldLayoutIdLst>
  <p:hf hdr="0" dt="0"/>
  <p:txStyles>
    <p:titleStyle>
      <a:lvl1pPr algn="l" rtl="0" eaLnBrk="0" fontAlgn="base" hangingPunct="0">
        <a:spcBef>
          <a:spcPct val="0"/>
        </a:spcBef>
        <a:spcAft>
          <a:spcPct val="0"/>
        </a:spcAft>
        <a:defRPr sz="4400" b="1" i="1">
          <a:solidFill>
            <a:schemeClr val="tx2"/>
          </a:solidFill>
          <a:latin typeface="+mj-lt"/>
          <a:ea typeface="+mj-ea"/>
          <a:cs typeface="+mj-cs"/>
        </a:defRPr>
      </a:lvl1pPr>
      <a:lvl2pPr algn="l" rtl="0" eaLnBrk="0" fontAlgn="base" hangingPunct="0">
        <a:spcBef>
          <a:spcPct val="0"/>
        </a:spcBef>
        <a:spcAft>
          <a:spcPct val="0"/>
        </a:spcAft>
        <a:defRPr sz="4400" b="1" i="1">
          <a:solidFill>
            <a:schemeClr val="tx2"/>
          </a:solidFill>
          <a:latin typeface="Times New Roman" pitchFamily="18" charset="0"/>
        </a:defRPr>
      </a:lvl2pPr>
      <a:lvl3pPr algn="l" rtl="0" eaLnBrk="0" fontAlgn="base" hangingPunct="0">
        <a:spcBef>
          <a:spcPct val="0"/>
        </a:spcBef>
        <a:spcAft>
          <a:spcPct val="0"/>
        </a:spcAft>
        <a:defRPr sz="4400" b="1" i="1">
          <a:solidFill>
            <a:schemeClr val="tx2"/>
          </a:solidFill>
          <a:latin typeface="Times New Roman" pitchFamily="18" charset="0"/>
        </a:defRPr>
      </a:lvl3pPr>
      <a:lvl4pPr algn="l" rtl="0" eaLnBrk="0" fontAlgn="base" hangingPunct="0">
        <a:spcBef>
          <a:spcPct val="0"/>
        </a:spcBef>
        <a:spcAft>
          <a:spcPct val="0"/>
        </a:spcAft>
        <a:defRPr sz="4400" b="1" i="1">
          <a:solidFill>
            <a:schemeClr val="tx2"/>
          </a:solidFill>
          <a:latin typeface="Times New Roman" pitchFamily="18" charset="0"/>
        </a:defRPr>
      </a:lvl4pPr>
      <a:lvl5pPr algn="l" rtl="0" eaLnBrk="0" fontAlgn="base" hangingPunct="0">
        <a:spcBef>
          <a:spcPct val="0"/>
        </a:spcBef>
        <a:spcAft>
          <a:spcPct val="0"/>
        </a:spcAft>
        <a:defRPr sz="4400" b="1" i="1">
          <a:solidFill>
            <a:schemeClr val="tx2"/>
          </a:solidFill>
          <a:latin typeface="Times New Roman" pitchFamily="18" charset="0"/>
        </a:defRPr>
      </a:lvl5pPr>
      <a:lvl6pPr marL="457200" algn="l" rtl="0" eaLnBrk="1" fontAlgn="base" hangingPunct="1">
        <a:spcBef>
          <a:spcPct val="0"/>
        </a:spcBef>
        <a:spcAft>
          <a:spcPct val="0"/>
        </a:spcAft>
        <a:defRPr sz="4400" i="1">
          <a:solidFill>
            <a:schemeClr val="tx2"/>
          </a:solidFill>
          <a:latin typeface="Times New Roman" pitchFamily="18" charset="0"/>
        </a:defRPr>
      </a:lvl6pPr>
      <a:lvl7pPr marL="914400" algn="l" rtl="0" eaLnBrk="1" fontAlgn="base" hangingPunct="1">
        <a:spcBef>
          <a:spcPct val="0"/>
        </a:spcBef>
        <a:spcAft>
          <a:spcPct val="0"/>
        </a:spcAft>
        <a:defRPr sz="4400" i="1">
          <a:solidFill>
            <a:schemeClr val="tx2"/>
          </a:solidFill>
          <a:latin typeface="Times New Roman" pitchFamily="18" charset="0"/>
        </a:defRPr>
      </a:lvl7pPr>
      <a:lvl8pPr marL="1371600" algn="l" rtl="0" eaLnBrk="1" fontAlgn="base" hangingPunct="1">
        <a:spcBef>
          <a:spcPct val="0"/>
        </a:spcBef>
        <a:spcAft>
          <a:spcPct val="0"/>
        </a:spcAft>
        <a:defRPr sz="4400" i="1">
          <a:solidFill>
            <a:schemeClr val="tx2"/>
          </a:solidFill>
          <a:latin typeface="Times New Roman" pitchFamily="18" charset="0"/>
        </a:defRPr>
      </a:lvl8pPr>
      <a:lvl9pPr marL="1828800" algn="l" rtl="0" eaLnBrk="1" fontAlgn="base" hangingPunct="1">
        <a:spcBef>
          <a:spcPct val="0"/>
        </a:spcBef>
        <a:spcAft>
          <a:spcPct val="0"/>
        </a:spcAft>
        <a:defRPr sz="4400" i="1">
          <a:solidFill>
            <a:schemeClr val="tx2"/>
          </a:solidFill>
          <a:latin typeface="Times New Roman" pitchFamily="18" charset="0"/>
        </a:defRPr>
      </a:lvl9pPr>
    </p:titleStyle>
    <p:bodyStyle>
      <a:lvl1pPr marL="342900" indent="-342900" algn="l" rtl="0" eaLnBrk="0" fontAlgn="base" hangingPunct="0">
        <a:spcBef>
          <a:spcPct val="20000"/>
        </a:spcBef>
        <a:spcAft>
          <a:spcPct val="0"/>
        </a:spcAft>
        <a:buBlip>
          <a:blip r:embed="rId16"/>
        </a:buBlip>
        <a:defRPr sz="3200">
          <a:solidFill>
            <a:schemeClr val="tx1"/>
          </a:solidFill>
          <a:latin typeface="+mn-lt"/>
          <a:ea typeface="+mn-ea"/>
          <a:cs typeface="+mn-cs"/>
        </a:defRPr>
      </a:lvl1pPr>
      <a:lvl2pPr marL="742950" indent="-285750" algn="l" rtl="0" eaLnBrk="0" fontAlgn="base" hangingPunct="0">
        <a:spcBef>
          <a:spcPct val="20000"/>
        </a:spcBef>
        <a:spcAft>
          <a:spcPct val="0"/>
        </a:spcAft>
        <a:buSzPct val="75000"/>
        <a:buBlip>
          <a:blip r:embed="rId17"/>
        </a:buBlip>
        <a:defRPr sz="2800">
          <a:solidFill>
            <a:schemeClr val="tx1"/>
          </a:solidFill>
          <a:latin typeface="+mn-lt"/>
        </a:defRPr>
      </a:lvl2pPr>
      <a:lvl3pPr marL="1143000" indent="-228600" algn="l" rtl="0" eaLnBrk="0" fontAlgn="base" hangingPunct="0">
        <a:spcBef>
          <a:spcPct val="20000"/>
        </a:spcBef>
        <a:spcAft>
          <a:spcPct val="0"/>
        </a:spcAft>
        <a:buChar char="•"/>
        <a:defRPr sz="2400">
          <a:solidFill>
            <a:schemeClr val="tx1"/>
          </a:solidFill>
          <a:latin typeface="+mn-lt"/>
        </a:defRPr>
      </a:lvl3pPr>
      <a:lvl4pPr marL="1600200" indent="-228600" algn="l" rtl="0" eaLnBrk="0" fontAlgn="base" hangingPunct="0">
        <a:spcBef>
          <a:spcPct val="20000"/>
        </a:spcBef>
        <a:spcAft>
          <a:spcPct val="0"/>
        </a:spcAft>
        <a:buChar char="–"/>
        <a:defRPr sz="2000">
          <a:solidFill>
            <a:schemeClr val="tx1"/>
          </a:solidFill>
          <a:latin typeface="+mn-lt"/>
        </a:defRPr>
      </a:lvl4pPr>
      <a:lvl5pPr marL="2057400" indent="-228600" algn="l" rtl="0" eaLnBrk="0" fontAlgn="base" hangingPunct="0">
        <a:spcBef>
          <a:spcPct val="20000"/>
        </a:spcBef>
        <a:spcAft>
          <a:spcPct val="0"/>
        </a:spcAft>
        <a:buClr>
          <a:schemeClr val="tx2"/>
        </a:buClr>
        <a:buChar char="–"/>
        <a:defRPr sz="2000">
          <a:solidFill>
            <a:schemeClr val="tx1"/>
          </a:solidFill>
          <a:latin typeface="+mn-lt"/>
        </a:defRPr>
      </a:lvl5pPr>
      <a:lvl6pPr marL="2514600" indent="-228600" algn="l" rtl="0" eaLnBrk="1" fontAlgn="base" hangingPunct="1">
        <a:spcBef>
          <a:spcPct val="20000"/>
        </a:spcBef>
        <a:spcAft>
          <a:spcPct val="0"/>
        </a:spcAft>
        <a:buClr>
          <a:schemeClr val="tx2"/>
        </a:buClr>
        <a:buChar char="–"/>
        <a:defRPr sz="2000">
          <a:solidFill>
            <a:schemeClr val="tx1"/>
          </a:solidFill>
          <a:latin typeface="+mn-lt"/>
        </a:defRPr>
      </a:lvl6pPr>
      <a:lvl7pPr marL="2971800" indent="-228600" algn="l" rtl="0" eaLnBrk="1" fontAlgn="base" hangingPunct="1">
        <a:spcBef>
          <a:spcPct val="20000"/>
        </a:spcBef>
        <a:spcAft>
          <a:spcPct val="0"/>
        </a:spcAft>
        <a:buClr>
          <a:schemeClr val="tx2"/>
        </a:buClr>
        <a:buChar char="–"/>
        <a:defRPr sz="2000">
          <a:solidFill>
            <a:schemeClr val="tx1"/>
          </a:solidFill>
          <a:latin typeface="+mn-lt"/>
        </a:defRPr>
      </a:lvl7pPr>
      <a:lvl8pPr marL="3429000" indent="-228600" algn="l" rtl="0" eaLnBrk="1" fontAlgn="base" hangingPunct="1">
        <a:spcBef>
          <a:spcPct val="20000"/>
        </a:spcBef>
        <a:spcAft>
          <a:spcPct val="0"/>
        </a:spcAft>
        <a:buClr>
          <a:schemeClr val="tx2"/>
        </a:buClr>
        <a:buChar char="–"/>
        <a:defRPr sz="2000">
          <a:solidFill>
            <a:schemeClr val="tx1"/>
          </a:solidFill>
          <a:latin typeface="+mn-lt"/>
        </a:defRPr>
      </a:lvl8pPr>
      <a:lvl9pPr marL="3886200" indent="-228600" algn="l" rtl="0" eaLnBrk="1" fontAlgn="base" hangingPunct="1">
        <a:spcBef>
          <a:spcPct val="20000"/>
        </a:spcBef>
        <a:spcAft>
          <a:spcPct val="0"/>
        </a:spcAft>
        <a:buClr>
          <a:schemeClr val="tx2"/>
        </a:buClr>
        <a:buChar char="–"/>
        <a:defRPr sz="2000">
          <a:solidFill>
            <a:schemeClr val="tx1"/>
          </a:solidFill>
          <a:latin typeface="+mn-lt"/>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xml"/><Relationship Id="rId1" Type="http://schemas.openxmlformats.org/officeDocument/2006/relationships/slideLayout" Target="../slideLayouts/slideLayout1.xml"/><Relationship Id="rId4" Type="http://schemas.openxmlformats.org/officeDocument/2006/relationships/image" Target="../media/image3.png"/></Relationships>
</file>

<file path=ppt/slides/_rels/slide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xml"/><Relationship Id="rId1" Type="http://schemas.openxmlformats.org/officeDocument/2006/relationships/slideLayout" Target="../slideLayouts/slideLayout2.xml"/><Relationship Id="rId4" Type="http://schemas.openxmlformats.org/officeDocument/2006/relationships/image" Target="../media/image3.png"/></Relationships>
</file>

<file path=ppt/slides/_rels/slide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3.xml"/><Relationship Id="rId1" Type="http://schemas.openxmlformats.org/officeDocument/2006/relationships/slideLayout" Target="../slideLayouts/slideLayout2.xml"/><Relationship Id="rId4" Type="http://schemas.openxmlformats.org/officeDocument/2006/relationships/image" Target="../media/image3.png"/></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5.xml"/><Relationship Id="rId1" Type="http://schemas.openxmlformats.org/officeDocument/2006/relationships/slideLayout" Target="../slideLayouts/slideLayout2.xml"/><Relationship Id="rId4" Type="http://schemas.openxmlformats.org/officeDocument/2006/relationships/image" Target="../media/image3.png"/></Relationships>
</file>

<file path=ppt/slides/_rels/slide6.xml.rels><?xml version="1.0" encoding="UTF-8" standalone="yes"?>
<Relationships xmlns="http://schemas.openxmlformats.org/package/2006/relationships"><Relationship Id="rId3" Type="http://schemas.openxmlformats.org/officeDocument/2006/relationships/notesSlide" Target="../notesSlides/notesSlide6.xml"/><Relationship Id="rId7" Type="http://schemas.openxmlformats.org/officeDocument/2006/relationships/image" Target="../media/image4.emf"/><Relationship Id="rId2" Type="http://schemas.openxmlformats.org/officeDocument/2006/relationships/slideLayout" Target="../slideLayouts/slideLayout2.xml"/><Relationship Id="rId1" Type="http://schemas.openxmlformats.org/officeDocument/2006/relationships/vmlDrawing" Target="../drawings/vmlDrawing1.vml"/><Relationship Id="rId6" Type="http://schemas.openxmlformats.org/officeDocument/2006/relationships/oleObject" Target="../embeddings/oleObject1.bin"/><Relationship Id="rId5" Type="http://schemas.openxmlformats.org/officeDocument/2006/relationships/image" Target="../media/image3.png"/><Relationship Id="rId4" Type="http://schemas.openxmlformats.org/officeDocument/2006/relationships/image" Target="../media/image2.png"/></Relationships>
</file>

<file path=ppt/slides/_rels/slide7.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7.xml"/><Relationship Id="rId1" Type="http://schemas.openxmlformats.org/officeDocument/2006/relationships/slideLayout" Target="../slideLayouts/slideLayout6.xml"/><Relationship Id="rId4" Type="http://schemas.openxmlformats.org/officeDocument/2006/relationships/image" Target="../media/image3.png"/></Relationships>
</file>

<file path=ppt/slides/_rels/slide8.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8.xml"/><Relationship Id="rId1" Type="http://schemas.openxmlformats.org/officeDocument/2006/relationships/slideLayout" Target="../slideLayouts/slideLayout6.xml"/><Relationship Id="rId4" Type="http://schemas.openxmlformats.org/officeDocument/2006/relationships/image" Target="../media/image3.png"/></Relationships>
</file>

<file path=ppt/slides/_rels/slide9.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9.xml"/><Relationship Id="rId1" Type="http://schemas.openxmlformats.org/officeDocument/2006/relationships/slideLayout" Target="../slideLayouts/slideLayout6.xml"/><Relationship Id="rId5" Type="http://schemas.openxmlformats.org/officeDocument/2006/relationships/image" Target="../media/image5.png"/><Relationship Id="rId4" Type="http://schemas.openxmlformats.org/officeDocument/2006/relationships/image" Target="../media/image3.png"/></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6.xml"/></Relationships>
</file>

<file path=ppt/slides/_rels/slide11.xml.rels><?xml version="1.0" encoding="UTF-8" standalone="yes"?>
<Relationships xmlns="http://schemas.openxmlformats.org/package/2006/relationships"><Relationship Id="rId3" Type="http://schemas.openxmlformats.org/officeDocument/2006/relationships/notesSlide" Target="../notesSlides/notesSlide11.xml"/><Relationship Id="rId2" Type="http://schemas.openxmlformats.org/officeDocument/2006/relationships/slideLayout" Target="../slideLayouts/slideLayout2.xml"/><Relationship Id="rId1" Type="http://schemas.openxmlformats.org/officeDocument/2006/relationships/vmlDrawing" Target="../drawings/vmlDrawing2.vml"/><Relationship Id="rId6" Type="http://schemas.openxmlformats.org/officeDocument/2006/relationships/image" Target="../media/image5.wmf"/><Relationship Id="rId5" Type="http://schemas.openxmlformats.org/officeDocument/2006/relationships/oleObject" Target="../embeddings/oleObject2.bin"/><Relationship Id="rId4" Type="http://schemas.openxmlformats.org/officeDocument/2006/relationships/image" Target="../media/image6.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2.xml"/><Relationship Id="rId1" Type="http://schemas.openxmlformats.org/officeDocument/2006/relationships/slideLayout" Target="../slideLayouts/slideLayout2.xml"/><Relationship Id="rId4" Type="http://schemas.openxmlformats.org/officeDocument/2006/relationships/image" Target="../media/image3.png"/></Relationships>
</file>

<file path=ppt/slides/_rels/slide14.xml.rels><?xml version="1.0" encoding="UTF-8" standalone="yes"?>
<Relationships xmlns="http://schemas.openxmlformats.org/package/2006/relationships"><Relationship Id="rId3" Type="http://schemas.openxmlformats.org/officeDocument/2006/relationships/notesSlide" Target="../notesSlides/notesSlide13.xml"/><Relationship Id="rId7" Type="http://schemas.openxmlformats.org/officeDocument/2006/relationships/image" Target="../media/image6.emf"/><Relationship Id="rId2" Type="http://schemas.openxmlformats.org/officeDocument/2006/relationships/slideLayout" Target="../slideLayouts/slideLayout2.xml"/><Relationship Id="rId1" Type="http://schemas.openxmlformats.org/officeDocument/2006/relationships/vmlDrawing" Target="../drawings/vmlDrawing3.vml"/><Relationship Id="rId6" Type="http://schemas.openxmlformats.org/officeDocument/2006/relationships/oleObject" Target="../embeddings/oleObject3.bin"/><Relationship Id="rId5" Type="http://schemas.openxmlformats.org/officeDocument/2006/relationships/image" Target="../media/image3.png"/><Relationship Id="rId4" Type="http://schemas.openxmlformats.org/officeDocument/2006/relationships/image" Target="../media/image2.png"/></Relationships>
</file>

<file path=ppt/slides/_rels/slide15.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4.xml"/><Relationship Id="rId1" Type="http://schemas.openxmlformats.org/officeDocument/2006/relationships/slideLayout" Target="../slideLayouts/slideLayout2.xml"/><Relationship Id="rId4" Type="http://schemas.openxmlformats.org/officeDocument/2006/relationships/image" Target="../media/image3.png"/></Relationships>
</file>

<file path=ppt/slides/_rels/slide16.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5.xml"/><Relationship Id="rId1" Type="http://schemas.openxmlformats.org/officeDocument/2006/relationships/slideLayout" Target="../slideLayouts/slideLayout2.xml"/><Relationship Id="rId4" Type="http://schemas.openxmlformats.org/officeDocument/2006/relationships/image" Target="../media/image3.png"/></Relationships>
</file>

<file path=ppt/slides/_rels/slide17.xml.rels><?xml version="1.0" encoding="UTF-8" standalone="yes"?>
<Relationships xmlns="http://schemas.openxmlformats.org/package/2006/relationships"><Relationship Id="rId8" Type="http://schemas.openxmlformats.org/officeDocument/2006/relationships/oleObject" Target="../embeddings/oleObject5.bin"/><Relationship Id="rId3" Type="http://schemas.openxmlformats.org/officeDocument/2006/relationships/notesSlide" Target="../notesSlides/notesSlide16.xml"/><Relationship Id="rId7" Type="http://schemas.openxmlformats.org/officeDocument/2006/relationships/image" Target="../media/image7.emf"/><Relationship Id="rId2" Type="http://schemas.openxmlformats.org/officeDocument/2006/relationships/slideLayout" Target="../slideLayouts/slideLayout2.xml"/><Relationship Id="rId1" Type="http://schemas.openxmlformats.org/officeDocument/2006/relationships/vmlDrawing" Target="../drawings/vmlDrawing4.vml"/><Relationship Id="rId6" Type="http://schemas.openxmlformats.org/officeDocument/2006/relationships/oleObject" Target="../embeddings/oleObject4.bin"/><Relationship Id="rId5" Type="http://schemas.openxmlformats.org/officeDocument/2006/relationships/image" Target="../media/image3.png"/><Relationship Id="rId4" Type="http://schemas.openxmlformats.org/officeDocument/2006/relationships/image" Target="../media/image2.png"/><Relationship Id="rId9" Type="http://schemas.openxmlformats.org/officeDocument/2006/relationships/image" Target="../media/image8.wmf"/></Relationships>
</file>

<file path=ppt/slides/_rels/slide18.xml.rels><?xml version="1.0" encoding="UTF-8" standalone="yes"?>
<Relationships xmlns="http://schemas.openxmlformats.org/package/2006/relationships"><Relationship Id="rId3" Type="http://schemas.openxmlformats.org/officeDocument/2006/relationships/notesSlide" Target="../notesSlides/notesSlide17.xml"/><Relationship Id="rId7" Type="http://schemas.openxmlformats.org/officeDocument/2006/relationships/image" Target="../media/image9.wmf"/><Relationship Id="rId2" Type="http://schemas.openxmlformats.org/officeDocument/2006/relationships/slideLayout" Target="../slideLayouts/slideLayout2.xml"/><Relationship Id="rId1" Type="http://schemas.openxmlformats.org/officeDocument/2006/relationships/vmlDrawing" Target="../drawings/vmlDrawing5.vml"/><Relationship Id="rId6" Type="http://schemas.openxmlformats.org/officeDocument/2006/relationships/oleObject" Target="../embeddings/oleObject6.bin"/><Relationship Id="rId5" Type="http://schemas.openxmlformats.org/officeDocument/2006/relationships/image" Target="../media/image3.png"/><Relationship Id="rId4" Type="http://schemas.openxmlformats.org/officeDocument/2006/relationships/image" Target="../media/image2.png"/></Relationships>
</file>

<file path=ppt/slides/_rels/slide19.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8.xml"/><Relationship Id="rId1" Type="http://schemas.openxmlformats.org/officeDocument/2006/relationships/slideLayout" Target="../slideLayouts/slideLayout2.xml"/><Relationship Id="rId4" Type="http://schemas.openxmlformats.org/officeDocument/2006/relationships/image" Target="../media/image3.png"/></Relationships>
</file>

<file path=ppt/slides/_rels/slide20.xml.rels><?xml version="1.0" encoding="UTF-8" standalone="yes"?>
<Relationships xmlns="http://schemas.openxmlformats.org/package/2006/relationships"><Relationship Id="rId3" Type="http://schemas.openxmlformats.org/officeDocument/2006/relationships/notesSlide" Target="../notesSlides/notesSlide19.xml"/><Relationship Id="rId7" Type="http://schemas.openxmlformats.org/officeDocument/2006/relationships/image" Target="../media/image10.emf"/><Relationship Id="rId2" Type="http://schemas.openxmlformats.org/officeDocument/2006/relationships/slideLayout" Target="../slideLayouts/slideLayout2.xml"/><Relationship Id="rId1" Type="http://schemas.openxmlformats.org/officeDocument/2006/relationships/vmlDrawing" Target="../drawings/vmlDrawing6.vml"/><Relationship Id="rId6" Type="http://schemas.openxmlformats.org/officeDocument/2006/relationships/oleObject" Target="../embeddings/oleObject7.bin"/><Relationship Id="rId5" Type="http://schemas.openxmlformats.org/officeDocument/2006/relationships/image" Target="../media/image3.png"/><Relationship Id="rId4" Type="http://schemas.openxmlformats.org/officeDocument/2006/relationships/image" Target="../media/image2.png"/></Relationships>
</file>

<file path=ppt/slides/_rels/slide21.xml.rels><?xml version="1.0" encoding="UTF-8" standalone="yes"?>
<Relationships xmlns="http://schemas.openxmlformats.org/package/2006/relationships"><Relationship Id="rId3" Type="http://schemas.openxmlformats.org/officeDocument/2006/relationships/notesSlide" Target="../notesSlides/notesSlide20.xml"/><Relationship Id="rId7" Type="http://schemas.openxmlformats.org/officeDocument/2006/relationships/image" Target="../media/image11.emf"/><Relationship Id="rId2" Type="http://schemas.openxmlformats.org/officeDocument/2006/relationships/slideLayout" Target="../slideLayouts/slideLayout2.xml"/><Relationship Id="rId1" Type="http://schemas.openxmlformats.org/officeDocument/2006/relationships/vmlDrawing" Target="../drawings/vmlDrawing7.vml"/><Relationship Id="rId6" Type="http://schemas.openxmlformats.org/officeDocument/2006/relationships/oleObject" Target="../embeddings/oleObject8.bin"/><Relationship Id="rId5" Type="http://schemas.openxmlformats.org/officeDocument/2006/relationships/image" Target="../media/image3.png"/><Relationship Id="rId4" Type="http://schemas.openxmlformats.org/officeDocument/2006/relationships/image" Target="../media/image2.png"/></Relationships>
</file>

<file path=ppt/slides/_rels/slide22.xml.rels><?xml version="1.0" encoding="UTF-8" standalone="yes"?>
<Relationships xmlns="http://schemas.openxmlformats.org/package/2006/relationships"><Relationship Id="rId3" Type="http://schemas.openxmlformats.org/officeDocument/2006/relationships/oleObject" Target="../embeddings/oleObject9.bin"/><Relationship Id="rId2" Type="http://schemas.openxmlformats.org/officeDocument/2006/relationships/slideLayout" Target="../slideLayouts/slideLayout2.xml"/><Relationship Id="rId1" Type="http://schemas.openxmlformats.org/officeDocument/2006/relationships/vmlDrawing" Target="../drawings/vmlDrawing8.vml"/><Relationship Id="rId6" Type="http://schemas.openxmlformats.org/officeDocument/2006/relationships/image" Target="../media/image13.wmf"/><Relationship Id="rId5" Type="http://schemas.openxmlformats.org/officeDocument/2006/relationships/oleObject" Target="../embeddings/oleObject10.bin"/><Relationship Id="rId4" Type="http://schemas.openxmlformats.org/officeDocument/2006/relationships/image" Target="../media/image12.wmf"/></Relationships>
</file>

<file path=ppt/slides/_rels/slide2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1.xml"/><Relationship Id="rId1" Type="http://schemas.openxmlformats.org/officeDocument/2006/relationships/slideLayout" Target="../slideLayouts/slideLayout2.xml"/><Relationship Id="rId4" Type="http://schemas.openxmlformats.org/officeDocument/2006/relationships/image" Target="../media/image3.png"/></Relationships>
</file>

<file path=ppt/slides/_rels/slide24.xml.rels><?xml version="1.0" encoding="UTF-8" standalone="yes"?>
<Relationships xmlns="http://schemas.openxmlformats.org/package/2006/relationships"><Relationship Id="rId3" Type="http://schemas.openxmlformats.org/officeDocument/2006/relationships/notesSlide" Target="../notesSlides/notesSlide22.xml"/><Relationship Id="rId7" Type="http://schemas.openxmlformats.org/officeDocument/2006/relationships/image" Target="../media/image14.wmf"/><Relationship Id="rId2" Type="http://schemas.openxmlformats.org/officeDocument/2006/relationships/slideLayout" Target="../slideLayouts/slideLayout6.xml"/><Relationship Id="rId1" Type="http://schemas.openxmlformats.org/officeDocument/2006/relationships/vmlDrawing" Target="../drawings/vmlDrawing9.vml"/><Relationship Id="rId6" Type="http://schemas.openxmlformats.org/officeDocument/2006/relationships/oleObject" Target="../embeddings/oleObject11.bin"/><Relationship Id="rId5" Type="http://schemas.openxmlformats.org/officeDocument/2006/relationships/image" Target="../media/image3.png"/><Relationship Id="rId4" Type="http://schemas.openxmlformats.org/officeDocument/2006/relationships/image" Target="../media/image2.png"/></Relationships>
</file>

<file path=ppt/slides/_rels/slide25.xml.rels><?xml version="1.0" encoding="UTF-8" standalone="yes"?>
<Relationships xmlns="http://schemas.openxmlformats.org/package/2006/relationships"><Relationship Id="rId3" Type="http://schemas.openxmlformats.org/officeDocument/2006/relationships/notesSlide" Target="../notesSlides/notesSlide23.xml"/><Relationship Id="rId7" Type="http://schemas.openxmlformats.org/officeDocument/2006/relationships/image" Target="../media/image15.wmf"/><Relationship Id="rId2" Type="http://schemas.openxmlformats.org/officeDocument/2006/relationships/slideLayout" Target="../slideLayouts/slideLayout2.xml"/><Relationship Id="rId1" Type="http://schemas.openxmlformats.org/officeDocument/2006/relationships/vmlDrawing" Target="../drawings/vmlDrawing10.vml"/><Relationship Id="rId6" Type="http://schemas.openxmlformats.org/officeDocument/2006/relationships/oleObject" Target="../embeddings/oleObject12.bin"/><Relationship Id="rId5" Type="http://schemas.openxmlformats.org/officeDocument/2006/relationships/image" Target="../media/image3.png"/><Relationship Id="rId4" Type="http://schemas.openxmlformats.org/officeDocument/2006/relationships/image" Target="../media/image2.png"/></Relationships>
</file>

<file path=ppt/slides/_rels/slide26.xml.rels><?xml version="1.0" encoding="UTF-8" standalone="yes"?>
<Relationships xmlns="http://schemas.openxmlformats.org/package/2006/relationships"><Relationship Id="rId3" Type="http://schemas.openxmlformats.org/officeDocument/2006/relationships/notesSlide" Target="../notesSlides/notesSlide24.xml"/><Relationship Id="rId7" Type="http://schemas.openxmlformats.org/officeDocument/2006/relationships/image" Target="../media/image16.wmf"/><Relationship Id="rId2" Type="http://schemas.openxmlformats.org/officeDocument/2006/relationships/slideLayout" Target="../slideLayouts/slideLayout6.xml"/><Relationship Id="rId1" Type="http://schemas.openxmlformats.org/officeDocument/2006/relationships/vmlDrawing" Target="../drawings/vmlDrawing11.vml"/><Relationship Id="rId6" Type="http://schemas.openxmlformats.org/officeDocument/2006/relationships/oleObject" Target="../embeddings/oleObject13.bin"/><Relationship Id="rId5" Type="http://schemas.openxmlformats.org/officeDocument/2006/relationships/image" Target="../media/image3.png"/><Relationship Id="rId4" Type="http://schemas.openxmlformats.org/officeDocument/2006/relationships/image" Target="../media/image2.png"/></Relationships>
</file>

<file path=ppt/slides/_rels/slide27.xml.rels><?xml version="1.0" encoding="UTF-8" standalone="yes"?>
<Relationships xmlns="http://schemas.openxmlformats.org/package/2006/relationships"><Relationship Id="rId3" Type="http://schemas.openxmlformats.org/officeDocument/2006/relationships/notesSlide" Target="../notesSlides/notesSlide25.xml"/><Relationship Id="rId7" Type="http://schemas.openxmlformats.org/officeDocument/2006/relationships/image" Target="../media/image17.wmf"/><Relationship Id="rId2" Type="http://schemas.openxmlformats.org/officeDocument/2006/relationships/slideLayout" Target="../slideLayouts/slideLayout6.xml"/><Relationship Id="rId1" Type="http://schemas.openxmlformats.org/officeDocument/2006/relationships/vmlDrawing" Target="../drawings/vmlDrawing12.vml"/><Relationship Id="rId6" Type="http://schemas.openxmlformats.org/officeDocument/2006/relationships/oleObject" Target="../embeddings/oleObject14.bin"/><Relationship Id="rId5" Type="http://schemas.openxmlformats.org/officeDocument/2006/relationships/image" Target="../media/image3.png"/><Relationship Id="rId4" Type="http://schemas.openxmlformats.org/officeDocument/2006/relationships/image" Target="../media/image2.png"/></Relationships>
</file>

<file path=ppt/slides/_rels/slide28.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6.xml"/><Relationship Id="rId1" Type="http://schemas.openxmlformats.org/officeDocument/2006/relationships/slideLayout" Target="../slideLayouts/slideLayout2.xml"/><Relationship Id="rId4" Type="http://schemas.openxmlformats.org/officeDocument/2006/relationships/image" Target="../media/image3.png"/></Relationships>
</file>

<file path=ppt/slides/_rels/slide29.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7.xml"/><Relationship Id="rId1" Type="http://schemas.openxmlformats.org/officeDocument/2006/relationships/slideLayout" Target="../slideLayouts/slideLayout2.xml"/><Relationship Id="rId4" Type="http://schemas.openxmlformats.org/officeDocument/2006/relationships/image" Target="../media/image3.png"/></Relationships>
</file>

<file path=ppt/slides/_rels/slide30.xml.rels><?xml version="1.0" encoding="UTF-8" standalone="yes"?>
<Relationships xmlns="http://schemas.openxmlformats.org/package/2006/relationships"><Relationship Id="rId8" Type="http://schemas.openxmlformats.org/officeDocument/2006/relationships/oleObject" Target="../embeddings/oleObject16.bin"/><Relationship Id="rId3" Type="http://schemas.openxmlformats.org/officeDocument/2006/relationships/notesSlide" Target="../notesSlides/notesSlide28.xml"/><Relationship Id="rId7" Type="http://schemas.openxmlformats.org/officeDocument/2006/relationships/image" Target="../media/image18.emf"/><Relationship Id="rId2" Type="http://schemas.openxmlformats.org/officeDocument/2006/relationships/slideLayout" Target="../slideLayouts/slideLayout2.xml"/><Relationship Id="rId1" Type="http://schemas.openxmlformats.org/officeDocument/2006/relationships/vmlDrawing" Target="../drawings/vmlDrawing13.vml"/><Relationship Id="rId6" Type="http://schemas.openxmlformats.org/officeDocument/2006/relationships/oleObject" Target="../embeddings/oleObject15.bin"/><Relationship Id="rId5" Type="http://schemas.openxmlformats.org/officeDocument/2006/relationships/image" Target="../media/image3.png"/><Relationship Id="rId4" Type="http://schemas.openxmlformats.org/officeDocument/2006/relationships/image" Target="../media/image2.png"/><Relationship Id="rId9" Type="http://schemas.openxmlformats.org/officeDocument/2006/relationships/image" Target="../media/image19.emf"/></Relationships>
</file>

<file path=ppt/slides/_rels/slide31.xml.rels><?xml version="1.0" encoding="UTF-8" standalone="yes"?>
<Relationships xmlns="http://schemas.openxmlformats.org/package/2006/relationships"><Relationship Id="rId8" Type="http://schemas.openxmlformats.org/officeDocument/2006/relationships/oleObject" Target="../embeddings/oleObject18.bin"/><Relationship Id="rId3" Type="http://schemas.openxmlformats.org/officeDocument/2006/relationships/notesSlide" Target="../notesSlides/notesSlide29.xml"/><Relationship Id="rId7" Type="http://schemas.openxmlformats.org/officeDocument/2006/relationships/image" Target="../media/image20.emf"/><Relationship Id="rId2" Type="http://schemas.openxmlformats.org/officeDocument/2006/relationships/slideLayout" Target="../slideLayouts/slideLayout2.xml"/><Relationship Id="rId1" Type="http://schemas.openxmlformats.org/officeDocument/2006/relationships/vmlDrawing" Target="../drawings/vmlDrawing14.vml"/><Relationship Id="rId6" Type="http://schemas.openxmlformats.org/officeDocument/2006/relationships/oleObject" Target="../embeddings/oleObject17.bin"/><Relationship Id="rId5" Type="http://schemas.openxmlformats.org/officeDocument/2006/relationships/image" Target="../media/image3.png"/><Relationship Id="rId4" Type="http://schemas.openxmlformats.org/officeDocument/2006/relationships/image" Target="../media/image2.png"/><Relationship Id="rId9" Type="http://schemas.openxmlformats.org/officeDocument/2006/relationships/image" Target="../media/image21.emf"/></Relationships>
</file>

<file path=ppt/slides/_rels/slide32.xml.rels><?xml version="1.0" encoding="UTF-8" standalone="yes"?>
<Relationships xmlns="http://schemas.openxmlformats.org/package/2006/relationships"><Relationship Id="rId3" Type="http://schemas.openxmlformats.org/officeDocument/2006/relationships/notesSlide" Target="../notesSlides/notesSlide30.xml"/><Relationship Id="rId7" Type="http://schemas.openxmlformats.org/officeDocument/2006/relationships/image" Target="../media/image22.emf"/><Relationship Id="rId2" Type="http://schemas.openxmlformats.org/officeDocument/2006/relationships/slideLayout" Target="../slideLayouts/slideLayout2.xml"/><Relationship Id="rId1" Type="http://schemas.openxmlformats.org/officeDocument/2006/relationships/vmlDrawing" Target="../drawings/vmlDrawing15.vml"/><Relationship Id="rId6" Type="http://schemas.openxmlformats.org/officeDocument/2006/relationships/oleObject" Target="../embeddings/oleObject19.bin"/><Relationship Id="rId5" Type="http://schemas.openxmlformats.org/officeDocument/2006/relationships/image" Target="../media/image3.png"/><Relationship Id="rId4" Type="http://schemas.openxmlformats.org/officeDocument/2006/relationships/image" Target="../media/image2.png"/></Relationships>
</file>

<file path=ppt/slides/_rels/slide3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31.xml"/><Relationship Id="rId1" Type="http://schemas.openxmlformats.org/officeDocument/2006/relationships/slideLayout" Target="../slideLayouts/slideLayout2.xml"/><Relationship Id="rId4" Type="http://schemas.openxmlformats.org/officeDocument/2006/relationships/image" Target="../media/image3.png"/></Relationships>
</file>

<file path=ppt/slides/_rels/slide3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32.xml"/><Relationship Id="rId1" Type="http://schemas.openxmlformats.org/officeDocument/2006/relationships/slideLayout" Target="../slideLayouts/slideLayout6.xml"/><Relationship Id="rId6" Type="http://schemas.openxmlformats.org/officeDocument/2006/relationships/image" Target="../media/image24.jpeg"/><Relationship Id="rId5" Type="http://schemas.openxmlformats.org/officeDocument/2006/relationships/image" Target="../media/image23.jpeg"/><Relationship Id="rId4" Type="http://schemas.openxmlformats.org/officeDocument/2006/relationships/image" Target="../media/image3.png"/></Relationships>
</file>

<file path=ppt/slides/_rels/slide35.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33.xml"/><Relationship Id="rId1" Type="http://schemas.openxmlformats.org/officeDocument/2006/relationships/slideLayout" Target="../slideLayouts/slideLayout6.xml"/><Relationship Id="rId6" Type="http://schemas.openxmlformats.org/officeDocument/2006/relationships/image" Target="../media/image23.jpeg"/><Relationship Id="rId5" Type="http://schemas.openxmlformats.org/officeDocument/2006/relationships/image" Target="../media/image25.jpeg"/><Relationship Id="rId4" Type="http://schemas.openxmlformats.org/officeDocument/2006/relationships/image" Target="../media/image3.png"/></Relationships>
</file>

<file path=ppt/slides/_rels/slide36.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34.xml"/><Relationship Id="rId1" Type="http://schemas.openxmlformats.org/officeDocument/2006/relationships/slideLayout" Target="../slideLayouts/slideLayout6.xml"/><Relationship Id="rId6" Type="http://schemas.openxmlformats.org/officeDocument/2006/relationships/image" Target="../media/image23.jpeg"/><Relationship Id="rId5" Type="http://schemas.openxmlformats.org/officeDocument/2006/relationships/image" Target="../media/image25.jpeg"/><Relationship Id="rId4" Type="http://schemas.openxmlformats.org/officeDocument/2006/relationships/image" Target="../media/image3.png"/></Relationships>
</file>

<file path=ppt/slides/_rels/slide37.xml.rels><?xml version="1.0" encoding="UTF-8" standalone="yes"?>
<Relationships xmlns="http://schemas.openxmlformats.org/package/2006/relationships"><Relationship Id="rId8" Type="http://schemas.openxmlformats.org/officeDocument/2006/relationships/oleObject" Target="../embeddings/oleObject21.bin"/><Relationship Id="rId3" Type="http://schemas.openxmlformats.org/officeDocument/2006/relationships/notesSlide" Target="../notesSlides/notesSlide35.xml"/><Relationship Id="rId7" Type="http://schemas.openxmlformats.org/officeDocument/2006/relationships/image" Target="../media/image26.emf"/><Relationship Id="rId2" Type="http://schemas.openxmlformats.org/officeDocument/2006/relationships/slideLayout" Target="../slideLayouts/slideLayout2.xml"/><Relationship Id="rId1" Type="http://schemas.openxmlformats.org/officeDocument/2006/relationships/vmlDrawing" Target="../drawings/vmlDrawing16.vml"/><Relationship Id="rId6" Type="http://schemas.openxmlformats.org/officeDocument/2006/relationships/oleObject" Target="../embeddings/oleObject20.bin"/><Relationship Id="rId5" Type="http://schemas.openxmlformats.org/officeDocument/2006/relationships/image" Target="../media/image3.png"/><Relationship Id="rId4" Type="http://schemas.openxmlformats.org/officeDocument/2006/relationships/image" Target="../media/image2.png"/><Relationship Id="rId9" Type="http://schemas.openxmlformats.org/officeDocument/2006/relationships/image" Target="../media/image27.emf"/></Relationships>
</file>

<file path=ppt/slides/_rels/slide38.xml.rels><?xml version="1.0" encoding="UTF-8" standalone="yes"?>
<Relationships xmlns="http://schemas.openxmlformats.org/package/2006/relationships"><Relationship Id="rId8" Type="http://schemas.openxmlformats.org/officeDocument/2006/relationships/oleObject" Target="../embeddings/oleObject23.bin"/><Relationship Id="rId3" Type="http://schemas.openxmlformats.org/officeDocument/2006/relationships/notesSlide" Target="../notesSlides/notesSlide36.xml"/><Relationship Id="rId7" Type="http://schemas.openxmlformats.org/officeDocument/2006/relationships/image" Target="../media/image28.wmf"/><Relationship Id="rId2" Type="http://schemas.openxmlformats.org/officeDocument/2006/relationships/slideLayout" Target="../slideLayouts/slideLayout2.xml"/><Relationship Id="rId1" Type="http://schemas.openxmlformats.org/officeDocument/2006/relationships/vmlDrawing" Target="../drawings/vmlDrawing17.vml"/><Relationship Id="rId6" Type="http://schemas.openxmlformats.org/officeDocument/2006/relationships/oleObject" Target="../embeddings/oleObject22.bin"/><Relationship Id="rId5" Type="http://schemas.openxmlformats.org/officeDocument/2006/relationships/image" Target="../media/image3.png"/><Relationship Id="rId4" Type="http://schemas.openxmlformats.org/officeDocument/2006/relationships/image" Target="../media/image2.png"/><Relationship Id="rId9" Type="http://schemas.openxmlformats.org/officeDocument/2006/relationships/image" Target="../media/image29.wmf"/></Relationships>
</file>

<file path=ppt/slides/_rels/slide39.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37.xml"/><Relationship Id="rId1" Type="http://schemas.openxmlformats.org/officeDocument/2006/relationships/slideLayout" Target="../slideLayouts/slideLayout2.xml"/><Relationship Id="rId4" Type="http://schemas.openxmlformats.org/officeDocument/2006/relationships/image" Target="../media/image3.png"/></Relationships>
</file>

<file path=ppt/slides/_rels/slide40.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38.xml"/><Relationship Id="rId1" Type="http://schemas.openxmlformats.org/officeDocument/2006/relationships/slideLayout" Target="../slideLayouts/slideLayout2.xml"/><Relationship Id="rId4" Type="http://schemas.openxmlformats.org/officeDocument/2006/relationships/image" Target="../media/image3.png"/></Relationships>
</file>

<file path=ppt/slides/_rels/slide4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39.xml"/><Relationship Id="rId1" Type="http://schemas.openxmlformats.org/officeDocument/2006/relationships/slideLayout" Target="../slideLayouts/slideLayout2.xml"/><Relationship Id="rId4" Type="http://schemas.openxmlformats.org/officeDocument/2006/relationships/image" Target="../media/image3.png"/></Relationships>
</file>

<file path=ppt/slides/_rels/slide4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40.xml"/><Relationship Id="rId1" Type="http://schemas.openxmlformats.org/officeDocument/2006/relationships/slideLayout" Target="../slideLayouts/slideLayout2.xml"/><Relationship Id="rId4" Type="http://schemas.openxmlformats.org/officeDocument/2006/relationships/image" Target="../media/image3.png"/></Relationships>
</file>

<file path=ppt/slides/_rels/slide4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41.xml"/><Relationship Id="rId1" Type="http://schemas.openxmlformats.org/officeDocument/2006/relationships/slideLayout" Target="../slideLayouts/slideLayout2.xml"/><Relationship Id="rId4" Type="http://schemas.openxmlformats.org/officeDocument/2006/relationships/image" Target="../media/image3.png"/></Relationships>
</file>

<file path=ppt/slides/_rels/slide4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42.xml"/><Relationship Id="rId1" Type="http://schemas.openxmlformats.org/officeDocument/2006/relationships/slideLayout" Target="../slideLayouts/slideLayout2.xml"/><Relationship Id="rId4" Type="http://schemas.openxmlformats.org/officeDocument/2006/relationships/image" Target="../media/image3.png"/></Relationships>
</file>

<file path=ppt/slides/_rels/slide45.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43.xml"/><Relationship Id="rId1" Type="http://schemas.openxmlformats.org/officeDocument/2006/relationships/slideLayout" Target="../slideLayouts/slideLayout6.xml"/><Relationship Id="rId5" Type="http://schemas.openxmlformats.org/officeDocument/2006/relationships/image" Target="../media/image30.emf"/><Relationship Id="rId4" Type="http://schemas.openxmlformats.org/officeDocument/2006/relationships/image" Target="../media/image3.png"/></Relationships>
</file>

<file path=ppt/slides/_rels/slide46.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44.xml"/><Relationship Id="rId1" Type="http://schemas.openxmlformats.org/officeDocument/2006/relationships/slideLayout" Target="../slideLayouts/slideLayout6.xml"/><Relationship Id="rId4" Type="http://schemas.openxmlformats.org/officeDocument/2006/relationships/image" Target="../media/image3.png"/></Relationships>
</file>

<file path=ppt/slides/_rels/slide47.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45.xml"/><Relationship Id="rId1" Type="http://schemas.openxmlformats.org/officeDocument/2006/relationships/slideLayout" Target="../slideLayouts/slideLayout2.xml"/><Relationship Id="rId4" Type="http://schemas.openxmlformats.org/officeDocument/2006/relationships/image" Target="../media/image3.png"/></Relationships>
</file>

<file path=ppt/slides/_rels/slide48.xml.rels><?xml version="1.0" encoding="UTF-8" standalone="yes"?>
<Relationships xmlns="http://schemas.openxmlformats.org/package/2006/relationships"><Relationship Id="rId8" Type="http://schemas.openxmlformats.org/officeDocument/2006/relationships/image" Target="../media/image31.wmf"/><Relationship Id="rId3" Type="http://schemas.openxmlformats.org/officeDocument/2006/relationships/notesSlide" Target="../notesSlides/notesSlide46.xml"/><Relationship Id="rId7" Type="http://schemas.openxmlformats.org/officeDocument/2006/relationships/oleObject" Target="../embeddings/oleObject24.bin"/><Relationship Id="rId2" Type="http://schemas.openxmlformats.org/officeDocument/2006/relationships/slideLayout" Target="../slideLayouts/slideLayout2.xml"/><Relationship Id="rId1" Type="http://schemas.openxmlformats.org/officeDocument/2006/relationships/vmlDrawing" Target="../drawings/vmlDrawing18.vml"/><Relationship Id="rId6" Type="http://schemas.openxmlformats.org/officeDocument/2006/relationships/image" Target="../media/image3.png"/><Relationship Id="rId5" Type="http://schemas.openxmlformats.org/officeDocument/2006/relationships/image" Target="../media/image2.png"/><Relationship Id="rId4" Type="http://schemas.openxmlformats.org/officeDocument/2006/relationships/image" Target="../media/image33.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pPr eaLnBrk="1" fontAlgn="auto" hangingPunct="1">
              <a:spcAft>
                <a:spcPts val="0"/>
              </a:spcAft>
              <a:defRPr/>
            </a:pPr>
            <a:r>
              <a:rPr lang="en-US" dirty="0" smtClean="0">
                <a:solidFill>
                  <a:schemeClr val="tx2">
                    <a:satMod val="130000"/>
                  </a:schemeClr>
                </a:solidFill>
              </a:rPr>
              <a:t>Chapter 22</a:t>
            </a:r>
            <a:br>
              <a:rPr lang="en-US" dirty="0" smtClean="0">
                <a:solidFill>
                  <a:schemeClr val="tx2">
                    <a:satMod val="130000"/>
                  </a:schemeClr>
                </a:solidFill>
              </a:rPr>
            </a:br>
            <a:r>
              <a:rPr lang="en-US" dirty="0" smtClean="0">
                <a:solidFill>
                  <a:schemeClr val="tx2">
                    <a:satMod val="130000"/>
                  </a:schemeClr>
                </a:solidFill>
              </a:rPr>
              <a:t>Value at Risk and Expected Shortfall</a:t>
            </a:r>
            <a:endParaRPr lang="en-US" dirty="0">
              <a:solidFill>
                <a:schemeClr val="tx2">
                  <a:satMod val="130000"/>
                </a:schemeClr>
              </a:solidFill>
            </a:endParaRPr>
          </a:p>
        </p:txBody>
      </p:sp>
      <p:sp>
        <p:nvSpPr>
          <p:cNvPr id="7171" name="Footer Placeholder 4"/>
          <p:cNvSpPr>
            <a:spLocks noGrp="1"/>
          </p:cNvSpPr>
          <p:nvPr>
            <p:ph type="ftr"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spcBef>
                <a:spcPct val="20000"/>
              </a:spcBef>
              <a:buBlip>
                <a:blip r:embed="rId3"/>
              </a:buBlip>
              <a:defRPr sz="3200">
                <a:solidFill>
                  <a:schemeClr val="tx1"/>
                </a:solidFill>
                <a:latin typeface="Tahoma" panose="020B0604030504040204" pitchFamily="34" charset="0"/>
              </a:defRPr>
            </a:lvl1pPr>
            <a:lvl2pPr marL="742950" indent="-285750" eaLnBrk="0" hangingPunct="0">
              <a:spcBef>
                <a:spcPct val="20000"/>
              </a:spcBef>
              <a:buSzPct val="75000"/>
              <a:buBlip>
                <a:blip r:embed="rId4"/>
              </a:buBlip>
              <a:defRPr sz="2800">
                <a:solidFill>
                  <a:schemeClr val="tx1"/>
                </a:solidFill>
                <a:latin typeface="Tahoma" panose="020B0604030504040204" pitchFamily="34" charset="0"/>
              </a:defRPr>
            </a:lvl2pPr>
            <a:lvl3pPr marL="1143000" indent="-228600" eaLnBrk="0" hangingPunct="0">
              <a:spcBef>
                <a:spcPct val="20000"/>
              </a:spcBef>
              <a:buChar char="•"/>
              <a:defRPr sz="2400">
                <a:solidFill>
                  <a:schemeClr val="tx1"/>
                </a:solidFill>
                <a:latin typeface="Tahoma" panose="020B0604030504040204" pitchFamily="34" charset="0"/>
              </a:defRPr>
            </a:lvl3pPr>
            <a:lvl4pPr marL="1600200" indent="-228600" eaLnBrk="0" hangingPunct="0">
              <a:spcBef>
                <a:spcPct val="20000"/>
              </a:spcBef>
              <a:buChar char="–"/>
              <a:defRPr sz="2000">
                <a:solidFill>
                  <a:schemeClr val="tx1"/>
                </a:solidFill>
                <a:latin typeface="Tahoma" panose="020B0604030504040204" pitchFamily="34" charset="0"/>
              </a:defRPr>
            </a:lvl4pPr>
            <a:lvl5pPr marL="2057400" indent="-228600" eaLnBrk="0" hangingPunct="0">
              <a:spcBef>
                <a:spcPct val="20000"/>
              </a:spcBef>
              <a:buClr>
                <a:schemeClr val="tx2"/>
              </a:buClr>
              <a:buChar char="–"/>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tx2"/>
              </a:buClr>
              <a:buChar char="–"/>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tx2"/>
              </a:buClr>
              <a:buChar char="–"/>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tx2"/>
              </a:buClr>
              <a:buChar char="–"/>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tx2"/>
              </a:buClr>
              <a:buChar char="–"/>
              <a:defRPr sz="2000">
                <a:solidFill>
                  <a:schemeClr val="tx1"/>
                </a:solidFill>
                <a:latin typeface="Tahoma" panose="020B0604030504040204" pitchFamily="34" charset="0"/>
              </a:defRPr>
            </a:lvl9pPr>
          </a:lstStyle>
          <a:p>
            <a:pPr eaLnBrk="1" hangingPunct="1">
              <a:spcBef>
                <a:spcPct val="0"/>
              </a:spcBef>
              <a:buFontTx/>
              <a:buNone/>
            </a:pPr>
            <a:r>
              <a:rPr lang="en-US" altLang="en-US" sz="1400" dirty="0" smtClean="0">
                <a:latin typeface="Arial" panose="020B0604020202020204" pitchFamily="34" charset="0"/>
                <a:cs typeface="Arial" panose="020B0604020202020204" pitchFamily="34" charset="0"/>
              </a:rPr>
              <a:t>Options, Futures, and Other Derivatives, </a:t>
            </a:r>
          </a:p>
          <a:p>
            <a:pPr eaLnBrk="1" hangingPunct="1">
              <a:spcBef>
                <a:spcPct val="0"/>
              </a:spcBef>
              <a:buFontTx/>
              <a:buNone/>
            </a:pPr>
            <a:r>
              <a:rPr lang="en-US" altLang="en-US" sz="1400" dirty="0" smtClean="0">
                <a:latin typeface="Arial" panose="020B0604020202020204" pitchFamily="34" charset="0"/>
                <a:cs typeface="Arial" panose="020B0604020202020204" pitchFamily="34" charset="0"/>
              </a:rPr>
              <a:t>11th Edition, Copyright © John  C. Hull 2021</a:t>
            </a:r>
          </a:p>
        </p:txBody>
      </p:sp>
      <p:sp>
        <p:nvSpPr>
          <p:cNvPr id="7172" name="Slide Number Placeholder 3"/>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spcBef>
                <a:spcPct val="20000"/>
              </a:spcBef>
              <a:buBlip>
                <a:blip r:embed="rId3"/>
              </a:buBlip>
              <a:defRPr sz="3200">
                <a:solidFill>
                  <a:schemeClr val="tx1"/>
                </a:solidFill>
                <a:latin typeface="Tahoma" panose="020B0604030504040204" pitchFamily="34" charset="0"/>
              </a:defRPr>
            </a:lvl1pPr>
            <a:lvl2pPr marL="742950" indent="-285750" eaLnBrk="0" hangingPunct="0">
              <a:spcBef>
                <a:spcPct val="20000"/>
              </a:spcBef>
              <a:buSzPct val="75000"/>
              <a:buBlip>
                <a:blip r:embed="rId4"/>
              </a:buBlip>
              <a:defRPr sz="2800">
                <a:solidFill>
                  <a:schemeClr val="tx1"/>
                </a:solidFill>
                <a:latin typeface="Tahoma" panose="020B0604030504040204" pitchFamily="34" charset="0"/>
              </a:defRPr>
            </a:lvl2pPr>
            <a:lvl3pPr marL="1143000" indent="-228600" eaLnBrk="0" hangingPunct="0">
              <a:spcBef>
                <a:spcPct val="20000"/>
              </a:spcBef>
              <a:buChar char="•"/>
              <a:defRPr sz="2400">
                <a:solidFill>
                  <a:schemeClr val="tx1"/>
                </a:solidFill>
                <a:latin typeface="Tahoma" panose="020B0604030504040204" pitchFamily="34" charset="0"/>
              </a:defRPr>
            </a:lvl3pPr>
            <a:lvl4pPr marL="1600200" indent="-228600" eaLnBrk="0" hangingPunct="0">
              <a:spcBef>
                <a:spcPct val="20000"/>
              </a:spcBef>
              <a:buChar char="–"/>
              <a:defRPr sz="2000">
                <a:solidFill>
                  <a:schemeClr val="tx1"/>
                </a:solidFill>
                <a:latin typeface="Tahoma" panose="020B0604030504040204" pitchFamily="34" charset="0"/>
              </a:defRPr>
            </a:lvl4pPr>
            <a:lvl5pPr marL="2057400" indent="-228600" eaLnBrk="0" hangingPunct="0">
              <a:spcBef>
                <a:spcPct val="20000"/>
              </a:spcBef>
              <a:buClr>
                <a:schemeClr val="tx2"/>
              </a:buClr>
              <a:buChar char="–"/>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tx2"/>
              </a:buClr>
              <a:buChar char="–"/>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tx2"/>
              </a:buClr>
              <a:buChar char="–"/>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tx2"/>
              </a:buClr>
              <a:buChar char="–"/>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tx2"/>
              </a:buClr>
              <a:buChar char="–"/>
              <a:defRPr sz="2000">
                <a:solidFill>
                  <a:schemeClr val="tx1"/>
                </a:solidFill>
                <a:latin typeface="Tahoma" panose="020B0604030504040204" pitchFamily="34" charset="0"/>
              </a:defRPr>
            </a:lvl9pPr>
          </a:lstStyle>
          <a:p>
            <a:pPr eaLnBrk="1" hangingPunct="1">
              <a:spcBef>
                <a:spcPct val="0"/>
              </a:spcBef>
              <a:buFontTx/>
              <a:buNone/>
            </a:pPr>
            <a:fld id="{6EB40C5E-AAD1-457B-A72E-25D6FD45DDC0}" type="slidenum">
              <a:rPr lang="en-US" altLang="en-US" sz="1400">
                <a:latin typeface="Arial" panose="020B0604020202020204" pitchFamily="34" charset="0"/>
              </a:rPr>
              <a:pPr eaLnBrk="1" hangingPunct="1">
                <a:spcBef>
                  <a:spcPct val="0"/>
                </a:spcBef>
                <a:buFontTx/>
                <a:buNone/>
              </a:pPr>
              <a:t>1</a:t>
            </a:fld>
            <a:endParaRPr lang="en-US" altLang="en-US" sz="1400">
              <a:latin typeface="Arial" panose="020B0604020202020204" pitchFamily="34" charset="0"/>
            </a:endParaRPr>
          </a:p>
        </p:txBody>
      </p:sp>
    </p:spTree>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8130" name="Rectangle 2"/>
          <p:cNvSpPr>
            <a:spLocks noGrp="1" noChangeArrowheads="1"/>
          </p:cNvSpPr>
          <p:nvPr>
            <p:ph type="title"/>
          </p:nvPr>
        </p:nvSpPr>
        <p:spPr/>
        <p:txBody>
          <a:bodyPr lIns="92075" tIns="46038" rIns="92075" bIns="46038">
            <a:normAutofit fontScale="90000"/>
          </a:bodyPr>
          <a:lstStyle/>
          <a:p>
            <a:pPr eaLnBrk="1" fontAlgn="auto" hangingPunct="1">
              <a:spcAft>
                <a:spcPts val="0"/>
              </a:spcAft>
              <a:defRPr/>
            </a:pPr>
            <a:r>
              <a:rPr lang="en-US">
                <a:solidFill>
                  <a:schemeClr val="tx2">
                    <a:satMod val="130000"/>
                  </a:schemeClr>
                </a:solidFill>
              </a:rPr>
              <a:t>The Question Being Asked in VaR</a:t>
            </a:r>
          </a:p>
        </p:txBody>
      </p:sp>
      <p:sp>
        <p:nvSpPr>
          <p:cNvPr id="8195" name="Rectangle 3"/>
          <p:cNvSpPr>
            <a:spLocks noGrp="1" noChangeArrowheads="1"/>
          </p:cNvSpPr>
          <p:nvPr>
            <p:ph idx="1"/>
          </p:nvPr>
        </p:nvSpPr>
        <p:spPr>
          <a:xfrm>
            <a:off x="1371600" y="2133600"/>
            <a:ext cx="7315200" cy="3997325"/>
          </a:xfrm>
        </p:spPr>
        <p:txBody>
          <a:bodyPr lIns="92075" tIns="46038" rIns="92075" bIns="46038"/>
          <a:lstStyle/>
          <a:p>
            <a:pPr eaLnBrk="1" hangingPunct="1">
              <a:buFont typeface="Wingdings" panose="05000000000000000000" pitchFamily="2" charset="2"/>
              <a:buNone/>
            </a:pPr>
            <a:r>
              <a:rPr lang="en-US" altLang="en-US" smtClean="0"/>
              <a:t>	“What loss level is such that we are </a:t>
            </a:r>
            <a:r>
              <a:rPr lang="en-US" altLang="en-US" i="1" smtClean="0">
                <a:latin typeface="Times New Roman" panose="02020603050405020304" pitchFamily="18" charset="0"/>
              </a:rPr>
              <a:t>X</a:t>
            </a:r>
            <a:r>
              <a:rPr lang="en-US" altLang="en-US" smtClean="0"/>
              <a:t>% confident it will not be exceeded in </a:t>
            </a:r>
            <a:r>
              <a:rPr lang="en-US" altLang="en-US" i="1" smtClean="0">
                <a:latin typeface="Times New Roman" panose="02020603050405020304" pitchFamily="18" charset="0"/>
              </a:rPr>
              <a:t>N</a:t>
            </a:r>
            <a:r>
              <a:rPr lang="en-US" altLang="en-US" smtClean="0"/>
              <a:t> business days?”</a:t>
            </a:r>
          </a:p>
        </p:txBody>
      </p:sp>
      <p:sp>
        <p:nvSpPr>
          <p:cNvPr id="8196" name="Footer Placeholder 4"/>
          <p:cNvSpPr>
            <a:spLocks noGrp="1"/>
          </p:cNvSpPr>
          <p:nvPr>
            <p:ph type="ftr"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spcBef>
                <a:spcPct val="20000"/>
              </a:spcBef>
              <a:buBlip>
                <a:blip r:embed="rId3"/>
              </a:buBlip>
              <a:defRPr sz="3200">
                <a:solidFill>
                  <a:schemeClr val="tx1"/>
                </a:solidFill>
                <a:latin typeface="Tahoma" panose="020B0604030504040204" pitchFamily="34" charset="0"/>
              </a:defRPr>
            </a:lvl1pPr>
            <a:lvl2pPr marL="742950" indent="-285750" eaLnBrk="0" hangingPunct="0">
              <a:spcBef>
                <a:spcPct val="20000"/>
              </a:spcBef>
              <a:buSzPct val="75000"/>
              <a:buBlip>
                <a:blip r:embed="rId4"/>
              </a:buBlip>
              <a:defRPr sz="2800">
                <a:solidFill>
                  <a:schemeClr val="tx1"/>
                </a:solidFill>
                <a:latin typeface="Tahoma" panose="020B0604030504040204" pitchFamily="34" charset="0"/>
              </a:defRPr>
            </a:lvl2pPr>
            <a:lvl3pPr marL="1143000" indent="-228600" eaLnBrk="0" hangingPunct="0">
              <a:spcBef>
                <a:spcPct val="20000"/>
              </a:spcBef>
              <a:buChar char="•"/>
              <a:defRPr sz="2400">
                <a:solidFill>
                  <a:schemeClr val="tx1"/>
                </a:solidFill>
                <a:latin typeface="Tahoma" panose="020B0604030504040204" pitchFamily="34" charset="0"/>
              </a:defRPr>
            </a:lvl3pPr>
            <a:lvl4pPr marL="1600200" indent="-228600" eaLnBrk="0" hangingPunct="0">
              <a:spcBef>
                <a:spcPct val="20000"/>
              </a:spcBef>
              <a:buChar char="–"/>
              <a:defRPr sz="2000">
                <a:solidFill>
                  <a:schemeClr val="tx1"/>
                </a:solidFill>
                <a:latin typeface="Tahoma" panose="020B0604030504040204" pitchFamily="34" charset="0"/>
              </a:defRPr>
            </a:lvl4pPr>
            <a:lvl5pPr marL="2057400" indent="-228600" eaLnBrk="0" hangingPunct="0">
              <a:spcBef>
                <a:spcPct val="20000"/>
              </a:spcBef>
              <a:buClr>
                <a:schemeClr val="tx2"/>
              </a:buClr>
              <a:buChar char="–"/>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tx2"/>
              </a:buClr>
              <a:buChar char="–"/>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tx2"/>
              </a:buClr>
              <a:buChar char="–"/>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tx2"/>
              </a:buClr>
              <a:buChar char="–"/>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tx2"/>
              </a:buClr>
              <a:buChar char="–"/>
              <a:defRPr sz="2000">
                <a:solidFill>
                  <a:schemeClr val="tx1"/>
                </a:solidFill>
                <a:latin typeface="Tahoma" panose="020B0604030504040204" pitchFamily="34" charset="0"/>
              </a:defRPr>
            </a:lvl9pPr>
          </a:lstStyle>
          <a:p>
            <a:pPr eaLnBrk="1" hangingPunct="1">
              <a:spcBef>
                <a:spcPct val="0"/>
              </a:spcBef>
              <a:buFontTx/>
              <a:buNone/>
            </a:pPr>
            <a:r>
              <a:rPr lang="en-US" altLang="en-US" sz="1400" smtClean="0">
                <a:latin typeface="Arial" panose="020B0604020202020204" pitchFamily="34" charset="0"/>
                <a:cs typeface="Arial" panose="020B0604020202020204" pitchFamily="34" charset="0"/>
              </a:rPr>
              <a:t>Options, Futures, and Other Derivatives,  11th Edition, Copyright © John  C. Hull 2021</a:t>
            </a:r>
          </a:p>
        </p:txBody>
      </p:sp>
      <p:sp>
        <p:nvSpPr>
          <p:cNvPr id="8197" name="Slide Number Placeholder 5"/>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spcBef>
                <a:spcPct val="20000"/>
              </a:spcBef>
              <a:buBlip>
                <a:blip r:embed="rId3"/>
              </a:buBlip>
              <a:defRPr sz="3200">
                <a:solidFill>
                  <a:schemeClr val="tx1"/>
                </a:solidFill>
                <a:latin typeface="Tahoma" panose="020B0604030504040204" pitchFamily="34" charset="0"/>
              </a:defRPr>
            </a:lvl1pPr>
            <a:lvl2pPr marL="742950" indent="-285750" eaLnBrk="0" hangingPunct="0">
              <a:spcBef>
                <a:spcPct val="20000"/>
              </a:spcBef>
              <a:buSzPct val="75000"/>
              <a:buBlip>
                <a:blip r:embed="rId4"/>
              </a:buBlip>
              <a:defRPr sz="2800">
                <a:solidFill>
                  <a:schemeClr val="tx1"/>
                </a:solidFill>
                <a:latin typeface="Tahoma" panose="020B0604030504040204" pitchFamily="34" charset="0"/>
              </a:defRPr>
            </a:lvl2pPr>
            <a:lvl3pPr marL="1143000" indent="-228600" eaLnBrk="0" hangingPunct="0">
              <a:spcBef>
                <a:spcPct val="20000"/>
              </a:spcBef>
              <a:buChar char="•"/>
              <a:defRPr sz="2400">
                <a:solidFill>
                  <a:schemeClr val="tx1"/>
                </a:solidFill>
                <a:latin typeface="Tahoma" panose="020B0604030504040204" pitchFamily="34" charset="0"/>
              </a:defRPr>
            </a:lvl3pPr>
            <a:lvl4pPr marL="1600200" indent="-228600" eaLnBrk="0" hangingPunct="0">
              <a:spcBef>
                <a:spcPct val="20000"/>
              </a:spcBef>
              <a:buChar char="–"/>
              <a:defRPr sz="2000">
                <a:solidFill>
                  <a:schemeClr val="tx1"/>
                </a:solidFill>
                <a:latin typeface="Tahoma" panose="020B0604030504040204" pitchFamily="34" charset="0"/>
              </a:defRPr>
            </a:lvl4pPr>
            <a:lvl5pPr marL="2057400" indent="-228600" eaLnBrk="0" hangingPunct="0">
              <a:spcBef>
                <a:spcPct val="20000"/>
              </a:spcBef>
              <a:buClr>
                <a:schemeClr val="tx2"/>
              </a:buClr>
              <a:buChar char="–"/>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tx2"/>
              </a:buClr>
              <a:buChar char="–"/>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tx2"/>
              </a:buClr>
              <a:buChar char="–"/>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tx2"/>
              </a:buClr>
              <a:buChar char="–"/>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tx2"/>
              </a:buClr>
              <a:buChar char="–"/>
              <a:defRPr sz="2000">
                <a:solidFill>
                  <a:schemeClr val="tx1"/>
                </a:solidFill>
                <a:latin typeface="Tahoma" panose="020B0604030504040204" pitchFamily="34" charset="0"/>
              </a:defRPr>
            </a:lvl9pPr>
          </a:lstStyle>
          <a:p>
            <a:pPr eaLnBrk="1" hangingPunct="1">
              <a:spcBef>
                <a:spcPct val="0"/>
              </a:spcBef>
              <a:buFontTx/>
              <a:buNone/>
            </a:pPr>
            <a:fld id="{6828FD21-AC85-4CC9-B482-58EFE32855C3}" type="slidenum">
              <a:rPr lang="en-US" altLang="en-US" sz="1400">
                <a:latin typeface="Arial" panose="020B0604020202020204" pitchFamily="34" charset="0"/>
              </a:rPr>
              <a:pPr eaLnBrk="1" hangingPunct="1">
                <a:spcBef>
                  <a:spcPct val="0"/>
                </a:spcBef>
                <a:buFontTx/>
                <a:buNone/>
              </a:pPr>
              <a:t>2</a:t>
            </a:fld>
            <a:endParaRPr lang="en-US" altLang="en-US" sz="1400">
              <a:latin typeface="Arial" panose="020B0604020202020204" pitchFamily="34" charset="0"/>
            </a:endParaRPr>
          </a:p>
        </p:txBody>
      </p:sp>
    </p:spTree>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2226" name="Rectangle 2"/>
          <p:cNvSpPr>
            <a:spLocks noGrp="1" noChangeArrowheads="1"/>
          </p:cNvSpPr>
          <p:nvPr>
            <p:ph type="title"/>
          </p:nvPr>
        </p:nvSpPr>
        <p:spPr>
          <a:xfrm>
            <a:off x="152400" y="990600"/>
            <a:ext cx="7772400" cy="1143000"/>
          </a:xfrm>
        </p:spPr>
        <p:txBody>
          <a:bodyPr/>
          <a:lstStyle/>
          <a:p>
            <a:pPr eaLnBrk="1" fontAlgn="auto" hangingPunct="1">
              <a:spcAft>
                <a:spcPts val="0"/>
              </a:spcAft>
              <a:defRPr/>
            </a:pPr>
            <a:r>
              <a:rPr lang="en-US" dirty="0" err="1">
                <a:solidFill>
                  <a:schemeClr val="tx2">
                    <a:satMod val="130000"/>
                  </a:schemeClr>
                </a:solidFill>
              </a:rPr>
              <a:t>VaR</a:t>
            </a:r>
            <a:r>
              <a:rPr lang="en-US" dirty="0">
                <a:solidFill>
                  <a:schemeClr val="tx2">
                    <a:satMod val="130000"/>
                  </a:schemeClr>
                </a:solidFill>
              </a:rPr>
              <a:t> vs. </a:t>
            </a:r>
            <a:r>
              <a:rPr lang="en-US" dirty="0" smtClean="0">
                <a:solidFill>
                  <a:schemeClr val="tx2">
                    <a:satMod val="130000"/>
                  </a:schemeClr>
                </a:solidFill>
              </a:rPr>
              <a:t>Expected Shortfall </a:t>
            </a:r>
            <a:r>
              <a:rPr lang="en-US" dirty="0">
                <a:solidFill>
                  <a:schemeClr val="tx2">
                    <a:satMod val="130000"/>
                  </a:schemeClr>
                </a:solidFill>
              </a:rPr>
              <a:t/>
            </a:r>
            <a:br>
              <a:rPr lang="en-US" dirty="0">
                <a:solidFill>
                  <a:schemeClr val="tx2">
                    <a:satMod val="130000"/>
                  </a:schemeClr>
                </a:solidFill>
              </a:rPr>
            </a:br>
            <a:endParaRPr lang="en-US" sz="2400" dirty="0">
              <a:solidFill>
                <a:schemeClr val="tx2">
                  <a:satMod val="130000"/>
                </a:schemeClr>
              </a:solidFill>
            </a:endParaRPr>
          </a:p>
        </p:txBody>
      </p:sp>
      <p:sp>
        <p:nvSpPr>
          <p:cNvPr id="9219" name="Rectangle 3"/>
          <p:cNvSpPr>
            <a:spLocks noGrp="1" noChangeArrowheads="1"/>
          </p:cNvSpPr>
          <p:nvPr>
            <p:ph idx="1"/>
          </p:nvPr>
        </p:nvSpPr>
        <p:spPr>
          <a:xfrm>
            <a:off x="685800" y="2133600"/>
            <a:ext cx="8001000" cy="3997325"/>
          </a:xfrm>
        </p:spPr>
        <p:txBody>
          <a:bodyPr/>
          <a:lstStyle/>
          <a:p>
            <a:pPr eaLnBrk="1" hangingPunct="1"/>
            <a:r>
              <a:rPr lang="en-US" altLang="en-US" dirty="0" err="1" smtClean="0"/>
              <a:t>VaR</a:t>
            </a:r>
            <a:r>
              <a:rPr lang="en-US" altLang="en-US" dirty="0" smtClean="0"/>
              <a:t> is the loss level that will not be exceeded with a specified probability</a:t>
            </a:r>
          </a:p>
          <a:p>
            <a:pPr eaLnBrk="1" hangingPunct="1"/>
            <a:r>
              <a:rPr lang="en-US" altLang="en-US" dirty="0" smtClean="0"/>
              <a:t>Expected Shortfall </a:t>
            </a:r>
            <a:r>
              <a:rPr lang="en-CA" altLang="en-US" dirty="0" smtClean="0"/>
              <a:t>(or C-</a:t>
            </a:r>
            <a:r>
              <a:rPr lang="en-CA" altLang="en-US" dirty="0" err="1" smtClean="0"/>
              <a:t>VaR</a:t>
            </a:r>
            <a:r>
              <a:rPr lang="en-CA" altLang="en-US" dirty="0" smtClean="0"/>
              <a:t>) </a:t>
            </a:r>
            <a:r>
              <a:rPr lang="en-US" altLang="en-US" dirty="0" smtClean="0"/>
              <a:t>is the expected loss given that the loss is greater than the </a:t>
            </a:r>
            <a:r>
              <a:rPr lang="en-US" altLang="en-US" dirty="0" err="1" smtClean="0"/>
              <a:t>VaR</a:t>
            </a:r>
            <a:r>
              <a:rPr lang="en-US" altLang="en-US" dirty="0" smtClean="0"/>
              <a:t> level</a:t>
            </a:r>
          </a:p>
          <a:p>
            <a:pPr eaLnBrk="1" hangingPunct="1"/>
            <a:r>
              <a:rPr lang="en-US" altLang="en-US" dirty="0" smtClean="0"/>
              <a:t>Although expected shortfall is theoretically more appealing, it is </a:t>
            </a:r>
            <a:r>
              <a:rPr lang="en-US" altLang="en-US" dirty="0" err="1" smtClean="0"/>
              <a:t>VaR</a:t>
            </a:r>
            <a:r>
              <a:rPr lang="en-US" altLang="en-US" dirty="0" smtClean="0"/>
              <a:t> that is used by regulators in setting bank capital requirements</a:t>
            </a:r>
          </a:p>
        </p:txBody>
      </p:sp>
      <p:sp>
        <p:nvSpPr>
          <p:cNvPr id="9220" name="Footer Placeholder 4"/>
          <p:cNvSpPr>
            <a:spLocks noGrp="1"/>
          </p:cNvSpPr>
          <p:nvPr>
            <p:ph type="ftr"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spcBef>
                <a:spcPct val="20000"/>
              </a:spcBef>
              <a:buBlip>
                <a:blip r:embed="rId3"/>
              </a:buBlip>
              <a:defRPr sz="3200">
                <a:solidFill>
                  <a:schemeClr val="tx1"/>
                </a:solidFill>
                <a:latin typeface="Tahoma" panose="020B0604030504040204" pitchFamily="34" charset="0"/>
              </a:defRPr>
            </a:lvl1pPr>
            <a:lvl2pPr marL="742950" indent="-285750" eaLnBrk="0" hangingPunct="0">
              <a:spcBef>
                <a:spcPct val="20000"/>
              </a:spcBef>
              <a:buSzPct val="75000"/>
              <a:buBlip>
                <a:blip r:embed="rId4"/>
              </a:buBlip>
              <a:defRPr sz="2800">
                <a:solidFill>
                  <a:schemeClr val="tx1"/>
                </a:solidFill>
                <a:latin typeface="Tahoma" panose="020B0604030504040204" pitchFamily="34" charset="0"/>
              </a:defRPr>
            </a:lvl2pPr>
            <a:lvl3pPr marL="1143000" indent="-228600" eaLnBrk="0" hangingPunct="0">
              <a:spcBef>
                <a:spcPct val="20000"/>
              </a:spcBef>
              <a:buChar char="•"/>
              <a:defRPr sz="2400">
                <a:solidFill>
                  <a:schemeClr val="tx1"/>
                </a:solidFill>
                <a:latin typeface="Tahoma" panose="020B0604030504040204" pitchFamily="34" charset="0"/>
              </a:defRPr>
            </a:lvl3pPr>
            <a:lvl4pPr marL="1600200" indent="-228600" eaLnBrk="0" hangingPunct="0">
              <a:spcBef>
                <a:spcPct val="20000"/>
              </a:spcBef>
              <a:buChar char="–"/>
              <a:defRPr sz="2000">
                <a:solidFill>
                  <a:schemeClr val="tx1"/>
                </a:solidFill>
                <a:latin typeface="Tahoma" panose="020B0604030504040204" pitchFamily="34" charset="0"/>
              </a:defRPr>
            </a:lvl4pPr>
            <a:lvl5pPr marL="2057400" indent="-228600" eaLnBrk="0" hangingPunct="0">
              <a:spcBef>
                <a:spcPct val="20000"/>
              </a:spcBef>
              <a:buClr>
                <a:schemeClr val="tx2"/>
              </a:buClr>
              <a:buChar char="–"/>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tx2"/>
              </a:buClr>
              <a:buChar char="–"/>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tx2"/>
              </a:buClr>
              <a:buChar char="–"/>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tx2"/>
              </a:buClr>
              <a:buChar char="–"/>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tx2"/>
              </a:buClr>
              <a:buChar char="–"/>
              <a:defRPr sz="2000">
                <a:solidFill>
                  <a:schemeClr val="tx1"/>
                </a:solidFill>
                <a:latin typeface="Tahoma" panose="020B0604030504040204" pitchFamily="34" charset="0"/>
              </a:defRPr>
            </a:lvl9pPr>
          </a:lstStyle>
          <a:p>
            <a:pPr eaLnBrk="1" hangingPunct="1">
              <a:spcBef>
                <a:spcPct val="0"/>
              </a:spcBef>
              <a:buFontTx/>
              <a:buNone/>
            </a:pPr>
            <a:r>
              <a:rPr lang="en-US" altLang="en-US" sz="1400" smtClean="0">
                <a:latin typeface="Arial" panose="020B0604020202020204" pitchFamily="34" charset="0"/>
                <a:cs typeface="Arial" panose="020B0604020202020204" pitchFamily="34" charset="0"/>
              </a:rPr>
              <a:t>Options, Futures, and Other Derivatives,  11th Edition, Copyright © John  C. Hull 2021</a:t>
            </a:r>
          </a:p>
        </p:txBody>
      </p:sp>
      <p:sp>
        <p:nvSpPr>
          <p:cNvPr id="9221" name="Slide Number Placeholder 5"/>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spcBef>
                <a:spcPct val="20000"/>
              </a:spcBef>
              <a:buBlip>
                <a:blip r:embed="rId3"/>
              </a:buBlip>
              <a:defRPr sz="3200">
                <a:solidFill>
                  <a:schemeClr val="tx1"/>
                </a:solidFill>
                <a:latin typeface="Tahoma" panose="020B0604030504040204" pitchFamily="34" charset="0"/>
              </a:defRPr>
            </a:lvl1pPr>
            <a:lvl2pPr marL="742950" indent="-285750" eaLnBrk="0" hangingPunct="0">
              <a:spcBef>
                <a:spcPct val="20000"/>
              </a:spcBef>
              <a:buSzPct val="75000"/>
              <a:buBlip>
                <a:blip r:embed="rId4"/>
              </a:buBlip>
              <a:defRPr sz="2800">
                <a:solidFill>
                  <a:schemeClr val="tx1"/>
                </a:solidFill>
                <a:latin typeface="Tahoma" panose="020B0604030504040204" pitchFamily="34" charset="0"/>
              </a:defRPr>
            </a:lvl2pPr>
            <a:lvl3pPr marL="1143000" indent="-228600" eaLnBrk="0" hangingPunct="0">
              <a:spcBef>
                <a:spcPct val="20000"/>
              </a:spcBef>
              <a:buChar char="•"/>
              <a:defRPr sz="2400">
                <a:solidFill>
                  <a:schemeClr val="tx1"/>
                </a:solidFill>
                <a:latin typeface="Tahoma" panose="020B0604030504040204" pitchFamily="34" charset="0"/>
              </a:defRPr>
            </a:lvl3pPr>
            <a:lvl4pPr marL="1600200" indent="-228600" eaLnBrk="0" hangingPunct="0">
              <a:spcBef>
                <a:spcPct val="20000"/>
              </a:spcBef>
              <a:buChar char="–"/>
              <a:defRPr sz="2000">
                <a:solidFill>
                  <a:schemeClr val="tx1"/>
                </a:solidFill>
                <a:latin typeface="Tahoma" panose="020B0604030504040204" pitchFamily="34" charset="0"/>
              </a:defRPr>
            </a:lvl4pPr>
            <a:lvl5pPr marL="2057400" indent="-228600" eaLnBrk="0" hangingPunct="0">
              <a:spcBef>
                <a:spcPct val="20000"/>
              </a:spcBef>
              <a:buClr>
                <a:schemeClr val="tx2"/>
              </a:buClr>
              <a:buChar char="–"/>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tx2"/>
              </a:buClr>
              <a:buChar char="–"/>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tx2"/>
              </a:buClr>
              <a:buChar char="–"/>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tx2"/>
              </a:buClr>
              <a:buChar char="–"/>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tx2"/>
              </a:buClr>
              <a:buChar char="–"/>
              <a:defRPr sz="2000">
                <a:solidFill>
                  <a:schemeClr val="tx1"/>
                </a:solidFill>
                <a:latin typeface="Tahoma" panose="020B0604030504040204" pitchFamily="34" charset="0"/>
              </a:defRPr>
            </a:lvl9pPr>
          </a:lstStyle>
          <a:p>
            <a:pPr eaLnBrk="1" hangingPunct="1">
              <a:spcBef>
                <a:spcPct val="0"/>
              </a:spcBef>
              <a:buFontTx/>
              <a:buNone/>
            </a:pPr>
            <a:fld id="{D7A02C73-8EF9-4C8F-A6FB-A97FEB06335E}" type="slidenum">
              <a:rPr lang="en-US" altLang="en-US" sz="1400">
                <a:latin typeface="Arial" panose="020B0604020202020204" pitchFamily="34" charset="0"/>
              </a:rPr>
              <a:pPr eaLnBrk="1" hangingPunct="1">
                <a:spcBef>
                  <a:spcPct val="0"/>
                </a:spcBef>
                <a:buFontTx/>
                <a:buNone/>
              </a:pPr>
              <a:t>3</a:t>
            </a:fld>
            <a:endParaRPr lang="en-US" altLang="en-US" sz="1400">
              <a:latin typeface="Arial" panose="020B0604020202020204" pitchFamily="34" charset="0"/>
            </a:endParaRPr>
          </a:p>
        </p:txBody>
      </p:sp>
    </p:spTree>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410" name="Footer Placeholder 4"/>
          <p:cNvSpPr>
            <a:spLocks noGrp="1"/>
          </p:cNvSpPr>
          <p:nvPr>
            <p:ph type="ftr"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spcBef>
                <a:spcPct val="20000"/>
              </a:spcBef>
              <a:buClr>
                <a:schemeClr val="tx2"/>
              </a:buClr>
              <a:buSzPct val="70000"/>
              <a:buFont typeface="Wingdings" panose="05000000000000000000" pitchFamily="2" charset="2"/>
              <a:buChar char="l"/>
              <a:defRPr sz="3200">
                <a:solidFill>
                  <a:schemeClr val="tx1"/>
                </a:solidFill>
                <a:latin typeface="Arial" panose="020B0604020202020204" pitchFamily="34" charset="0"/>
              </a:defRPr>
            </a:lvl1pPr>
            <a:lvl2pPr marL="742950" indent="-285750" eaLnBrk="0" hangingPunct="0">
              <a:spcBef>
                <a:spcPct val="20000"/>
              </a:spcBef>
              <a:buClr>
                <a:schemeClr val="accent2"/>
              </a:buClr>
              <a:buSzPct val="70000"/>
              <a:buFont typeface="Wingdings" panose="05000000000000000000" pitchFamily="2" charset="2"/>
              <a:buChar char="l"/>
              <a:defRPr sz="2800">
                <a:solidFill>
                  <a:schemeClr val="tx1"/>
                </a:solidFill>
                <a:latin typeface="Arial" panose="020B0604020202020204" pitchFamily="34" charset="0"/>
              </a:defRPr>
            </a:lvl2pPr>
            <a:lvl3pPr marL="1143000" indent="-228600" eaLnBrk="0" hangingPunct="0">
              <a:spcBef>
                <a:spcPct val="20000"/>
              </a:spcBef>
              <a:buClr>
                <a:schemeClr val="accent1"/>
              </a:buClr>
              <a:buSzPct val="70000"/>
              <a:buFont typeface="Wingdings" panose="05000000000000000000" pitchFamily="2" charset="2"/>
              <a:buChar char="l"/>
              <a:defRPr sz="2400">
                <a:solidFill>
                  <a:schemeClr val="tx1"/>
                </a:solidFill>
                <a:latin typeface="Arial" panose="020B0604020202020204" pitchFamily="34" charset="0"/>
              </a:defRPr>
            </a:lvl3pPr>
            <a:lvl4pPr marL="1600200" indent="-228600" eaLnBrk="0" hangingPunct="0">
              <a:spcBef>
                <a:spcPct val="20000"/>
              </a:spcBef>
              <a:buClr>
                <a:schemeClr val="tx2"/>
              </a:buClr>
              <a:buSzPct val="75000"/>
              <a:buFont typeface="Wingdings" panose="05000000000000000000" pitchFamily="2" charset="2"/>
              <a:buChar char="§"/>
              <a:defRPr sz="2000">
                <a:solidFill>
                  <a:schemeClr val="tx1"/>
                </a:solidFill>
                <a:latin typeface="Arial" panose="020B0604020202020204" pitchFamily="34" charset="0"/>
              </a:defRPr>
            </a:lvl4pPr>
            <a:lvl5pPr marL="2057400" indent="-228600" eaLnBrk="0" hangingPunct="0">
              <a:spcBef>
                <a:spcPct val="20000"/>
              </a:spcBef>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9pPr>
          </a:lstStyle>
          <a:p>
            <a:pPr eaLnBrk="1" hangingPunct="1">
              <a:spcBef>
                <a:spcPct val="0"/>
              </a:spcBef>
              <a:buClrTx/>
              <a:buSzTx/>
              <a:buFontTx/>
              <a:buNone/>
            </a:pPr>
            <a:r>
              <a:rPr lang="en-US" altLang="en-US" sz="1400" smtClean="0"/>
              <a:t>Options, Futures, and Other Derivatives,  11th Edition, Copyright © John  C. Hull 2021</a:t>
            </a:r>
            <a:endParaRPr lang="en-US" altLang="en-US" sz="1400" i="0"/>
          </a:p>
        </p:txBody>
      </p:sp>
      <p:sp>
        <p:nvSpPr>
          <p:cNvPr id="17411" name="Rectangle 2"/>
          <p:cNvSpPr>
            <a:spLocks noGrp="1" noChangeArrowheads="1"/>
          </p:cNvSpPr>
          <p:nvPr>
            <p:ph type="title"/>
          </p:nvPr>
        </p:nvSpPr>
        <p:spPr>
          <a:noFill/>
        </p:spPr>
        <p:txBody>
          <a:bodyPr lIns="92075" tIns="46038" rIns="92075" bIns="46038" anchor="ctr"/>
          <a:lstStyle/>
          <a:p>
            <a:pPr eaLnBrk="1" hangingPunct="1"/>
            <a:r>
              <a:rPr lang="en-US" altLang="en-US" dirty="0" err="1" smtClean="0"/>
              <a:t>VaR</a:t>
            </a:r>
            <a:r>
              <a:rPr lang="en-US" altLang="en-US" dirty="0" smtClean="0"/>
              <a:t> and ES</a:t>
            </a:r>
          </a:p>
        </p:txBody>
      </p:sp>
      <p:sp>
        <p:nvSpPr>
          <p:cNvPr id="17412" name="Rectangle 3"/>
          <p:cNvSpPr>
            <a:spLocks noGrp="1" noChangeArrowheads="1"/>
          </p:cNvSpPr>
          <p:nvPr>
            <p:ph type="body" idx="1"/>
          </p:nvPr>
        </p:nvSpPr>
        <p:spPr>
          <a:noFill/>
        </p:spPr>
        <p:txBody>
          <a:bodyPr lIns="92075" tIns="46038" rIns="92075" bIns="46038"/>
          <a:lstStyle/>
          <a:p>
            <a:pPr eaLnBrk="1" hangingPunct="1"/>
            <a:r>
              <a:rPr lang="en-US" altLang="en-US" dirty="0" err="1" smtClean="0"/>
              <a:t>VaR</a:t>
            </a:r>
            <a:r>
              <a:rPr lang="en-US" altLang="en-US" dirty="0" smtClean="0"/>
              <a:t> captures an important aspect of risk</a:t>
            </a:r>
          </a:p>
          <a:p>
            <a:pPr eaLnBrk="1" hangingPunct="1">
              <a:buFont typeface="Wingdings" panose="05000000000000000000" pitchFamily="2" charset="2"/>
              <a:buNone/>
            </a:pPr>
            <a:r>
              <a:rPr lang="en-US" altLang="en-US" dirty="0" smtClean="0"/>
              <a:t>	in a single number</a:t>
            </a:r>
          </a:p>
          <a:p>
            <a:pPr eaLnBrk="1" hangingPunct="1"/>
            <a:r>
              <a:rPr lang="en-US" altLang="en-US" dirty="0" smtClean="0"/>
              <a:t>It is easy to understand</a:t>
            </a:r>
          </a:p>
          <a:p>
            <a:pPr eaLnBrk="1" hangingPunct="1"/>
            <a:r>
              <a:rPr lang="en-US" altLang="en-US" dirty="0" smtClean="0"/>
              <a:t>It asks the simple question: “How bad can things get?” </a:t>
            </a:r>
          </a:p>
          <a:p>
            <a:pPr eaLnBrk="1" hangingPunct="1"/>
            <a:r>
              <a:rPr lang="en-US" altLang="en-US" dirty="0" smtClean="0"/>
              <a:t>ES answers the question: “If things do get bad, just how bad will they be”</a:t>
            </a:r>
          </a:p>
        </p:txBody>
      </p:sp>
      <p:sp>
        <p:nvSpPr>
          <p:cNvPr id="17413" name="Slide Number Placeholder 5"/>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spcBef>
                <a:spcPct val="20000"/>
              </a:spcBef>
              <a:buClr>
                <a:schemeClr val="tx2"/>
              </a:buClr>
              <a:buSzPct val="70000"/>
              <a:buFont typeface="Wingdings" panose="05000000000000000000" pitchFamily="2" charset="2"/>
              <a:buChar char="l"/>
              <a:defRPr sz="3200">
                <a:solidFill>
                  <a:schemeClr val="tx1"/>
                </a:solidFill>
                <a:latin typeface="Arial" panose="020B0604020202020204" pitchFamily="34" charset="0"/>
              </a:defRPr>
            </a:lvl1pPr>
            <a:lvl2pPr marL="742950" indent="-285750" eaLnBrk="0" hangingPunct="0">
              <a:spcBef>
                <a:spcPct val="20000"/>
              </a:spcBef>
              <a:buClr>
                <a:schemeClr val="accent2"/>
              </a:buClr>
              <a:buSzPct val="70000"/>
              <a:buFont typeface="Wingdings" panose="05000000000000000000" pitchFamily="2" charset="2"/>
              <a:buChar char="l"/>
              <a:defRPr sz="2800">
                <a:solidFill>
                  <a:schemeClr val="tx1"/>
                </a:solidFill>
                <a:latin typeface="Arial" panose="020B0604020202020204" pitchFamily="34" charset="0"/>
              </a:defRPr>
            </a:lvl2pPr>
            <a:lvl3pPr marL="1143000" indent="-228600" eaLnBrk="0" hangingPunct="0">
              <a:spcBef>
                <a:spcPct val="20000"/>
              </a:spcBef>
              <a:buClr>
                <a:schemeClr val="accent1"/>
              </a:buClr>
              <a:buSzPct val="70000"/>
              <a:buFont typeface="Wingdings" panose="05000000000000000000" pitchFamily="2" charset="2"/>
              <a:buChar char="l"/>
              <a:defRPr sz="2400">
                <a:solidFill>
                  <a:schemeClr val="tx1"/>
                </a:solidFill>
                <a:latin typeface="Arial" panose="020B0604020202020204" pitchFamily="34" charset="0"/>
              </a:defRPr>
            </a:lvl3pPr>
            <a:lvl4pPr marL="1600200" indent="-228600" eaLnBrk="0" hangingPunct="0">
              <a:spcBef>
                <a:spcPct val="20000"/>
              </a:spcBef>
              <a:buClr>
                <a:schemeClr val="tx2"/>
              </a:buClr>
              <a:buSzPct val="75000"/>
              <a:buFont typeface="Wingdings" panose="05000000000000000000" pitchFamily="2" charset="2"/>
              <a:buChar char="§"/>
              <a:defRPr sz="2000">
                <a:solidFill>
                  <a:schemeClr val="tx1"/>
                </a:solidFill>
                <a:latin typeface="Arial" panose="020B0604020202020204" pitchFamily="34" charset="0"/>
              </a:defRPr>
            </a:lvl4pPr>
            <a:lvl5pPr marL="2057400" indent="-228600" eaLnBrk="0" hangingPunct="0">
              <a:spcBef>
                <a:spcPct val="20000"/>
              </a:spcBef>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9pPr>
          </a:lstStyle>
          <a:p>
            <a:pPr eaLnBrk="1" hangingPunct="1">
              <a:spcBef>
                <a:spcPct val="0"/>
              </a:spcBef>
              <a:buClrTx/>
              <a:buSzTx/>
              <a:buFontTx/>
              <a:buNone/>
            </a:pPr>
            <a:fld id="{14421DA1-DCF0-4C49-9964-93C047F684DC}" type="slidenum">
              <a:rPr lang="en-US" altLang="en-US" sz="1800"/>
              <a:pPr eaLnBrk="1" hangingPunct="1">
                <a:spcBef>
                  <a:spcPct val="0"/>
                </a:spcBef>
                <a:buClrTx/>
                <a:buSzTx/>
                <a:buFontTx/>
                <a:buNone/>
              </a:pPr>
              <a:t>4</a:t>
            </a:fld>
            <a:endParaRPr lang="en-US" altLang="en-US" sz="180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8370" name="Rectangle 2"/>
          <p:cNvSpPr>
            <a:spLocks noGrp="1" noChangeArrowheads="1"/>
          </p:cNvSpPr>
          <p:nvPr>
            <p:ph type="title"/>
          </p:nvPr>
        </p:nvSpPr>
        <p:spPr>
          <a:xfrm>
            <a:off x="246063" y="930275"/>
            <a:ext cx="8212137" cy="1143000"/>
          </a:xfrm>
        </p:spPr>
        <p:txBody>
          <a:bodyPr lIns="92075" tIns="46038" rIns="92075" bIns="46038"/>
          <a:lstStyle/>
          <a:p>
            <a:pPr eaLnBrk="1" fontAlgn="auto" hangingPunct="1">
              <a:spcAft>
                <a:spcPts val="0"/>
              </a:spcAft>
              <a:defRPr/>
            </a:pPr>
            <a:r>
              <a:rPr lang="en-US" sz="4000" dirty="0">
                <a:solidFill>
                  <a:schemeClr val="tx2">
                    <a:satMod val="130000"/>
                  </a:schemeClr>
                </a:solidFill>
              </a:rPr>
              <a:t>Historical </a:t>
            </a:r>
            <a:r>
              <a:rPr lang="en-US" sz="4000" dirty="0" smtClean="0">
                <a:solidFill>
                  <a:schemeClr val="tx2">
                    <a:satMod val="130000"/>
                  </a:schemeClr>
                </a:solidFill>
              </a:rPr>
              <a:t>Simulation to Calculate the One-Day </a:t>
            </a:r>
            <a:r>
              <a:rPr lang="en-US" sz="4000" dirty="0" err="1" smtClean="0">
                <a:solidFill>
                  <a:schemeClr val="tx2">
                    <a:satMod val="130000"/>
                  </a:schemeClr>
                </a:solidFill>
              </a:rPr>
              <a:t>VaR</a:t>
            </a:r>
            <a:r>
              <a:rPr lang="en-US" sz="4000" dirty="0" smtClean="0">
                <a:solidFill>
                  <a:schemeClr val="tx2">
                    <a:satMod val="130000"/>
                  </a:schemeClr>
                </a:solidFill>
              </a:rPr>
              <a:t> or ES</a:t>
            </a:r>
            <a:endParaRPr lang="en-US" dirty="0">
              <a:solidFill>
                <a:schemeClr val="tx2">
                  <a:satMod val="130000"/>
                </a:schemeClr>
              </a:solidFill>
            </a:endParaRPr>
          </a:p>
        </p:txBody>
      </p:sp>
      <p:sp>
        <p:nvSpPr>
          <p:cNvPr id="11267" name="Rectangle 3"/>
          <p:cNvSpPr>
            <a:spLocks noGrp="1" noChangeArrowheads="1"/>
          </p:cNvSpPr>
          <p:nvPr>
            <p:ph idx="1"/>
          </p:nvPr>
        </p:nvSpPr>
        <p:spPr>
          <a:xfrm>
            <a:off x="685800" y="1828800"/>
            <a:ext cx="7772400" cy="4114800"/>
          </a:xfrm>
        </p:spPr>
        <p:txBody>
          <a:bodyPr lIns="92075" tIns="46038" rIns="92075" bIns="46038"/>
          <a:lstStyle/>
          <a:p>
            <a:pPr eaLnBrk="1" hangingPunct="1">
              <a:lnSpc>
                <a:spcPct val="90000"/>
              </a:lnSpc>
              <a:buFontTx/>
              <a:buNone/>
            </a:pPr>
            <a:endParaRPr lang="en-US" altLang="en-US" dirty="0" smtClean="0"/>
          </a:p>
          <a:p>
            <a:pPr eaLnBrk="1" hangingPunct="1">
              <a:lnSpc>
                <a:spcPct val="90000"/>
              </a:lnSpc>
            </a:pPr>
            <a:r>
              <a:rPr lang="en-US" altLang="en-US" dirty="0" smtClean="0"/>
              <a:t>Create a database of the daily movements in all market variables.</a:t>
            </a:r>
          </a:p>
          <a:p>
            <a:pPr eaLnBrk="1" hangingPunct="1">
              <a:lnSpc>
                <a:spcPct val="90000"/>
              </a:lnSpc>
            </a:pPr>
            <a:r>
              <a:rPr lang="en-US" altLang="en-US" dirty="0" smtClean="0"/>
              <a:t>The first simulation trial assumes that  the percentage changes in all market variables are as on the first day</a:t>
            </a:r>
          </a:p>
          <a:p>
            <a:pPr eaLnBrk="1" hangingPunct="1">
              <a:lnSpc>
                <a:spcPct val="90000"/>
              </a:lnSpc>
            </a:pPr>
            <a:r>
              <a:rPr lang="en-US" altLang="en-US" dirty="0" smtClean="0"/>
              <a:t>The second simulation trial assumes that  the percentage changes in all market variables are as on the second day</a:t>
            </a:r>
          </a:p>
          <a:p>
            <a:pPr eaLnBrk="1" hangingPunct="1">
              <a:lnSpc>
                <a:spcPct val="90000"/>
              </a:lnSpc>
            </a:pPr>
            <a:r>
              <a:rPr lang="en-US" altLang="en-US" dirty="0" smtClean="0"/>
              <a:t>and so on</a:t>
            </a:r>
          </a:p>
        </p:txBody>
      </p:sp>
      <p:sp>
        <p:nvSpPr>
          <p:cNvPr id="11268" name="Footer Placeholder 4"/>
          <p:cNvSpPr>
            <a:spLocks noGrp="1"/>
          </p:cNvSpPr>
          <p:nvPr>
            <p:ph type="ftr"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spcBef>
                <a:spcPct val="20000"/>
              </a:spcBef>
              <a:buBlip>
                <a:blip r:embed="rId3"/>
              </a:buBlip>
              <a:defRPr sz="3200">
                <a:solidFill>
                  <a:schemeClr val="tx1"/>
                </a:solidFill>
                <a:latin typeface="Tahoma" panose="020B0604030504040204" pitchFamily="34" charset="0"/>
              </a:defRPr>
            </a:lvl1pPr>
            <a:lvl2pPr marL="742950" indent="-285750" eaLnBrk="0" hangingPunct="0">
              <a:spcBef>
                <a:spcPct val="20000"/>
              </a:spcBef>
              <a:buSzPct val="75000"/>
              <a:buBlip>
                <a:blip r:embed="rId4"/>
              </a:buBlip>
              <a:defRPr sz="2800">
                <a:solidFill>
                  <a:schemeClr val="tx1"/>
                </a:solidFill>
                <a:latin typeface="Tahoma" panose="020B0604030504040204" pitchFamily="34" charset="0"/>
              </a:defRPr>
            </a:lvl2pPr>
            <a:lvl3pPr marL="1143000" indent="-228600" eaLnBrk="0" hangingPunct="0">
              <a:spcBef>
                <a:spcPct val="20000"/>
              </a:spcBef>
              <a:buChar char="•"/>
              <a:defRPr sz="2400">
                <a:solidFill>
                  <a:schemeClr val="tx1"/>
                </a:solidFill>
                <a:latin typeface="Tahoma" panose="020B0604030504040204" pitchFamily="34" charset="0"/>
              </a:defRPr>
            </a:lvl3pPr>
            <a:lvl4pPr marL="1600200" indent="-228600" eaLnBrk="0" hangingPunct="0">
              <a:spcBef>
                <a:spcPct val="20000"/>
              </a:spcBef>
              <a:buChar char="–"/>
              <a:defRPr sz="2000">
                <a:solidFill>
                  <a:schemeClr val="tx1"/>
                </a:solidFill>
                <a:latin typeface="Tahoma" panose="020B0604030504040204" pitchFamily="34" charset="0"/>
              </a:defRPr>
            </a:lvl4pPr>
            <a:lvl5pPr marL="2057400" indent="-228600" eaLnBrk="0" hangingPunct="0">
              <a:spcBef>
                <a:spcPct val="20000"/>
              </a:spcBef>
              <a:buClr>
                <a:schemeClr val="tx2"/>
              </a:buClr>
              <a:buChar char="–"/>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tx2"/>
              </a:buClr>
              <a:buChar char="–"/>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tx2"/>
              </a:buClr>
              <a:buChar char="–"/>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tx2"/>
              </a:buClr>
              <a:buChar char="–"/>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tx2"/>
              </a:buClr>
              <a:buChar char="–"/>
              <a:defRPr sz="2000">
                <a:solidFill>
                  <a:schemeClr val="tx1"/>
                </a:solidFill>
                <a:latin typeface="Tahoma" panose="020B0604030504040204" pitchFamily="34" charset="0"/>
              </a:defRPr>
            </a:lvl9pPr>
          </a:lstStyle>
          <a:p>
            <a:pPr eaLnBrk="1" hangingPunct="1">
              <a:spcBef>
                <a:spcPct val="0"/>
              </a:spcBef>
              <a:buFontTx/>
              <a:buNone/>
            </a:pPr>
            <a:r>
              <a:rPr lang="en-US" altLang="en-US" sz="1400" smtClean="0">
                <a:latin typeface="Arial" panose="020B0604020202020204" pitchFamily="34" charset="0"/>
                <a:cs typeface="Arial" panose="020B0604020202020204" pitchFamily="34" charset="0"/>
              </a:rPr>
              <a:t>Options, Futures, and Other Derivatives,  11th Edition, Copyright © John  C. Hull 2021</a:t>
            </a:r>
          </a:p>
        </p:txBody>
      </p:sp>
      <p:sp>
        <p:nvSpPr>
          <p:cNvPr id="11269" name="Slide Number Placeholder 5"/>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spcBef>
                <a:spcPct val="20000"/>
              </a:spcBef>
              <a:buBlip>
                <a:blip r:embed="rId3"/>
              </a:buBlip>
              <a:defRPr sz="3200">
                <a:solidFill>
                  <a:schemeClr val="tx1"/>
                </a:solidFill>
                <a:latin typeface="Tahoma" panose="020B0604030504040204" pitchFamily="34" charset="0"/>
              </a:defRPr>
            </a:lvl1pPr>
            <a:lvl2pPr marL="742950" indent="-285750" eaLnBrk="0" hangingPunct="0">
              <a:spcBef>
                <a:spcPct val="20000"/>
              </a:spcBef>
              <a:buSzPct val="75000"/>
              <a:buBlip>
                <a:blip r:embed="rId4"/>
              </a:buBlip>
              <a:defRPr sz="2800">
                <a:solidFill>
                  <a:schemeClr val="tx1"/>
                </a:solidFill>
                <a:latin typeface="Tahoma" panose="020B0604030504040204" pitchFamily="34" charset="0"/>
              </a:defRPr>
            </a:lvl2pPr>
            <a:lvl3pPr marL="1143000" indent="-228600" eaLnBrk="0" hangingPunct="0">
              <a:spcBef>
                <a:spcPct val="20000"/>
              </a:spcBef>
              <a:buChar char="•"/>
              <a:defRPr sz="2400">
                <a:solidFill>
                  <a:schemeClr val="tx1"/>
                </a:solidFill>
                <a:latin typeface="Tahoma" panose="020B0604030504040204" pitchFamily="34" charset="0"/>
              </a:defRPr>
            </a:lvl3pPr>
            <a:lvl4pPr marL="1600200" indent="-228600" eaLnBrk="0" hangingPunct="0">
              <a:spcBef>
                <a:spcPct val="20000"/>
              </a:spcBef>
              <a:buChar char="–"/>
              <a:defRPr sz="2000">
                <a:solidFill>
                  <a:schemeClr val="tx1"/>
                </a:solidFill>
                <a:latin typeface="Tahoma" panose="020B0604030504040204" pitchFamily="34" charset="0"/>
              </a:defRPr>
            </a:lvl4pPr>
            <a:lvl5pPr marL="2057400" indent="-228600" eaLnBrk="0" hangingPunct="0">
              <a:spcBef>
                <a:spcPct val="20000"/>
              </a:spcBef>
              <a:buClr>
                <a:schemeClr val="tx2"/>
              </a:buClr>
              <a:buChar char="–"/>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tx2"/>
              </a:buClr>
              <a:buChar char="–"/>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tx2"/>
              </a:buClr>
              <a:buChar char="–"/>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tx2"/>
              </a:buClr>
              <a:buChar char="–"/>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tx2"/>
              </a:buClr>
              <a:buChar char="–"/>
              <a:defRPr sz="2000">
                <a:solidFill>
                  <a:schemeClr val="tx1"/>
                </a:solidFill>
                <a:latin typeface="Tahoma" panose="020B0604030504040204" pitchFamily="34" charset="0"/>
              </a:defRPr>
            </a:lvl9pPr>
          </a:lstStyle>
          <a:p>
            <a:pPr eaLnBrk="1" hangingPunct="1">
              <a:spcBef>
                <a:spcPct val="0"/>
              </a:spcBef>
              <a:buFontTx/>
              <a:buNone/>
            </a:pPr>
            <a:fld id="{ACBC421C-16D2-429C-B68C-3E063921A6AE}" type="slidenum">
              <a:rPr lang="en-US" altLang="en-US" sz="1400">
                <a:latin typeface="Arial" panose="020B0604020202020204" pitchFamily="34" charset="0"/>
              </a:rPr>
              <a:pPr eaLnBrk="1" hangingPunct="1">
                <a:spcBef>
                  <a:spcPct val="0"/>
                </a:spcBef>
                <a:buFontTx/>
                <a:buNone/>
              </a:pPr>
              <a:t>5</a:t>
            </a:fld>
            <a:endParaRPr lang="en-US" altLang="en-US" sz="1400">
              <a:latin typeface="Arial" panose="020B0604020202020204" pitchFamily="34" charset="0"/>
            </a:endParaRPr>
          </a:p>
        </p:txBody>
      </p:sp>
    </p:spTree>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0418" name="Rectangle 2"/>
          <p:cNvSpPr>
            <a:spLocks noGrp="1" noChangeArrowheads="1"/>
          </p:cNvSpPr>
          <p:nvPr>
            <p:ph type="title"/>
          </p:nvPr>
        </p:nvSpPr>
        <p:spPr/>
        <p:txBody>
          <a:bodyPr>
            <a:normAutofit/>
          </a:bodyPr>
          <a:lstStyle/>
          <a:p>
            <a:pPr eaLnBrk="1" fontAlgn="auto" hangingPunct="1">
              <a:spcAft>
                <a:spcPts val="0"/>
              </a:spcAft>
              <a:defRPr/>
            </a:pPr>
            <a:r>
              <a:rPr lang="en-US">
                <a:solidFill>
                  <a:schemeClr val="tx2">
                    <a:satMod val="130000"/>
                  </a:schemeClr>
                </a:solidFill>
              </a:rPr>
              <a:t>Historical Simulation continued</a:t>
            </a:r>
          </a:p>
        </p:txBody>
      </p:sp>
      <p:sp>
        <p:nvSpPr>
          <p:cNvPr id="12291" name="Rectangle 3"/>
          <p:cNvSpPr>
            <a:spLocks noGrp="1" noChangeArrowheads="1"/>
          </p:cNvSpPr>
          <p:nvPr>
            <p:ph idx="1"/>
          </p:nvPr>
        </p:nvSpPr>
        <p:spPr/>
        <p:txBody>
          <a:bodyPr/>
          <a:lstStyle/>
          <a:p>
            <a:pPr eaLnBrk="1" hangingPunct="1"/>
            <a:r>
              <a:rPr lang="en-US" altLang="en-US" smtClean="0"/>
              <a:t>Suppose we use 501 days of historical data (Day 0 to Day 500)</a:t>
            </a:r>
          </a:p>
          <a:p>
            <a:pPr eaLnBrk="1" hangingPunct="1"/>
            <a:r>
              <a:rPr lang="en-US" altLang="en-US" smtClean="0"/>
              <a:t>Let </a:t>
            </a:r>
            <a:r>
              <a:rPr lang="en-US" altLang="en-US" i="1" smtClean="0">
                <a:latin typeface="Times New Roman" panose="02020603050405020304" pitchFamily="18" charset="0"/>
              </a:rPr>
              <a:t>v</a:t>
            </a:r>
            <a:r>
              <a:rPr lang="en-US" altLang="en-US" i="1" baseline="-25000" smtClean="0">
                <a:latin typeface="Times New Roman" panose="02020603050405020304" pitchFamily="18" charset="0"/>
              </a:rPr>
              <a:t>i</a:t>
            </a:r>
            <a:r>
              <a:rPr lang="en-US" altLang="en-US" i="1" smtClean="0">
                <a:latin typeface="Times New Roman" panose="02020603050405020304" pitchFamily="18" charset="0"/>
              </a:rPr>
              <a:t> </a:t>
            </a:r>
            <a:r>
              <a:rPr lang="en-US" altLang="en-US" smtClean="0"/>
              <a:t>be the value of a variable on day </a:t>
            </a:r>
            <a:r>
              <a:rPr lang="en-US" altLang="en-US" i="1" smtClean="0">
                <a:latin typeface="Times New Roman" panose="02020603050405020304" pitchFamily="18" charset="0"/>
              </a:rPr>
              <a:t>i</a:t>
            </a:r>
          </a:p>
          <a:p>
            <a:pPr eaLnBrk="1" hangingPunct="1"/>
            <a:r>
              <a:rPr lang="en-US" altLang="en-US" smtClean="0"/>
              <a:t>There are 500 simulation trials</a:t>
            </a:r>
          </a:p>
          <a:p>
            <a:pPr eaLnBrk="1" hangingPunct="1"/>
            <a:r>
              <a:rPr lang="en-US" altLang="en-US" smtClean="0"/>
              <a:t>The </a:t>
            </a:r>
            <a:r>
              <a:rPr lang="en-US" altLang="en-US" i="1" smtClean="0">
                <a:latin typeface="Times New Roman" panose="02020603050405020304" pitchFamily="18" charset="0"/>
              </a:rPr>
              <a:t>i</a:t>
            </a:r>
            <a:r>
              <a:rPr lang="en-US" altLang="en-US" smtClean="0"/>
              <a:t>th trial assumes that the value of the market variable tomorrow is  </a:t>
            </a:r>
          </a:p>
        </p:txBody>
      </p:sp>
      <p:sp>
        <p:nvSpPr>
          <p:cNvPr id="12292" name="Footer Placeholder 4"/>
          <p:cNvSpPr>
            <a:spLocks noGrp="1"/>
          </p:cNvSpPr>
          <p:nvPr>
            <p:ph type="ftr"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spcBef>
                <a:spcPct val="20000"/>
              </a:spcBef>
              <a:buBlip>
                <a:blip r:embed="rId4"/>
              </a:buBlip>
              <a:defRPr sz="3200">
                <a:solidFill>
                  <a:schemeClr val="tx1"/>
                </a:solidFill>
                <a:latin typeface="Tahoma" panose="020B0604030504040204" pitchFamily="34" charset="0"/>
              </a:defRPr>
            </a:lvl1pPr>
            <a:lvl2pPr marL="742950" indent="-285750" eaLnBrk="0" hangingPunct="0">
              <a:spcBef>
                <a:spcPct val="20000"/>
              </a:spcBef>
              <a:buSzPct val="75000"/>
              <a:buBlip>
                <a:blip r:embed="rId5"/>
              </a:buBlip>
              <a:defRPr sz="2800">
                <a:solidFill>
                  <a:schemeClr val="tx1"/>
                </a:solidFill>
                <a:latin typeface="Tahoma" panose="020B0604030504040204" pitchFamily="34" charset="0"/>
              </a:defRPr>
            </a:lvl2pPr>
            <a:lvl3pPr marL="1143000" indent="-228600" eaLnBrk="0" hangingPunct="0">
              <a:spcBef>
                <a:spcPct val="20000"/>
              </a:spcBef>
              <a:buChar char="•"/>
              <a:defRPr sz="2400">
                <a:solidFill>
                  <a:schemeClr val="tx1"/>
                </a:solidFill>
                <a:latin typeface="Tahoma" panose="020B0604030504040204" pitchFamily="34" charset="0"/>
              </a:defRPr>
            </a:lvl3pPr>
            <a:lvl4pPr marL="1600200" indent="-228600" eaLnBrk="0" hangingPunct="0">
              <a:spcBef>
                <a:spcPct val="20000"/>
              </a:spcBef>
              <a:buChar char="–"/>
              <a:defRPr sz="2000">
                <a:solidFill>
                  <a:schemeClr val="tx1"/>
                </a:solidFill>
                <a:latin typeface="Tahoma" panose="020B0604030504040204" pitchFamily="34" charset="0"/>
              </a:defRPr>
            </a:lvl4pPr>
            <a:lvl5pPr marL="2057400" indent="-228600" eaLnBrk="0" hangingPunct="0">
              <a:spcBef>
                <a:spcPct val="20000"/>
              </a:spcBef>
              <a:buClr>
                <a:schemeClr val="tx2"/>
              </a:buClr>
              <a:buChar char="–"/>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tx2"/>
              </a:buClr>
              <a:buChar char="–"/>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tx2"/>
              </a:buClr>
              <a:buChar char="–"/>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tx2"/>
              </a:buClr>
              <a:buChar char="–"/>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tx2"/>
              </a:buClr>
              <a:buChar char="–"/>
              <a:defRPr sz="2000">
                <a:solidFill>
                  <a:schemeClr val="tx1"/>
                </a:solidFill>
                <a:latin typeface="Tahoma" panose="020B0604030504040204" pitchFamily="34" charset="0"/>
              </a:defRPr>
            </a:lvl9pPr>
          </a:lstStyle>
          <a:p>
            <a:pPr eaLnBrk="1" hangingPunct="1">
              <a:spcBef>
                <a:spcPct val="0"/>
              </a:spcBef>
              <a:buFontTx/>
              <a:buNone/>
            </a:pPr>
            <a:r>
              <a:rPr lang="en-US" altLang="en-US" sz="1400" smtClean="0">
                <a:latin typeface="Arial" panose="020B0604020202020204" pitchFamily="34" charset="0"/>
                <a:cs typeface="Arial" panose="020B0604020202020204" pitchFamily="34" charset="0"/>
              </a:rPr>
              <a:t>Options, Futures, and Other Derivatives,  11th Edition, Copyright © John  C. Hull 2021</a:t>
            </a:r>
          </a:p>
        </p:txBody>
      </p:sp>
      <p:sp>
        <p:nvSpPr>
          <p:cNvPr id="12293" name="Slide Number Placeholder 5"/>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spcBef>
                <a:spcPct val="20000"/>
              </a:spcBef>
              <a:buBlip>
                <a:blip r:embed="rId4"/>
              </a:buBlip>
              <a:defRPr sz="3200">
                <a:solidFill>
                  <a:schemeClr val="tx1"/>
                </a:solidFill>
                <a:latin typeface="Tahoma" panose="020B0604030504040204" pitchFamily="34" charset="0"/>
              </a:defRPr>
            </a:lvl1pPr>
            <a:lvl2pPr marL="742950" indent="-285750" eaLnBrk="0" hangingPunct="0">
              <a:spcBef>
                <a:spcPct val="20000"/>
              </a:spcBef>
              <a:buSzPct val="75000"/>
              <a:buBlip>
                <a:blip r:embed="rId5"/>
              </a:buBlip>
              <a:defRPr sz="2800">
                <a:solidFill>
                  <a:schemeClr val="tx1"/>
                </a:solidFill>
                <a:latin typeface="Tahoma" panose="020B0604030504040204" pitchFamily="34" charset="0"/>
              </a:defRPr>
            </a:lvl2pPr>
            <a:lvl3pPr marL="1143000" indent="-228600" eaLnBrk="0" hangingPunct="0">
              <a:spcBef>
                <a:spcPct val="20000"/>
              </a:spcBef>
              <a:buChar char="•"/>
              <a:defRPr sz="2400">
                <a:solidFill>
                  <a:schemeClr val="tx1"/>
                </a:solidFill>
                <a:latin typeface="Tahoma" panose="020B0604030504040204" pitchFamily="34" charset="0"/>
              </a:defRPr>
            </a:lvl3pPr>
            <a:lvl4pPr marL="1600200" indent="-228600" eaLnBrk="0" hangingPunct="0">
              <a:spcBef>
                <a:spcPct val="20000"/>
              </a:spcBef>
              <a:buChar char="–"/>
              <a:defRPr sz="2000">
                <a:solidFill>
                  <a:schemeClr val="tx1"/>
                </a:solidFill>
                <a:latin typeface="Tahoma" panose="020B0604030504040204" pitchFamily="34" charset="0"/>
              </a:defRPr>
            </a:lvl4pPr>
            <a:lvl5pPr marL="2057400" indent="-228600" eaLnBrk="0" hangingPunct="0">
              <a:spcBef>
                <a:spcPct val="20000"/>
              </a:spcBef>
              <a:buClr>
                <a:schemeClr val="tx2"/>
              </a:buClr>
              <a:buChar char="–"/>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tx2"/>
              </a:buClr>
              <a:buChar char="–"/>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tx2"/>
              </a:buClr>
              <a:buChar char="–"/>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tx2"/>
              </a:buClr>
              <a:buChar char="–"/>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tx2"/>
              </a:buClr>
              <a:buChar char="–"/>
              <a:defRPr sz="2000">
                <a:solidFill>
                  <a:schemeClr val="tx1"/>
                </a:solidFill>
                <a:latin typeface="Tahoma" panose="020B0604030504040204" pitchFamily="34" charset="0"/>
              </a:defRPr>
            </a:lvl9pPr>
          </a:lstStyle>
          <a:p>
            <a:pPr eaLnBrk="1" hangingPunct="1">
              <a:spcBef>
                <a:spcPct val="0"/>
              </a:spcBef>
              <a:buFontTx/>
              <a:buNone/>
            </a:pPr>
            <a:fld id="{739C012B-13C4-4527-BCC0-89CC410BBE53}" type="slidenum">
              <a:rPr lang="en-US" altLang="en-US" sz="1400">
                <a:latin typeface="Arial" panose="020B0604020202020204" pitchFamily="34" charset="0"/>
              </a:rPr>
              <a:pPr eaLnBrk="1" hangingPunct="1">
                <a:spcBef>
                  <a:spcPct val="0"/>
                </a:spcBef>
                <a:buFontTx/>
                <a:buNone/>
              </a:pPr>
              <a:t>6</a:t>
            </a:fld>
            <a:endParaRPr lang="en-US" altLang="en-US" sz="1400">
              <a:latin typeface="Arial" panose="020B0604020202020204" pitchFamily="34" charset="0"/>
            </a:endParaRPr>
          </a:p>
        </p:txBody>
      </p:sp>
      <p:graphicFrame>
        <p:nvGraphicFramePr>
          <p:cNvPr id="12294" name="Object 4"/>
          <p:cNvGraphicFramePr>
            <a:graphicFrameLocks noChangeAspect="1"/>
          </p:cNvGraphicFramePr>
          <p:nvPr/>
        </p:nvGraphicFramePr>
        <p:xfrm>
          <a:off x="3228975" y="4892675"/>
          <a:ext cx="1238250" cy="1079500"/>
        </p:xfrm>
        <a:graphic>
          <a:graphicData uri="http://schemas.openxmlformats.org/presentationml/2006/ole">
            <mc:AlternateContent xmlns:mc="http://schemas.openxmlformats.org/markup-compatibility/2006">
              <mc:Choice xmlns:v="urn:schemas-microsoft-com:vml" Requires="v">
                <p:oleObj spid="_x0000_s12313" name="Equation" r:id="rId6" imgW="476244" imgH="409590" progId="Equation.3">
                  <p:embed/>
                </p:oleObj>
              </mc:Choice>
              <mc:Fallback>
                <p:oleObj name="Equation" r:id="rId6" imgW="476244" imgH="409590" progId="Equation.3">
                  <p:embed/>
                  <p:pic>
                    <p:nvPicPr>
                      <p:cNvPr id="0" name="Object 4"/>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3228975" y="4892675"/>
                        <a:ext cx="1238250" cy="10795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Tree>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4" name="Title 1"/>
          <p:cNvSpPr>
            <a:spLocks noGrp="1"/>
          </p:cNvSpPr>
          <p:nvPr>
            <p:ph type="title"/>
          </p:nvPr>
        </p:nvSpPr>
        <p:spPr>
          <a:xfrm>
            <a:off x="381000" y="1219200"/>
            <a:ext cx="8001000" cy="1143000"/>
          </a:xfrm>
        </p:spPr>
        <p:txBody>
          <a:bodyPr/>
          <a:lstStyle/>
          <a:p>
            <a:pPr eaLnBrk="1" hangingPunct="1"/>
            <a:r>
              <a:rPr lang="en-US" altLang="en-US" dirty="0" smtClean="0"/>
              <a:t> </a:t>
            </a:r>
            <a:r>
              <a:rPr lang="en-US" altLang="en-US" sz="3600" dirty="0" smtClean="0"/>
              <a:t>Example : Calculation of  1-day, 99% </a:t>
            </a:r>
            <a:r>
              <a:rPr lang="en-US" altLang="en-US" sz="3600" dirty="0" err="1" smtClean="0"/>
              <a:t>VaR</a:t>
            </a:r>
            <a:r>
              <a:rPr lang="en-US" altLang="en-US" sz="3600" dirty="0" smtClean="0"/>
              <a:t> or ES for a Portfolio on </a:t>
            </a:r>
            <a:r>
              <a:rPr lang="en-US" altLang="en-US" sz="3600" dirty="0"/>
              <a:t>J</a:t>
            </a:r>
            <a:r>
              <a:rPr lang="en-US" altLang="en-US" sz="3600" dirty="0" smtClean="0"/>
              <a:t>uly 8, 2020 </a:t>
            </a:r>
            <a:r>
              <a:rPr lang="en-US" altLang="en-US" sz="2000" dirty="0" smtClean="0"/>
              <a:t>(Table 22.1)</a:t>
            </a:r>
          </a:p>
        </p:txBody>
      </p:sp>
      <p:sp>
        <p:nvSpPr>
          <p:cNvPr id="13315" name="Footer Placeholder 2"/>
          <p:cNvSpPr>
            <a:spLocks noGrp="1"/>
          </p:cNvSpPr>
          <p:nvPr>
            <p:ph type="ftr"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spcBef>
                <a:spcPct val="20000"/>
              </a:spcBef>
              <a:buBlip>
                <a:blip r:embed="rId3"/>
              </a:buBlip>
              <a:defRPr sz="3200">
                <a:solidFill>
                  <a:schemeClr val="tx1"/>
                </a:solidFill>
                <a:latin typeface="Tahoma" panose="020B0604030504040204" pitchFamily="34" charset="0"/>
              </a:defRPr>
            </a:lvl1pPr>
            <a:lvl2pPr marL="742950" indent="-285750" eaLnBrk="0" hangingPunct="0">
              <a:spcBef>
                <a:spcPct val="20000"/>
              </a:spcBef>
              <a:buSzPct val="75000"/>
              <a:buBlip>
                <a:blip r:embed="rId4"/>
              </a:buBlip>
              <a:defRPr sz="2800">
                <a:solidFill>
                  <a:schemeClr val="tx1"/>
                </a:solidFill>
                <a:latin typeface="Tahoma" panose="020B0604030504040204" pitchFamily="34" charset="0"/>
              </a:defRPr>
            </a:lvl2pPr>
            <a:lvl3pPr marL="1143000" indent="-228600" eaLnBrk="0" hangingPunct="0">
              <a:spcBef>
                <a:spcPct val="20000"/>
              </a:spcBef>
              <a:buChar char="•"/>
              <a:defRPr sz="2400">
                <a:solidFill>
                  <a:schemeClr val="tx1"/>
                </a:solidFill>
                <a:latin typeface="Tahoma" panose="020B0604030504040204" pitchFamily="34" charset="0"/>
              </a:defRPr>
            </a:lvl3pPr>
            <a:lvl4pPr marL="1600200" indent="-228600" eaLnBrk="0" hangingPunct="0">
              <a:spcBef>
                <a:spcPct val="20000"/>
              </a:spcBef>
              <a:buChar char="–"/>
              <a:defRPr sz="2000">
                <a:solidFill>
                  <a:schemeClr val="tx1"/>
                </a:solidFill>
                <a:latin typeface="Tahoma" panose="020B0604030504040204" pitchFamily="34" charset="0"/>
              </a:defRPr>
            </a:lvl4pPr>
            <a:lvl5pPr marL="2057400" indent="-228600" eaLnBrk="0" hangingPunct="0">
              <a:spcBef>
                <a:spcPct val="20000"/>
              </a:spcBef>
              <a:buClr>
                <a:schemeClr val="tx2"/>
              </a:buClr>
              <a:buChar char="–"/>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tx2"/>
              </a:buClr>
              <a:buChar char="–"/>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tx2"/>
              </a:buClr>
              <a:buChar char="–"/>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tx2"/>
              </a:buClr>
              <a:buChar char="–"/>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tx2"/>
              </a:buClr>
              <a:buChar char="–"/>
              <a:defRPr sz="2000">
                <a:solidFill>
                  <a:schemeClr val="tx1"/>
                </a:solidFill>
                <a:latin typeface="Tahoma" panose="020B0604030504040204" pitchFamily="34" charset="0"/>
              </a:defRPr>
            </a:lvl9pPr>
          </a:lstStyle>
          <a:p>
            <a:pPr eaLnBrk="1" hangingPunct="1">
              <a:spcBef>
                <a:spcPct val="0"/>
              </a:spcBef>
              <a:buFontTx/>
              <a:buNone/>
            </a:pPr>
            <a:r>
              <a:rPr lang="en-US" altLang="en-US" sz="1400" smtClean="0">
                <a:latin typeface="Arial" panose="020B0604020202020204" pitchFamily="34" charset="0"/>
                <a:cs typeface="Arial" panose="020B0604020202020204" pitchFamily="34" charset="0"/>
              </a:rPr>
              <a:t>Options, Futures, and Other Derivatives,  11th Edition, Copyright © John  C. Hull 2021</a:t>
            </a:r>
          </a:p>
        </p:txBody>
      </p:sp>
      <p:sp>
        <p:nvSpPr>
          <p:cNvPr id="13316" name="Slide Number Placeholder 3"/>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spcBef>
                <a:spcPct val="20000"/>
              </a:spcBef>
              <a:buBlip>
                <a:blip r:embed="rId3"/>
              </a:buBlip>
              <a:defRPr sz="3200">
                <a:solidFill>
                  <a:schemeClr val="tx1"/>
                </a:solidFill>
                <a:latin typeface="Tahoma" panose="020B0604030504040204" pitchFamily="34" charset="0"/>
              </a:defRPr>
            </a:lvl1pPr>
            <a:lvl2pPr marL="742950" indent="-285750" eaLnBrk="0" hangingPunct="0">
              <a:spcBef>
                <a:spcPct val="20000"/>
              </a:spcBef>
              <a:buSzPct val="75000"/>
              <a:buBlip>
                <a:blip r:embed="rId4"/>
              </a:buBlip>
              <a:defRPr sz="2800">
                <a:solidFill>
                  <a:schemeClr val="tx1"/>
                </a:solidFill>
                <a:latin typeface="Tahoma" panose="020B0604030504040204" pitchFamily="34" charset="0"/>
              </a:defRPr>
            </a:lvl2pPr>
            <a:lvl3pPr marL="1143000" indent="-228600" eaLnBrk="0" hangingPunct="0">
              <a:spcBef>
                <a:spcPct val="20000"/>
              </a:spcBef>
              <a:buChar char="•"/>
              <a:defRPr sz="2400">
                <a:solidFill>
                  <a:schemeClr val="tx1"/>
                </a:solidFill>
                <a:latin typeface="Tahoma" panose="020B0604030504040204" pitchFamily="34" charset="0"/>
              </a:defRPr>
            </a:lvl3pPr>
            <a:lvl4pPr marL="1600200" indent="-228600" eaLnBrk="0" hangingPunct="0">
              <a:spcBef>
                <a:spcPct val="20000"/>
              </a:spcBef>
              <a:buChar char="–"/>
              <a:defRPr sz="2000">
                <a:solidFill>
                  <a:schemeClr val="tx1"/>
                </a:solidFill>
                <a:latin typeface="Tahoma" panose="020B0604030504040204" pitchFamily="34" charset="0"/>
              </a:defRPr>
            </a:lvl4pPr>
            <a:lvl5pPr marL="2057400" indent="-228600" eaLnBrk="0" hangingPunct="0">
              <a:spcBef>
                <a:spcPct val="20000"/>
              </a:spcBef>
              <a:buClr>
                <a:schemeClr val="tx2"/>
              </a:buClr>
              <a:buChar char="–"/>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tx2"/>
              </a:buClr>
              <a:buChar char="–"/>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tx2"/>
              </a:buClr>
              <a:buChar char="–"/>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tx2"/>
              </a:buClr>
              <a:buChar char="–"/>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tx2"/>
              </a:buClr>
              <a:buChar char="–"/>
              <a:defRPr sz="2000">
                <a:solidFill>
                  <a:schemeClr val="tx1"/>
                </a:solidFill>
                <a:latin typeface="Tahoma" panose="020B0604030504040204" pitchFamily="34" charset="0"/>
              </a:defRPr>
            </a:lvl9pPr>
          </a:lstStyle>
          <a:p>
            <a:pPr eaLnBrk="1" hangingPunct="1">
              <a:spcBef>
                <a:spcPct val="0"/>
              </a:spcBef>
              <a:buFontTx/>
              <a:buNone/>
            </a:pPr>
            <a:fld id="{775BE27F-C314-45EB-92B8-8D25702C173C}" type="slidenum">
              <a:rPr lang="en-US" altLang="en-US" sz="1400">
                <a:latin typeface="Arial" panose="020B0604020202020204" pitchFamily="34" charset="0"/>
              </a:rPr>
              <a:pPr eaLnBrk="1" hangingPunct="1">
                <a:spcBef>
                  <a:spcPct val="0"/>
                </a:spcBef>
                <a:buFontTx/>
                <a:buNone/>
              </a:pPr>
              <a:t>7</a:t>
            </a:fld>
            <a:endParaRPr lang="en-US" altLang="en-US" sz="1400">
              <a:latin typeface="Arial" panose="020B0604020202020204" pitchFamily="34" charset="0"/>
            </a:endParaRPr>
          </a:p>
        </p:txBody>
      </p:sp>
      <p:graphicFrame>
        <p:nvGraphicFramePr>
          <p:cNvPr id="5" name="Table 4"/>
          <p:cNvGraphicFramePr>
            <a:graphicFrameLocks noGrp="1"/>
          </p:cNvGraphicFramePr>
          <p:nvPr>
            <p:extLst>
              <p:ext uri="{D42A27DB-BD31-4B8C-83A1-F6EECF244321}">
                <p14:modId xmlns:p14="http://schemas.microsoft.com/office/powerpoint/2010/main" val="4248199491"/>
              </p:ext>
            </p:extLst>
          </p:nvPr>
        </p:nvGraphicFramePr>
        <p:xfrm>
          <a:off x="1371600" y="3276600"/>
          <a:ext cx="6096000" cy="1854200"/>
        </p:xfrm>
        <a:graphic>
          <a:graphicData uri="http://schemas.openxmlformats.org/drawingml/2006/table">
            <a:tbl>
              <a:tblPr firstRow="1" bandRow="1">
                <a:tableStyleId>{5940675A-B579-460E-94D1-54222C63F5DA}</a:tableStyleId>
              </a:tblPr>
              <a:tblGrid>
                <a:gridCol w="3048000">
                  <a:extLst>
                    <a:ext uri="{9D8B030D-6E8A-4147-A177-3AD203B41FA5}">
                      <a16:colId xmlns:a16="http://schemas.microsoft.com/office/drawing/2014/main" val="20000"/>
                    </a:ext>
                  </a:extLst>
                </a:gridCol>
                <a:gridCol w="3048000">
                  <a:extLst>
                    <a:ext uri="{9D8B030D-6E8A-4147-A177-3AD203B41FA5}">
                      <a16:colId xmlns:a16="http://schemas.microsoft.com/office/drawing/2014/main" val="20001"/>
                    </a:ext>
                  </a:extLst>
                </a:gridCol>
              </a:tblGrid>
              <a:tr h="370840">
                <a:tc>
                  <a:txBody>
                    <a:bodyPr/>
                    <a:lstStyle/>
                    <a:p>
                      <a:r>
                        <a:rPr lang="en-US" i="1" dirty="0" smtClean="0">
                          <a:latin typeface="+mj-lt"/>
                        </a:rPr>
                        <a:t>Total Return Index</a:t>
                      </a:r>
                      <a:endParaRPr lang="en-US" i="1" dirty="0">
                        <a:latin typeface="+mj-lt"/>
                      </a:endParaRPr>
                    </a:p>
                  </a:txBody>
                  <a:tcPr/>
                </a:tc>
                <a:tc>
                  <a:txBody>
                    <a:bodyPr/>
                    <a:lstStyle/>
                    <a:p>
                      <a:pPr algn="ctr"/>
                      <a:r>
                        <a:rPr lang="en-US" i="1" smtClean="0">
                          <a:latin typeface="+mj-lt"/>
                        </a:rPr>
                        <a:t>Value ($000s)</a:t>
                      </a:r>
                      <a:endParaRPr lang="en-US" i="1" dirty="0">
                        <a:latin typeface="+mj-lt"/>
                      </a:endParaRPr>
                    </a:p>
                  </a:txBody>
                  <a:tcPr/>
                </a:tc>
                <a:extLst>
                  <a:ext uri="{0D108BD9-81ED-4DB2-BD59-A6C34878D82A}">
                    <a16:rowId xmlns:a16="http://schemas.microsoft.com/office/drawing/2014/main" val="10000"/>
                  </a:ext>
                </a:extLst>
              </a:tr>
              <a:tr h="370840">
                <a:tc>
                  <a:txBody>
                    <a:bodyPr/>
                    <a:lstStyle/>
                    <a:p>
                      <a:r>
                        <a:rPr lang="en-US" dirty="0" smtClean="0"/>
                        <a:t>S&amp;</a:t>
                      </a:r>
                      <a:r>
                        <a:rPr lang="en-US" baseline="0" dirty="0" smtClean="0"/>
                        <a:t>P</a:t>
                      </a:r>
                      <a:r>
                        <a:rPr lang="en-US" dirty="0" smtClean="0"/>
                        <a:t> 500</a:t>
                      </a:r>
                      <a:endParaRPr lang="en-US" dirty="0"/>
                    </a:p>
                  </a:txBody>
                  <a:tcPr/>
                </a:tc>
                <a:tc>
                  <a:txBody>
                    <a:bodyPr/>
                    <a:lstStyle/>
                    <a:p>
                      <a:pPr algn="ctr"/>
                      <a:r>
                        <a:rPr lang="en-US" dirty="0" smtClean="0"/>
                        <a:t>4,000</a:t>
                      </a:r>
                      <a:endParaRPr lang="en-US" dirty="0"/>
                    </a:p>
                  </a:txBody>
                  <a:tcPr/>
                </a:tc>
                <a:extLst>
                  <a:ext uri="{0D108BD9-81ED-4DB2-BD59-A6C34878D82A}">
                    <a16:rowId xmlns:a16="http://schemas.microsoft.com/office/drawing/2014/main" val="10001"/>
                  </a:ext>
                </a:extLst>
              </a:tr>
              <a:tr h="370840">
                <a:tc>
                  <a:txBody>
                    <a:bodyPr/>
                    <a:lstStyle/>
                    <a:p>
                      <a:r>
                        <a:rPr lang="en-US" dirty="0" smtClean="0"/>
                        <a:t>FTSE 100</a:t>
                      </a:r>
                      <a:endParaRPr lang="en-US" dirty="0"/>
                    </a:p>
                  </a:txBody>
                  <a:tcPr/>
                </a:tc>
                <a:tc>
                  <a:txBody>
                    <a:bodyPr/>
                    <a:lstStyle/>
                    <a:p>
                      <a:pPr algn="ctr"/>
                      <a:r>
                        <a:rPr lang="en-US" dirty="0" smtClean="0"/>
                        <a:t>3,000</a:t>
                      </a:r>
                      <a:endParaRPr lang="en-US" dirty="0"/>
                    </a:p>
                  </a:txBody>
                  <a:tcPr/>
                </a:tc>
                <a:extLst>
                  <a:ext uri="{0D108BD9-81ED-4DB2-BD59-A6C34878D82A}">
                    <a16:rowId xmlns:a16="http://schemas.microsoft.com/office/drawing/2014/main" val="10002"/>
                  </a:ext>
                </a:extLst>
              </a:tr>
              <a:tr h="370840">
                <a:tc>
                  <a:txBody>
                    <a:bodyPr/>
                    <a:lstStyle/>
                    <a:p>
                      <a:r>
                        <a:rPr lang="en-US" dirty="0" smtClean="0"/>
                        <a:t>CAC 40</a:t>
                      </a:r>
                      <a:endParaRPr lang="en-US" dirty="0"/>
                    </a:p>
                  </a:txBody>
                  <a:tcPr/>
                </a:tc>
                <a:tc>
                  <a:txBody>
                    <a:bodyPr/>
                    <a:lstStyle/>
                    <a:p>
                      <a:pPr algn="ctr"/>
                      <a:r>
                        <a:rPr lang="en-US" dirty="0" smtClean="0"/>
                        <a:t>1,000</a:t>
                      </a:r>
                      <a:endParaRPr lang="en-US" dirty="0"/>
                    </a:p>
                  </a:txBody>
                  <a:tcPr/>
                </a:tc>
                <a:extLst>
                  <a:ext uri="{0D108BD9-81ED-4DB2-BD59-A6C34878D82A}">
                    <a16:rowId xmlns:a16="http://schemas.microsoft.com/office/drawing/2014/main" val="10003"/>
                  </a:ext>
                </a:extLst>
              </a:tr>
              <a:tr h="370840">
                <a:tc>
                  <a:txBody>
                    <a:bodyPr/>
                    <a:lstStyle/>
                    <a:p>
                      <a:r>
                        <a:rPr lang="en-US" dirty="0" smtClean="0"/>
                        <a:t>Nikkei 225</a:t>
                      </a:r>
                      <a:endParaRPr lang="en-US" dirty="0"/>
                    </a:p>
                  </a:txBody>
                  <a:tcPr/>
                </a:tc>
                <a:tc>
                  <a:txBody>
                    <a:bodyPr/>
                    <a:lstStyle/>
                    <a:p>
                      <a:pPr algn="ctr"/>
                      <a:r>
                        <a:rPr lang="en-US" dirty="0" smtClean="0"/>
                        <a:t>2,000</a:t>
                      </a:r>
                      <a:endParaRPr lang="en-US" dirty="0"/>
                    </a:p>
                  </a:txBody>
                  <a:tcPr/>
                </a:tc>
                <a:extLst>
                  <a:ext uri="{0D108BD9-81ED-4DB2-BD59-A6C34878D82A}">
                    <a16:rowId xmlns:a16="http://schemas.microsoft.com/office/drawing/2014/main" val="10004"/>
                  </a:ext>
                </a:extLst>
              </a:tr>
            </a:tbl>
          </a:graphicData>
        </a:graphic>
      </p:graphicFrame>
    </p:spTree>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8" name="Title 1"/>
          <p:cNvSpPr>
            <a:spLocks noGrp="1"/>
          </p:cNvSpPr>
          <p:nvPr>
            <p:ph type="title"/>
          </p:nvPr>
        </p:nvSpPr>
        <p:spPr>
          <a:xfrm>
            <a:off x="302172" y="1066800"/>
            <a:ext cx="7772400" cy="1143000"/>
          </a:xfrm>
        </p:spPr>
        <p:txBody>
          <a:bodyPr/>
          <a:lstStyle/>
          <a:p>
            <a:pPr eaLnBrk="1" hangingPunct="1"/>
            <a:r>
              <a:rPr lang="en-US" altLang="en-US" dirty="0" smtClean="0"/>
              <a:t>Total Return Indices After Adjusting for Exchange Rates </a:t>
            </a:r>
            <a:r>
              <a:rPr lang="en-US" altLang="en-US" sz="2000" dirty="0" smtClean="0"/>
              <a:t>(Table 22.2)</a:t>
            </a:r>
          </a:p>
        </p:txBody>
      </p:sp>
      <p:sp>
        <p:nvSpPr>
          <p:cNvPr id="14339" name="Footer Placeholder 2"/>
          <p:cNvSpPr>
            <a:spLocks noGrp="1"/>
          </p:cNvSpPr>
          <p:nvPr>
            <p:ph type="ftr"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spcBef>
                <a:spcPct val="20000"/>
              </a:spcBef>
              <a:buBlip>
                <a:blip r:embed="rId3"/>
              </a:buBlip>
              <a:defRPr sz="3200">
                <a:solidFill>
                  <a:schemeClr val="tx1"/>
                </a:solidFill>
                <a:latin typeface="Tahoma" panose="020B0604030504040204" pitchFamily="34" charset="0"/>
              </a:defRPr>
            </a:lvl1pPr>
            <a:lvl2pPr marL="742950" indent="-285750" eaLnBrk="0" hangingPunct="0">
              <a:spcBef>
                <a:spcPct val="20000"/>
              </a:spcBef>
              <a:buSzPct val="75000"/>
              <a:buBlip>
                <a:blip r:embed="rId4"/>
              </a:buBlip>
              <a:defRPr sz="2800">
                <a:solidFill>
                  <a:schemeClr val="tx1"/>
                </a:solidFill>
                <a:latin typeface="Tahoma" panose="020B0604030504040204" pitchFamily="34" charset="0"/>
              </a:defRPr>
            </a:lvl2pPr>
            <a:lvl3pPr marL="1143000" indent="-228600" eaLnBrk="0" hangingPunct="0">
              <a:spcBef>
                <a:spcPct val="20000"/>
              </a:spcBef>
              <a:buChar char="•"/>
              <a:defRPr sz="2400">
                <a:solidFill>
                  <a:schemeClr val="tx1"/>
                </a:solidFill>
                <a:latin typeface="Tahoma" panose="020B0604030504040204" pitchFamily="34" charset="0"/>
              </a:defRPr>
            </a:lvl3pPr>
            <a:lvl4pPr marL="1600200" indent="-228600" eaLnBrk="0" hangingPunct="0">
              <a:spcBef>
                <a:spcPct val="20000"/>
              </a:spcBef>
              <a:buChar char="–"/>
              <a:defRPr sz="2000">
                <a:solidFill>
                  <a:schemeClr val="tx1"/>
                </a:solidFill>
                <a:latin typeface="Tahoma" panose="020B0604030504040204" pitchFamily="34" charset="0"/>
              </a:defRPr>
            </a:lvl4pPr>
            <a:lvl5pPr marL="2057400" indent="-228600" eaLnBrk="0" hangingPunct="0">
              <a:spcBef>
                <a:spcPct val="20000"/>
              </a:spcBef>
              <a:buClr>
                <a:schemeClr val="tx2"/>
              </a:buClr>
              <a:buChar char="–"/>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tx2"/>
              </a:buClr>
              <a:buChar char="–"/>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tx2"/>
              </a:buClr>
              <a:buChar char="–"/>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tx2"/>
              </a:buClr>
              <a:buChar char="–"/>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tx2"/>
              </a:buClr>
              <a:buChar char="–"/>
              <a:defRPr sz="2000">
                <a:solidFill>
                  <a:schemeClr val="tx1"/>
                </a:solidFill>
                <a:latin typeface="Tahoma" panose="020B0604030504040204" pitchFamily="34" charset="0"/>
              </a:defRPr>
            </a:lvl9pPr>
          </a:lstStyle>
          <a:p>
            <a:pPr eaLnBrk="1" hangingPunct="1">
              <a:spcBef>
                <a:spcPct val="0"/>
              </a:spcBef>
              <a:buFontTx/>
              <a:buNone/>
            </a:pPr>
            <a:r>
              <a:rPr lang="en-US" altLang="en-US" sz="1400" smtClean="0">
                <a:latin typeface="Arial" panose="020B0604020202020204" pitchFamily="34" charset="0"/>
                <a:cs typeface="Arial" panose="020B0604020202020204" pitchFamily="34" charset="0"/>
              </a:rPr>
              <a:t>Options, Futures, and Other Derivatives,  11th Edition, Copyright © John  C. Hull 2021</a:t>
            </a:r>
          </a:p>
        </p:txBody>
      </p:sp>
      <p:sp>
        <p:nvSpPr>
          <p:cNvPr id="14340" name="Slide Number Placeholder 3"/>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spcBef>
                <a:spcPct val="20000"/>
              </a:spcBef>
              <a:buBlip>
                <a:blip r:embed="rId3"/>
              </a:buBlip>
              <a:defRPr sz="3200">
                <a:solidFill>
                  <a:schemeClr val="tx1"/>
                </a:solidFill>
                <a:latin typeface="Tahoma" panose="020B0604030504040204" pitchFamily="34" charset="0"/>
              </a:defRPr>
            </a:lvl1pPr>
            <a:lvl2pPr marL="742950" indent="-285750" eaLnBrk="0" hangingPunct="0">
              <a:spcBef>
                <a:spcPct val="20000"/>
              </a:spcBef>
              <a:buSzPct val="75000"/>
              <a:buBlip>
                <a:blip r:embed="rId4"/>
              </a:buBlip>
              <a:defRPr sz="2800">
                <a:solidFill>
                  <a:schemeClr val="tx1"/>
                </a:solidFill>
                <a:latin typeface="Tahoma" panose="020B0604030504040204" pitchFamily="34" charset="0"/>
              </a:defRPr>
            </a:lvl2pPr>
            <a:lvl3pPr marL="1143000" indent="-228600" eaLnBrk="0" hangingPunct="0">
              <a:spcBef>
                <a:spcPct val="20000"/>
              </a:spcBef>
              <a:buChar char="•"/>
              <a:defRPr sz="2400">
                <a:solidFill>
                  <a:schemeClr val="tx1"/>
                </a:solidFill>
                <a:latin typeface="Tahoma" panose="020B0604030504040204" pitchFamily="34" charset="0"/>
              </a:defRPr>
            </a:lvl3pPr>
            <a:lvl4pPr marL="1600200" indent="-228600" eaLnBrk="0" hangingPunct="0">
              <a:spcBef>
                <a:spcPct val="20000"/>
              </a:spcBef>
              <a:buChar char="–"/>
              <a:defRPr sz="2000">
                <a:solidFill>
                  <a:schemeClr val="tx1"/>
                </a:solidFill>
                <a:latin typeface="Tahoma" panose="020B0604030504040204" pitchFamily="34" charset="0"/>
              </a:defRPr>
            </a:lvl4pPr>
            <a:lvl5pPr marL="2057400" indent="-228600" eaLnBrk="0" hangingPunct="0">
              <a:spcBef>
                <a:spcPct val="20000"/>
              </a:spcBef>
              <a:buClr>
                <a:schemeClr val="tx2"/>
              </a:buClr>
              <a:buChar char="–"/>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tx2"/>
              </a:buClr>
              <a:buChar char="–"/>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tx2"/>
              </a:buClr>
              <a:buChar char="–"/>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tx2"/>
              </a:buClr>
              <a:buChar char="–"/>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tx2"/>
              </a:buClr>
              <a:buChar char="–"/>
              <a:defRPr sz="2000">
                <a:solidFill>
                  <a:schemeClr val="tx1"/>
                </a:solidFill>
                <a:latin typeface="Tahoma" panose="020B0604030504040204" pitchFamily="34" charset="0"/>
              </a:defRPr>
            </a:lvl9pPr>
          </a:lstStyle>
          <a:p>
            <a:pPr eaLnBrk="1" hangingPunct="1">
              <a:spcBef>
                <a:spcPct val="0"/>
              </a:spcBef>
              <a:buFontTx/>
              <a:buNone/>
            </a:pPr>
            <a:fld id="{40E5F08B-349E-42D9-AB5E-E7E53B24DA2A}" type="slidenum">
              <a:rPr lang="en-US" altLang="en-US" sz="1400">
                <a:latin typeface="Arial" panose="020B0604020202020204" pitchFamily="34" charset="0"/>
              </a:rPr>
              <a:pPr eaLnBrk="1" hangingPunct="1">
                <a:spcBef>
                  <a:spcPct val="0"/>
                </a:spcBef>
                <a:buFontTx/>
                <a:buNone/>
              </a:pPr>
              <a:t>8</a:t>
            </a:fld>
            <a:endParaRPr lang="en-US" altLang="en-US" sz="1400">
              <a:latin typeface="Arial" panose="020B0604020202020204" pitchFamily="34" charset="0"/>
            </a:endParaRPr>
          </a:p>
        </p:txBody>
      </p:sp>
      <p:graphicFrame>
        <p:nvGraphicFramePr>
          <p:cNvPr id="5" name="Table 4"/>
          <p:cNvGraphicFramePr>
            <a:graphicFrameLocks noGrp="1"/>
          </p:cNvGraphicFramePr>
          <p:nvPr>
            <p:extLst>
              <p:ext uri="{D42A27DB-BD31-4B8C-83A1-F6EECF244321}">
                <p14:modId xmlns:p14="http://schemas.microsoft.com/office/powerpoint/2010/main" val="2439319665"/>
              </p:ext>
            </p:extLst>
          </p:nvPr>
        </p:nvGraphicFramePr>
        <p:xfrm>
          <a:off x="1140372" y="2590800"/>
          <a:ext cx="6934200" cy="2967040"/>
        </p:xfrm>
        <a:graphic>
          <a:graphicData uri="http://schemas.openxmlformats.org/drawingml/2006/table">
            <a:tbl>
              <a:tblPr firstRow="1" bandRow="1">
                <a:tableStyleId>{5940675A-B579-460E-94D1-54222C63F5DA}</a:tableStyleId>
              </a:tblPr>
              <a:tblGrid>
                <a:gridCol w="533400">
                  <a:extLst>
                    <a:ext uri="{9D8B030D-6E8A-4147-A177-3AD203B41FA5}">
                      <a16:colId xmlns:a16="http://schemas.microsoft.com/office/drawing/2014/main" val="20000"/>
                    </a:ext>
                  </a:extLst>
                </a:gridCol>
                <a:gridCol w="1600200">
                  <a:extLst>
                    <a:ext uri="{9D8B030D-6E8A-4147-A177-3AD203B41FA5}">
                      <a16:colId xmlns:a16="http://schemas.microsoft.com/office/drawing/2014/main" val="20001"/>
                    </a:ext>
                  </a:extLst>
                </a:gridCol>
                <a:gridCol w="1219200">
                  <a:extLst>
                    <a:ext uri="{9D8B030D-6E8A-4147-A177-3AD203B41FA5}">
                      <a16:colId xmlns:a16="http://schemas.microsoft.com/office/drawing/2014/main" val="20002"/>
                    </a:ext>
                  </a:extLst>
                </a:gridCol>
                <a:gridCol w="1066800">
                  <a:extLst>
                    <a:ext uri="{9D8B030D-6E8A-4147-A177-3AD203B41FA5}">
                      <a16:colId xmlns:a16="http://schemas.microsoft.com/office/drawing/2014/main" val="20003"/>
                    </a:ext>
                  </a:extLst>
                </a:gridCol>
                <a:gridCol w="1219200">
                  <a:extLst>
                    <a:ext uri="{9D8B030D-6E8A-4147-A177-3AD203B41FA5}">
                      <a16:colId xmlns:a16="http://schemas.microsoft.com/office/drawing/2014/main" val="20004"/>
                    </a:ext>
                  </a:extLst>
                </a:gridCol>
                <a:gridCol w="1295400">
                  <a:extLst>
                    <a:ext uri="{9D8B030D-6E8A-4147-A177-3AD203B41FA5}">
                      <a16:colId xmlns:a16="http://schemas.microsoft.com/office/drawing/2014/main" val="20005"/>
                    </a:ext>
                  </a:extLst>
                </a:gridCol>
              </a:tblGrid>
              <a:tr h="370880">
                <a:tc>
                  <a:txBody>
                    <a:bodyPr/>
                    <a:lstStyle/>
                    <a:p>
                      <a:pPr algn="ctr"/>
                      <a:r>
                        <a:rPr lang="en-US" sz="1600" i="1" dirty="0" smtClean="0">
                          <a:latin typeface="+mj-lt"/>
                        </a:rPr>
                        <a:t>Day</a:t>
                      </a:r>
                      <a:endParaRPr lang="en-US" sz="1600" i="1" dirty="0">
                        <a:latin typeface="+mj-lt"/>
                      </a:endParaRPr>
                    </a:p>
                  </a:txBody>
                  <a:tcPr marT="45725" marB="45725"/>
                </a:tc>
                <a:tc>
                  <a:txBody>
                    <a:bodyPr/>
                    <a:lstStyle/>
                    <a:p>
                      <a:pPr algn="ctr"/>
                      <a:r>
                        <a:rPr lang="en-US" sz="1600" i="1" dirty="0" smtClean="0">
                          <a:latin typeface="+mj-lt"/>
                        </a:rPr>
                        <a:t>Date</a:t>
                      </a:r>
                      <a:endParaRPr lang="en-US" sz="1600" i="1" dirty="0">
                        <a:latin typeface="+mj-lt"/>
                      </a:endParaRPr>
                    </a:p>
                  </a:txBody>
                  <a:tcPr marT="45725" marB="45725"/>
                </a:tc>
                <a:tc>
                  <a:txBody>
                    <a:bodyPr/>
                    <a:lstStyle/>
                    <a:p>
                      <a:pPr algn="ctr"/>
                      <a:r>
                        <a:rPr lang="en-US" sz="1600" i="1" dirty="0" smtClean="0">
                          <a:latin typeface="+mj-lt"/>
                        </a:rPr>
                        <a:t>S&amp;P 500</a:t>
                      </a:r>
                      <a:endParaRPr lang="en-US" sz="1600" i="1" dirty="0">
                        <a:latin typeface="+mj-lt"/>
                      </a:endParaRPr>
                    </a:p>
                  </a:txBody>
                  <a:tcPr marT="45725" marB="45725"/>
                </a:tc>
                <a:tc>
                  <a:txBody>
                    <a:bodyPr/>
                    <a:lstStyle/>
                    <a:p>
                      <a:pPr algn="ctr"/>
                      <a:r>
                        <a:rPr lang="en-US" sz="1600" i="1" dirty="0" smtClean="0">
                          <a:latin typeface="+mj-lt"/>
                        </a:rPr>
                        <a:t>FTSE 100</a:t>
                      </a:r>
                      <a:endParaRPr lang="en-US" sz="1600" i="1" dirty="0">
                        <a:latin typeface="+mj-lt"/>
                      </a:endParaRPr>
                    </a:p>
                  </a:txBody>
                  <a:tcPr marT="45725" marB="45725"/>
                </a:tc>
                <a:tc>
                  <a:txBody>
                    <a:bodyPr/>
                    <a:lstStyle/>
                    <a:p>
                      <a:pPr algn="ctr"/>
                      <a:r>
                        <a:rPr lang="en-US" sz="1600" i="1" dirty="0" smtClean="0">
                          <a:latin typeface="+mj-lt"/>
                        </a:rPr>
                        <a:t>CAC 40</a:t>
                      </a:r>
                      <a:endParaRPr lang="en-US" sz="1600" i="1" dirty="0">
                        <a:latin typeface="+mj-lt"/>
                      </a:endParaRPr>
                    </a:p>
                  </a:txBody>
                  <a:tcPr marT="45725" marB="45725"/>
                </a:tc>
                <a:tc>
                  <a:txBody>
                    <a:bodyPr/>
                    <a:lstStyle/>
                    <a:p>
                      <a:pPr algn="ctr"/>
                      <a:r>
                        <a:rPr lang="en-US" sz="1600" i="1" dirty="0" smtClean="0">
                          <a:latin typeface="+mj-lt"/>
                        </a:rPr>
                        <a:t>Nikkei 225</a:t>
                      </a:r>
                      <a:endParaRPr lang="en-US" sz="1600" i="1" dirty="0">
                        <a:latin typeface="+mj-lt"/>
                      </a:endParaRPr>
                    </a:p>
                  </a:txBody>
                  <a:tcPr marT="45725" marB="45725"/>
                </a:tc>
                <a:extLst>
                  <a:ext uri="{0D108BD9-81ED-4DB2-BD59-A6C34878D82A}">
                    <a16:rowId xmlns:a16="http://schemas.microsoft.com/office/drawing/2014/main" val="10000"/>
                  </a:ext>
                </a:extLst>
              </a:tr>
              <a:tr h="370880">
                <a:tc>
                  <a:txBody>
                    <a:bodyPr/>
                    <a:lstStyle/>
                    <a:p>
                      <a:r>
                        <a:rPr lang="en-US" sz="1600" dirty="0" smtClean="0"/>
                        <a:t>0</a:t>
                      </a:r>
                      <a:endParaRPr lang="en-US" sz="1600" dirty="0"/>
                    </a:p>
                  </a:txBody>
                  <a:tcPr marT="45725" marB="45725"/>
                </a:tc>
                <a:tc>
                  <a:txBody>
                    <a:bodyPr/>
                    <a:lstStyle/>
                    <a:p>
                      <a:r>
                        <a:rPr lang="en-US" sz="1600" dirty="0" smtClean="0"/>
                        <a:t>May 9, 2018</a:t>
                      </a:r>
                      <a:endParaRPr lang="en-US" sz="1600" dirty="0"/>
                    </a:p>
                  </a:txBody>
                  <a:tcPr marT="45725" marB="45725"/>
                </a:tc>
                <a:tc>
                  <a:txBody>
                    <a:bodyPr/>
                    <a:lstStyle/>
                    <a:p>
                      <a:r>
                        <a:rPr lang="en-US" sz="1600" dirty="0" smtClean="0"/>
                        <a:t>5,292.90</a:t>
                      </a:r>
                      <a:endParaRPr lang="en-US" sz="1600" dirty="0"/>
                    </a:p>
                  </a:txBody>
                  <a:tcPr marT="45725" marB="45725"/>
                </a:tc>
                <a:tc>
                  <a:txBody>
                    <a:bodyPr/>
                    <a:lstStyle/>
                    <a:p>
                      <a:r>
                        <a:rPr lang="en-US" sz="1600" dirty="0" smtClean="0"/>
                        <a:t>8,830.23</a:t>
                      </a:r>
                      <a:endParaRPr lang="en-US" sz="1600" dirty="0"/>
                    </a:p>
                  </a:txBody>
                  <a:tcPr marT="45725" marB="45725"/>
                </a:tc>
                <a:tc>
                  <a:txBody>
                    <a:bodyPr/>
                    <a:lstStyle/>
                    <a:p>
                      <a:pPr algn="ctr"/>
                      <a:r>
                        <a:rPr lang="en-US" sz="1600" dirty="0" smtClean="0"/>
                        <a:t>16,910.33</a:t>
                      </a:r>
                      <a:endParaRPr lang="en-US" sz="1600" dirty="0"/>
                    </a:p>
                  </a:txBody>
                  <a:tcPr marT="45725" marB="45725"/>
                </a:tc>
                <a:tc>
                  <a:txBody>
                    <a:bodyPr/>
                    <a:lstStyle/>
                    <a:p>
                      <a:pPr algn="ctr"/>
                      <a:r>
                        <a:rPr lang="en-US" sz="1600" dirty="0" smtClean="0"/>
                        <a:t>322.40</a:t>
                      </a:r>
                      <a:endParaRPr lang="en-US" sz="1600" dirty="0"/>
                    </a:p>
                  </a:txBody>
                  <a:tcPr marT="45725" marB="45725"/>
                </a:tc>
                <a:extLst>
                  <a:ext uri="{0D108BD9-81ED-4DB2-BD59-A6C34878D82A}">
                    <a16:rowId xmlns:a16="http://schemas.microsoft.com/office/drawing/2014/main" val="10001"/>
                  </a:ext>
                </a:extLst>
              </a:tr>
              <a:tr h="370880">
                <a:tc>
                  <a:txBody>
                    <a:bodyPr/>
                    <a:lstStyle/>
                    <a:p>
                      <a:r>
                        <a:rPr lang="en-US" sz="1600" dirty="0" smtClean="0"/>
                        <a:t>1</a:t>
                      </a:r>
                      <a:endParaRPr lang="en-US" sz="1600" dirty="0"/>
                    </a:p>
                  </a:txBody>
                  <a:tcPr marT="45725" marB="45725"/>
                </a:tc>
                <a:tc>
                  <a:txBody>
                    <a:bodyPr/>
                    <a:lstStyle/>
                    <a:p>
                      <a:r>
                        <a:rPr lang="en-US" sz="1600" dirty="0" smtClean="0"/>
                        <a:t>May</a:t>
                      </a:r>
                      <a:r>
                        <a:rPr lang="en-US" sz="1600" baseline="0" dirty="0" smtClean="0"/>
                        <a:t> 10, 2018</a:t>
                      </a:r>
                      <a:endParaRPr lang="en-US" sz="1600" dirty="0"/>
                    </a:p>
                  </a:txBody>
                  <a:tcPr marT="45725" marB="45725"/>
                </a:tc>
                <a:tc>
                  <a:txBody>
                    <a:bodyPr/>
                    <a:lstStyle/>
                    <a:p>
                      <a:r>
                        <a:rPr lang="en-US" sz="1600" dirty="0" smtClean="0"/>
                        <a:t>5,343.70</a:t>
                      </a:r>
                      <a:endParaRPr lang="en-US" sz="1600" dirty="0"/>
                    </a:p>
                  </a:txBody>
                  <a:tcPr marT="45725" marB="45725"/>
                </a:tc>
                <a:tc>
                  <a:txBody>
                    <a:bodyPr/>
                    <a:lstStyle/>
                    <a:p>
                      <a:r>
                        <a:rPr lang="en-US" sz="1600" dirty="0" smtClean="0"/>
                        <a:t>8,926.56</a:t>
                      </a:r>
                      <a:endParaRPr lang="en-US" sz="1600" dirty="0"/>
                    </a:p>
                  </a:txBody>
                  <a:tcPr marT="45725" marB="45725"/>
                </a:tc>
                <a:tc>
                  <a:txBody>
                    <a:bodyPr/>
                    <a:lstStyle/>
                    <a:p>
                      <a:pPr algn="ctr"/>
                      <a:r>
                        <a:rPr lang="en-US" sz="1600" dirty="0" smtClean="0"/>
                        <a:t>16,915.41</a:t>
                      </a:r>
                      <a:endParaRPr lang="en-US" sz="1600" dirty="0"/>
                    </a:p>
                  </a:txBody>
                  <a:tcPr marT="45725" marB="45725"/>
                </a:tc>
                <a:tc>
                  <a:txBody>
                    <a:bodyPr/>
                    <a:lstStyle/>
                    <a:p>
                      <a:pPr algn="ctr"/>
                      <a:r>
                        <a:rPr lang="en-US" sz="1600" dirty="0" smtClean="0"/>
                        <a:t>321.24</a:t>
                      </a:r>
                      <a:endParaRPr lang="en-US" sz="1600" dirty="0"/>
                    </a:p>
                  </a:txBody>
                  <a:tcPr marT="45725" marB="45725"/>
                </a:tc>
                <a:extLst>
                  <a:ext uri="{0D108BD9-81ED-4DB2-BD59-A6C34878D82A}">
                    <a16:rowId xmlns:a16="http://schemas.microsoft.com/office/drawing/2014/main" val="10002"/>
                  </a:ext>
                </a:extLst>
              </a:tr>
              <a:tr h="370880">
                <a:tc>
                  <a:txBody>
                    <a:bodyPr/>
                    <a:lstStyle/>
                    <a:p>
                      <a:r>
                        <a:rPr lang="en-US" sz="1600" dirty="0" smtClean="0"/>
                        <a:t>2</a:t>
                      </a:r>
                      <a:endParaRPr lang="en-US" sz="1600" dirty="0"/>
                    </a:p>
                  </a:txBody>
                  <a:tcPr marT="45725" marB="45725"/>
                </a:tc>
                <a:tc>
                  <a:txBody>
                    <a:bodyPr/>
                    <a:lstStyle/>
                    <a:p>
                      <a:r>
                        <a:rPr lang="en-US" sz="1600" dirty="0" smtClean="0"/>
                        <a:t>May</a:t>
                      </a:r>
                      <a:r>
                        <a:rPr lang="en-US" sz="1600" baseline="0" dirty="0" smtClean="0"/>
                        <a:t> 11, 2018</a:t>
                      </a:r>
                      <a:endParaRPr lang="en-US" sz="1600" dirty="0"/>
                    </a:p>
                  </a:txBody>
                  <a:tcPr marT="45725" marB="45725"/>
                </a:tc>
                <a:tc>
                  <a:txBody>
                    <a:bodyPr/>
                    <a:lstStyle/>
                    <a:p>
                      <a:r>
                        <a:rPr lang="en-US" sz="1600" dirty="0" smtClean="0"/>
                        <a:t>5,354.69</a:t>
                      </a:r>
                      <a:endParaRPr lang="en-US" sz="1600" dirty="0"/>
                    </a:p>
                  </a:txBody>
                  <a:tcPr marT="45725" marB="45725"/>
                </a:tc>
                <a:tc>
                  <a:txBody>
                    <a:bodyPr/>
                    <a:lstStyle/>
                    <a:p>
                      <a:r>
                        <a:rPr lang="en-US" sz="1600" dirty="0" smtClean="0"/>
                        <a:t>8,982.76</a:t>
                      </a:r>
                      <a:endParaRPr lang="en-US" sz="1600" dirty="0"/>
                    </a:p>
                  </a:txBody>
                  <a:tcPr marT="45725" marB="45725"/>
                </a:tc>
                <a:tc>
                  <a:txBody>
                    <a:bodyPr/>
                    <a:lstStyle/>
                    <a:p>
                      <a:pPr algn="ctr"/>
                      <a:r>
                        <a:rPr lang="en-US" sz="1600" dirty="0" smtClean="0"/>
                        <a:t>17,065.64</a:t>
                      </a:r>
                      <a:endParaRPr lang="en-US" sz="1600" dirty="0"/>
                    </a:p>
                  </a:txBody>
                  <a:tcPr marT="45725" marB="45725"/>
                </a:tc>
                <a:tc>
                  <a:txBody>
                    <a:bodyPr/>
                    <a:lstStyle/>
                    <a:p>
                      <a:pPr algn="ctr"/>
                      <a:r>
                        <a:rPr lang="en-US" sz="1600" dirty="0" smtClean="0"/>
                        <a:t>326.20</a:t>
                      </a:r>
                      <a:endParaRPr lang="en-US" sz="1600" dirty="0"/>
                    </a:p>
                  </a:txBody>
                  <a:tcPr marT="45725" marB="45725"/>
                </a:tc>
                <a:extLst>
                  <a:ext uri="{0D108BD9-81ED-4DB2-BD59-A6C34878D82A}">
                    <a16:rowId xmlns:a16="http://schemas.microsoft.com/office/drawing/2014/main" val="10003"/>
                  </a:ext>
                </a:extLst>
              </a:tr>
              <a:tr h="370880">
                <a:tc>
                  <a:txBody>
                    <a:bodyPr/>
                    <a:lstStyle/>
                    <a:p>
                      <a:r>
                        <a:rPr lang="en-US" sz="1600" dirty="0" smtClean="0"/>
                        <a:t>3</a:t>
                      </a:r>
                      <a:endParaRPr lang="en-US" sz="1600" dirty="0"/>
                    </a:p>
                  </a:txBody>
                  <a:tcPr marT="45725" marB="45725"/>
                </a:tc>
                <a:tc>
                  <a:txBody>
                    <a:bodyPr/>
                    <a:lstStyle/>
                    <a:p>
                      <a:r>
                        <a:rPr lang="en-US" sz="1600" dirty="0" smtClean="0"/>
                        <a:t>May</a:t>
                      </a:r>
                      <a:r>
                        <a:rPr lang="en-US" sz="1600" baseline="0" dirty="0" smtClean="0"/>
                        <a:t> 14, 2018</a:t>
                      </a:r>
                      <a:endParaRPr lang="en-US" sz="1600" dirty="0"/>
                    </a:p>
                  </a:txBody>
                  <a:tcPr marT="45725" marB="45725"/>
                </a:tc>
                <a:tc>
                  <a:txBody>
                    <a:bodyPr/>
                    <a:lstStyle/>
                    <a:p>
                      <a:r>
                        <a:rPr lang="en-US" sz="1600" dirty="0" smtClean="0"/>
                        <a:t>5,359.66</a:t>
                      </a:r>
                      <a:endParaRPr lang="en-US" sz="1600" dirty="0"/>
                    </a:p>
                  </a:txBody>
                  <a:tcPr marT="45725" marB="45725"/>
                </a:tc>
                <a:tc>
                  <a:txBody>
                    <a:bodyPr/>
                    <a:lstStyle/>
                    <a:p>
                      <a:r>
                        <a:rPr lang="en-US" sz="1600" dirty="0" smtClean="0"/>
                        <a:t>8,999.31</a:t>
                      </a:r>
                      <a:endParaRPr lang="en-US" sz="1600" dirty="0"/>
                    </a:p>
                  </a:txBody>
                  <a:tcPr marT="45725" marB="45725"/>
                </a:tc>
                <a:tc>
                  <a:txBody>
                    <a:bodyPr/>
                    <a:lstStyle/>
                    <a:p>
                      <a:pPr algn="ctr"/>
                      <a:r>
                        <a:rPr lang="en-US" sz="1600" dirty="0" smtClean="0"/>
                        <a:t>17,121.67</a:t>
                      </a:r>
                      <a:endParaRPr lang="en-US" sz="1600" dirty="0"/>
                    </a:p>
                  </a:txBody>
                  <a:tcPr marT="45725" marB="45725"/>
                </a:tc>
                <a:tc>
                  <a:txBody>
                    <a:bodyPr/>
                    <a:lstStyle/>
                    <a:p>
                      <a:pPr algn="ctr"/>
                      <a:r>
                        <a:rPr lang="en-US" sz="1600" dirty="0" smtClean="0"/>
                        <a:t>328.03</a:t>
                      </a:r>
                      <a:endParaRPr lang="en-US" sz="1600" dirty="0"/>
                    </a:p>
                  </a:txBody>
                  <a:tcPr marT="45725" marB="45725"/>
                </a:tc>
                <a:extLst>
                  <a:ext uri="{0D108BD9-81ED-4DB2-BD59-A6C34878D82A}">
                    <a16:rowId xmlns:a16="http://schemas.microsoft.com/office/drawing/2014/main" val="10004"/>
                  </a:ext>
                </a:extLst>
              </a:tr>
              <a:tr h="370880">
                <a:tc>
                  <a:txBody>
                    <a:bodyPr/>
                    <a:lstStyle/>
                    <a:p>
                      <a:pPr algn="ctr"/>
                      <a:r>
                        <a:rPr lang="en-US" sz="1600" dirty="0" smtClean="0"/>
                        <a:t>…</a:t>
                      </a:r>
                      <a:endParaRPr lang="en-US" sz="1600" dirty="0"/>
                    </a:p>
                  </a:txBody>
                  <a:tcPr marT="45725" marB="45725"/>
                </a:tc>
                <a:tc>
                  <a:txBody>
                    <a:bodyPr/>
                    <a:lstStyle/>
                    <a:p>
                      <a:pPr algn="ctr"/>
                      <a:r>
                        <a:rPr lang="en-US" sz="1600" dirty="0" smtClean="0"/>
                        <a:t>……</a:t>
                      </a:r>
                      <a:endParaRPr lang="en-US" sz="1600" dirty="0"/>
                    </a:p>
                  </a:txBody>
                  <a:tcPr marT="45725" marB="45725"/>
                </a:tc>
                <a:tc>
                  <a:txBody>
                    <a:bodyPr/>
                    <a:lstStyle/>
                    <a:p>
                      <a:pPr algn="ctr"/>
                      <a:r>
                        <a:rPr lang="en-US" sz="1600" dirty="0" smtClean="0"/>
                        <a:t>…..</a:t>
                      </a:r>
                      <a:endParaRPr lang="en-US" sz="1600" dirty="0"/>
                    </a:p>
                  </a:txBody>
                  <a:tcPr marT="45725" marB="45725"/>
                </a:tc>
                <a:tc>
                  <a:txBody>
                    <a:bodyPr/>
                    <a:lstStyle/>
                    <a:p>
                      <a:pPr algn="ctr"/>
                      <a:r>
                        <a:rPr lang="en-US" sz="1600" dirty="0" smtClean="0"/>
                        <a:t>…..</a:t>
                      </a:r>
                      <a:endParaRPr lang="en-US" sz="1600" dirty="0"/>
                    </a:p>
                  </a:txBody>
                  <a:tcPr marT="45725" marB="45725"/>
                </a:tc>
                <a:tc>
                  <a:txBody>
                    <a:bodyPr/>
                    <a:lstStyle/>
                    <a:p>
                      <a:pPr algn="ctr"/>
                      <a:r>
                        <a:rPr lang="en-US" sz="1600" dirty="0" smtClean="0"/>
                        <a:t>……</a:t>
                      </a:r>
                      <a:endParaRPr lang="en-US" sz="1600" dirty="0"/>
                    </a:p>
                  </a:txBody>
                  <a:tcPr marT="45725" marB="45725"/>
                </a:tc>
                <a:tc>
                  <a:txBody>
                    <a:bodyPr/>
                    <a:lstStyle/>
                    <a:p>
                      <a:pPr algn="ctr"/>
                      <a:r>
                        <a:rPr lang="en-US" sz="1600" dirty="0" smtClean="0"/>
                        <a:t>……</a:t>
                      </a:r>
                      <a:endParaRPr lang="en-US" sz="1600" dirty="0"/>
                    </a:p>
                  </a:txBody>
                  <a:tcPr marT="45725" marB="45725"/>
                </a:tc>
                <a:extLst>
                  <a:ext uri="{0D108BD9-81ED-4DB2-BD59-A6C34878D82A}">
                    <a16:rowId xmlns:a16="http://schemas.microsoft.com/office/drawing/2014/main" val="10005"/>
                  </a:ext>
                </a:extLst>
              </a:tr>
              <a:tr h="370880">
                <a:tc>
                  <a:txBody>
                    <a:bodyPr/>
                    <a:lstStyle/>
                    <a:p>
                      <a:r>
                        <a:rPr lang="en-US" sz="1600" dirty="0" smtClean="0"/>
                        <a:t>499</a:t>
                      </a:r>
                      <a:endParaRPr lang="en-US" sz="1600" dirty="0"/>
                    </a:p>
                  </a:txBody>
                  <a:tcPr marT="45725" marB="45725"/>
                </a:tc>
                <a:tc>
                  <a:txBody>
                    <a:bodyPr/>
                    <a:lstStyle/>
                    <a:p>
                      <a:r>
                        <a:rPr lang="en-US" sz="1600" dirty="0" smtClean="0"/>
                        <a:t>July</a:t>
                      </a:r>
                      <a:r>
                        <a:rPr lang="en-US" sz="1600" baseline="0" dirty="0" smtClean="0"/>
                        <a:t> 7, 2020</a:t>
                      </a:r>
                      <a:endParaRPr lang="en-US" sz="1600" dirty="0"/>
                    </a:p>
                  </a:txBody>
                  <a:tcPr marT="45725" marB="45725"/>
                </a:tc>
                <a:tc>
                  <a:txBody>
                    <a:bodyPr/>
                    <a:lstStyle/>
                    <a:p>
                      <a:r>
                        <a:rPr lang="en-US" sz="1600" dirty="0" smtClean="0"/>
                        <a:t>6,445.59</a:t>
                      </a:r>
                      <a:endParaRPr lang="en-US" sz="1600" dirty="0"/>
                    </a:p>
                  </a:txBody>
                  <a:tcPr marT="45725" marB="45725"/>
                </a:tc>
                <a:tc>
                  <a:txBody>
                    <a:bodyPr/>
                    <a:lstStyle/>
                    <a:p>
                      <a:r>
                        <a:rPr lang="en-US" sz="1600" dirty="0" smtClean="0"/>
                        <a:t> 7,269.36</a:t>
                      </a:r>
                      <a:endParaRPr lang="en-US" sz="1600" dirty="0"/>
                    </a:p>
                  </a:txBody>
                  <a:tcPr marT="45725" marB="45725"/>
                </a:tc>
                <a:tc>
                  <a:txBody>
                    <a:bodyPr/>
                    <a:lstStyle/>
                    <a:p>
                      <a:pPr algn="ctr"/>
                      <a:r>
                        <a:rPr lang="en-US" sz="1600" dirty="0" smtClean="0"/>
                        <a:t>15,784.97</a:t>
                      </a:r>
                      <a:endParaRPr lang="en-US" sz="1600" dirty="0"/>
                    </a:p>
                  </a:txBody>
                  <a:tcPr marT="45725" marB="45725"/>
                </a:tc>
                <a:tc>
                  <a:txBody>
                    <a:bodyPr/>
                    <a:lstStyle/>
                    <a:p>
                      <a:pPr algn="ctr"/>
                      <a:r>
                        <a:rPr lang="en-US" sz="1600" dirty="0" smtClean="0"/>
                        <a:t>345.40</a:t>
                      </a:r>
                      <a:endParaRPr lang="en-US" sz="1600" dirty="0"/>
                    </a:p>
                  </a:txBody>
                  <a:tcPr marT="45725" marB="45725"/>
                </a:tc>
                <a:extLst>
                  <a:ext uri="{0D108BD9-81ED-4DB2-BD59-A6C34878D82A}">
                    <a16:rowId xmlns:a16="http://schemas.microsoft.com/office/drawing/2014/main" val="10006"/>
                  </a:ext>
                </a:extLst>
              </a:tr>
              <a:tr h="370880">
                <a:tc>
                  <a:txBody>
                    <a:bodyPr/>
                    <a:lstStyle/>
                    <a:p>
                      <a:r>
                        <a:rPr lang="en-US" sz="1600" dirty="0" smtClean="0"/>
                        <a:t>500</a:t>
                      </a:r>
                      <a:endParaRPr lang="en-US" sz="1600" dirty="0"/>
                    </a:p>
                  </a:txBody>
                  <a:tcPr marT="45725" marB="45725"/>
                </a:tc>
                <a:tc>
                  <a:txBody>
                    <a:bodyPr/>
                    <a:lstStyle/>
                    <a:p>
                      <a:r>
                        <a:rPr lang="en-US" sz="1600" dirty="0" smtClean="0"/>
                        <a:t>July 8, 2020</a:t>
                      </a:r>
                      <a:endParaRPr lang="en-US" sz="1600" dirty="0"/>
                    </a:p>
                  </a:txBody>
                  <a:tcPr marT="45725" marB="45725"/>
                </a:tc>
                <a:tc>
                  <a:txBody>
                    <a:bodyPr/>
                    <a:lstStyle/>
                    <a:p>
                      <a:r>
                        <a:rPr lang="en-US" sz="1600" dirty="0" smtClean="0"/>
                        <a:t>6,496.14</a:t>
                      </a:r>
                      <a:endParaRPr lang="en-US" sz="1600" dirty="0"/>
                    </a:p>
                  </a:txBody>
                  <a:tcPr marT="45725" marB="45725"/>
                </a:tc>
                <a:tc>
                  <a:txBody>
                    <a:bodyPr/>
                    <a:lstStyle/>
                    <a:p>
                      <a:r>
                        <a:rPr lang="en-US" sz="1600" dirty="0" smtClean="0"/>
                        <a:t> 7,255.04</a:t>
                      </a:r>
                      <a:endParaRPr lang="en-US" sz="1600" dirty="0"/>
                    </a:p>
                  </a:txBody>
                  <a:tcPr marT="45725" marB="45725"/>
                </a:tc>
                <a:tc>
                  <a:txBody>
                    <a:bodyPr/>
                    <a:lstStyle/>
                    <a:p>
                      <a:pPr algn="ctr"/>
                      <a:r>
                        <a:rPr lang="en-US" sz="1600" dirty="0" smtClean="0"/>
                        <a:t>15,540.44</a:t>
                      </a:r>
                      <a:endParaRPr lang="en-US" sz="1600" dirty="0"/>
                    </a:p>
                  </a:txBody>
                  <a:tcPr marT="45725" marB="45725"/>
                </a:tc>
                <a:tc>
                  <a:txBody>
                    <a:bodyPr/>
                    <a:lstStyle/>
                    <a:p>
                      <a:pPr algn="ctr"/>
                      <a:r>
                        <a:rPr lang="en-US" sz="1600" dirty="0" smtClean="0"/>
                        <a:t>342.01</a:t>
                      </a:r>
                      <a:endParaRPr lang="en-US" sz="1600" dirty="0"/>
                    </a:p>
                  </a:txBody>
                  <a:tcPr marT="45725" marB="45725"/>
                </a:tc>
                <a:extLst>
                  <a:ext uri="{0D108BD9-81ED-4DB2-BD59-A6C34878D82A}">
                    <a16:rowId xmlns:a16="http://schemas.microsoft.com/office/drawing/2014/main" val="10007"/>
                  </a:ext>
                </a:extLst>
              </a:tr>
            </a:tbl>
          </a:graphicData>
        </a:graphic>
      </p:graphicFrame>
    </p:spTree>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2" name="Title 1"/>
          <p:cNvSpPr>
            <a:spLocks noGrp="1"/>
          </p:cNvSpPr>
          <p:nvPr>
            <p:ph type="title"/>
          </p:nvPr>
        </p:nvSpPr>
        <p:spPr>
          <a:xfrm>
            <a:off x="228600" y="838200"/>
            <a:ext cx="7772400" cy="1143000"/>
          </a:xfrm>
        </p:spPr>
        <p:txBody>
          <a:bodyPr/>
          <a:lstStyle/>
          <a:p>
            <a:pPr eaLnBrk="1" hangingPunct="1"/>
            <a:r>
              <a:rPr lang="en-US" altLang="en-US" dirty="0" smtClean="0"/>
              <a:t>Scenarios Generated </a:t>
            </a:r>
            <a:r>
              <a:rPr lang="en-US" altLang="en-US" sz="2000" dirty="0" smtClean="0"/>
              <a:t>(Table 22.3)</a:t>
            </a:r>
          </a:p>
        </p:txBody>
      </p:sp>
      <p:sp>
        <p:nvSpPr>
          <p:cNvPr id="15363" name="Footer Placeholder 2"/>
          <p:cNvSpPr>
            <a:spLocks noGrp="1"/>
          </p:cNvSpPr>
          <p:nvPr>
            <p:ph type="ftr"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spcBef>
                <a:spcPct val="20000"/>
              </a:spcBef>
              <a:buBlip>
                <a:blip r:embed="rId3"/>
              </a:buBlip>
              <a:defRPr sz="3200">
                <a:solidFill>
                  <a:schemeClr val="tx1"/>
                </a:solidFill>
                <a:latin typeface="Tahoma" panose="020B0604030504040204" pitchFamily="34" charset="0"/>
              </a:defRPr>
            </a:lvl1pPr>
            <a:lvl2pPr marL="742950" indent="-285750" eaLnBrk="0" hangingPunct="0">
              <a:spcBef>
                <a:spcPct val="20000"/>
              </a:spcBef>
              <a:buSzPct val="75000"/>
              <a:buBlip>
                <a:blip r:embed="rId4"/>
              </a:buBlip>
              <a:defRPr sz="2800">
                <a:solidFill>
                  <a:schemeClr val="tx1"/>
                </a:solidFill>
                <a:latin typeface="Tahoma" panose="020B0604030504040204" pitchFamily="34" charset="0"/>
              </a:defRPr>
            </a:lvl2pPr>
            <a:lvl3pPr marL="1143000" indent="-228600" eaLnBrk="0" hangingPunct="0">
              <a:spcBef>
                <a:spcPct val="20000"/>
              </a:spcBef>
              <a:buChar char="•"/>
              <a:defRPr sz="2400">
                <a:solidFill>
                  <a:schemeClr val="tx1"/>
                </a:solidFill>
                <a:latin typeface="Tahoma" panose="020B0604030504040204" pitchFamily="34" charset="0"/>
              </a:defRPr>
            </a:lvl3pPr>
            <a:lvl4pPr marL="1600200" indent="-228600" eaLnBrk="0" hangingPunct="0">
              <a:spcBef>
                <a:spcPct val="20000"/>
              </a:spcBef>
              <a:buChar char="–"/>
              <a:defRPr sz="2000">
                <a:solidFill>
                  <a:schemeClr val="tx1"/>
                </a:solidFill>
                <a:latin typeface="Tahoma" panose="020B0604030504040204" pitchFamily="34" charset="0"/>
              </a:defRPr>
            </a:lvl4pPr>
            <a:lvl5pPr marL="2057400" indent="-228600" eaLnBrk="0" hangingPunct="0">
              <a:spcBef>
                <a:spcPct val="20000"/>
              </a:spcBef>
              <a:buClr>
                <a:schemeClr val="tx2"/>
              </a:buClr>
              <a:buChar char="–"/>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tx2"/>
              </a:buClr>
              <a:buChar char="–"/>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tx2"/>
              </a:buClr>
              <a:buChar char="–"/>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tx2"/>
              </a:buClr>
              <a:buChar char="–"/>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tx2"/>
              </a:buClr>
              <a:buChar char="–"/>
              <a:defRPr sz="2000">
                <a:solidFill>
                  <a:schemeClr val="tx1"/>
                </a:solidFill>
                <a:latin typeface="Tahoma" panose="020B0604030504040204" pitchFamily="34" charset="0"/>
              </a:defRPr>
            </a:lvl9pPr>
          </a:lstStyle>
          <a:p>
            <a:pPr eaLnBrk="1" hangingPunct="1">
              <a:spcBef>
                <a:spcPct val="0"/>
              </a:spcBef>
              <a:buFontTx/>
              <a:buNone/>
            </a:pPr>
            <a:r>
              <a:rPr lang="en-US" altLang="en-US" sz="1400" smtClean="0">
                <a:latin typeface="Arial" panose="020B0604020202020204" pitchFamily="34" charset="0"/>
                <a:cs typeface="Arial" panose="020B0604020202020204" pitchFamily="34" charset="0"/>
              </a:rPr>
              <a:t>Options, Futures, and Other Derivatives,  11th Edition, Copyright © John  C. Hull 2021</a:t>
            </a:r>
          </a:p>
        </p:txBody>
      </p:sp>
      <p:sp>
        <p:nvSpPr>
          <p:cNvPr id="15364" name="Slide Number Placeholder 3"/>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spcBef>
                <a:spcPct val="20000"/>
              </a:spcBef>
              <a:buBlip>
                <a:blip r:embed="rId3"/>
              </a:buBlip>
              <a:defRPr sz="3200">
                <a:solidFill>
                  <a:schemeClr val="tx1"/>
                </a:solidFill>
                <a:latin typeface="Tahoma" panose="020B0604030504040204" pitchFamily="34" charset="0"/>
              </a:defRPr>
            </a:lvl1pPr>
            <a:lvl2pPr marL="742950" indent="-285750" eaLnBrk="0" hangingPunct="0">
              <a:spcBef>
                <a:spcPct val="20000"/>
              </a:spcBef>
              <a:buSzPct val="75000"/>
              <a:buBlip>
                <a:blip r:embed="rId4"/>
              </a:buBlip>
              <a:defRPr sz="2800">
                <a:solidFill>
                  <a:schemeClr val="tx1"/>
                </a:solidFill>
                <a:latin typeface="Tahoma" panose="020B0604030504040204" pitchFamily="34" charset="0"/>
              </a:defRPr>
            </a:lvl2pPr>
            <a:lvl3pPr marL="1143000" indent="-228600" eaLnBrk="0" hangingPunct="0">
              <a:spcBef>
                <a:spcPct val="20000"/>
              </a:spcBef>
              <a:buChar char="•"/>
              <a:defRPr sz="2400">
                <a:solidFill>
                  <a:schemeClr val="tx1"/>
                </a:solidFill>
                <a:latin typeface="Tahoma" panose="020B0604030504040204" pitchFamily="34" charset="0"/>
              </a:defRPr>
            </a:lvl3pPr>
            <a:lvl4pPr marL="1600200" indent="-228600" eaLnBrk="0" hangingPunct="0">
              <a:spcBef>
                <a:spcPct val="20000"/>
              </a:spcBef>
              <a:buChar char="–"/>
              <a:defRPr sz="2000">
                <a:solidFill>
                  <a:schemeClr val="tx1"/>
                </a:solidFill>
                <a:latin typeface="Tahoma" panose="020B0604030504040204" pitchFamily="34" charset="0"/>
              </a:defRPr>
            </a:lvl4pPr>
            <a:lvl5pPr marL="2057400" indent="-228600" eaLnBrk="0" hangingPunct="0">
              <a:spcBef>
                <a:spcPct val="20000"/>
              </a:spcBef>
              <a:buClr>
                <a:schemeClr val="tx2"/>
              </a:buClr>
              <a:buChar char="–"/>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tx2"/>
              </a:buClr>
              <a:buChar char="–"/>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tx2"/>
              </a:buClr>
              <a:buChar char="–"/>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tx2"/>
              </a:buClr>
              <a:buChar char="–"/>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tx2"/>
              </a:buClr>
              <a:buChar char="–"/>
              <a:defRPr sz="2000">
                <a:solidFill>
                  <a:schemeClr val="tx1"/>
                </a:solidFill>
                <a:latin typeface="Tahoma" panose="020B0604030504040204" pitchFamily="34" charset="0"/>
              </a:defRPr>
            </a:lvl9pPr>
          </a:lstStyle>
          <a:p>
            <a:pPr eaLnBrk="1" hangingPunct="1">
              <a:spcBef>
                <a:spcPct val="0"/>
              </a:spcBef>
              <a:buFontTx/>
              <a:buNone/>
            </a:pPr>
            <a:fld id="{8BF8A753-19EB-4D43-ABEE-8C0E58C5B56A}" type="slidenum">
              <a:rPr lang="en-US" altLang="en-US" sz="1400">
                <a:latin typeface="Arial" panose="020B0604020202020204" pitchFamily="34" charset="0"/>
              </a:rPr>
              <a:pPr eaLnBrk="1" hangingPunct="1">
                <a:spcBef>
                  <a:spcPct val="0"/>
                </a:spcBef>
                <a:buFontTx/>
                <a:buNone/>
              </a:pPr>
              <a:t>9</a:t>
            </a:fld>
            <a:endParaRPr lang="en-US" altLang="en-US" sz="1400">
              <a:latin typeface="Arial" panose="020B0604020202020204" pitchFamily="34" charset="0"/>
            </a:endParaRPr>
          </a:p>
        </p:txBody>
      </p:sp>
      <p:graphicFrame>
        <p:nvGraphicFramePr>
          <p:cNvPr id="6" name="Table 5"/>
          <p:cNvGraphicFramePr>
            <a:graphicFrameLocks noGrp="1"/>
          </p:cNvGraphicFramePr>
          <p:nvPr>
            <p:extLst>
              <p:ext uri="{D42A27DB-BD31-4B8C-83A1-F6EECF244321}">
                <p14:modId xmlns:p14="http://schemas.microsoft.com/office/powerpoint/2010/main" val="1042537153"/>
              </p:ext>
            </p:extLst>
          </p:nvPr>
        </p:nvGraphicFramePr>
        <p:xfrm>
          <a:off x="685800" y="2624138"/>
          <a:ext cx="8305800" cy="3276600"/>
        </p:xfrm>
        <a:graphic>
          <a:graphicData uri="http://schemas.openxmlformats.org/drawingml/2006/table">
            <a:tbl>
              <a:tblPr firstRow="1" bandRow="1">
                <a:tableStyleId>{5940675A-B579-460E-94D1-54222C63F5DA}</a:tableStyleId>
              </a:tblPr>
              <a:tblGrid>
                <a:gridCol w="990600">
                  <a:extLst>
                    <a:ext uri="{9D8B030D-6E8A-4147-A177-3AD203B41FA5}">
                      <a16:colId xmlns:a16="http://schemas.microsoft.com/office/drawing/2014/main" val="20000"/>
                    </a:ext>
                  </a:extLst>
                </a:gridCol>
                <a:gridCol w="1219200">
                  <a:extLst>
                    <a:ext uri="{9D8B030D-6E8A-4147-A177-3AD203B41FA5}">
                      <a16:colId xmlns:a16="http://schemas.microsoft.com/office/drawing/2014/main" val="20001"/>
                    </a:ext>
                  </a:extLst>
                </a:gridCol>
                <a:gridCol w="1143000">
                  <a:extLst>
                    <a:ext uri="{9D8B030D-6E8A-4147-A177-3AD203B41FA5}">
                      <a16:colId xmlns:a16="http://schemas.microsoft.com/office/drawing/2014/main" val="20002"/>
                    </a:ext>
                  </a:extLst>
                </a:gridCol>
                <a:gridCol w="1143000">
                  <a:extLst>
                    <a:ext uri="{9D8B030D-6E8A-4147-A177-3AD203B41FA5}">
                      <a16:colId xmlns:a16="http://schemas.microsoft.com/office/drawing/2014/main" val="20003"/>
                    </a:ext>
                  </a:extLst>
                </a:gridCol>
                <a:gridCol w="1295400">
                  <a:extLst>
                    <a:ext uri="{9D8B030D-6E8A-4147-A177-3AD203B41FA5}">
                      <a16:colId xmlns:a16="http://schemas.microsoft.com/office/drawing/2014/main" val="20004"/>
                    </a:ext>
                  </a:extLst>
                </a:gridCol>
                <a:gridCol w="1447800">
                  <a:extLst>
                    <a:ext uri="{9D8B030D-6E8A-4147-A177-3AD203B41FA5}">
                      <a16:colId xmlns:a16="http://schemas.microsoft.com/office/drawing/2014/main" val="20005"/>
                    </a:ext>
                  </a:extLst>
                </a:gridCol>
                <a:gridCol w="1066800">
                  <a:extLst>
                    <a:ext uri="{9D8B030D-6E8A-4147-A177-3AD203B41FA5}">
                      <a16:colId xmlns:a16="http://schemas.microsoft.com/office/drawing/2014/main" val="20006"/>
                    </a:ext>
                  </a:extLst>
                </a:gridCol>
              </a:tblGrid>
              <a:tr h="650134">
                <a:tc>
                  <a:txBody>
                    <a:bodyPr/>
                    <a:lstStyle/>
                    <a:p>
                      <a:pPr algn="ctr"/>
                      <a:r>
                        <a:rPr lang="en-US" sz="1600" i="1" dirty="0" smtClean="0">
                          <a:latin typeface="+mj-lt"/>
                        </a:rPr>
                        <a:t>Scenario</a:t>
                      </a:r>
                      <a:endParaRPr lang="en-US" sz="1600" i="1" dirty="0">
                        <a:latin typeface="+mj-lt"/>
                      </a:endParaRPr>
                    </a:p>
                  </a:txBody>
                  <a:tcPr/>
                </a:tc>
                <a:tc>
                  <a:txBody>
                    <a:bodyPr/>
                    <a:lstStyle/>
                    <a:p>
                      <a:pPr algn="ctr"/>
                      <a:r>
                        <a:rPr lang="en-US" sz="1600" i="1" dirty="0" smtClean="0">
                          <a:latin typeface="+mj-lt"/>
                        </a:rPr>
                        <a:t>DJIA</a:t>
                      </a:r>
                      <a:endParaRPr lang="en-US" sz="1600" i="1" dirty="0">
                        <a:latin typeface="+mj-lt"/>
                      </a:endParaRPr>
                    </a:p>
                  </a:txBody>
                  <a:tcPr/>
                </a:tc>
                <a:tc>
                  <a:txBody>
                    <a:bodyPr/>
                    <a:lstStyle/>
                    <a:p>
                      <a:pPr algn="ctr"/>
                      <a:r>
                        <a:rPr lang="en-US" sz="1600" i="1" dirty="0" smtClean="0">
                          <a:latin typeface="+mj-lt"/>
                        </a:rPr>
                        <a:t>FTSE 100</a:t>
                      </a:r>
                      <a:endParaRPr lang="en-US" sz="1600" i="1" dirty="0">
                        <a:latin typeface="+mj-lt"/>
                      </a:endParaRPr>
                    </a:p>
                  </a:txBody>
                  <a:tcPr/>
                </a:tc>
                <a:tc>
                  <a:txBody>
                    <a:bodyPr/>
                    <a:lstStyle/>
                    <a:p>
                      <a:pPr algn="ctr"/>
                      <a:r>
                        <a:rPr lang="en-US" sz="1600" i="1" dirty="0" smtClean="0">
                          <a:latin typeface="+mj-lt"/>
                        </a:rPr>
                        <a:t>CAC 40</a:t>
                      </a:r>
                      <a:endParaRPr lang="en-US" sz="1600" i="1" dirty="0">
                        <a:latin typeface="+mj-lt"/>
                      </a:endParaRPr>
                    </a:p>
                  </a:txBody>
                  <a:tcPr/>
                </a:tc>
                <a:tc>
                  <a:txBody>
                    <a:bodyPr/>
                    <a:lstStyle/>
                    <a:p>
                      <a:pPr algn="ctr"/>
                      <a:r>
                        <a:rPr lang="en-US" sz="1600" i="1" dirty="0" smtClean="0">
                          <a:latin typeface="+mj-lt"/>
                        </a:rPr>
                        <a:t>Nikkei 225</a:t>
                      </a:r>
                      <a:endParaRPr lang="en-US" sz="1600" i="1" dirty="0">
                        <a:latin typeface="+mj-lt"/>
                      </a:endParaRPr>
                    </a:p>
                  </a:txBody>
                  <a:tcPr/>
                </a:tc>
                <a:tc>
                  <a:txBody>
                    <a:bodyPr/>
                    <a:lstStyle/>
                    <a:p>
                      <a:pPr algn="ctr"/>
                      <a:r>
                        <a:rPr lang="en-US" sz="1600" i="1" dirty="0" smtClean="0">
                          <a:latin typeface="+mj-lt"/>
                        </a:rPr>
                        <a:t>Portfolio</a:t>
                      </a:r>
                      <a:r>
                        <a:rPr lang="en-US" sz="1600" i="1" baseline="0" dirty="0" smtClean="0">
                          <a:latin typeface="+mj-lt"/>
                        </a:rPr>
                        <a:t> </a:t>
                      </a:r>
                    </a:p>
                    <a:p>
                      <a:pPr algn="ctr"/>
                      <a:r>
                        <a:rPr lang="en-US" sz="1600" i="1" baseline="0" dirty="0" smtClean="0">
                          <a:latin typeface="+mj-lt"/>
                        </a:rPr>
                        <a:t>Value ($000s)</a:t>
                      </a:r>
                      <a:endParaRPr lang="en-US" sz="1600" i="1" dirty="0">
                        <a:latin typeface="+mj-lt"/>
                      </a:endParaRPr>
                    </a:p>
                  </a:txBody>
                  <a:tcPr/>
                </a:tc>
                <a:tc>
                  <a:txBody>
                    <a:bodyPr/>
                    <a:lstStyle/>
                    <a:p>
                      <a:pPr algn="ctr"/>
                      <a:r>
                        <a:rPr lang="en-US" sz="1600" i="1" dirty="0" smtClean="0">
                          <a:latin typeface="+mj-lt"/>
                        </a:rPr>
                        <a:t>Loss ($000s)</a:t>
                      </a:r>
                      <a:endParaRPr lang="en-US" sz="1600" i="1" dirty="0">
                        <a:latin typeface="+mj-lt"/>
                      </a:endParaRPr>
                    </a:p>
                  </a:txBody>
                  <a:tcPr/>
                </a:tc>
                <a:extLst>
                  <a:ext uri="{0D108BD9-81ED-4DB2-BD59-A6C34878D82A}">
                    <a16:rowId xmlns:a16="http://schemas.microsoft.com/office/drawing/2014/main" val="10000"/>
                  </a:ext>
                </a:extLst>
              </a:tr>
              <a:tr h="416666">
                <a:tc>
                  <a:txBody>
                    <a:bodyPr/>
                    <a:lstStyle/>
                    <a:p>
                      <a:pPr algn="ctr"/>
                      <a:r>
                        <a:rPr lang="en-US" sz="1600" dirty="0" smtClean="0"/>
                        <a:t>1</a:t>
                      </a:r>
                      <a:endParaRPr lang="en-US" sz="1600" dirty="0"/>
                    </a:p>
                  </a:txBody>
                  <a:tcPr/>
                </a:tc>
                <a:tc>
                  <a:txBody>
                    <a:bodyPr/>
                    <a:lstStyle/>
                    <a:p>
                      <a:r>
                        <a:rPr lang="en-US" sz="1600" dirty="0" smtClean="0"/>
                        <a:t>6,558.49</a:t>
                      </a:r>
                      <a:endParaRPr lang="en-US" sz="1600" dirty="0"/>
                    </a:p>
                  </a:txBody>
                  <a:tcPr/>
                </a:tc>
                <a:tc>
                  <a:txBody>
                    <a:bodyPr/>
                    <a:lstStyle/>
                    <a:p>
                      <a:r>
                        <a:rPr lang="en-US" sz="1600" dirty="0" smtClean="0"/>
                        <a:t>7,334.19</a:t>
                      </a:r>
                      <a:endParaRPr lang="en-US" sz="1600" dirty="0"/>
                    </a:p>
                  </a:txBody>
                  <a:tcPr/>
                </a:tc>
                <a:tc>
                  <a:txBody>
                    <a:bodyPr/>
                    <a:lstStyle/>
                    <a:p>
                      <a:r>
                        <a:rPr lang="en-US" sz="1600" dirty="0" smtClean="0"/>
                        <a:t>15,545.12</a:t>
                      </a:r>
                      <a:endParaRPr lang="en-US" sz="1600" dirty="0"/>
                    </a:p>
                  </a:txBody>
                  <a:tcPr/>
                </a:tc>
                <a:tc>
                  <a:txBody>
                    <a:bodyPr/>
                    <a:lstStyle/>
                    <a:p>
                      <a:pPr algn="ctr"/>
                      <a:r>
                        <a:rPr lang="en-US" sz="1600" dirty="0" smtClean="0"/>
                        <a:t>340.79</a:t>
                      </a:r>
                      <a:endParaRPr lang="en-US" sz="1600" dirty="0"/>
                    </a:p>
                  </a:txBody>
                  <a:tcPr/>
                </a:tc>
                <a:tc>
                  <a:txBody>
                    <a:bodyPr/>
                    <a:lstStyle/>
                    <a:p>
                      <a:r>
                        <a:rPr lang="en-US" sz="1600" dirty="0" smtClean="0"/>
                        <a:t>  10,064.257</a:t>
                      </a:r>
                      <a:endParaRPr lang="en-US" sz="1600" dirty="0"/>
                    </a:p>
                  </a:txBody>
                  <a:tcPr/>
                </a:tc>
                <a:tc>
                  <a:txBody>
                    <a:bodyPr/>
                    <a:lstStyle/>
                    <a:p>
                      <a:r>
                        <a:rPr lang="en-US" sz="1600" dirty="0" smtClean="0"/>
                        <a:t> −64.257</a:t>
                      </a:r>
                      <a:endParaRPr lang="en-US" sz="1600" dirty="0"/>
                    </a:p>
                  </a:txBody>
                  <a:tcPr/>
                </a:tc>
                <a:extLst>
                  <a:ext uri="{0D108BD9-81ED-4DB2-BD59-A6C34878D82A}">
                    <a16:rowId xmlns:a16="http://schemas.microsoft.com/office/drawing/2014/main" val="10001"/>
                  </a:ext>
                </a:extLst>
              </a:tr>
              <a:tr h="457200">
                <a:tc>
                  <a:txBody>
                    <a:bodyPr/>
                    <a:lstStyle/>
                    <a:p>
                      <a:pPr algn="ctr"/>
                      <a:r>
                        <a:rPr lang="en-US" sz="1600" dirty="0" smtClean="0"/>
                        <a:t>2</a:t>
                      </a:r>
                      <a:endParaRPr lang="en-US" sz="1600" dirty="0"/>
                    </a:p>
                  </a:txBody>
                  <a:tcPr/>
                </a:tc>
                <a:tc>
                  <a:txBody>
                    <a:bodyPr/>
                    <a:lstStyle/>
                    <a:p>
                      <a:r>
                        <a:rPr lang="en-US" sz="1600" dirty="0" smtClean="0"/>
                        <a:t>6,509.50</a:t>
                      </a:r>
                      <a:endParaRPr lang="en-US" sz="1600" dirty="0"/>
                    </a:p>
                  </a:txBody>
                  <a:tcPr/>
                </a:tc>
                <a:tc>
                  <a:txBody>
                    <a:bodyPr/>
                    <a:lstStyle/>
                    <a:p>
                      <a:r>
                        <a:rPr lang="en-US" sz="1600" dirty="0" smtClean="0"/>
                        <a:t>7,300.72</a:t>
                      </a:r>
                      <a:endParaRPr lang="en-US" sz="1600" dirty="0"/>
                    </a:p>
                  </a:txBody>
                  <a:tcPr/>
                </a:tc>
                <a:tc>
                  <a:txBody>
                    <a:bodyPr/>
                    <a:lstStyle/>
                    <a:p>
                      <a:r>
                        <a:rPr lang="en-US" sz="1600" dirty="0" smtClean="0"/>
                        <a:t>15,678.46</a:t>
                      </a:r>
                      <a:endParaRPr lang="en-US" sz="1600" dirty="0"/>
                    </a:p>
                  </a:txBody>
                  <a:tcPr/>
                </a:tc>
                <a:tc>
                  <a:txBody>
                    <a:bodyPr/>
                    <a:lstStyle/>
                    <a:p>
                      <a:pPr algn="ctr"/>
                      <a:r>
                        <a:rPr lang="en-US" sz="1600" dirty="0" smtClean="0"/>
                        <a:t>347.28</a:t>
                      </a:r>
                      <a:endParaRPr lang="en-US" sz="1600" dirty="0"/>
                    </a:p>
                  </a:txBody>
                  <a:tcPr/>
                </a:tc>
                <a:tc>
                  <a:txBody>
                    <a:bodyPr/>
                    <a:lstStyle/>
                    <a:p>
                      <a:r>
                        <a:rPr lang="en-US" sz="1600" dirty="0" smtClean="0"/>
                        <a:t>  10,066.822</a:t>
                      </a:r>
                      <a:endParaRPr lang="en-US" sz="1600" dirty="0"/>
                    </a:p>
                  </a:txBody>
                  <a:tcPr/>
                </a:tc>
                <a:tc>
                  <a:txBody>
                    <a:bodyPr/>
                    <a:lstStyle/>
                    <a:p>
                      <a:r>
                        <a:rPr lang="en-US" sz="1600" dirty="0" smtClean="0"/>
                        <a:t> −66.822</a:t>
                      </a:r>
                      <a:endParaRPr lang="en-US" sz="1600" dirty="0"/>
                    </a:p>
                  </a:txBody>
                  <a:tcPr/>
                </a:tc>
                <a:extLst>
                  <a:ext uri="{0D108BD9-81ED-4DB2-BD59-A6C34878D82A}">
                    <a16:rowId xmlns:a16="http://schemas.microsoft.com/office/drawing/2014/main" val="10002"/>
                  </a:ext>
                </a:extLst>
              </a:tr>
              <a:tr h="457200">
                <a:tc>
                  <a:txBody>
                    <a:bodyPr/>
                    <a:lstStyle/>
                    <a:p>
                      <a:pPr algn="ctr"/>
                      <a:r>
                        <a:rPr lang="en-US" sz="1600" dirty="0" smtClean="0"/>
                        <a:t>3</a:t>
                      </a:r>
                      <a:endParaRPr lang="en-US" sz="1600" dirty="0"/>
                    </a:p>
                  </a:txBody>
                  <a:tcPr/>
                </a:tc>
                <a:tc>
                  <a:txBody>
                    <a:bodyPr/>
                    <a:lstStyle/>
                    <a:p>
                      <a:r>
                        <a:rPr lang="en-US" sz="1600" dirty="0" smtClean="0"/>
                        <a:t>6,502.17</a:t>
                      </a:r>
                      <a:endParaRPr lang="en-US" sz="1600" dirty="0"/>
                    </a:p>
                  </a:txBody>
                  <a:tcPr/>
                </a:tc>
                <a:tc>
                  <a:txBody>
                    <a:bodyPr/>
                    <a:lstStyle/>
                    <a:p>
                      <a:r>
                        <a:rPr lang="en-US" sz="1600" dirty="0" smtClean="0"/>
                        <a:t>7,268.41</a:t>
                      </a:r>
                      <a:endParaRPr lang="en-US" sz="1600" dirty="0"/>
                    </a:p>
                  </a:txBody>
                  <a:tcPr/>
                </a:tc>
                <a:tc>
                  <a:txBody>
                    <a:bodyPr/>
                    <a:lstStyle/>
                    <a:p>
                      <a:r>
                        <a:rPr lang="en-US" sz="1600" dirty="0" smtClean="0"/>
                        <a:t>15,591.47</a:t>
                      </a:r>
                      <a:endParaRPr lang="en-US" sz="1600" dirty="0"/>
                    </a:p>
                  </a:txBody>
                  <a:tcPr/>
                </a:tc>
                <a:tc>
                  <a:txBody>
                    <a:bodyPr/>
                    <a:lstStyle/>
                    <a:p>
                      <a:pPr algn="ctr"/>
                      <a:r>
                        <a:rPr lang="en-US" sz="1600" dirty="0" smtClean="0"/>
                        <a:t>343.93</a:t>
                      </a:r>
                      <a:endParaRPr lang="en-US" sz="1600" dirty="0"/>
                    </a:p>
                  </a:txBody>
                  <a:tcPr/>
                </a:tc>
                <a:tc>
                  <a:txBody>
                    <a:bodyPr/>
                    <a:lstStyle/>
                    <a:p>
                      <a:r>
                        <a:rPr lang="en-US" sz="1600" dirty="0" smtClean="0"/>
                        <a:t> </a:t>
                      </a:r>
                      <a:r>
                        <a:rPr lang="en-US" sz="1600" baseline="0" dirty="0" smtClean="0"/>
                        <a:t> </a:t>
                      </a:r>
                      <a:r>
                        <a:rPr lang="en-US" sz="1600" dirty="0" smtClean="0"/>
                        <a:t>10,023.722</a:t>
                      </a:r>
                      <a:endParaRPr lang="en-US" sz="1600" dirty="0"/>
                    </a:p>
                  </a:txBody>
                  <a:tcPr/>
                </a:tc>
                <a:tc>
                  <a:txBody>
                    <a:bodyPr/>
                    <a:lstStyle/>
                    <a:p>
                      <a:r>
                        <a:rPr lang="en-US" sz="1600" dirty="0" smtClean="0"/>
                        <a:t>−23.722</a:t>
                      </a:r>
                      <a:endParaRPr lang="en-US" sz="1600" dirty="0"/>
                    </a:p>
                  </a:txBody>
                  <a:tcPr/>
                </a:tc>
                <a:extLst>
                  <a:ext uri="{0D108BD9-81ED-4DB2-BD59-A6C34878D82A}">
                    <a16:rowId xmlns:a16="http://schemas.microsoft.com/office/drawing/2014/main" val="10003"/>
                  </a:ext>
                </a:extLst>
              </a:tr>
              <a:tr h="376665">
                <a:tc>
                  <a:txBody>
                    <a:bodyPr/>
                    <a:lstStyle/>
                    <a:p>
                      <a:pPr algn="ctr"/>
                      <a:r>
                        <a:rPr lang="en-US" sz="1600" dirty="0" smtClean="0"/>
                        <a:t>…</a:t>
                      </a:r>
                      <a:endParaRPr lang="en-US" sz="1600" dirty="0"/>
                    </a:p>
                  </a:txBody>
                  <a:tcPr/>
                </a:tc>
                <a:tc>
                  <a:txBody>
                    <a:bodyPr/>
                    <a:lstStyle/>
                    <a:p>
                      <a:pPr algn="ctr"/>
                      <a:r>
                        <a:rPr lang="en-US" sz="1600" dirty="0" smtClean="0"/>
                        <a:t>…….</a:t>
                      </a:r>
                      <a:endParaRPr lang="en-US" sz="1600" dirty="0"/>
                    </a:p>
                  </a:txBody>
                  <a:tcPr/>
                </a:tc>
                <a:tc>
                  <a:txBody>
                    <a:bodyPr/>
                    <a:lstStyle/>
                    <a:p>
                      <a:pPr algn="ctr"/>
                      <a:r>
                        <a:rPr lang="en-US" sz="1600" dirty="0" smtClean="0"/>
                        <a:t>…….</a:t>
                      </a:r>
                      <a:endParaRPr lang="en-US" sz="1600" dirty="0"/>
                    </a:p>
                  </a:txBody>
                  <a:tcPr/>
                </a:tc>
                <a:tc>
                  <a:txBody>
                    <a:bodyPr/>
                    <a:lstStyle/>
                    <a:p>
                      <a:pPr algn="ctr"/>
                      <a:r>
                        <a:rPr lang="en-US" sz="1600" dirty="0" smtClean="0"/>
                        <a:t>…….</a:t>
                      </a:r>
                      <a:endParaRPr lang="en-US" sz="1600" dirty="0"/>
                    </a:p>
                  </a:txBody>
                  <a:tcPr/>
                </a:tc>
                <a:tc>
                  <a:txBody>
                    <a:bodyPr/>
                    <a:lstStyle/>
                    <a:p>
                      <a:pPr algn="ctr"/>
                      <a:r>
                        <a:rPr lang="en-US" sz="1600" dirty="0" smtClean="0"/>
                        <a:t>……..</a:t>
                      </a:r>
                      <a:endParaRPr lang="en-US" sz="1600" dirty="0"/>
                    </a:p>
                  </a:txBody>
                  <a:tcPr/>
                </a:tc>
                <a:tc>
                  <a:txBody>
                    <a:bodyPr/>
                    <a:lstStyle/>
                    <a:p>
                      <a:pPr algn="ctr"/>
                      <a:r>
                        <a:rPr lang="en-US" sz="1600" dirty="0" smtClean="0"/>
                        <a:t>…….</a:t>
                      </a:r>
                      <a:endParaRPr lang="en-US" sz="1600" dirty="0"/>
                    </a:p>
                  </a:txBody>
                  <a:tcPr/>
                </a:tc>
                <a:tc>
                  <a:txBody>
                    <a:bodyPr/>
                    <a:lstStyle/>
                    <a:p>
                      <a:pPr algn="ctr"/>
                      <a:r>
                        <a:rPr lang="en-US" sz="1600" dirty="0" smtClean="0"/>
                        <a:t>……..</a:t>
                      </a:r>
                      <a:endParaRPr lang="en-US" sz="1600" dirty="0"/>
                    </a:p>
                  </a:txBody>
                  <a:tcPr/>
                </a:tc>
                <a:extLst>
                  <a:ext uri="{0D108BD9-81ED-4DB2-BD59-A6C34878D82A}">
                    <a16:rowId xmlns:a16="http://schemas.microsoft.com/office/drawing/2014/main" val="10004"/>
                  </a:ext>
                </a:extLst>
              </a:tr>
              <a:tr h="461535">
                <a:tc>
                  <a:txBody>
                    <a:bodyPr/>
                    <a:lstStyle/>
                    <a:p>
                      <a:pPr algn="ctr"/>
                      <a:r>
                        <a:rPr lang="en-US" sz="1600" dirty="0" smtClean="0"/>
                        <a:t>499</a:t>
                      </a:r>
                      <a:endParaRPr lang="en-US" sz="1600" dirty="0"/>
                    </a:p>
                  </a:txBody>
                  <a:tcPr/>
                </a:tc>
                <a:tc>
                  <a:txBody>
                    <a:bodyPr/>
                    <a:lstStyle/>
                    <a:p>
                      <a:r>
                        <a:rPr lang="en-US" sz="1600" dirty="0" smtClean="0"/>
                        <a:t>6,425.90</a:t>
                      </a:r>
                      <a:endParaRPr lang="en-US" sz="1600" dirty="0"/>
                    </a:p>
                  </a:txBody>
                  <a:tcPr/>
                </a:tc>
                <a:tc>
                  <a:txBody>
                    <a:bodyPr/>
                    <a:lstStyle/>
                    <a:p>
                      <a:r>
                        <a:rPr lang="en-US" sz="1600" dirty="0" smtClean="0"/>
                        <a:t>7,293.40</a:t>
                      </a:r>
                      <a:endParaRPr lang="en-US" sz="1600" dirty="0"/>
                    </a:p>
                  </a:txBody>
                  <a:tcPr/>
                </a:tc>
                <a:tc>
                  <a:txBody>
                    <a:bodyPr/>
                    <a:lstStyle/>
                    <a:p>
                      <a:r>
                        <a:rPr lang="en-US" sz="1600" dirty="0" smtClean="0"/>
                        <a:t>15,543.89</a:t>
                      </a:r>
                      <a:endParaRPr lang="en-US" sz="1600" dirty="0"/>
                    </a:p>
                  </a:txBody>
                  <a:tcPr/>
                </a:tc>
                <a:tc>
                  <a:txBody>
                    <a:bodyPr/>
                    <a:lstStyle/>
                    <a:p>
                      <a:pPr algn="ctr"/>
                      <a:r>
                        <a:rPr lang="en-US" sz="1600" dirty="0" smtClean="0"/>
                        <a:t>341.21</a:t>
                      </a:r>
                      <a:endParaRPr lang="en-US" sz="1600" dirty="0"/>
                    </a:p>
                  </a:txBody>
                  <a:tcPr/>
                </a:tc>
                <a:tc>
                  <a:txBody>
                    <a:bodyPr/>
                    <a:lstStyle/>
                    <a:p>
                      <a:r>
                        <a:rPr lang="en-US" sz="1600" dirty="0" smtClean="0"/>
                        <a:t>  9,968.126</a:t>
                      </a:r>
                      <a:endParaRPr lang="en-US" sz="1600" dirty="0"/>
                    </a:p>
                  </a:txBody>
                  <a:tcPr/>
                </a:tc>
                <a:tc>
                  <a:txBody>
                    <a:bodyPr/>
                    <a:lstStyle/>
                    <a:p>
                      <a:r>
                        <a:rPr lang="en-US" sz="1600" dirty="0" smtClean="0"/>
                        <a:t>  31.874</a:t>
                      </a:r>
                      <a:endParaRPr lang="en-US" sz="1600" dirty="0"/>
                    </a:p>
                  </a:txBody>
                  <a:tcPr/>
                </a:tc>
                <a:extLst>
                  <a:ext uri="{0D108BD9-81ED-4DB2-BD59-A6C34878D82A}">
                    <a16:rowId xmlns:a16="http://schemas.microsoft.com/office/drawing/2014/main" val="10005"/>
                  </a:ext>
                </a:extLst>
              </a:tr>
              <a:tr h="457200">
                <a:tc>
                  <a:txBody>
                    <a:bodyPr/>
                    <a:lstStyle/>
                    <a:p>
                      <a:pPr algn="ctr"/>
                      <a:r>
                        <a:rPr lang="en-US" sz="1600" dirty="0" smtClean="0"/>
                        <a:t>500</a:t>
                      </a:r>
                      <a:endParaRPr lang="en-US" sz="1600" dirty="0"/>
                    </a:p>
                  </a:txBody>
                  <a:tcPr/>
                </a:tc>
                <a:tc>
                  <a:txBody>
                    <a:bodyPr/>
                    <a:lstStyle/>
                    <a:p>
                      <a:r>
                        <a:rPr lang="en-US" sz="1600" dirty="0" smtClean="0"/>
                        <a:t>6,547.09</a:t>
                      </a:r>
                      <a:endParaRPr lang="en-US" sz="1600" dirty="0"/>
                    </a:p>
                  </a:txBody>
                  <a:tcPr/>
                </a:tc>
                <a:tc>
                  <a:txBody>
                    <a:bodyPr/>
                    <a:lstStyle/>
                    <a:p>
                      <a:r>
                        <a:rPr lang="en-US" sz="1600" dirty="0" smtClean="0"/>
                        <a:t>7,240.75</a:t>
                      </a:r>
                      <a:endParaRPr lang="en-US" sz="1600" dirty="0"/>
                    </a:p>
                  </a:txBody>
                  <a:tcPr/>
                </a:tc>
                <a:tc>
                  <a:txBody>
                    <a:bodyPr/>
                    <a:lstStyle/>
                    <a:p>
                      <a:r>
                        <a:rPr lang="en-US" sz="1600" dirty="0" smtClean="0"/>
                        <a:t>15,299.71</a:t>
                      </a:r>
                      <a:endParaRPr lang="en-US" sz="1600" dirty="0"/>
                    </a:p>
                  </a:txBody>
                  <a:tcPr/>
                </a:tc>
                <a:tc>
                  <a:txBody>
                    <a:bodyPr/>
                    <a:lstStyle/>
                    <a:p>
                      <a:pPr algn="ctr"/>
                      <a:r>
                        <a:rPr lang="en-US" sz="1600" dirty="0" smtClean="0"/>
                        <a:t>338.66</a:t>
                      </a:r>
                      <a:endParaRPr lang="en-US" sz="1600" dirty="0"/>
                    </a:p>
                  </a:txBody>
                  <a:tcPr/>
                </a:tc>
                <a:tc>
                  <a:txBody>
                    <a:bodyPr/>
                    <a:lstStyle/>
                    <a:p>
                      <a:r>
                        <a:rPr lang="en-US" sz="1600" dirty="0" smtClean="0"/>
                        <a:t>9,990.361</a:t>
                      </a:r>
                      <a:endParaRPr lang="en-US" sz="1600" dirty="0"/>
                    </a:p>
                  </a:txBody>
                  <a:tcPr/>
                </a:tc>
                <a:tc>
                  <a:txBody>
                    <a:bodyPr/>
                    <a:lstStyle/>
                    <a:p>
                      <a:r>
                        <a:rPr lang="en-US" sz="1600" dirty="0" smtClean="0"/>
                        <a:t>    9.639</a:t>
                      </a:r>
                      <a:endParaRPr lang="en-US" sz="1600" dirty="0"/>
                    </a:p>
                  </a:txBody>
                  <a:tcPr/>
                </a:tc>
                <a:extLst>
                  <a:ext uri="{0D108BD9-81ED-4DB2-BD59-A6C34878D82A}">
                    <a16:rowId xmlns:a16="http://schemas.microsoft.com/office/drawing/2014/main" val="10006"/>
                  </a:ext>
                </a:extLst>
              </a:tr>
            </a:tbl>
          </a:graphicData>
        </a:graphic>
      </p:graphicFrame>
      <p:cxnSp>
        <p:nvCxnSpPr>
          <p:cNvPr id="15432" name="Straight Arrow Connector 3"/>
          <p:cNvCxnSpPr>
            <a:cxnSpLocks noChangeShapeType="1"/>
          </p:cNvCxnSpPr>
          <p:nvPr/>
        </p:nvCxnSpPr>
        <p:spPr bwMode="auto">
          <a:xfrm flipH="1">
            <a:off x="2667000" y="2200276"/>
            <a:ext cx="1066800" cy="1267474"/>
          </a:xfrm>
          <a:prstGeom prst="straightConnector1">
            <a:avLst/>
          </a:prstGeom>
          <a:noFill/>
          <a:ln w="9525" algn="ctr">
            <a:solidFill>
              <a:schemeClr val="tx1"/>
            </a:solidFill>
            <a:round/>
            <a:headEnd/>
            <a:tailEnd type="arrow" w="med" len="med"/>
          </a:ln>
          <a:extLst>
            <a:ext uri="{909E8E84-426E-40DD-AFC4-6F175D3DCCD1}">
              <a14:hiddenFill xmlns:a14="http://schemas.microsoft.com/office/drawing/2010/main">
                <a:noFill/>
              </a14:hiddenFill>
            </a:ext>
          </a:extLst>
        </p:spPr>
      </p:cxnSp>
      <mc:AlternateContent xmlns:mc="http://schemas.openxmlformats.org/markup-compatibility/2006" xmlns:a14="http://schemas.microsoft.com/office/drawing/2010/main">
        <mc:Choice Requires="a14">
          <p:sp>
            <p:nvSpPr>
              <p:cNvPr id="2" name="TextBox 1"/>
              <p:cNvSpPr txBox="1"/>
              <p:nvPr/>
            </p:nvSpPr>
            <p:spPr>
              <a:xfrm>
                <a:off x="3505200" y="1786675"/>
                <a:ext cx="2667000" cy="647613"/>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r>
                        <a:rPr lang="en-US" b="0" i="1" smtClean="0">
                          <a:latin typeface="Cambria Math" panose="02040503050406030204" pitchFamily="18" charset="0"/>
                        </a:rPr>
                        <m:t>6,496.14</m:t>
                      </m:r>
                      <m:r>
                        <a:rPr lang="en-US" b="0" i="1" smtClean="0">
                          <a:latin typeface="Cambria Math" panose="02040503050406030204" pitchFamily="18" charset="0"/>
                          <a:ea typeface="Cambria Math" panose="02040503050406030204" pitchFamily="18" charset="0"/>
                        </a:rPr>
                        <m:t>×</m:t>
                      </m:r>
                      <m:f>
                        <m:fPr>
                          <m:ctrlPr>
                            <a:rPr lang="en-US" b="0" i="1" smtClean="0">
                              <a:latin typeface="Cambria Math" panose="02040503050406030204" pitchFamily="18" charset="0"/>
                              <a:ea typeface="Cambria Math" panose="02040503050406030204" pitchFamily="18" charset="0"/>
                            </a:rPr>
                          </m:ctrlPr>
                        </m:fPr>
                        <m:num>
                          <m:r>
                            <a:rPr lang="en-US" b="0" i="1" smtClean="0">
                              <a:latin typeface="Cambria Math" panose="02040503050406030204" pitchFamily="18" charset="0"/>
                              <a:ea typeface="Cambria Math" panose="02040503050406030204" pitchFamily="18" charset="0"/>
                            </a:rPr>
                            <m:t>5,343.70</m:t>
                          </m:r>
                        </m:num>
                        <m:den>
                          <m:r>
                            <a:rPr lang="en-US" b="0" i="1" smtClean="0">
                              <a:latin typeface="Cambria Math" panose="02040503050406030204" pitchFamily="18" charset="0"/>
                              <a:ea typeface="Cambria Math" panose="02040503050406030204" pitchFamily="18" charset="0"/>
                            </a:rPr>
                            <m:t>5,292.90</m:t>
                          </m:r>
                        </m:den>
                      </m:f>
                    </m:oMath>
                  </m:oMathPara>
                </a14:m>
                <a:endParaRPr lang="en-CA" dirty="0"/>
              </a:p>
            </p:txBody>
          </p:sp>
        </mc:Choice>
        <mc:Fallback xmlns="">
          <p:sp>
            <p:nvSpPr>
              <p:cNvPr id="2" name="TextBox 1"/>
              <p:cNvSpPr txBox="1">
                <a:spLocks noRot="1" noChangeAspect="1" noMove="1" noResize="1" noEditPoints="1" noAdjustHandles="1" noChangeArrowheads="1" noChangeShapeType="1" noTextEdit="1"/>
              </p:cNvSpPr>
              <p:nvPr/>
            </p:nvSpPr>
            <p:spPr>
              <a:xfrm>
                <a:off x="3505200" y="1786675"/>
                <a:ext cx="2667000" cy="647613"/>
              </a:xfrm>
              <a:prstGeom prst="rect">
                <a:avLst/>
              </a:prstGeom>
              <a:blipFill>
                <a:blip r:embed="rId5"/>
                <a:stretch>
                  <a:fillRect/>
                </a:stretch>
              </a:blipFill>
            </p:spPr>
            <p:txBody>
              <a:bodyPr/>
              <a:lstStyle/>
              <a:p>
                <a:r>
                  <a:rPr lang="en-CA">
                    <a:noFill/>
                  </a:rPr>
                  <a:t> </a:t>
                </a:r>
              </a:p>
            </p:txBody>
          </p:sp>
        </mc:Fallback>
      </mc:AlternateContent>
    </p:spTree>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8" name="Title 3"/>
          <p:cNvSpPr>
            <a:spLocks noGrp="1"/>
          </p:cNvSpPr>
          <p:nvPr>
            <p:ph type="title"/>
          </p:nvPr>
        </p:nvSpPr>
        <p:spPr/>
        <p:txBody>
          <a:bodyPr/>
          <a:lstStyle/>
          <a:p>
            <a:pPr eaLnBrk="1" hangingPunct="1"/>
            <a:r>
              <a:rPr lang="en-US" altLang="en-US" dirty="0" smtClean="0"/>
              <a:t>Ranked Losses </a:t>
            </a:r>
            <a:r>
              <a:rPr lang="en-US" altLang="en-US" sz="2000" dirty="0" smtClean="0"/>
              <a:t>(Table 22.4, page 499)</a:t>
            </a:r>
          </a:p>
        </p:txBody>
      </p:sp>
      <p:sp>
        <p:nvSpPr>
          <p:cNvPr id="24579" name="Footer Placeholder 1"/>
          <p:cNvSpPr>
            <a:spLocks noGrp="1"/>
          </p:cNvSpPr>
          <p:nvPr>
            <p:ph type="ftr"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spcBef>
                <a:spcPct val="20000"/>
              </a:spcBef>
              <a:buClr>
                <a:schemeClr val="tx2"/>
              </a:buClr>
              <a:buSzPct val="70000"/>
              <a:buFont typeface="Wingdings" panose="05000000000000000000" pitchFamily="2" charset="2"/>
              <a:buChar char="l"/>
              <a:defRPr sz="3200">
                <a:solidFill>
                  <a:schemeClr val="tx1"/>
                </a:solidFill>
                <a:latin typeface="Arial" panose="020B0604020202020204" pitchFamily="34" charset="0"/>
              </a:defRPr>
            </a:lvl1pPr>
            <a:lvl2pPr marL="742950" indent="-285750" eaLnBrk="0" hangingPunct="0">
              <a:spcBef>
                <a:spcPct val="20000"/>
              </a:spcBef>
              <a:buClr>
                <a:schemeClr val="accent2"/>
              </a:buClr>
              <a:buSzPct val="70000"/>
              <a:buFont typeface="Wingdings" panose="05000000000000000000" pitchFamily="2" charset="2"/>
              <a:buChar char="l"/>
              <a:defRPr sz="2800">
                <a:solidFill>
                  <a:schemeClr val="tx1"/>
                </a:solidFill>
                <a:latin typeface="Arial" panose="020B0604020202020204" pitchFamily="34" charset="0"/>
              </a:defRPr>
            </a:lvl2pPr>
            <a:lvl3pPr marL="1143000" indent="-228600" eaLnBrk="0" hangingPunct="0">
              <a:spcBef>
                <a:spcPct val="20000"/>
              </a:spcBef>
              <a:buClr>
                <a:schemeClr val="accent1"/>
              </a:buClr>
              <a:buSzPct val="70000"/>
              <a:buFont typeface="Wingdings" panose="05000000000000000000" pitchFamily="2" charset="2"/>
              <a:buChar char="l"/>
              <a:defRPr sz="2400">
                <a:solidFill>
                  <a:schemeClr val="tx1"/>
                </a:solidFill>
                <a:latin typeface="Arial" panose="020B0604020202020204" pitchFamily="34" charset="0"/>
              </a:defRPr>
            </a:lvl3pPr>
            <a:lvl4pPr marL="1600200" indent="-228600" eaLnBrk="0" hangingPunct="0">
              <a:spcBef>
                <a:spcPct val="20000"/>
              </a:spcBef>
              <a:buClr>
                <a:schemeClr val="tx2"/>
              </a:buClr>
              <a:buSzPct val="75000"/>
              <a:buFont typeface="Wingdings" panose="05000000000000000000" pitchFamily="2" charset="2"/>
              <a:buChar char="§"/>
              <a:defRPr sz="2000">
                <a:solidFill>
                  <a:schemeClr val="tx1"/>
                </a:solidFill>
                <a:latin typeface="Arial" panose="020B0604020202020204" pitchFamily="34" charset="0"/>
              </a:defRPr>
            </a:lvl4pPr>
            <a:lvl5pPr marL="2057400" indent="-228600" eaLnBrk="0" hangingPunct="0">
              <a:spcBef>
                <a:spcPct val="20000"/>
              </a:spcBef>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9pPr>
          </a:lstStyle>
          <a:p>
            <a:pPr eaLnBrk="1" hangingPunct="1">
              <a:spcBef>
                <a:spcPct val="0"/>
              </a:spcBef>
              <a:buClrTx/>
              <a:buSzTx/>
              <a:buFontTx/>
              <a:buNone/>
            </a:pPr>
            <a:r>
              <a:rPr lang="en-US" altLang="en-US" sz="1400" smtClean="0">
                <a:cs typeface="Arial" panose="020B0604020202020204" pitchFamily="34" charset="0"/>
              </a:rPr>
              <a:t>Options, Futures, and Other Derivatives,  11th Edition, Copyright © John  C. Hull 2021</a:t>
            </a:r>
            <a:endParaRPr lang="en-US" altLang="en-US" sz="1400">
              <a:cs typeface="Arial" panose="020B0604020202020204" pitchFamily="34" charset="0"/>
            </a:endParaRPr>
          </a:p>
        </p:txBody>
      </p:sp>
      <p:sp>
        <p:nvSpPr>
          <p:cNvPr id="24580" name="Slide Number Placeholder 2"/>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spcBef>
                <a:spcPct val="20000"/>
              </a:spcBef>
              <a:buClr>
                <a:schemeClr val="tx2"/>
              </a:buClr>
              <a:buSzPct val="70000"/>
              <a:buFont typeface="Wingdings" panose="05000000000000000000" pitchFamily="2" charset="2"/>
              <a:buChar char="l"/>
              <a:defRPr sz="3200">
                <a:solidFill>
                  <a:schemeClr val="tx1"/>
                </a:solidFill>
                <a:latin typeface="Arial" panose="020B0604020202020204" pitchFamily="34" charset="0"/>
              </a:defRPr>
            </a:lvl1pPr>
            <a:lvl2pPr marL="742950" indent="-285750" eaLnBrk="0" hangingPunct="0">
              <a:spcBef>
                <a:spcPct val="20000"/>
              </a:spcBef>
              <a:buClr>
                <a:schemeClr val="accent2"/>
              </a:buClr>
              <a:buSzPct val="70000"/>
              <a:buFont typeface="Wingdings" panose="05000000000000000000" pitchFamily="2" charset="2"/>
              <a:buChar char="l"/>
              <a:defRPr sz="2800">
                <a:solidFill>
                  <a:schemeClr val="tx1"/>
                </a:solidFill>
                <a:latin typeface="Arial" panose="020B0604020202020204" pitchFamily="34" charset="0"/>
              </a:defRPr>
            </a:lvl2pPr>
            <a:lvl3pPr marL="1143000" indent="-228600" eaLnBrk="0" hangingPunct="0">
              <a:spcBef>
                <a:spcPct val="20000"/>
              </a:spcBef>
              <a:buClr>
                <a:schemeClr val="accent1"/>
              </a:buClr>
              <a:buSzPct val="70000"/>
              <a:buFont typeface="Wingdings" panose="05000000000000000000" pitchFamily="2" charset="2"/>
              <a:buChar char="l"/>
              <a:defRPr sz="2400">
                <a:solidFill>
                  <a:schemeClr val="tx1"/>
                </a:solidFill>
                <a:latin typeface="Arial" panose="020B0604020202020204" pitchFamily="34" charset="0"/>
              </a:defRPr>
            </a:lvl3pPr>
            <a:lvl4pPr marL="1600200" indent="-228600" eaLnBrk="0" hangingPunct="0">
              <a:spcBef>
                <a:spcPct val="20000"/>
              </a:spcBef>
              <a:buClr>
                <a:schemeClr val="tx2"/>
              </a:buClr>
              <a:buSzPct val="75000"/>
              <a:buFont typeface="Wingdings" panose="05000000000000000000" pitchFamily="2" charset="2"/>
              <a:buChar char="§"/>
              <a:defRPr sz="2000">
                <a:solidFill>
                  <a:schemeClr val="tx1"/>
                </a:solidFill>
                <a:latin typeface="Arial" panose="020B0604020202020204" pitchFamily="34" charset="0"/>
              </a:defRPr>
            </a:lvl4pPr>
            <a:lvl5pPr marL="2057400" indent="-228600" eaLnBrk="0" hangingPunct="0">
              <a:spcBef>
                <a:spcPct val="20000"/>
              </a:spcBef>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9pPr>
          </a:lstStyle>
          <a:p>
            <a:pPr eaLnBrk="1" hangingPunct="1">
              <a:spcBef>
                <a:spcPct val="0"/>
              </a:spcBef>
              <a:buClrTx/>
              <a:buSzTx/>
              <a:buFontTx/>
              <a:buNone/>
            </a:pPr>
            <a:fld id="{1B5E4C4D-025B-4D01-AE50-0D0E230B3766}" type="slidenum">
              <a:rPr lang="en-US" altLang="en-US" sz="1800">
                <a:cs typeface="Arial" panose="020B0604020202020204" pitchFamily="34" charset="0"/>
              </a:rPr>
              <a:pPr eaLnBrk="1" hangingPunct="1">
                <a:spcBef>
                  <a:spcPct val="0"/>
                </a:spcBef>
                <a:buClrTx/>
                <a:buSzTx/>
                <a:buFontTx/>
                <a:buNone/>
              </a:pPr>
              <a:t>10</a:t>
            </a:fld>
            <a:endParaRPr lang="en-US" altLang="en-US" sz="1800">
              <a:cs typeface="Arial" panose="020B0604020202020204" pitchFamily="34" charset="0"/>
            </a:endParaRPr>
          </a:p>
        </p:txBody>
      </p:sp>
      <p:graphicFrame>
        <p:nvGraphicFramePr>
          <p:cNvPr id="5" name="Table 4"/>
          <p:cNvGraphicFramePr>
            <a:graphicFrameLocks noGrp="1"/>
          </p:cNvGraphicFramePr>
          <p:nvPr>
            <p:extLst>
              <p:ext uri="{D42A27DB-BD31-4B8C-83A1-F6EECF244321}">
                <p14:modId xmlns:p14="http://schemas.microsoft.com/office/powerpoint/2010/main" val="3811991494"/>
              </p:ext>
            </p:extLst>
          </p:nvPr>
        </p:nvGraphicFramePr>
        <p:xfrm>
          <a:off x="1143000" y="2057400"/>
          <a:ext cx="4038600" cy="2967040"/>
        </p:xfrm>
        <a:graphic>
          <a:graphicData uri="http://schemas.openxmlformats.org/drawingml/2006/table">
            <a:tbl>
              <a:tblPr firstRow="1" bandRow="1">
                <a:tableStyleId>{5940675A-B579-460E-94D1-54222C63F5DA}</a:tableStyleId>
              </a:tblPr>
              <a:tblGrid>
                <a:gridCol w="2286000">
                  <a:extLst>
                    <a:ext uri="{9D8B030D-6E8A-4147-A177-3AD203B41FA5}">
                      <a16:colId xmlns:a16="http://schemas.microsoft.com/office/drawing/2014/main" val="20000"/>
                    </a:ext>
                  </a:extLst>
                </a:gridCol>
                <a:gridCol w="1752600">
                  <a:extLst>
                    <a:ext uri="{9D8B030D-6E8A-4147-A177-3AD203B41FA5}">
                      <a16:colId xmlns:a16="http://schemas.microsoft.com/office/drawing/2014/main" val="20001"/>
                    </a:ext>
                  </a:extLst>
                </a:gridCol>
              </a:tblGrid>
              <a:tr h="370880">
                <a:tc>
                  <a:txBody>
                    <a:bodyPr/>
                    <a:lstStyle/>
                    <a:p>
                      <a:pPr algn="ctr"/>
                      <a:r>
                        <a:rPr lang="en-US" sz="1800" i="1" dirty="0" smtClean="0">
                          <a:latin typeface="+mj-lt"/>
                          <a:cs typeface="Arial" pitchFamily="34" charset="0"/>
                        </a:rPr>
                        <a:t>Scenario Number</a:t>
                      </a:r>
                      <a:endParaRPr lang="en-US" sz="1800" i="1" dirty="0">
                        <a:latin typeface="+mj-lt"/>
                        <a:cs typeface="Arial" pitchFamily="34" charset="0"/>
                      </a:endParaRPr>
                    </a:p>
                  </a:txBody>
                  <a:tcPr marT="45725" marB="45725"/>
                </a:tc>
                <a:tc>
                  <a:txBody>
                    <a:bodyPr/>
                    <a:lstStyle/>
                    <a:p>
                      <a:pPr algn="ctr"/>
                      <a:r>
                        <a:rPr lang="en-US" sz="1800" i="1" dirty="0" smtClean="0">
                          <a:latin typeface="+mj-lt"/>
                          <a:cs typeface="Arial" pitchFamily="34" charset="0"/>
                        </a:rPr>
                        <a:t>Loss ($000s)</a:t>
                      </a:r>
                      <a:endParaRPr lang="en-US" sz="1800" i="1" dirty="0">
                        <a:latin typeface="+mj-lt"/>
                        <a:cs typeface="Arial" pitchFamily="34" charset="0"/>
                      </a:endParaRPr>
                    </a:p>
                  </a:txBody>
                  <a:tcPr marT="45725" marB="45725"/>
                </a:tc>
                <a:extLst>
                  <a:ext uri="{0D108BD9-81ED-4DB2-BD59-A6C34878D82A}">
                    <a16:rowId xmlns:a16="http://schemas.microsoft.com/office/drawing/2014/main" val="10000"/>
                  </a:ext>
                </a:extLst>
              </a:tr>
              <a:tr h="370880">
                <a:tc>
                  <a:txBody>
                    <a:bodyPr/>
                    <a:lstStyle/>
                    <a:p>
                      <a:pPr algn="ctr"/>
                      <a:r>
                        <a:rPr lang="en-US" sz="1800" dirty="0" smtClean="0"/>
                        <a:t>427</a:t>
                      </a:r>
                      <a:endParaRPr lang="en-US" sz="1800" dirty="0"/>
                    </a:p>
                  </a:txBody>
                  <a:tcPr marT="45725" marB="45725"/>
                </a:tc>
                <a:tc>
                  <a:txBody>
                    <a:bodyPr/>
                    <a:lstStyle/>
                    <a:p>
                      <a:pPr algn="ctr"/>
                      <a:r>
                        <a:rPr lang="en-US" sz="1800" dirty="0" smtClean="0"/>
                        <a:t>922.484</a:t>
                      </a:r>
                      <a:endParaRPr lang="en-US" sz="1800" dirty="0"/>
                    </a:p>
                  </a:txBody>
                  <a:tcPr marT="45725" marB="45725"/>
                </a:tc>
                <a:extLst>
                  <a:ext uri="{0D108BD9-81ED-4DB2-BD59-A6C34878D82A}">
                    <a16:rowId xmlns:a16="http://schemas.microsoft.com/office/drawing/2014/main" val="10001"/>
                  </a:ext>
                </a:extLst>
              </a:tr>
              <a:tr h="370880">
                <a:tc>
                  <a:txBody>
                    <a:bodyPr/>
                    <a:lstStyle/>
                    <a:p>
                      <a:pPr algn="ctr"/>
                      <a:r>
                        <a:rPr lang="en-US" sz="1800" dirty="0" smtClean="0"/>
                        <a:t>429</a:t>
                      </a:r>
                      <a:endParaRPr lang="en-US" sz="1800" dirty="0"/>
                    </a:p>
                  </a:txBody>
                  <a:tcPr marT="45725" marB="45725"/>
                </a:tc>
                <a:tc>
                  <a:txBody>
                    <a:bodyPr/>
                    <a:lstStyle/>
                    <a:p>
                      <a:pPr algn="ctr"/>
                      <a:r>
                        <a:rPr lang="en-US" sz="1800" dirty="0" smtClean="0"/>
                        <a:t>858.423</a:t>
                      </a:r>
                      <a:endParaRPr lang="en-US" sz="1800" dirty="0"/>
                    </a:p>
                  </a:txBody>
                  <a:tcPr marT="45725" marB="45725"/>
                </a:tc>
                <a:extLst>
                  <a:ext uri="{0D108BD9-81ED-4DB2-BD59-A6C34878D82A}">
                    <a16:rowId xmlns:a16="http://schemas.microsoft.com/office/drawing/2014/main" val="10002"/>
                  </a:ext>
                </a:extLst>
              </a:tr>
              <a:tr h="370880">
                <a:tc>
                  <a:txBody>
                    <a:bodyPr/>
                    <a:lstStyle/>
                    <a:p>
                      <a:pPr algn="ctr"/>
                      <a:r>
                        <a:rPr lang="en-US" sz="1800" dirty="0" smtClean="0"/>
                        <a:t>424</a:t>
                      </a:r>
                      <a:endParaRPr lang="en-US" sz="1800" dirty="0"/>
                    </a:p>
                  </a:txBody>
                  <a:tcPr marT="45725" marB="45725"/>
                </a:tc>
                <a:tc>
                  <a:txBody>
                    <a:bodyPr/>
                    <a:lstStyle/>
                    <a:p>
                      <a:pPr algn="ctr"/>
                      <a:r>
                        <a:rPr lang="en-US" sz="1800" dirty="0" smtClean="0"/>
                        <a:t>653.541</a:t>
                      </a:r>
                      <a:endParaRPr lang="en-US" sz="1800" dirty="0"/>
                    </a:p>
                  </a:txBody>
                  <a:tcPr marT="45725" marB="45725"/>
                </a:tc>
                <a:extLst>
                  <a:ext uri="{0D108BD9-81ED-4DB2-BD59-A6C34878D82A}">
                    <a16:rowId xmlns:a16="http://schemas.microsoft.com/office/drawing/2014/main" val="10003"/>
                  </a:ext>
                </a:extLst>
              </a:tr>
              <a:tr h="370880">
                <a:tc>
                  <a:txBody>
                    <a:bodyPr/>
                    <a:lstStyle/>
                    <a:p>
                      <a:pPr algn="ctr"/>
                      <a:r>
                        <a:rPr lang="en-US" sz="1800" dirty="0" smtClean="0"/>
                        <a:t>415</a:t>
                      </a:r>
                      <a:endParaRPr lang="en-US" sz="1800" dirty="0"/>
                    </a:p>
                  </a:txBody>
                  <a:tcPr marT="45725" marB="45725"/>
                </a:tc>
                <a:tc>
                  <a:txBody>
                    <a:bodyPr/>
                    <a:lstStyle/>
                    <a:p>
                      <a:pPr algn="ctr"/>
                      <a:r>
                        <a:rPr lang="en-US" sz="1800" dirty="0" smtClean="0"/>
                        <a:t>490.215</a:t>
                      </a:r>
                      <a:endParaRPr lang="en-US" sz="1800" dirty="0"/>
                    </a:p>
                  </a:txBody>
                  <a:tcPr marT="45725" marB="45725"/>
                </a:tc>
                <a:extLst>
                  <a:ext uri="{0D108BD9-81ED-4DB2-BD59-A6C34878D82A}">
                    <a16:rowId xmlns:a16="http://schemas.microsoft.com/office/drawing/2014/main" val="10004"/>
                  </a:ext>
                </a:extLst>
              </a:tr>
              <a:tr h="370880">
                <a:tc>
                  <a:txBody>
                    <a:bodyPr/>
                    <a:lstStyle/>
                    <a:p>
                      <a:pPr algn="ctr"/>
                      <a:r>
                        <a:rPr lang="en-US" sz="1800" dirty="0" smtClean="0"/>
                        <a:t>482</a:t>
                      </a:r>
                      <a:endParaRPr lang="en-US" sz="1800" dirty="0"/>
                    </a:p>
                  </a:txBody>
                  <a:tcPr marT="45725" marB="45725"/>
                </a:tc>
                <a:tc>
                  <a:txBody>
                    <a:bodyPr/>
                    <a:lstStyle/>
                    <a:p>
                      <a:pPr algn="ctr"/>
                      <a:r>
                        <a:rPr lang="en-US" sz="1800" dirty="0" smtClean="0"/>
                        <a:t>422.291</a:t>
                      </a:r>
                      <a:endParaRPr lang="en-US" sz="1800" dirty="0"/>
                    </a:p>
                  </a:txBody>
                  <a:tcPr marT="45725" marB="45725"/>
                </a:tc>
                <a:extLst>
                  <a:ext uri="{0D108BD9-81ED-4DB2-BD59-A6C34878D82A}">
                    <a16:rowId xmlns:a16="http://schemas.microsoft.com/office/drawing/2014/main" val="10005"/>
                  </a:ext>
                </a:extLst>
              </a:tr>
              <a:tr h="370880">
                <a:tc>
                  <a:txBody>
                    <a:bodyPr/>
                    <a:lstStyle/>
                    <a:p>
                      <a:pPr algn="ctr"/>
                      <a:r>
                        <a:rPr lang="en-US" sz="1800" dirty="0" smtClean="0"/>
                        <a:t>440</a:t>
                      </a:r>
                      <a:endParaRPr lang="en-US" sz="1800" dirty="0"/>
                    </a:p>
                  </a:txBody>
                  <a:tcPr marT="45725" marB="45725"/>
                </a:tc>
                <a:tc>
                  <a:txBody>
                    <a:bodyPr/>
                    <a:lstStyle/>
                    <a:p>
                      <a:pPr algn="ctr"/>
                      <a:r>
                        <a:rPr lang="en-US" sz="1800" dirty="0" smtClean="0"/>
                        <a:t>362.733</a:t>
                      </a:r>
                      <a:endParaRPr lang="en-US" sz="1800" dirty="0"/>
                    </a:p>
                  </a:txBody>
                  <a:tcPr marT="45725" marB="45725"/>
                </a:tc>
                <a:extLst>
                  <a:ext uri="{0D108BD9-81ED-4DB2-BD59-A6C34878D82A}">
                    <a16:rowId xmlns:a16="http://schemas.microsoft.com/office/drawing/2014/main" val="10006"/>
                  </a:ext>
                </a:extLst>
              </a:tr>
              <a:tr h="370880">
                <a:tc>
                  <a:txBody>
                    <a:bodyPr/>
                    <a:lstStyle/>
                    <a:p>
                      <a:pPr algn="ctr"/>
                      <a:r>
                        <a:rPr lang="en-US" sz="1800" dirty="0" smtClean="0"/>
                        <a:t>426</a:t>
                      </a:r>
                      <a:endParaRPr lang="en-US" sz="1800" dirty="0"/>
                    </a:p>
                  </a:txBody>
                  <a:tcPr marT="45725" marB="45725"/>
                </a:tc>
                <a:tc>
                  <a:txBody>
                    <a:bodyPr/>
                    <a:lstStyle/>
                    <a:p>
                      <a:pPr algn="ctr"/>
                      <a:r>
                        <a:rPr lang="en-US" sz="1800" dirty="0" smtClean="0"/>
                        <a:t>360.532</a:t>
                      </a:r>
                      <a:endParaRPr lang="en-US" sz="1800" dirty="0"/>
                    </a:p>
                  </a:txBody>
                  <a:tcPr marT="45725" marB="45725"/>
                </a:tc>
                <a:extLst>
                  <a:ext uri="{0D108BD9-81ED-4DB2-BD59-A6C34878D82A}">
                    <a16:rowId xmlns:a16="http://schemas.microsoft.com/office/drawing/2014/main" val="10007"/>
                  </a:ext>
                </a:extLst>
              </a:tr>
            </a:tbl>
          </a:graphicData>
        </a:graphic>
      </p:graphicFrame>
      <p:sp>
        <p:nvSpPr>
          <p:cNvPr id="24610" name="TextBox 5"/>
          <p:cNvSpPr txBox="1">
            <a:spLocks noChangeArrowheads="1"/>
          </p:cNvSpPr>
          <p:nvPr/>
        </p:nvSpPr>
        <p:spPr bwMode="auto">
          <a:xfrm>
            <a:off x="7162800" y="2667000"/>
            <a:ext cx="1447800" cy="646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spcBef>
                <a:spcPct val="20000"/>
              </a:spcBef>
              <a:buClr>
                <a:schemeClr val="tx2"/>
              </a:buClr>
              <a:buSzPct val="70000"/>
              <a:buFont typeface="Wingdings" panose="05000000000000000000" pitchFamily="2" charset="2"/>
              <a:buChar char="l"/>
              <a:defRPr sz="3200">
                <a:solidFill>
                  <a:schemeClr val="tx1"/>
                </a:solidFill>
                <a:latin typeface="Arial" panose="020B0604020202020204" pitchFamily="34" charset="0"/>
              </a:defRPr>
            </a:lvl1pPr>
            <a:lvl2pPr marL="742950" indent="-285750" eaLnBrk="0" hangingPunct="0">
              <a:spcBef>
                <a:spcPct val="20000"/>
              </a:spcBef>
              <a:buClr>
                <a:schemeClr val="accent2"/>
              </a:buClr>
              <a:buSzPct val="70000"/>
              <a:buFont typeface="Wingdings" panose="05000000000000000000" pitchFamily="2" charset="2"/>
              <a:buChar char="l"/>
              <a:defRPr sz="2800">
                <a:solidFill>
                  <a:schemeClr val="tx1"/>
                </a:solidFill>
                <a:latin typeface="Arial" panose="020B0604020202020204" pitchFamily="34" charset="0"/>
              </a:defRPr>
            </a:lvl2pPr>
            <a:lvl3pPr marL="1143000" indent="-228600" eaLnBrk="0" hangingPunct="0">
              <a:spcBef>
                <a:spcPct val="20000"/>
              </a:spcBef>
              <a:buClr>
                <a:schemeClr val="accent1"/>
              </a:buClr>
              <a:buSzPct val="70000"/>
              <a:buFont typeface="Wingdings" panose="05000000000000000000" pitchFamily="2" charset="2"/>
              <a:buChar char="l"/>
              <a:defRPr sz="2400">
                <a:solidFill>
                  <a:schemeClr val="tx1"/>
                </a:solidFill>
                <a:latin typeface="Arial" panose="020B0604020202020204" pitchFamily="34" charset="0"/>
              </a:defRPr>
            </a:lvl3pPr>
            <a:lvl4pPr marL="1600200" indent="-228600" eaLnBrk="0" hangingPunct="0">
              <a:spcBef>
                <a:spcPct val="20000"/>
              </a:spcBef>
              <a:buClr>
                <a:schemeClr val="tx2"/>
              </a:buClr>
              <a:buSzPct val="75000"/>
              <a:buFont typeface="Wingdings" panose="05000000000000000000" pitchFamily="2" charset="2"/>
              <a:buChar char="§"/>
              <a:defRPr sz="2000">
                <a:solidFill>
                  <a:schemeClr val="tx1"/>
                </a:solidFill>
                <a:latin typeface="Arial" panose="020B0604020202020204" pitchFamily="34" charset="0"/>
              </a:defRPr>
            </a:lvl4pPr>
            <a:lvl5pPr marL="2057400" indent="-228600" eaLnBrk="0" hangingPunct="0">
              <a:spcBef>
                <a:spcPct val="20000"/>
              </a:spcBef>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9pPr>
          </a:lstStyle>
          <a:p>
            <a:pPr eaLnBrk="1" hangingPunct="1">
              <a:spcBef>
                <a:spcPct val="0"/>
              </a:spcBef>
              <a:buClrTx/>
              <a:buSzTx/>
              <a:buFontTx/>
              <a:buNone/>
            </a:pPr>
            <a:r>
              <a:rPr lang="en-US" altLang="en-US" sz="1800">
                <a:cs typeface="Arial" panose="020B0604020202020204" pitchFamily="34" charset="0"/>
              </a:rPr>
              <a:t>99% one-day VaR</a:t>
            </a:r>
          </a:p>
        </p:txBody>
      </p:sp>
      <p:cxnSp>
        <p:nvCxnSpPr>
          <p:cNvPr id="24611" name="Straight Arrow Connector 7"/>
          <p:cNvCxnSpPr>
            <a:cxnSpLocks noChangeShapeType="1"/>
          </p:cNvCxnSpPr>
          <p:nvPr/>
        </p:nvCxnSpPr>
        <p:spPr bwMode="auto">
          <a:xfrm rot="10800000" flipV="1">
            <a:off x="5181600" y="3276600"/>
            <a:ext cx="1981200" cy="838200"/>
          </a:xfrm>
          <a:prstGeom prst="straightConnector1">
            <a:avLst/>
          </a:prstGeom>
          <a:noFill/>
          <a:ln w="9525" algn="ctr">
            <a:solidFill>
              <a:schemeClr val="tx1"/>
            </a:solidFill>
            <a:round/>
            <a:headEnd/>
            <a:tailEnd type="arrow" w="med" len="med"/>
          </a:ln>
          <a:extLst>
            <a:ext uri="{909E8E84-426E-40DD-AFC4-6F175D3DCCD1}">
              <a14:hiddenFill xmlns:a14="http://schemas.microsoft.com/office/drawing/2010/main">
                <a:noFill/>
              </a14:hiddenFill>
            </a:ext>
          </a:extLst>
        </p:spPr>
      </p:cxnSp>
      <p:sp>
        <p:nvSpPr>
          <p:cNvPr id="24612" name="TextBox 1"/>
          <p:cNvSpPr txBox="1">
            <a:spLocks noChangeArrowheads="1"/>
          </p:cNvSpPr>
          <p:nvPr/>
        </p:nvSpPr>
        <p:spPr bwMode="auto">
          <a:xfrm>
            <a:off x="1835150" y="5516563"/>
            <a:ext cx="4968875" cy="6477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r>
              <a:rPr lang="en-CA" altLang="en-US" dirty="0"/>
              <a:t>99% one day ES is average of the five worst losses or </a:t>
            </a:r>
            <a:r>
              <a:rPr lang="en-CA" altLang="en-US" dirty="0" smtClean="0"/>
              <a:t>$669,391</a:t>
            </a:r>
            <a:endParaRPr lang="en-CA" altLang="en-US"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602" name="Title 1"/>
          <p:cNvSpPr>
            <a:spLocks noGrp="1"/>
          </p:cNvSpPr>
          <p:nvPr>
            <p:ph type="title"/>
          </p:nvPr>
        </p:nvSpPr>
        <p:spPr>
          <a:xfrm>
            <a:off x="609600" y="533400"/>
            <a:ext cx="7543800" cy="1295400"/>
          </a:xfrm>
        </p:spPr>
        <p:txBody>
          <a:bodyPr/>
          <a:lstStyle/>
          <a:p>
            <a:pPr eaLnBrk="1" hangingPunct="1"/>
            <a:r>
              <a:rPr lang="en-US" altLang="en-US" dirty="0" smtClean="0"/>
              <a:t>The N-day </a:t>
            </a:r>
            <a:r>
              <a:rPr lang="en-US" altLang="en-US" dirty="0" err="1" smtClean="0"/>
              <a:t>VaR</a:t>
            </a:r>
            <a:r>
              <a:rPr lang="en-US" altLang="en-US" dirty="0" smtClean="0"/>
              <a:t> or ES</a:t>
            </a:r>
          </a:p>
        </p:txBody>
      </p:sp>
      <mc:AlternateContent xmlns:mc="http://schemas.openxmlformats.org/markup-compatibility/2006" xmlns:a14="http://schemas.microsoft.com/office/drawing/2010/main">
        <mc:Choice Requires="a14">
          <p:sp>
            <p:nvSpPr>
              <p:cNvPr id="3" name="Content Placeholder 2"/>
              <p:cNvSpPr>
                <a:spLocks noGrp="1"/>
              </p:cNvSpPr>
              <p:nvPr>
                <p:ph idx="1"/>
              </p:nvPr>
            </p:nvSpPr>
            <p:spPr>
              <a:xfrm>
                <a:off x="266700" y="1732828"/>
                <a:ext cx="8229600" cy="4411663"/>
              </a:xfrm>
            </p:spPr>
            <p:txBody>
              <a:bodyPr/>
              <a:lstStyle/>
              <a:p>
                <a:pPr eaLnBrk="1" hangingPunct="1">
                  <a:defRPr/>
                </a:pPr>
                <a:r>
                  <a:rPr lang="en-US" sz="2800" dirty="0" smtClean="0"/>
                  <a:t>The </a:t>
                </a:r>
                <a:r>
                  <a:rPr lang="en-US" sz="2800" i="1" dirty="0" smtClean="0">
                    <a:latin typeface="+mj-lt"/>
                  </a:rPr>
                  <a:t>N</a:t>
                </a:r>
                <a:r>
                  <a:rPr lang="en-US" sz="2800" dirty="0" smtClean="0"/>
                  <a:t>-day </a:t>
                </a:r>
                <a:r>
                  <a:rPr lang="en-US" sz="2800" dirty="0" err="1" smtClean="0"/>
                  <a:t>VaR</a:t>
                </a:r>
                <a:r>
                  <a:rPr lang="en-US" sz="2800" dirty="0"/>
                  <a:t> </a:t>
                </a:r>
                <a:r>
                  <a:rPr lang="en-US" sz="2800" dirty="0" smtClean="0"/>
                  <a:t>(ES) for market risk is usually assumed to be        times the one-day </a:t>
                </a:r>
                <a:r>
                  <a:rPr lang="en-US" sz="2800" dirty="0" err="1" smtClean="0"/>
                  <a:t>VaR</a:t>
                </a:r>
                <a:r>
                  <a:rPr lang="en-US" sz="2800" dirty="0" smtClean="0"/>
                  <a:t> (ES)</a:t>
                </a:r>
              </a:p>
              <a:p>
                <a:pPr eaLnBrk="1" hangingPunct="1">
                  <a:defRPr/>
                </a:pPr>
                <a:r>
                  <a:rPr lang="en-US" sz="2800" dirty="0" smtClean="0"/>
                  <a:t>In our example the 10-day </a:t>
                </a:r>
                <a:r>
                  <a:rPr lang="en-US" sz="2800" dirty="0" err="1" smtClean="0"/>
                  <a:t>VaR</a:t>
                </a:r>
                <a:r>
                  <a:rPr lang="en-US" sz="2800" dirty="0" smtClean="0"/>
                  <a:t> would be calculated as </a:t>
                </a:r>
                <a14:m>
                  <m:oMath xmlns:m="http://schemas.openxmlformats.org/officeDocument/2006/math">
                    <m:rad>
                      <m:radPr>
                        <m:degHide m:val="on"/>
                        <m:ctrlPr>
                          <a:rPr lang="en-US" sz="2800" i="1" smtClean="0">
                            <a:latin typeface="Cambria Math" panose="02040503050406030204" pitchFamily="18" charset="0"/>
                          </a:rPr>
                        </m:ctrlPr>
                      </m:radPr>
                      <m:deg/>
                      <m:e>
                        <m:r>
                          <a:rPr lang="en-US" sz="2800" b="0" i="1" smtClean="0">
                            <a:latin typeface="Cambria Math" panose="02040503050406030204" pitchFamily="18" charset="0"/>
                          </a:rPr>
                          <m:t>10</m:t>
                        </m:r>
                      </m:e>
                    </m:rad>
                    <m:r>
                      <a:rPr lang="en-US" sz="2800" i="1" smtClean="0">
                        <a:latin typeface="Cambria Math" panose="02040503050406030204" pitchFamily="18" charset="0"/>
                        <a:ea typeface="Cambria Math" panose="02040503050406030204" pitchFamily="18" charset="0"/>
                      </a:rPr>
                      <m:t>×</m:t>
                    </m:r>
                    <m:r>
                      <a:rPr lang="en-US" sz="2800" b="0" i="1" smtClean="0">
                        <a:latin typeface="Cambria Math" panose="02040503050406030204" pitchFamily="18" charset="0"/>
                        <a:ea typeface="Cambria Math" panose="02040503050406030204" pitchFamily="18" charset="0"/>
                      </a:rPr>
                      <m:t>$422,291=$1,335,401.</m:t>
                    </m:r>
                  </m:oMath>
                </a14:m>
                <a:endParaRPr lang="en-US" sz="2800" dirty="0" smtClean="0"/>
              </a:p>
              <a:p>
                <a:pPr eaLnBrk="1" hangingPunct="1">
                  <a:defRPr/>
                </a:pPr>
                <a:r>
                  <a:rPr lang="en-US" dirty="0"/>
                  <a:t>T</a:t>
                </a:r>
                <a:r>
                  <a:rPr lang="en-US" sz="2800" dirty="0" smtClean="0"/>
                  <a:t>his assumption is only perfectly theoretically correct if daily changes are normally distributed with zero mean and independent </a:t>
                </a:r>
              </a:p>
              <a:p>
                <a:pPr marL="0" indent="0" eaLnBrk="1" hangingPunct="1">
                  <a:buNone/>
                  <a:defRPr/>
                </a:pPr>
                <a:endParaRPr lang="en-US" dirty="0"/>
              </a:p>
            </p:txBody>
          </p:sp>
        </mc:Choice>
        <mc:Fallback xmlns="">
          <p:sp>
            <p:nvSpPr>
              <p:cNvPr id="3" name="Content Placeholder 2"/>
              <p:cNvSpPr>
                <a:spLocks noGrp="1" noRot="1" noChangeAspect="1" noMove="1" noResize="1" noEditPoints="1" noAdjustHandles="1" noChangeArrowheads="1" noChangeShapeType="1" noTextEdit="1"/>
              </p:cNvSpPr>
              <p:nvPr>
                <p:ph idx="1"/>
              </p:nvPr>
            </p:nvSpPr>
            <p:spPr>
              <a:xfrm>
                <a:off x="266700" y="1732828"/>
                <a:ext cx="8229600" cy="4411663"/>
              </a:xfrm>
              <a:blipFill>
                <a:blip r:embed="rId4"/>
                <a:stretch>
                  <a:fillRect t="-1519"/>
                </a:stretch>
              </a:blipFill>
            </p:spPr>
            <p:txBody>
              <a:bodyPr/>
              <a:lstStyle/>
              <a:p>
                <a:r>
                  <a:rPr lang="en-CA">
                    <a:noFill/>
                  </a:rPr>
                  <a:t> </a:t>
                </a:r>
              </a:p>
            </p:txBody>
          </p:sp>
        </mc:Fallback>
      </mc:AlternateContent>
      <p:sp>
        <p:nvSpPr>
          <p:cNvPr id="25604" name="Footer Placeholder 3"/>
          <p:cNvSpPr>
            <a:spLocks noGrp="1"/>
          </p:cNvSpPr>
          <p:nvPr>
            <p:ph type="ftr"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spcBef>
                <a:spcPct val="20000"/>
              </a:spcBef>
              <a:buClr>
                <a:schemeClr val="tx2"/>
              </a:buClr>
              <a:buSzPct val="70000"/>
              <a:buFont typeface="Wingdings" panose="05000000000000000000" pitchFamily="2" charset="2"/>
              <a:buChar char="l"/>
              <a:defRPr sz="3200">
                <a:solidFill>
                  <a:schemeClr val="tx1"/>
                </a:solidFill>
                <a:latin typeface="Arial" panose="020B0604020202020204" pitchFamily="34" charset="0"/>
              </a:defRPr>
            </a:lvl1pPr>
            <a:lvl2pPr marL="742950" indent="-285750" eaLnBrk="0" hangingPunct="0">
              <a:spcBef>
                <a:spcPct val="20000"/>
              </a:spcBef>
              <a:buClr>
                <a:schemeClr val="accent2"/>
              </a:buClr>
              <a:buSzPct val="70000"/>
              <a:buFont typeface="Wingdings" panose="05000000000000000000" pitchFamily="2" charset="2"/>
              <a:buChar char="l"/>
              <a:defRPr sz="2800">
                <a:solidFill>
                  <a:schemeClr val="tx1"/>
                </a:solidFill>
                <a:latin typeface="Arial" panose="020B0604020202020204" pitchFamily="34" charset="0"/>
              </a:defRPr>
            </a:lvl2pPr>
            <a:lvl3pPr marL="1143000" indent="-228600" eaLnBrk="0" hangingPunct="0">
              <a:spcBef>
                <a:spcPct val="20000"/>
              </a:spcBef>
              <a:buClr>
                <a:schemeClr val="accent1"/>
              </a:buClr>
              <a:buSzPct val="70000"/>
              <a:buFont typeface="Wingdings" panose="05000000000000000000" pitchFamily="2" charset="2"/>
              <a:buChar char="l"/>
              <a:defRPr sz="2400">
                <a:solidFill>
                  <a:schemeClr val="tx1"/>
                </a:solidFill>
                <a:latin typeface="Arial" panose="020B0604020202020204" pitchFamily="34" charset="0"/>
              </a:defRPr>
            </a:lvl3pPr>
            <a:lvl4pPr marL="1600200" indent="-228600" eaLnBrk="0" hangingPunct="0">
              <a:spcBef>
                <a:spcPct val="20000"/>
              </a:spcBef>
              <a:buClr>
                <a:schemeClr val="tx2"/>
              </a:buClr>
              <a:buSzPct val="75000"/>
              <a:buFont typeface="Wingdings" panose="05000000000000000000" pitchFamily="2" charset="2"/>
              <a:buChar char="§"/>
              <a:defRPr sz="2000">
                <a:solidFill>
                  <a:schemeClr val="tx1"/>
                </a:solidFill>
                <a:latin typeface="Arial" panose="020B0604020202020204" pitchFamily="34" charset="0"/>
              </a:defRPr>
            </a:lvl4pPr>
            <a:lvl5pPr marL="2057400" indent="-228600" eaLnBrk="0" hangingPunct="0">
              <a:spcBef>
                <a:spcPct val="20000"/>
              </a:spcBef>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9pPr>
          </a:lstStyle>
          <a:p>
            <a:pPr eaLnBrk="1" hangingPunct="1">
              <a:spcBef>
                <a:spcPct val="0"/>
              </a:spcBef>
              <a:buClrTx/>
              <a:buSzTx/>
              <a:buFontTx/>
              <a:buNone/>
            </a:pPr>
            <a:r>
              <a:rPr lang="en-US" altLang="en-US" sz="1400" smtClean="0">
                <a:cs typeface="Arial" panose="020B0604020202020204" pitchFamily="34" charset="0"/>
              </a:rPr>
              <a:t>Options, Futures, and Other Derivatives,  11th Edition, Copyright © John  C. Hull 2021</a:t>
            </a:r>
            <a:endParaRPr lang="en-US" altLang="en-US" sz="1400">
              <a:cs typeface="Arial" panose="020B0604020202020204" pitchFamily="34" charset="0"/>
            </a:endParaRPr>
          </a:p>
        </p:txBody>
      </p:sp>
      <p:sp>
        <p:nvSpPr>
          <p:cNvPr id="25605" name="Slide Number Placeholder 4"/>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spcBef>
                <a:spcPct val="20000"/>
              </a:spcBef>
              <a:buClr>
                <a:schemeClr val="tx2"/>
              </a:buClr>
              <a:buSzPct val="70000"/>
              <a:buFont typeface="Wingdings" panose="05000000000000000000" pitchFamily="2" charset="2"/>
              <a:buChar char="l"/>
              <a:defRPr sz="3200">
                <a:solidFill>
                  <a:schemeClr val="tx1"/>
                </a:solidFill>
                <a:latin typeface="Arial" panose="020B0604020202020204" pitchFamily="34" charset="0"/>
              </a:defRPr>
            </a:lvl1pPr>
            <a:lvl2pPr marL="742950" indent="-285750" eaLnBrk="0" hangingPunct="0">
              <a:spcBef>
                <a:spcPct val="20000"/>
              </a:spcBef>
              <a:buClr>
                <a:schemeClr val="accent2"/>
              </a:buClr>
              <a:buSzPct val="70000"/>
              <a:buFont typeface="Wingdings" panose="05000000000000000000" pitchFamily="2" charset="2"/>
              <a:buChar char="l"/>
              <a:defRPr sz="2800">
                <a:solidFill>
                  <a:schemeClr val="tx1"/>
                </a:solidFill>
                <a:latin typeface="Arial" panose="020B0604020202020204" pitchFamily="34" charset="0"/>
              </a:defRPr>
            </a:lvl2pPr>
            <a:lvl3pPr marL="1143000" indent="-228600" eaLnBrk="0" hangingPunct="0">
              <a:spcBef>
                <a:spcPct val="20000"/>
              </a:spcBef>
              <a:buClr>
                <a:schemeClr val="accent1"/>
              </a:buClr>
              <a:buSzPct val="70000"/>
              <a:buFont typeface="Wingdings" panose="05000000000000000000" pitchFamily="2" charset="2"/>
              <a:buChar char="l"/>
              <a:defRPr sz="2400">
                <a:solidFill>
                  <a:schemeClr val="tx1"/>
                </a:solidFill>
                <a:latin typeface="Arial" panose="020B0604020202020204" pitchFamily="34" charset="0"/>
              </a:defRPr>
            </a:lvl3pPr>
            <a:lvl4pPr marL="1600200" indent="-228600" eaLnBrk="0" hangingPunct="0">
              <a:spcBef>
                <a:spcPct val="20000"/>
              </a:spcBef>
              <a:buClr>
                <a:schemeClr val="tx2"/>
              </a:buClr>
              <a:buSzPct val="75000"/>
              <a:buFont typeface="Wingdings" panose="05000000000000000000" pitchFamily="2" charset="2"/>
              <a:buChar char="§"/>
              <a:defRPr sz="2000">
                <a:solidFill>
                  <a:schemeClr val="tx1"/>
                </a:solidFill>
                <a:latin typeface="Arial" panose="020B0604020202020204" pitchFamily="34" charset="0"/>
              </a:defRPr>
            </a:lvl4pPr>
            <a:lvl5pPr marL="2057400" indent="-228600" eaLnBrk="0" hangingPunct="0">
              <a:spcBef>
                <a:spcPct val="20000"/>
              </a:spcBef>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9pPr>
          </a:lstStyle>
          <a:p>
            <a:pPr eaLnBrk="1" hangingPunct="1">
              <a:spcBef>
                <a:spcPct val="0"/>
              </a:spcBef>
              <a:buClrTx/>
              <a:buSzTx/>
              <a:buFontTx/>
              <a:buNone/>
            </a:pPr>
            <a:fld id="{457E0951-3FA8-4981-8BCF-89B908C8B27C}" type="slidenum">
              <a:rPr lang="en-US" altLang="en-US" sz="1800">
                <a:cs typeface="Arial" panose="020B0604020202020204" pitchFamily="34" charset="0"/>
              </a:rPr>
              <a:pPr eaLnBrk="1" hangingPunct="1">
                <a:spcBef>
                  <a:spcPct val="0"/>
                </a:spcBef>
                <a:buClrTx/>
                <a:buSzTx/>
                <a:buFontTx/>
                <a:buNone/>
              </a:pPr>
              <a:t>11</a:t>
            </a:fld>
            <a:endParaRPr lang="en-US" altLang="en-US" sz="1800">
              <a:cs typeface="Arial" panose="020B0604020202020204" pitchFamily="34" charset="0"/>
            </a:endParaRPr>
          </a:p>
        </p:txBody>
      </p:sp>
      <p:graphicFrame>
        <p:nvGraphicFramePr>
          <p:cNvPr id="25606" name="Object 2"/>
          <p:cNvGraphicFramePr>
            <a:graphicFrameLocks noChangeAspect="1"/>
          </p:cNvGraphicFramePr>
          <p:nvPr>
            <p:extLst>
              <p:ext uri="{D42A27DB-BD31-4B8C-83A1-F6EECF244321}">
                <p14:modId xmlns:p14="http://schemas.microsoft.com/office/powerpoint/2010/main" val="1526510211"/>
              </p:ext>
            </p:extLst>
          </p:nvPr>
        </p:nvGraphicFramePr>
        <p:xfrm>
          <a:off x="3048000" y="2209800"/>
          <a:ext cx="644525" cy="504825"/>
        </p:xfrm>
        <a:graphic>
          <a:graphicData uri="http://schemas.openxmlformats.org/presentationml/2006/ole">
            <mc:AlternateContent xmlns:mc="http://schemas.openxmlformats.org/markup-compatibility/2006">
              <mc:Choice xmlns:v="urn:schemas-microsoft-com:vml" Requires="v">
                <p:oleObj spid="_x0000_s56354" name="Equation" r:id="rId5" imgW="291973" imgH="228501" progId="Equation.3">
                  <p:embed/>
                </p:oleObj>
              </mc:Choice>
              <mc:Fallback>
                <p:oleObj name="Equation" r:id="rId5" imgW="291973" imgH="228501" progId="Equation.3">
                  <p:embed/>
                  <p:pic>
                    <p:nvPicPr>
                      <p:cNvPr id="0" name=""/>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3048000" y="2209800"/>
                        <a:ext cx="644525" cy="5048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626" name="Title 1"/>
          <p:cNvSpPr>
            <a:spLocks noGrp="1"/>
          </p:cNvSpPr>
          <p:nvPr>
            <p:ph type="title"/>
          </p:nvPr>
        </p:nvSpPr>
        <p:spPr/>
        <p:txBody>
          <a:bodyPr/>
          <a:lstStyle/>
          <a:p>
            <a:r>
              <a:rPr lang="en-CA" altLang="en-US" smtClean="0"/>
              <a:t>Stressed VaR and Stressed ES</a:t>
            </a:r>
          </a:p>
        </p:txBody>
      </p:sp>
      <p:sp>
        <p:nvSpPr>
          <p:cNvPr id="26627" name="Content Placeholder 2"/>
          <p:cNvSpPr>
            <a:spLocks noGrp="1"/>
          </p:cNvSpPr>
          <p:nvPr>
            <p:ph idx="1"/>
          </p:nvPr>
        </p:nvSpPr>
        <p:spPr/>
        <p:txBody>
          <a:bodyPr/>
          <a:lstStyle/>
          <a:p>
            <a:r>
              <a:rPr lang="en-CA" altLang="en-US" smtClean="0"/>
              <a:t>Stressed VaR and stressed ES calculations are based on historical data for a stressed period in the past (e.g. the year 2008) rather than on data from the most recent past (as in our example)</a:t>
            </a:r>
          </a:p>
        </p:txBody>
      </p:sp>
      <p:sp>
        <p:nvSpPr>
          <p:cNvPr id="26628" name="Footer Placeholder 3"/>
          <p:cNvSpPr>
            <a:spLocks noGrp="1"/>
          </p:cNvSpPr>
          <p:nvPr>
            <p:ph type="ftr"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r>
              <a:rPr lang="en-US" altLang="en-US" smtClean="0"/>
              <a:t>Options, Futures, and Other Derivatives,  11th Edition, Copyright © John  C. Hull 2021</a:t>
            </a:r>
            <a:endParaRPr lang="en-US" altLang="en-US" i="0"/>
          </a:p>
        </p:txBody>
      </p:sp>
      <p:sp>
        <p:nvSpPr>
          <p:cNvPr id="26629" name="Slide Number Placeholder 4"/>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fld id="{582B4D05-9490-4F36-83FA-9E461609E60E}" type="slidenum">
              <a:rPr lang="en-US" altLang="en-US"/>
              <a:pPr eaLnBrk="1" hangingPunct="1"/>
              <a:t>12</a:t>
            </a:fld>
            <a:endParaRPr lang="en-US" alt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2466" name="Rectangle 2"/>
          <p:cNvSpPr>
            <a:spLocks noGrp="1" noChangeArrowheads="1"/>
          </p:cNvSpPr>
          <p:nvPr>
            <p:ph type="title"/>
          </p:nvPr>
        </p:nvSpPr>
        <p:spPr/>
        <p:txBody>
          <a:bodyPr/>
          <a:lstStyle/>
          <a:p>
            <a:pPr eaLnBrk="1" fontAlgn="auto" hangingPunct="1">
              <a:spcAft>
                <a:spcPts val="0"/>
              </a:spcAft>
              <a:defRPr/>
            </a:pPr>
            <a:r>
              <a:rPr lang="en-US">
                <a:solidFill>
                  <a:schemeClr val="tx2">
                    <a:satMod val="130000"/>
                  </a:schemeClr>
                </a:solidFill>
              </a:rPr>
              <a:t>The Model-Building Approach</a:t>
            </a:r>
          </a:p>
        </p:txBody>
      </p:sp>
      <p:sp>
        <p:nvSpPr>
          <p:cNvPr id="18435" name="Rectangle 3"/>
          <p:cNvSpPr>
            <a:spLocks noGrp="1" noChangeArrowheads="1"/>
          </p:cNvSpPr>
          <p:nvPr>
            <p:ph idx="1"/>
          </p:nvPr>
        </p:nvSpPr>
        <p:spPr/>
        <p:txBody>
          <a:bodyPr/>
          <a:lstStyle/>
          <a:p>
            <a:pPr eaLnBrk="1" hangingPunct="1"/>
            <a:r>
              <a:rPr lang="en-US" altLang="en-US" dirty="0" smtClean="0"/>
              <a:t>The main alternative to historical simulation is to make assumptions about the probability distributions of the return on the market variables and calculate the probability distribution of the change in the value of the portfolio analytically</a:t>
            </a:r>
          </a:p>
          <a:p>
            <a:pPr eaLnBrk="1" hangingPunct="1"/>
            <a:r>
              <a:rPr lang="en-US" altLang="en-US" dirty="0" smtClean="0"/>
              <a:t>This is known as the model building approach or the variance-covariance approach</a:t>
            </a:r>
          </a:p>
        </p:txBody>
      </p:sp>
      <p:sp>
        <p:nvSpPr>
          <p:cNvPr id="18436" name="Footer Placeholder 4"/>
          <p:cNvSpPr>
            <a:spLocks noGrp="1"/>
          </p:cNvSpPr>
          <p:nvPr>
            <p:ph type="ftr"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spcBef>
                <a:spcPct val="20000"/>
              </a:spcBef>
              <a:buBlip>
                <a:blip r:embed="rId3"/>
              </a:buBlip>
              <a:defRPr sz="3200">
                <a:solidFill>
                  <a:schemeClr val="tx1"/>
                </a:solidFill>
                <a:latin typeface="Tahoma" panose="020B0604030504040204" pitchFamily="34" charset="0"/>
              </a:defRPr>
            </a:lvl1pPr>
            <a:lvl2pPr marL="742950" indent="-285750" eaLnBrk="0" hangingPunct="0">
              <a:spcBef>
                <a:spcPct val="20000"/>
              </a:spcBef>
              <a:buSzPct val="75000"/>
              <a:buBlip>
                <a:blip r:embed="rId4"/>
              </a:buBlip>
              <a:defRPr sz="2800">
                <a:solidFill>
                  <a:schemeClr val="tx1"/>
                </a:solidFill>
                <a:latin typeface="Tahoma" panose="020B0604030504040204" pitchFamily="34" charset="0"/>
              </a:defRPr>
            </a:lvl2pPr>
            <a:lvl3pPr marL="1143000" indent="-228600" eaLnBrk="0" hangingPunct="0">
              <a:spcBef>
                <a:spcPct val="20000"/>
              </a:spcBef>
              <a:buChar char="•"/>
              <a:defRPr sz="2400">
                <a:solidFill>
                  <a:schemeClr val="tx1"/>
                </a:solidFill>
                <a:latin typeface="Tahoma" panose="020B0604030504040204" pitchFamily="34" charset="0"/>
              </a:defRPr>
            </a:lvl3pPr>
            <a:lvl4pPr marL="1600200" indent="-228600" eaLnBrk="0" hangingPunct="0">
              <a:spcBef>
                <a:spcPct val="20000"/>
              </a:spcBef>
              <a:buChar char="–"/>
              <a:defRPr sz="2000">
                <a:solidFill>
                  <a:schemeClr val="tx1"/>
                </a:solidFill>
                <a:latin typeface="Tahoma" panose="020B0604030504040204" pitchFamily="34" charset="0"/>
              </a:defRPr>
            </a:lvl4pPr>
            <a:lvl5pPr marL="2057400" indent="-228600" eaLnBrk="0" hangingPunct="0">
              <a:spcBef>
                <a:spcPct val="20000"/>
              </a:spcBef>
              <a:buClr>
                <a:schemeClr val="tx2"/>
              </a:buClr>
              <a:buChar char="–"/>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tx2"/>
              </a:buClr>
              <a:buChar char="–"/>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tx2"/>
              </a:buClr>
              <a:buChar char="–"/>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tx2"/>
              </a:buClr>
              <a:buChar char="–"/>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tx2"/>
              </a:buClr>
              <a:buChar char="–"/>
              <a:defRPr sz="2000">
                <a:solidFill>
                  <a:schemeClr val="tx1"/>
                </a:solidFill>
                <a:latin typeface="Tahoma" panose="020B0604030504040204" pitchFamily="34" charset="0"/>
              </a:defRPr>
            </a:lvl9pPr>
          </a:lstStyle>
          <a:p>
            <a:pPr eaLnBrk="1" hangingPunct="1">
              <a:spcBef>
                <a:spcPct val="0"/>
              </a:spcBef>
              <a:buFontTx/>
              <a:buNone/>
            </a:pPr>
            <a:r>
              <a:rPr lang="en-US" altLang="en-US" sz="1400" smtClean="0">
                <a:latin typeface="Arial" panose="020B0604020202020204" pitchFamily="34" charset="0"/>
                <a:cs typeface="Arial" panose="020B0604020202020204" pitchFamily="34" charset="0"/>
              </a:rPr>
              <a:t>Options, Futures, and Other Derivatives,  11th Edition, Copyright © John  C. Hull 2021</a:t>
            </a:r>
          </a:p>
        </p:txBody>
      </p:sp>
      <p:sp>
        <p:nvSpPr>
          <p:cNvPr id="18437" name="Slide Number Placeholder 5"/>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spcBef>
                <a:spcPct val="20000"/>
              </a:spcBef>
              <a:buBlip>
                <a:blip r:embed="rId3"/>
              </a:buBlip>
              <a:defRPr sz="3200">
                <a:solidFill>
                  <a:schemeClr val="tx1"/>
                </a:solidFill>
                <a:latin typeface="Tahoma" panose="020B0604030504040204" pitchFamily="34" charset="0"/>
              </a:defRPr>
            </a:lvl1pPr>
            <a:lvl2pPr marL="742950" indent="-285750" eaLnBrk="0" hangingPunct="0">
              <a:spcBef>
                <a:spcPct val="20000"/>
              </a:spcBef>
              <a:buSzPct val="75000"/>
              <a:buBlip>
                <a:blip r:embed="rId4"/>
              </a:buBlip>
              <a:defRPr sz="2800">
                <a:solidFill>
                  <a:schemeClr val="tx1"/>
                </a:solidFill>
                <a:latin typeface="Tahoma" panose="020B0604030504040204" pitchFamily="34" charset="0"/>
              </a:defRPr>
            </a:lvl2pPr>
            <a:lvl3pPr marL="1143000" indent="-228600" eaLnBrk="0" hangingPunct="0">
              <a:spcBef>
                <a:spcPct val="20000"/>
              </a:spcBef>
              <a:buChar char="•"/>
              <a:defRPr sz="2400">
                <a:solidFill>
                  <a:schemeClr val="tx1"/>
                </a:solidFill>
                <a:latin typeface="Tahoma" panose="020B0604030504040204" pitchFamily="34" charset="0"/>
              </a:defRPr>
            </a:lvl3pPr>
            <a:lvl4pPr marL="1600200" indent="-228600" eaLnBrk="0" hangingPunct="0">
              <a:spcBef>
                <a:spcPct val="20000"/>
              </a:spcBef>
              <a:buChar char="–"/>
              <a:defRPr sz="2000">
                <a:solidFill>
                  <a:schemeClr val="tx1"/>
                </a:solidFill>
                <a:latin typeface="Tahoma" panose="020B0604030504040204" pitchFamily="34" charset="0"/>
              </a:defRPr>
            </a:lvl4pPr>
            <a:lvl5pPr marL="2057400" indent="-228600" eaLnBrk="0" hangingPunct="0">
              <a:spcBef>
                <a:spcPct val="20000"/>
              </a:spcBef>
              <a:buClr>
                <a:schemeClr val="tx2"/>
              </a:buClr>
              <a:buChar char="–"/>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tx2"/>
              </a:buClr>
              <a:buChar char="–"/>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tx2"/>
              </a:buClr>
              <a:buChar char="–"/>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tx2"/>
              </a:buClr>
              <a:buChar char="–"/>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tx2"/>
              </a:buClr>
              <a:buChar char="–"/>
              <a:defRPr sz="2000">
                <a:solidFill>
                  <a:schemeClr val="tx1"/>
                </a:solidFill>
                <a:latin typeface="Tahoma" panose="020B0604030504040204" pitchFamily="34" charset="0"/>
              </a:defRPr>
            </a:lvl9pPr>
          </a:lstStyle>
          <a:p>
            <a:pPr eaLnBrk="1" hangingPunct="1">
              <a:spcBef>
                <a:spcPct val="0"/>
              </a:spcBef>
              <a:buFontTx/>
              <a:buNone/>
            </a:pPr>
            <a:fld id="{B9A91EDB-36BC-4097-99C9-7E3274C3B9AC}" type="slidenum">
              <a:rPr lang="en-US" altLang="en-US" sz="1400">
                <a:latin typeface="Arial" panose="020B0604020202020204" pitchFamily="34" charset="0"/>
              </a:rPr>
              <a:pPr eaLnBrk="1" hangingPunct="1">
                <a:spcBef>
                  <a:spcPct val="0"/>
                </a:spcBef>
                <a:buFontTx/>
                <a:buNone/>
              </a:pPr>
              <a:t>13</a:t>
            </a:fld>
            <a:endParaRPr lang="en-US" altLang="en-US" sz="1400">
              <a:latin typeface="Arial" panose="020B0604020202020204" pitchFamily="34" charset="0"/>
            </a:endParaRPr>
          </a:p>
        </p:txBody>
      </p:sp>
    </p:spTree>
  </p:cSld>
  <p:clrMapOvr>
    <a:masterClrMapping/>
  </p:clrMapOvr>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4514" name="Rectangle 2"/>
          <p:cNvSpPr>
            <a:spLocks noGrp="1" noChangeArrowheads="1"/>
          </p:cNvSpPr>
          <p:nvPr>
            <p:ph type="title"/>
          </p:nvPr>
        </p:nvSpPr>
        <p:spPr/>
        <p:txBody>
          <a:bodyPr lIns="92075" tIns="46038" rIns="92075" bIns="46038"/>
          <a:lstStyle/>
          <a:p>
            <a:pPr eaLnBrk="1" fontAlgn="auto" hangingPunct="1">
              <a:spcAft>
                <a:spcPts val="0"/>
              </a:spcAft>
              <a:defRPr/>
            </a:pPr>
            <a:r>
              <a:rPr lang="en-US">
                <a:solidFill>
                  <a:schemeClr val="tx2">
                    <a:satMod val="130000"/>
                  </a:schemeClr>
                </a:solidFill>
              </a:rPr>
              <a:t>Daily Volatilities</a:t>
            </a:r>
          </a:p>
        </p:txBody>
      </p:sp>
      <p:sp>
        <p:nvSpPr>
          <p:cNvPr id="19459" name="Rectangle 3"/>
          <p:cNvSpPr>
            <a:spLocks noGrp="1" noChangeArrowheads="1"/>
          </p:cNvSpPr>
          <p:nvPr>
            <p:ph idx="1"/>
          </p:nvPr>
        </p:nvSpPr>
        <p:spPr/>
        <p:txBody>
          <a:bodyPr lIns="92075" tIns="46038" rIns="92075" bIns="46038"/>
          <a:lstStyle/>
          <a:p>
            <a:pPr eaLnBrk="1" hangingPunct="1"/>
            <a:r>
              <a:rPr lang="en-US" altLang="en-US" dirty="0" smtClean="0"/>
              <a:t>In option pricing we </a:t>
            </a:r>
            <a:r>
              <a:rPr lang="en-CA" altLang="en-US" dirty="0" smtClean="0"/>
              <a:t>measure</a:t>
            </a:r>
            <a:r>
              <a:rPr lang="en-US" altLang="en-US" dirty="0" smtClean="0"/>
              <a:t> volatility</a:t>
            </a:r>
            <a:r>
              <a:rPr lang="en-CA" altLang="en-US" dirty="0" smtClean="0"/>
              <a:t> “</a:t>
            </a:r>
            <a:r>
              <a:rPr lang="en-US" altLang="en-US" dirty="0" smtClean="0"/>
              <a:t>per year</a:t>
            </a:r>
            <a:r>
              <a:rPr lang="en-CA" altLang="en-US" dirty="0" smtClean="0"/>
              <a:t>”</a:t>
            </a:r>
            <a:endParaRPr lang="en-US" altLang="en-US" dirty="0" smtClean="0"/>
          </a:p>
          <a:p>
            <a:pPr eaLnBrk="1" hangingPunct="1"/>
            <a:r>
              <a:rPr lang="en-US" altLang="en-US" dirty="0" smtClean="0"/>
              <a:t>In </a:t>
            </a:r>
            <a:r>
              <a:rPr lang="en-US" altLang="en-US" dirty="0" err="1" smtClean="0"/>
              <a:t>VaR</a:t>
            </a:r>
            <a:r>
              <a:rPr lang="en-US" altLang="en-US" dirty="0" smtClean="0"/>
              <a:t> and ES calculations we </a:t>
            </a:r>
            <a:r>
              <a:rPr lang="en-CA" altLang="en-US" dirty="0" smtClean="0"/>
              <a:t>measure</a:t>
            </a:r>
            <a:r>
              <a:rPr lang="en-US" altLang="en-US" dirty="0" smtClean="0"/>
              <a:t> volatility </a:t>
            </a:r>
            <a:r>
              <a:rPr lang="en-CA" altLang="en-US" dirty="0" smtClean="0"/>
              <a:t>“</a:t>
            </a:r>
            <a:r>
              <a:rPr lang="en-US" altLang="en-US" dirty="0" smtClean="0"/>
              <a:t>per day</a:t>
            </a:r>
            <a:r>
              <a:rPr lang="en-CA" altLang="en-US" dirty="0" smtClean="0"/>
              <a:t>”</a:t>
            </a:r>
            <a:endParaRPr lang="en-US" altLang="en-US" dirty="0" smtClean="0"/>
          </a:p>
          <a:p>
            <a:pPr eaLnBrk="1" hangingPunct="1">
              <a:buFont typeface="Wingdings" panose="05000000000000000000" pitchFamily="2" charset="2"/>
              <a:buNone/>
            </a:pPr>
            <a:endParaRPr lang="en-US" altLang="en-US" dirty="0" smtClean="0"/>
          </a:p>
        </p:txBody>
      </p:sp>
      <p:sp>
        <p:nvSpPr>
          <p:cNvPr id="19460" name="Footer Placeholder 4"/>
          <p:cNvSpPr>
            <a:spLocks noGrp="1"/>
          </p:cNvSpPr>
          <p:nvPr>
            <p:ph type="ftr"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spcBef>
                <a:spcPct val="20000"/>
              </a:spcBef>
              <a:buBlip>
                <a:blip r:embed="rId4"/>
              </a:buBlip>
              <a:defRPr sz="3200">
                <a:solidFill>
                  <a:schemeClr val="tx1"/>
                </a:solidFill>
                <a:latin typeface="Tahoma" panose="020B0604030504040204" pitchFamily="34" charset="0"/>
              </a:defRPr>
            </a:lvl1pPr>
            <a:lvl2pPr marL="742950" indent="-285750" eaLnBrk="0" hangingPunct="0">
              <a:spcBef>
                <a:spcPct val="20000"/>
              </a:spcBef>
              <a:buSzPct val="75000"/>
              <a:buBlip>
                <a:blip r:embed="rId5"/>
              </a:buBlip>
              <a:defRPr sz="2800">
                <a:solidFill>
                  <a:schemeClr val="tx1"/>
                </a:solidFill>
                <a:latin typeface="Tahoma" panose="020B0604030504040204" pitchFamily="34" charset="0"/>
              </a:defRPr>
            </a:lvl2pPr>
            <a:lvl3pPr marL="1143000" indent="-228600" eaLnBrk="0" hangingPunct="0">
              <a:spcBef>
                <a:spcPct val="20000"/>
              </a:spcBef>
              <a:buChar char="•"/>
              <a:defRPr sz="2400">
                <a:solidFill>
                  <a:schemeClr val="tx1"/>
                </a:solidFill>
                <a:latin typeface="Tahoma" panose="020B0604030504040204" pitchFamily="34" charset="0"/>
              </a:defRPr>
            </a:lvl3pPr>
            <a:lvl4pPr marL="1600200" indent="-228600" eaLnBrk="0" hangingPunct="0">
              <a:spcBef>
                <a:spcPct val="20000"/>
              </a:spcBef>
              <a:buChar char="–"/>
              <a:defRPr sz="2000">
                <a:solidFill>
                  <a:schemeClr val="tx1"/>
                </a:solidFill>
                <a:latin typeface="Tahoma" panose="020B0604030504040204" pitchFamily="34" charset="0"/>
              </a:defRPr>
            </a:lvl4pPr>
            <a:lvl5pPr marL="2057400" indent="-228600" eaLnBrk="0" hangingPunct="0">
              <a:spcBef>
                <a:spcPct val="20000"/>
              </a:spcBef>
              <a:buClr>
                <a:schemeClr val="tx2"/>
              </a:buClr>
              <a:buChar char="–"/>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tx2"/>
              </a:buClr>
              <a:buChar char="–"/>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tx2"/>
              </a:buClr>
              <a:buChar char="–"/>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tx2"/>
              </a:buClr>
              <a:buChar char="–"/>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tx2"/>
              </a:buClr>
              <a:buChar char="–"/>
              <a:defRPr sz="2000">
                <a:solidFill>
                  <a:schemeClr val="tx1"/>
                </a:solidFill>
                <a:latin typeface="Tahoma" panose="020B0604030504040204" pitchFamily="34" charset="0"/>
              </a:defRPr>
            </a:lvl9pPr>
          </a:lstStyle>
          <a:p>
            <a:pPr eaLnBrk="1" hangingPunct="1">
              <a:spcBef>
                <a:spcPct val="0"/>
              </a:spcBef>
              <a:buFontTx/>
              <a:buNone/>
            </a:pPr>
            <a:r>
              <a:rPr lang="en-US" altLang="en-US" sz="1400" smtClean="0">
                <a:latin typeface="Arial" panose="020B0604020202020204" pitchFamily="34" charset="0"/>
                <a:cs typeface="Arial" panose="020B0604020202020204" pitchFamily="34" charset="0"/>
              </a:rPr>
              <a:t>Options, Futures, and Other Derivatives,  11th Edition, Copyright © John  C. Hull 2021</a:t>
            </a:r>
          </a:p>
        </p:txBody>
      </p:sp>
      <p:sp>
        <p:nvSpPr>
          <p:cNvPr id="19461" name="Slide Number Placeholder 5"/>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spcBef>
                <a:spcPct val="20000"/>
              </a:spcBef>
              <a:buBlip>
                <a:blip r:embed="rId4"/>
              </a:buBlip>
              <a:defRPr sz="3200">
                <a:solidFill>
                  <a:schemeClr val="tx1"/>
                </a:solidFill>
                <a:latin typeface="Tahoma" panose="020B0604030504040204" pitchFamily="34" charset="0"/>
              </a:defRPr>
            </a:lvl1pPr>
            <a:lvl2pPr marL="742950" indent="-285750" eaLnBrk="0" hangingPunct="0">
              <a:spcBef>
                <a:spcPct val="20000"/>
              </a:spcBef>
              <a:buSzPct val="75000"/>
              <a:buBlip>
                <a:blip r:embed="rId5"/>
              </a:buBlip>
              <a:defRPr sz="2800">
                <a:solidFill>
                  <a:schemeClr val="tx1"/>
                </a:solidFill>
                <a:latin typeface="Tahoma" panose="020B0604030504040204" pitchFamily="34" charset="0"/>
              </a:defRPr>
            </a:lvl2pPr>
            <a:lvl3pPr marL="1143000" indent="-228600" eaLnBrk="0" hangingPunct="0">
              <a:spcBef>
                <a:spcPct val="20000"/>
              </a:spcBef>
              <a:buChar char="•"/>
              <a:defRPr sz="2400">
                <a:solidFill>
                  <a:schemeClr val="tx1"/>
                </a:solidFill>
                <a:latin typeface="Tahoma" panose="020B0604030504040204" pitchFamily="34" charset="0"/>
              </a:defRPr>
            </a:lvl3pPr>
            <a:lvl4pPr marL="1600200" indent="-228600" eaLnBrk="0" hangingPunct="0">
              <a:spcBef>
                <a:spcPct val="20000"/>
              </a:spcBef>
              <a:buChar char="–"/>
              <a:defRPr sz="2000">
                <a:solidFill>
                  <a:schemeClr val="tx1"/>
                </a:solidFill>
                <a:latin typeface="Tahoma" panose="020B0604030504040204" pitchFamily="34" charset="0"/>
              </a:defRPr>
            </a:lvl4pPr>
            <a:lvl5pPr marL="2057400" indent="-228600" eaLnBrk="0" hangingPunct="0">
              <a:spcBef>
                <a:spcPct val="20000"/>
              </a:spcBef>
              <a:buClr>
                <a:schemeClr val="tx2"/>
              </a:buClr>
              <a:buChar char="–"/>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tx2"/>
              </a:buClr>
              <a:buChar char="–"/>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tx2"/>
              </a:buClr>
              <a:buChar char="–"/>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tx2"/>
              </a:buClr>
              <a:buChar char="–"/>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tx2"/>
              </a:buClr>
              <a:buChar char="–"/>
              <a:defRPr sz="2000">
                <a:solidFill>
                  <a:schemeClr val="tx1"/>
                </a:solidFill>
                <a:latin typeface="Tahoma" panose="020B0604030504040204" pitchFamily="34" charset="0"/>
              </a:defRPr>
            </a:lvl9pPr>
          </a:lstStyle>
          <a:p>
            <a:pPr eaLnBrk="1" hangingPunct="1">
              <a:spcBef>
                <a:spcPct val="0"/>
              </a:spcBef>
              <a:buFontTx/>
              <a:buNone/>
            </a:pPr>
            <a:fld id="{BE08EC8F-E0D3-460D-B760-63D01C3BFAF0}" type="slidenum">
              <a:rPr lang="en-US" altLang="en-US" sz="1400">
                <a:latin typeface="Arial" panose="020B0604020202020204" pitchFamily="34" charset="0"/>
              </a:rPr>
              <a:pPr eaLnBrk="1" hangingPunct="1">
                <a:spcBef>
                  <a:spcPct val="0"/>
                </a:spcBef>
                <a:buFontTx/>
                <a:buNone/>
              </a:pPr>
              <a:t>14</a:t>
            </a:fld>
            <a:endParaRPr lang="en-US" altLang="en-US" sz="1400">
              <a:latin typeface="Arial" panose="020B0604020202020204" pitchFamily="34" charset="0"/>
            </a:endParaRPr>
          </a:p>
        </p:txBody>
      </p:sp>
      <p:graphicFrame>
        <p:nvGraphicFramePr>
          <p:cNvPr id="19462" name="Object 4"/>
          <p:cNvGraphicFramePr>
            <a:graphicFrameLocks/>
          </p:cNvGraphicFramePr>
          <p:nvPr/>
        </p:nvGraphicFramePr>
        <p:xfrm>
          <a:off x="2590800" y="3962400"/>
          <a:ext cx="2101850" cy="990600"/>
        </p:xfrm>
        <a:graphic>
          <a:graphicData uri="http://schemas.openxmlformats.org/presentationml/2006/ole">
            <mc:AlternateContent xmlns:mc="http://schemas.openxmlformats.org/markup-compatibility/2006">
              <mc:Choice xmlns:v="urn:schemas-microsoft-com:vml" Requires="v">
                <p:oleObj spid="_x0000_s19482" name="Equation" r:id="rId6" imgW="809588" imgH="428760" progId="Equation.3">
                  <p:embed/>
                </p:oleObj>
              </mc:Choice>
              <mc:Fallback>
                <p:oleObj name="Equation" r:id="rId6" imgW="809588" imgH="428760" progId="Equation.3">
                  <p:embed/>
                  <p:pic>
                    <p:nvPicPr>
                      <p:cNvPr id="0" name="Object 4"/>
                      <p:cNvPicPr>
                        <a:picLocks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2590800" y="3962400"/>
                        <a:ext cx="2101850" cy="9906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Tree>
  </p:cSld>
  <p:clrMapOvr>
    <a:masterClrMapping/>
  </p:clrMapOvr>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6562" name="Rectangle 2"/>
          <p:cNvSpPr>
            <a:spLocks noGrp="1" noChangeArrowheads="1"/>
          </p:cNvSpPr>
          <p:nvPr>
            <p:ph type="title"/>
          </p:nvPr>
        </p:nvSpPr>
        <p:spPr/>
        <p:txBody>
          <a:bodyPr lIns="92075" tIns="46038" rIns="92075" bIns="46038"/>
          <a:lstStyle/>
          <a:p>
            <a:pPr eaLnBrk="1" fontAlgn="auto" hangingPunct="1">
              <a:spcAft>
                <a:spcPts val="0"/>
              </a:spcAft>
              <a:defRPr/>
            </a:pPr>
            <a:r>
              <a:rPr lang="en-US">
                <a:solidFill>
                  <a:schemeClr val="tx2">
                    <a:satMod val="130000"/>
                  </a:schemeClr>
                </a:solidFill>
              </a:rPr>
              <a:t>Daily Volatility continued</a:t>
            </a:r>
          </a:p>
        </p:txBody>
      </p:sp>
      <p:sp>
        <p:nvSpPr>
          <p:cNvPr id="20483" name="Rectangle 3"/>
          <p:cNvSpPr>
            <a:spLocks noGrp="1" noChangeArrowheads="1"/>
          </p:cNvSpPr>
          <p:nvPr>
            <p:ph idx="1"/>
          </p:nvPr>
        </p:nvSpPr>
        <p:spPr/>
        <p:txBody>
          <a:bodyPr lIns="92075" tIns="46038" rIns="92075" bIns="46038"/>
          <a:lstStyle/>
          <a:p>
            <a:pPr eaLnBrk="1" hangingPunct="1"/>
            <a:r>
              <a:rPr lang="en-US" altLang="en-US" smtClean="0"/>
              <a:t>Theoretically</a:t>
            </a:r>
            <a:r>
              <a:rPr lang="en-US" altLang="en-US" smtClean="0">
                <a:latin typeface="Symbol" panose="05050102010706020507" pitchFamily="18" charset="2"/>
              </a:rPr>
              <a:t>, s</a:t>
            </a:r>
            <a:r>
              <a:rPr lang="en-US" altLang="en-US" baseline="-25000" smtClean="0"/>
              <a:t>day</a:t>
            </a:r>
            <a:r>
              <a:rPr lang="en-US" altLang="en-US" smtClean="0"/>
              <a:t> is the standard deviation of the continuously compounded return in one day</a:t>
            </a:r>
          </a:p>
          <a:p>
            <a:pPr eaLnBrk="1" hangingPunct="1"/>
            <a:r>
              <a:rPr lang="en-US" altLang="en-US" smtClean="0"/>
              <a:t>In practice we assume that it is the standard deviation of the percentage change in one day</a:t>
            </a:r>
          </a:p>
        </p:txBody>
      </p:sp>
      <p:sp>
        <p:nvSpPr>
          <p:cNvPr id="20484" name="Footer Placeholder 4"/>
          <p:cNvSpPr>
            <a:spLocks noGrp="1"/>
          </p:cNvSpPr>
          <p:nvPr>
            <p:ph type="ftr"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spcBef>
                <a:spcPct val="20000"/>
              </a:spcBef>
              <a:buBlip>
                <a:blip r:embed="rId3"/>
              </a:buBlip>
              <a:defRPr sz="3200">
                <a:solidFill>
                  <a:schemeClr val="tx1"/>
                </a:solidFill>
                <a:latin typeface="Tahoma" panose="020B0604030504040204" pitchFamily="34" charset="0"/>
              </a:defRPr>
            </a:lvl1pPr>
            <a:lvl2pPr marL="742950" indent="-285750" eaLnBrk="0" hangingPunct="0">
              <a:spcBef>
                <a:spcPct val="20000"/>
              </a:spcBef>
              <a:buSzPct val="75000"/>
              <a:buBlip>
                <a:blip r:embed="rId4"/>
              </a:buBlip>
              <a:defRPr sz="2800">
                <a:solidFill>
                  <a:schemeClr val="tx1"/>
                </a:solidFill>
                <a:latin typeface="Tahoma" panose="020B0604030504040204" pitchFamily="34" charset="0"/>
              </a:defRPr>
            </a:lvl2pPr>
            <a:lvl3pPr marL="1143000" indent="-228600" eaLnBrk="0" hangingPunct="0">
              <a:spcBef>
                <a:spcPct val="20000"/>
              </a:spcBef>
              <a:buChar char="•"/>
              <a:defRPr sz="2400">
                <a:solidFill>
                  <a:schemeClr val="tx1"/>
                </a:solidFill>
                <a:latin typeface="Tahoma" panose="020B0604030504040204" pitchFamily="34" charset="0"/>
              </a:defRPr>
            </a:lvl3pPr>
            <a:lvl4pPr marL="1600200" indent="-228600" eaLnBrk="0" hangingPunct="0">
              <a:spcBef>
                <a:spcPct val="20000"/>
              </a:spcBef>
              <a:buChar char="–"/>
              <a:defRPr sz="2000">
                <a:solidFill>
                  <a:schemeClr val="tx1"/>
                </a:solidFill>
                <a:latin typeface="Tahoma" panose="020B0604030504040204" pitchFamily="34" charset="0"/>
              </a:defRPr>
            </a:lvl4pPr>
            <a:lvl5pPr marL="2057400" indent="-228600" eaLnBrk="0" hangingPunct="0">
              <a:spcBef>
                <a:spcPct val="20000"/>
              </a:spcBef>
              <a:buClr>
                <a:schemeClr val="tx2"/>
              </a:buClr>
              <a:buChar char="–"/>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tx2"/>
              </a:buClr>
              <a:buChar char="–"/>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tx2"/>
              </a:buClr>
              <a:buChar char="–"/>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tx2"/>
              </a:buClr>
              <a:buChar char="–"/>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tx2"/>
              </a:buClr>
              <a:buChar char="–"/>
              <a:defRPr sz="2000">
                <a:solidFill>
                  <a:schemeClr val="tx1"/>
                </a:solidFill>
                <a:latin typeface="Tahoma" panose="020B0604030504040204" pitchFamily="34" charset="0"/>
              </a:defRPr>
            </a:lvl9pPr>
          </a:lstStyle>
          <a:p>
            <a:pPr eaLnBrk="1" hangingPunct="1">
              <a:spcBef>
                <a:spcPct val="0"/>
              </a:spcBef>
              <a:buFontTx/>
              <a:buNone/>
            </a:pPr>
            <a:r>
              <a:rPr lang="en-US" altLang="en-US" sz="1400" smtClean="0">
                <a:latin typeface="Arial" panose="020B0604020202020204" pitchFamily="34" charset="0"/>
                <a:cs typeface="Arial" panose="020B0604020202020204" pitchFamily="34" charset="0"/>
              </a:rPr>
              <a:t>Options, Futures, and Other Derivatives,  11th Edition, Copyright © John  C. Hull 2021</a:t>
            </a:r>
          </a:p>
        </p:txBody>
      </p:sp>
      <p:sp>
        <p:nvSpPr>
          <p:cNvPr id="20485" name="Slide Number Placeholder 5"/>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spcBef>
                <a:spcPct val="20000"/>
              </a:spcBef>
              <a:buBlip>
                <a:blip r:embed="rId3"/>
              </a:buBlip>
              <a:defRPr sz="3200">
                <a:solidFill>
                  <a:schemeClr val="tx1"/>
                </a:solidFill>
                <a:latin typeface="Tahoma" panose="020B0604030504040204" pitchFamily="34" charset="0"/>
              </a:defRPr>
            </a:lvl1pPr>
            <a:lvl2pPr marL="742950" indent="-285750" eaLnBrk="0" hangingPunct="0">
              <a:spcBef>
                <a:spcPct val="20000"/>
              </a:spcBef>
              <a:buSzPct val="75000"/>
              <a:buBlip>
                <a:blip r:embed="rId4"/>
              </a:buBlip>
              <a:defRPr sz="2800">
                <a:solidFill>
                  <a:schemeClr val="tx1"/>
                </a:solidFill>
                <a:latin typeface="Tahoma" panose="020B0604030504040204" pitchFamily="34" charset="0"/>
              </a:defRPr>
            </a:lvl2pPr>
            <a:lvl3pPr marL="1143000" indent="-228600" eaLnBrk="0" hangingPunct="0">
              <a:spcBef>
                <a:spcPct val="20000"/>
              </a:spcBef>
              <a:buChar char="•"/>
              <a:defRPr sz="2400">
                <a:solidFill>
                  <a:schemeClr val="tx1"/>
                </a:solidFill>
                <a:latin typeface="Tahoma" panose="020B0604030504040204" pitchFamily="34" charset="0"/>
              </a:defRPr>
            </a:lvl3pPr>
            <a:lvl4pPr marL="1600200" indent="-228600" eaLnBrk="0" hangingPunct="0">
              <a:spcBef>
                <a:spcPct val="20000"/>
              </a:spcBef>
              <a:buChar char="–"/>
              <a:defRPr sz="2000">
                <a:solidFill>
                  <a:schemeClr val="tx1"/>
                </a:solidFill>
                <a:latin typeface="Tahoma" panose="020B0604030504040204" pitchFamily="34" charset="0"/>
              </a:defRPr>
            </a:lvl4pPr>
            <a:lvl5pPr marL="2057400" indent="-228600" eaLnBrk="0" hangingPunct="0">
              <a:spcBef>
                <a:spcPct val="20000"/>
              </a:spcBef>
              <a:buClr>
                <a:schemeClr val="tx2"/>
              </a:buClr>
              <a:buChar char="–"/>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tx2"/>
              </a:buClr>
              <a:buChar char="–"/>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tx2"/>
              </a:buClr>
              <a:buChar char="–"/>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tx2"/>
              </a:buClr>
              <a:buChar char="–"/>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tx2"/>
              </a:buClr>
              <a:buChar char="–"/>
              <a:defRPr sz="2000">
                <a:solidFill>
                  <a:schemeClr val="tx1"/>
                </a:solidFill>
                <a:latin typeface="Tahoma" panose="020B0604030504040204" pitchFamily="34" charset="0"/>
              </a:defRPr>
            </a:lvl9pPr>
          </a:lstStyle>
          <a:p>
            <a:pPr eaLnBrk="1" hangingPunct="1">
              <a:spcBef>
                <a:spcPct val="0"/>
              </a:spcBef>
              <a:buFontTx/>
              <a:buNone/>
            </a:pPr>
            <a:fld id="{49A21C8F-962F-400D-BD27-EA3AFDBCEEEA}" type="slidenum">
              <a:rPr lang="en-US" altLang="en-US" sz="1400">
                <a:latin typeface="Arial" panose="020B0604020202020204" pitchFamily="34" charset="0"/>
              </a:rPr>
              <a:pPr eaLnBrk="1" hangingPunct="1">
                <a:spcBef>
                  <a:spcPct val="0"/>
                </a:spcBef>
                <a:buFontTx/>
                <a:buNone/>
              </a:pPr>
              <a:t>15</a:t>
            </a:fld>
            <a:endParaRPr lang="en-US" altLang="en-US" sz="1400">
              <a:latin typeface="Arial" panose="020B0604020202020204" pitchFamily="34" charset="0"/>
            </a:endParaRPr>
          </a:p>
        </p:txBody>
      </p:sp>
    </p:spTree>
  </p:cSld>
  <p:clrMapOvr>
    <a:masterClrMapping/>
  </p:clrMapOvr>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8610" name="Rectangle 2"/>
          <p:cNvSpPr>
            <a:spLocks noGrp="1" noChangeArrowheads="1"/>
          </p:cNvSpPr>
          <p:nvPr>
            <p:ph type="title"/>
          </p:nvPr>
        </p:nvSpPr>
        <p:spPr/>
        <p:txBody>
          <a:bodyPr lIns="92075" tIns="46038" rIns="92075" bIns="46038"/>
          <a:lstStyle/>
          <a:p>
            <a:pPr eaLnBrk="1" fontAlgn="auto" hangingPunct="1">
              <a:spcAft>
                <a:spcPts val="0"/>
              </a:spcAft>
              <a:defRPr/>
            </a:pPr>
            <a:r>
              <a:rPr lang="en-US" dirty="0">
                <a:solidFill>
                  <a:schemeClr val="tx2">
                    <a:satMod val="130000"/>
                  </a:schemeClr>
                </a:solidFill>
              </a:rPr>
              <a:t>Microsoft </a:t>
            </a:r>
            <a:r>
              <a:rPr lang="en-US" dirty="0" smtClean="0">
                <a:solidFill>
                  <a:schemeClr val="tx2">
                    <a:satMod val="130000"/>
                  </a:schemeClr>
                </a:solidFill>
              </a:rPr>
              <a:t>Example</a:t>
            </a:r>
            <a:endParaRPr lang="en-US" sz="2200" dirty="0">
              <a:solidFill>
                <a:schemeClr val="tx2">
                  <a:satMod val="130000"/>
                </a:schemeClr>
              </a:solidFill>
            </a:endParaRPr>
          </a:p>
        </p:txBody>
      </p:sp>
      <p:sp>
        <p:nvSpPr>
          <p:cNvPr id="21507" name="Rectangle 3"/>
          <p:cNvSpPr>
            <a:spLocks noGrp="1" noChangeArrowheads="1"/>
          </p:cNvSpPr>
          <p:nvPr>
            <p:ph idx="1"/>
          </p:nvPr>
        </p:nvSpPr>
        <p:spPr/>
        <p:txBody>
          <a:bodyPr lIns="92075" tIns="46038" rIns="92075" bIns="46038"/>
          <a:lstStyle/>
          <a:p>
            <a:pPr eaLnBrk="1" hangingPunct="1"/>
            <a:r>
              <a:rPr lang="en-US" altLang="en-US" dirty="0" smtClean="0"/>
              <a:t>We have a position worth $10 million in Microsoft shares</a:t>
            </a:r>
          </a:p>
          <a:p>
            <a:pPr eaLnBrk="1" hangingPunct="1"/>
            <a:r>
              <a:rPr lang="en-US" altLang="en-US" dirty="0" smtClean="0"/>
              <a:t>The volatility of Microsoft is 2% per day (about 32% per year)</a:t>
            </a:r>
          </a:p>
          <a:p>
            <a:pPr eaLnBrk="1" hangingPunct="1"/>
            <a:r>
              <a:rPr lang="en-US" altLang="en-US" dirty="0" smtClean="0"/>
              <a:t>We use </a:t>
            </a:r>
            <a:r>
              <a:rPr lang="en-US" altLang="en-US" i="1" dirty="0" smtClean="0">
                <a:latin typeface="Times New Roman" panose="02020603050405020304" pitchFamily="18" charset="0"/>
              </a:rPr>
              <a:t>N</a:t>
            </a:r>
            <a:r>
              <a:rPr lang="en-US" altLang="en-US" dirty="0" smtClean="0"/>
              <a:t>=10 and </a:t>
            </a:r>
            <a:r>
              <a:rPr lang="en-US" altLang="en-US" i="1" dirty="0" smtClean="0">
                <a:latin typeface="Times New Roman" panose="02020603050405020304" pitchFamily="18" charset="0"/>
              </a:rPr>
              <a:t>X</a:t>
            </a:r>
            <a:r>
              <a:rPr lang="en-US" altLang="en-US" dirty="0" smtClean="0"/>
              <a:t>=99</a:t>
            </a:r>
          </a:p>
        </p:txBody>
      </p:sp>
      <p:sp>
        <p:nvSpPr>
          <p:cNvPr id="21508" name="Footer Placeholder 4"/>
          <p:cNvSpPr>
            <a:spLocks noGrp="1"/>
          </p:cNvSpPr>
          <p:nvPr>
            <p:ph type="ftr"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spcBef>
                <a:spcPct val="20000"/>
              </a:spcBef>
              <a:buBlip>
                <a:blip r:embed="rId3"/>
              </a:buBlip>
              <a:defRPr sz="3200">
                <a:solidFill>
                  <a:schemeClr val="tx1"/>
                </a:solidFill>
                <a:latin typeface="Tahoma" panose="020B0604030504040204" pitchFamily="34" charset="0"/>
              </a:defRPr>
            </a:lvl1pPr>
            <a:lvl2pPr marL="742950" indent="-285750" eaLnBrk="0" hangingPunct="0">
              <a:spcBef>
                <a:spcPct val="20000"/>
              </a:spcBef>
              <a:buSzPct val="75000"/>
              <a:buBlip>
                <a:blip r:embed="rId4"/>
              </a:buBlip>
              <a:defRPr sz="2800">
                <a:solidFill>
                  <a:schemeClr val="tx1"/>
                </a:solidFill>
                <a:latin typeface="Tahoma" panose="020B0604030504040204" pitchFamily="34" charset="0"/>
              </a:defRPr>
            </a:lvl2pPr>
            <a:lvl3pPr marL="1143000" indent="-228600" eaLnBrk="0" hangingPunct="0">
              <a:spcBef>
                <a:spcPct val="20000"/>
              </a:spcBef>
              <a:buChar char="•"/>
              <a:defRPr sz="2400">
                <a:solidFill>
                  <a:schemeClr val="tx1"/>
                </a:solidFill>
                <a:latin typeface="Tahoma" panose="020B0604030504040204" pitchFamily="34" charset="0"/>
              </a:defRPr>
            </a:lvl3pPr>
            <a:lvl4pPr marL="1600200" indent="-228600" eaLnBrk="0" hangingPunct="0">
              <a:spcBef>
                <a:spcPct val="20000"/>
              </a:spcBef>
              <a:buChar char="–"/>
              <a:defRPr sz="2000">
                <a:solidFill>
                  <a:schemeClr val="tx1"/>
                </a:solidFill>
                <a:latin typeface="Tahoma" panose="020B0604030504040204" pitchFamily="34" charset="0"/>
              </a:defRPr>
            </a:lvl4pPr>
            <a:lvl5pPr marL="2057400" indent="-228600" eaLnBrk="0" hangingPunct="0">
              <a:spcBef>
                <a:spcPct val="20000"/>
              </a:spcBef>
              <a:buClr>
                <a:schemeClr val="tx2"/>
              </a:buClr>
              <a:buChar char="–"/>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tx2"/>
              </a:buClr>
              <a:buChar char="–"/>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tx2"/>
              </a:buClr>
              <a:buChar char="–"/>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tx2"/>
              </a:buClr>
              <a:buChar char="–"/>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tx2"/>
              </a:buClr>
              <a:buChar char="–"/>
              <a:defRPr sz="2000">
                <a:solidFill>
                  <a:schemeClr val="tx1"/>
                </a:solidFill>
                <a:latin typeface="Tahoma" panose="020B0604030504040204" pitchFamily="34" charset="0"/>
              </a:defRPr>
            </a:lvl9pPr>
          </a:lstStyle>
          <a:p>
            <a:pPr eaLnBrk="1" hangingPunct="1">
              <a:spcBef>
                <a:spcPct val="0"/>
              </a:spcBef>
              <a:buFontTx/>
              <a:buNone/>
            </a:pPr>
            <a:r>
              <a:rPr lang="en-US" altLang="en-US" sz="1400" smtClean="0">
                <a:latin typeface="Arial" panose="020B0604020202020204" pitchFamily="34" charset="0"/>
                <a:cs typeface="Arial" panose="020B0604020202020204" pitchFamily="34" charset="0"/>
              </a:rPr>
              <a:t>Options, Futures, and Other Derivatives,  11th Edition, Copyright © John  C. Hull 2021</a:t>
            </a:r>
          </a:p>
        </p:txBody>
      </p:sp>
      <p:sp>
        <p:nvSpPr>
          <p:cNvPr id="21509" name="Slide Number Placeholder 5"/>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spcBef>
                <a:spcPct val="20000"/>
              </a:spcBef>
              <a:buBlip>
                <a:blip r:embed="rId3"/>
              </a:buBlip>
              <a:defRPr sz="3200">
                <a:solidFill>
                  <a:schemeClr val="tx1"/>
                </a:solidFill>
                <a:latin typeface="Tahoma" panose="020B0604030504040204" pitchFamily="34" charset="0"/>
              </a:defRPr>
            </a:lvl1pPr>
            <a:lvl2pPr marL="742950" indent="-285750" eaLnBrk="0" hangingPunct="0">
              <a:spcBef>
                <a:spcPct val="20000"/>
              </a:spcBef>
              <a:buSzPct val="75000"/>
              <a:buBlip>
                <a:blip r:embed="rId4"/>
              </a:buBlip>
              <a:defRPr sz="2800">
                <a:solidFill>
                  <a:schemeClr val="tx1"/>
                </a:solidFill>
                <a:latin typeface="Tahoma" panose="020B0604030504040204" pitchFamily="34" charset="0"/>
              </a:defRPr>
            </a:lvl2pPr>
            <a:lvl3pPr marL="1143000" indent="-228600" eaLnBrk="0" hangingPunct="0">
              <a:spcBef>
                <a:spcPct val="20000"/>
              </a:spcBef>
              <a:buChar char="•"/>
              <a:defRPr sz="2400">
                <a:solidFill>
                  <a:schemeClr val="tx1"/>
                </a:solidFill>
                <a:latin typeface="Tahoma" panose="020B0604030504040204" pitchFamily="34" charset="0"/>
              </a:defRPr>
            </a:lvl3pPr>
            <a:lvl4pPr marL="1600200" indent="-228600" eaLnBrk="0" hangingPunct="0">
              <a:spcBef>
                <a:spcPct val="20000"/>
              </a:spcBef>
              <a:buChar char="–"/>
              <a:defRPr sz="2000">
                <a:solidFill>
                  <a:schemeClr val="tx1"/>
                </a:solidFill>
                <a:latin typeface="Tahoma" panose="020B0604030504040204" pitchFamily="34" charset="0"/>
              </a:defRPr>
            </a:lvl4pPr>
            <a:lvl5pPr marL="2057400" indent="-228600" eaLnBrk="0" hangingPunct="0">
              <a:spcBef>
                <a:spcPct val="20000"/>
              </a:spcBef>
              <a:buClr>
                <a:schemeClr val="tx2"/>
              </a:buClr>
              <a:buChar char="–"/>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tx2"/>
              </a:buClr>
              <a:buChar char="–"/>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tx2"/>
              </a:buClr>
              <a:buChar char="–"/>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tx2"/>
              </a:buClr>
              <a:buChar char="–"/>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tx2"/>
              </a:buClr>
              <a:buChar char="–"/>
              <a:defRPr sz="2000">
                <a:solidFill>
                  <a:schemeClr val="tx1"/>
                </a:solidFill>
                <a:latin typeface="Tahoma" panose="020B0604030504040204" pitchFamily="34" charset="0"/>
              </a:defRPr>
            </a:lvl9pPr>
          </a:lstStyle>
          <a:p>
            <a:pPr eaLnBrk="1" hangingPunct="1">
              <a:spcBef>
                <a:spcPct val="0"/>
              </a:spcBef>
              <a:buFontTx/>
              <a:buNone/>
            </a:pPr>
            <a:fld id="{9F10A200-7D68-48FD-9CB6-7C741BAFBCEC}" type="slidenum">
              <a:rPr lang="en-US" altLang="en-US" sz="1400">
                <a:latin typeface="Arial" panose="020B0604020202020204" pitchFamily="34" charset="0"/>
              </a:rPr>
              <a:pPr eaLnBrk="1" hangingPunct="1">
                <a:spcBef>
                  <a:spcPct val="0"/>
                </a:spcBef>
                <a:buFontTx/>
                <a:buNone/>
              </a:pPr>
              <a:t>16</a:t>
            </a:fld>
            <a:endParaRPr lang="en-US" altLang="en-US" sz="1400">
              <a:latin typeface="Arial" panose="020B0604020202020204" pitchFamily="34" charset="0"/>
            </a:endParaRPr>
          </a:p>
        </p:txBody>
      </p:sp>
    </p:spTree>
  </p:cSld>
  <p:clrMapOvr>
    <a:masterClrMapping/>
  </p:clrMapOvr>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0658" name="Rectangle 2"/>
          <p:cNvSpPr>
            <a:spLocks noGrp="1" noChangeArrowheads="1"/>
          </p:cNvSpPr>
          <p:nvPr>
            <p:ph type="title"/>
          </p:nvPr>
        </p:nvSpPr>
        <p:spPr>
          <a:xfrm>
            <a:off x="228600" y="609600"/>
            <a:ext cx="7772400" cy="1143000"/>
          </a:xfrm>
        </p:spPr>
        <p:txBody>
          <a:bodyPr lIns="92075" tIns="46038" rIns="92075" bIns="46038"/>
          <a:lstStyle/>
          <a:p>
            <a:pPr eaLnBrk="1" fontAlgn="auto" hangingPunct="1">
              <a:spcAft>
                <a:spcPts val="0"/>
              </a:spcAft>
              <a:defRPr/>
            </a:pPr>
            <a:r>
              <a:rPr lang="en-US" dirty="0">
                <a:solidFill>
                  <a:schemeClr val="tx2">
                    <a:satMod val="130000"/>
                  </a:schemeClr>
                </a:solidFill>
              </a:rPr>
              <a:t>Microsoft Example </a:t>
            </a:r>
            <a:r>
              <a:rPr lang="en-US" sz="2400" dirty="0">
                <a:solidFill>
                  <a:schemeClr val="tx2">
                    <a:satMod val="130000"/>
                  </a:schemeClr>
                </a:solidFill>
              </a:rPr>
              <a:t>continued</a:t>
            </a:r>
          </a:p>
        </p:txBody>
      </p:sp>
      <p:sp>
        <p:nvSpPr>
          <p:cNvPr id="5124" name="Rectangle 3"/>
          <p:cNvSpPr>
            <a:spLocks noGrp="1" noChangeArrowheads="1"/>
          </p:cNvSpPr>
          <p:nvPr>
            <p:ph idx="1"/>
          </p:nvPr>
        </p:nvSpPr>
        <p:spPr>
          <a:xfrm>
            <a:off x="609600" y="1600200"/>
            <a:ext cx="7772400" cy="4114800"/>
          </a:xfrm>
        </p:spPr>
        <p:txBody>
          <a:bodyPr lIns="92075" tIns="46038" rIns="92075" bIns="46038"/>
          <a:lstStyle/>
          <a:p>
            <a:pPr eaLnBrk="1" hangingPunct="1">
              <a:defRPr/>
            </a:pPr>
            <a:r>
              <a:rPr lang="en-US" altLang="en-US" dirty="0" smtClean="0">
                <a:latin typeface="Arial" charset="0"/>
                <a:cs typeface="Arial" charset="0"/>
              </a:rPr>
              <a:t>The standard deviation of the change in the portfolio in 1 day is $200,000</a:t>
            </a:r>
          </a:p>
          <a:p>
            <a:pPr eaLnBrk="1" hangingPunct="1">
              <a:defRPr/>
            </a:pPr>
            <a:r>
              <a:rPr lang="en-US" altLang="en-US" dirty="0" smtClean="0">
                <a:latin typeface="Arial" charset="0"/>
                <a:cs typeface="Arial" charset="0"/>
              </a:rPr>
              <a:t>Assume that the expected change is zero (OK for short time periods) and the probability distribution of the change is</a:t>
            </a:r>
          </a:p>
          <a:p>
            <a:pPr eaLnBrk="1" hangingPunct="1">
              <a:defRPr/>
            </a:pPr>
            <a:r>
              <a:rPr lang="en-US" altLang="en-US" dirty="0" smtClean="0">
                <a:latin typeface="Arial" charset="0"/>
                <a:cs typeface="Arial" charset="0"/>
              </a:rPr>
              <a:t>The 1-day 99% </a:t>
            </a:r>
            <a:r>
              <a:rPr lang="en-US" altLang="en-US" dirty="0" err="1" smtClean="0">
                <a:latin typeface="Arial" charset="0"/>
                <a:cs typeface="Arial" charset="0"/>
              </a:rPr>
              <a:t>VaR</a:t>
            </a:r>
            <a:r>
              <a:rPr lang="en-US" altLang="en-US" dirty="0" smtClean="0">
                <a:latin typeface="Arial" charset="0"/>
                <a:cs typeface="Arial" charset="0"/>
              </a:rPr>
              <a:t> is</a:t>
            </a:r>
          </a:p>
          <a:p>
            <a:pPr eaLnBrk="1" hangingPunct="1">
              <a:defRPr/>
            </a:pPr>
            <a:endParaRPr lang="en-US" altLang="en-US" dirty="0">
              <a:latin typeface="Arial" charset="0"/>
              <a:cs typeface="Arial" charset="0"/>
            </a:endParaRPr>
          </a:p>
          <a:p>
            <a:pPr eaLnBrk="1" hangingPunct="1">
              <a:defRPr/>
            </a:pPr>
            <a:r>
              <a:rPr lang="en-US" altLang="en-US" dirty="0" smtClean="0">
                <a:latin typeface="Arial" charset="0"/>
                <a:cs typeface="Arial" charset="0"/>
              </a:rPr>
              <a:t>The 10-day 99% </a:t>
            </a:r>
            <a:r>
              <a:rPr lang="en-US" altLang="en-US" dirty="0" err="1" smtClean="0">
                <a:latin typeface="Arial" charset="0"/>
                <a:cs typeface="Arial" charset="0"/>
              </a:rPr>
              <a:t>VaR</a:t>
            </a:r>
            <a:r>
              <a:rPr lang="en-US" altLang="en-US" dirty="0" smtClean="0">
                <a:latin typeface="Arial" charset="0"/>
                <a:cs typeface="Arial" charset="0"/>
              </a:rPr>
              <a:t> is</a:t>
            </a:r>
          </a:p>
          <a:p>
            <a:pPr marL="0" indent="0" eaLnBrk="1" hangingPunct="1">
              <a:buFontTx/>
              <a:buNone/>
              <a:defRPr/>
            </a:pPr>
            <a:endParaRPr lang="en-US" altLang="en-US" dirty="0" smtClean="0">
              <a:latin typeface="Arial" charset="0"/>
              <a:cs typeface="Arial" charset="0"/>
            </a:endParaRPr>
          </a:p>
        </p:txBody>
      </p:sp>
      <p:sp>
        <p:nvSpPr>
          <p:cNvPr id="22532" name="Footer Placeholder 4"/>
          <p:cNvSpPr>
            <a:spLocks noGrp="1"/>
          </p:cNvSpPr>
          <p:nvPr>
            <p:ph type="ftr"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spcBef>
                <a:spcPct val="20000"/>
              </a:spcBef>
              <a:buBlip>
                <a:blip r:embed="rId4"/>
              </a:buBlip>
              <a:defRPr sz="3200">
                <a:solidFill>
                  <a:schemeClr val="tx1"/>
                </a:solidFill>
                <a:latin typeface="Tahoma" panose="020B0604030504040204" pitchFamily="34" charset="0"/>
              </a:defRPr>
            </a:lvl1pPr>
            <a:lvl2pPr marL="742950" indent="-285750" eaLnBrk="0" hangingPunct="0">
              <a:spcBef>
                <a:spcPct val="20000"/>
              </a:spcBef>
              <a:buSzPct val="75000"/>
              <a:buBlip>
                <a:blip r:embed="rId5"/>
              </a:buBlip>
              <a:defRPr sz="2800">
                <a:solidFill>
                  <a:schemeClr val="tx1"/>
                </a:solidFill>
                <a:latin typeface="Tahoma" panose="020B0604030504040204" pitchFamily="34" charset="0"/>
              </a:defRPr>
            </a:lvl2pPr>
            <a:lvl3pPr marL="1143000" indent="-228600" eaLnBrk="0" hangingPunct="0">
              <a:spcBef>
                <a:spcPct val="20000"/>
              </a:spcBef>
              <a:buChar char="•"/>
              <a:defRPr sz="2400">
                <a:solidFill>
                  <a:schemeClr val="tx1"/>
                </a:solidFill>
                <a:latin typeface="Tahoma" panose="020B0604030504040204" pitchFamily="34" charset="0"/>
              </a:defRPr>
            </a:lvl3pPr>
            <a:lvl4pPr marL="1600200" indent="-228600" eaLnBrk="0" hangingPunct="0">
              <a:spcBef>
                <a:spcPct val="20000"/>
              </a:spcBef>
              <a:buChar char="–"/>
              <a:defRPr sz="2000">
                <a:solidFill>
                  <a:schemeClr val="tx1"/>
                </a:solidFill>
                <a:latin typeface="Tahoma" panose="020B0604030504040204" pitchFamily="34" charset="0"/>
              </a:defRPr>
            </a:lvl4pPr>
            <a:lvl5pPr marL="2057400" indent="-228600" eaLnBrk="0" hangingPunct="0">
              <a:spcBef>
                <a:spcPct val="20000"/>
              </a:spcBef>
              <a:buClr>
                <a:schemeClr val="tx2"/>
              </a:buClr>
              <a:buChar char="–"/>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tx2"/>
              </a:buClr>
              <a:buChar char="–"/>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tx2"/>
              </a:buClr>
              <a:buChar char="–"/>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tx2"/>
              </a:buClr>
              <a:buChar char="–"/>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tx2"/>
              </a:buClr>
              <a:buChar char="–"/>
              <a:defRPr sz="2000">
                <a:solidFill>
                  <a:schemeClr val="tx1"/>
                </a:solidFill>
                <a:latin typeface="Tahoma" panose="020B0604030504040204" pitchFamily="34" charset="0"/>
              </a:defRPr>
            </a:lvl9pPr>
          </a:lstStyle>
          <a:p>
            <a:pPr eaLnBrk="1" hangingPunct="1">
              <a:spcBef>
                <a:spcPct val="0"/>
              </a:spcBef>
              <a:buFontTx/>
              <a:buNone/>
            </a:pPr>
            <a:r>
              <a:rPr lang="en-US" altLang="en-US" sz="1400" smtClean="0">
                <a:latin typeface="Arial" panose="020B0604020202020204" pitchFamily="34" charset="0"/>
                <a:cs typeface="Arial" panose="020B0604020202020204" pitchFamily="34" charset="0"/>
              </a:rPr>
              <a:t>Options, Futures, and Other Derivatives,  11th Edition, Copyright © John  C. Hull 2021</a:t>
            </a:r>
          </a:p>
        </p:txBody>
      </p:sp>
      <p:sp>
        <p:nvSpPr>
          <p:cNvPr id="22533" name="Slide Number Placeholder 5"/>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spcBef>
                <a:spcPct val="20000"/>
              </a:spcBef>
              <a:buBlip>
                <a:blip r:embed="rId4"/>
              </a:buBlip>
              <a:defRPr sz="3200">
                <a:solidFill>
                  <a:schemeClr val="tx1"/>
                </a:solidFill>
                <a:latin typeface="Tahoma" panose="020B0604030504040204" pitchFamily="34" charset="0"/>
              </a:defRPr>
            </a:lvl1pPr>
            <a:lvl2pPr marL="742950" indent="-285750" eaLnBrk="0" hangingPunct="0">
              <a:spcBef>
                <a:spcPct val="20000"/>
              </a:spcBef>
              <a:buSzPct val="75000"/>
              <a:buBlip>
                <a:blip r:embed="rId5"/>
              </a:buBlip>
              <a:defRPr sz="2800">
                <a:solidFill>
                  <a:schemeClr val="tx1"/>
                </a:solidFill>
                <a:latin typeface="Tahoma" panose="020B0604030504040204" pitchFamily="34" charset="0"/>
              </a:defRPr>
            </a:lvl2pPr>
            <a:lvl3pPr marL="1143000" indent="-228600" eaLnBrk="0" hangingPunct="0">
              <a:spcBef>
                <a:spcPct val="20000"/>
              </a:spcBef>
              <a:buChar char="•"/>
              <a:defRPr sz="2400">
                <a:solidFill>
                  <a:schemeClr val="tx1"/>
                </a:solidFill>
                <a:latin typeface="Tahoma" panose="020B0604030504040204" pitchFamily="34" charset="0"/>
              </a:defRPr>
            </a:lvl3pPr>
            <a:lvl4pPr marL="1600200" indent="-228600" eaLnBrk="0" hangingPunct="0">
              <a:spcBef>
                <a:spcPct val="20000"/>
              </a:spcBef>
              <a:buChar char="–"/>
              <a:defRPr sz="2000">
                <a:solidFill>
                  <a:schemeClr val="tx1"/>
                </a:solidFill>
                <a:latin typeface="Tahoma" panose="020B0604030504040204" pitchFamily="34" charset="0"/>
              </a:defRPr>
            </a:lvl4pPr>
            <a:lvl5pPr marL="2057400" indent="-228600" eaLnBrk="0" hangingPunct="0">
              <a:spcBef>
                <a:spcPct val="20000"/>
              </a:spcBef>
              <a:buClr>
                <a:schemeClr val="tx2"/>
              </a:buClr>
              <a:buChar char="–"/>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tx2"/>
              </a:buClr>
              <a:buChar char="–"/>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tx2"/>
              </a:buClr>
              <a:buChar char="–"/>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tx2"/>
              </a:buClr>
              <a:buChar char="–"/>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tx2"/>
              </a:buClr>
              <a:buChar char="–"/>
              <a:defRPr sz="2000">
                <a:solidFill>
                  <a:schemeClr val="tx1"/>
                </a:solidFill>
                <a:latin typeface="Tahoma" panose="020B0604030504040204" pitchFamily="34" charset="0"/>
              </a:defRPr>
            </a:lvl9pPr>
          </a:lstStyle>
          <a:p>
            <a:pPr eaLnBrk="1" hangingPunct="1">
              <a:spcBef>
                <a:spcPct val="0"/>
              </a:spcBef>
              <a:buFontTx/>
              <a:buNone/>
            </a:pPr>
            <a:fld id="{DE141201-58A1-4496-9471-829652A1492F}" type="slidenum">
              <a:rPr lang="en-US" altLang="en-US" sz="1400">
                <a:latin typeface="Arial" panose="020B0604020202020204" pitchFamily="34" charset="0"/>
              </a:rPr>
              <a:pPr eaLnBrk="1" hangingPunct="1">
                <a:spcBef>
                  <a:spcPct val="0"/>
                </a:spcBef>
                <a:buFontTx/>
                <a:buNone/>
              </a:pPr>
              <a:t>17</a:t>
            </a:fld>
            <a:endParaRPr lang="en-US" altLang="en-US" sz="1400">
              <a:latin typeface="Arial" panose="020B0604020202020204" pitchFamily="34" charset="0"/>
            </a:endParaRPr>
          </a:p>
        </p:txBody>
      </p:sp>
      <p:graphicFrame>
        <p:nvGraphicFramePr>
          <p:cNvPr id="22534" name="Object 4"/>
          <p:cNvGraphicFramePr>
            <a:graphicFrameLocks/>
          </p:cNvGraphicFramePr>
          <p:nvPr/>
        </p:nvGraphicFramePr>
        <p:xfrm>
          <a:off x="1905000" y="4419600"/>
          <a:ext cx="4754563" cy="474663"/>
        </p:xfrm>
        <a:graphic>
          <a:graphicData uri="http://schemas.openxmlformats.org/presentationml/2006/ole">
            <mc:AlternateContent xmlns:mc="http://schemas.openxmlformats.org/markup-compatibility/2006">
              <mc:Choice xmlns:v="urn:schemas-microsoft-com:vml" Requires="v">
                <p:oleObj spid="_x0000_s22572" name="Equation" r:id="rId6" imgW="1705079" imgH="190620" progId="Equation.3">
                  <p:embed/>
                </p:oleObj>
              </mc:Choice>
              <mc:Fallback>
                <p:oleObj name="Equation" r:id="rId6" imgW="1705079" imgH="190620" progId="Equation.3">
                  <p:embed/>
                  <p:pic>
                    <p:nvPicPr>
                      <p:cNvPr id="0" name="Object 4"/>
                      <p:cNvPicPr>
                        <a:picLocks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1905000" y="4419600"/>
                        <a:ext cx="4754563" cy="47466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22535" name="Object 1"/>
          <p:cNvGraphicFramePr>
            <a:graphicFrameLocks noChangeAspect="1"/>
          </p:cNvGraphicFramePr>
          <p:nvPr/>
        </p:nvGraphicFramePr>
        <p:xfrm>
          <a:off x="2362200" y="5410200"/>
          <a:ext cx="3811588" cy="565150"/>
        </p:xfrm>
        <a:graphic>
          <a:graphicData uri="http://schemas.openxmlformats.org/presentationml/2006/ole">
            <mc:AlternateContent xmlns:mc="http://schemas.openxmlformats.org/markup-compatibility/2006">
              <mc:Choice xmlns:v="urn:schemas-microsoft-com:vml" Requires="v">
                <p:oleObj spid="_x0000_s22573" name="Equation" r:id="rId8" imgW="1625600" imgH="241300" progId="Equation.3">
                  <p:embed/>
                </p:oleObj>
              </mc:Choice>
              <mc:Fallback>
                <p:oleObj name="Equation" r:id="rId8" imgW="1625600" imgH="241300" progId="Equation.3">
                  <p:embed/>
                  <p:pic>
                    <p:nvPicPr>
                      <p:cNvPr id="0" name="Object 1"/>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2362200" y="5410200"/>
                        <a:ext cx="3811588" cy="5651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Tree>
  </p:cSld>
  <p:clrMapOvr>
    <a:masterClrMapping/>
  </p:clrMapOvr>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4754" name="Rectangle 2"/>
          <p:cNvSpPr>
            <a:spLocks noGrp="1" noChangeArrowheads="1"/>
          </p:cNvSpPr>
          <p:nvPr>
            <p:ph type="title"/>
          </p:nvPr>
        </p:nvSpPr>
        <p:spPr/>
        <p:txBody>
          <a:bodyPr lIns="92075" tIns="46038" rIns="92075" bIns="46038"/>
          <a:lstStyle/>
          <a:p>
            <a:pPr eaLnBrk="1" fontAlgn="auto" hangingPunct="1">
              <a:spcAft>
                <a:spcPts val="0"/>
              </a:spcAft>
              <a:defRPr/>
            </a:pPr>
            <a:r>
              <a:rPr lang="en-US" dirty="0">
                <a:solidFill>
                  <a:schemeClr val="tx2">
                    <a:satMod val="130000"/>
                  </a:schemeClr>
                </a:solidFill>
              </a:rPr>
              <a:t>AT&amp;T </a:t>
            </a:r>
            <a:r>
              <a:rPr lang="en-US" dirty="0" smtClean="0">
                <a:solidFill>
                  <a:schemeClr val="tx2">
                    <a:satMod val="130000"/>
                  </a:schemeClr>
                </a:solidFill>
              </a:rPr>
              <a:t>Example</a:t>
            </a:r>
            <a:endParaRPr lang="en-US" sz="2000" dirty="0">
              <a:solidFill>
                <a:schemeClr val="tx2">
                  <a:satMod val="130000"/>
                </a:schemeClr>
              </a:solidFill>
            </a:endParaRPr>
          </a:p>
        </p:txBody>
      </p:sp>
      <p:sp>
        <p:nvSpPr>
          <p:cNvPr id="23555" name="Rectangle 3"/>
          <p:cNvSpPr>
            <a:spLocks noGrp="1" noChangeArrowheads="1"/>
          </p:cNvSpPr>
          <p:nvPr>
            <p:ph idx="1"/>
          </p:nvPr>
        </p:nvSpPr>
        <p:spPr/>
        <p:txBody>
          <a:bodyPr lIns="92075" tIns="46038" rIns="92075" bIns="46038"/>
          <a:lstStyle/>
          <a:p>
            <a:pPr eaLnBrk="1" hangingPunct="1"/>
            <a:r>
              <a:rPr lang="en-US" altLang="en-US" dirty="0" smtClean="0"/>
              <a:t>Consider a position of $5 million in AT&amp;T</a:t>
            </a:r>
          </a:p>
          <a:p>
            <a:pPr eaLnBrk="1" hangingPunct="1"/>
            <a:r>
              <a:rPr lang="en-US" altLang="en-US" dirty="0" smtClean="0"/>
              <a:t>The daily volatility of AT&amp;T is 1% (</a:t>
            </a:r>
            <a:r>
              <a:rPr lang="en-US" altLang="en-US" dirty="0" err="1" smtClean="0"/>
              <a:t>approx</a:t>
            </a:r>
            <a:r>
              <a:rPr lang="en-US" altLang="en-US" dirty="0" smtClean="0"/>
              <a:t> 16% per year)</a:t>
            </a:r>
          </a:p>
          <a:p>
            <a:pPr eaLnBrk="1" hangingPunct="1"/>
            <a:r>
              <a:rPr lang="en-US" altLang="en-US" dirty="0" smtClean="0"/>
              <a:t>The 10-day 99% </a:t>
            </a:r>
            <a:r>
              <a:rPr lang="en-US" altLang="en-US" dirty="0" err="1" smtClean="0"/>
              <a:t>VaR</a:t>
            </a:r>
            <a:r>
              <a:rPr lang="en-US" altLang="en-US" dirty="0" smtClean="0"/>
              <a:t> is</a:t>
            </a:r>
          </a:p>
          <a:p>
            <a:pPr eaLnBrk="1" hangingPunct="1"/>
            <a:endParaRPr lang="en-US" altLang="en-US" dirty="0" smtClean="0"/>
          </a:p>
          <a:p>
            <a:pPr eaLnBrk="1" hangingPunct="1"/>
            <a:endParaRPr lang="en-US" altLang="en-US" dirty="0" smtClean="0"/>
          </a:p>
          <a:p>
            <a:pPr algn="ctr" eaLnBrk="1" hangingPunct="1">
              <a:buFont typeface="Wingdings" panose="05000000000000000000" pitchFamily="2" charset="2"/>
              <a:buNone/>
            </a:pPr>
            <a:endParaRPr lang="en-US" altLang="en-US" dirty="0" smtClean="0"/>
          </a:p>
          <a:p>
            <a:pPr algn="ctr" eaLnBrk="1" hangingPunct="1">
              <a:buFont typeface="Wingdings" panose="05000000000000000000" pitchFamily="2" charset="2"/>
              <a:buNone/>
            </a:pPr>
            <a:endParaRPr lang="en-US" altLang="en-US" dirty="0" smtClean="0"/>
          </a:p>
        </p:txBody>
      </p:sp>
      <p:sp>
        <p:nvSpPr>
          <p:cNvPr id="23556" name="Footer Placeholder 4"/>
          <p:cNvSpPr>
            <a:spLocks noGrp="1"/>
          </p:cNvSpPr>
          <p:nvPr>
            <p:ph type="ftr"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spcBef>
                <a:spcPct val="20000"/>
              </a:spcBef>
              <a:buBlip>
                <a:blip r:embed="rId4"/>
              </a:buBlip>
              <a:defRPr sz="3200">
                <a:solidFill>
                  <a:schemeClr val="tx1"/>
                </a:solidFill>
                <a:latin typeface="Tahoma" panose="020B0604030504040204" pitchFamily="34" charset="0"/>
              </a:defRPr>
            </a:lvl1pPr>
            <a:lvl2pPr marL="742950" indent="-285750" eaLnBrk="0" hangingPunct="0">
              <a:spcBef>
                <a:spcPct val="20000"/>
              </a:spcBef>
              <a:buSzPct val="75000"/>
              <a:buBlip>
                <a:blip r:embed="rId5"/>
              </a:buBlip>
              <a:defRPr sz="2800">
                <a:solidFill>
                  <a:schemeClr val="tx1"/>
                </a:solidFill>
                <a:latin typeface="Tahoma" panose="020B0604030504040204" pitchFamily="34" charset="0"/>
              </a:defRPr>
            </a:lvl2pPr>
            <a:lvl3pPr marL="1143000" indent="-228600" eaLnBrk="0" hangingPunct="0">
              <a:spcBef>
                <a:spcPct val="20000"/>
              </a:spcBef>
              <a:buChar char="•"/>
              <a:defRPr sz="2400">
                <a:solidFill>
                  <a:schemeClr val="tx1"/>
                </a:solidFill>
                <a:latin typeface="Tahoma" panose="020B0604030504040204" pitchFamily="34" charset="0"/>
              </a:defRPr>
            </a:lvl3pPr>
            <a:lvl4pPr marL="1600200" indent="-228600" eaLnBrk="0" hangingPunct="0">
              <a:spcBef>
                <a:spcPct val="20000"/>
              </a:spcBef>
              <a:buChar char="–"/>
              <a:defRPr sz="2000">
                <a:solidFill>
                  <a:schemeClr val="tx1"/>
                </a:solidFill>
                <a:latin typeface="Tahoma" panose="020B0604030504040204" pitchFamily="34" charset="0"/>
              </a:defRPr>
            </a:lvl4pPr>
            <a:lvl5pPr marL="2057400" indent="-228600" eaLnBrk="0" hangingPunct="0">
              <a:spcBef>
                <a:spcPct val="20000"/>
              </a:spcBef>
              <a:buClr>
                <a:schemeClr val="tx2"/>
              </a:buClr>
              <a:buChar char="–"/>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tx2"/>
              </a:buClr>
              <a:buChar char="–"/>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tx2"/>
              </a:buClr>
              <a:buChar char="–"/>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tx2"/>
              </a:buClr>
              <a:buChar char="–"/>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tx2"/>
              </a:buClr>
              <a:buChar char="–"/>
              <a:defRPr sz="2000">
                <a:solidFill>
                  <a:schemeClr val="tx1"/>
                </a:solidFill>
                <a:latin typeface="Tahoma" panose="020B0604030504040204" pitchFamily="34" charset="0"/>
              </a:defRPr>
            </a:lvl9pPr>
          </a:lstStyle>
          <a:p>
            <a:pPr eaLnBrk="1" hangingPunct="1">
              <a:spcBef>
                <a:spcPct val="0"/>
              </a:spcBef>
              <a:buFontTx/>
              <a:buNone/>
            </a:pPr>
            <a:r>
              <a:rPr lang="en-US" altLang="en-US" sz="1400" smtClean="0">
                <a:latin typeface="Arial" panose="020B0604020202020204" pitchFamily="34" charset="0"/>
                <a:cs typeface="Arial" panose="020B0604020202020204" pitchFamily="34" charset="0"/>
              </a:rPr>
              <a:t>Options, Futures, and Other Derivatives,  11th Edition, Copyright © John  C. Hull 2021</a:t>
            </a:r>
          </a:p>
        </p:txBody>
      </p:sp>
      <p:sp>
        <p:nvSpPr>
          <p:cNvPr id="23557" name="Slide Number Placeholder 5"/>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spcBef>
                <a:spcPct val="20000"/>
              </a:spcBef>
              <a:buBlip>
                <a:blip r:embed="rId4"/>
              </a:buBlip>
              <a:defRPr sz="3200">
                <a:solidFill>
                  <a:schemeClr val="tx1"/>
                </a:solidFill>
                <a:latin typeface="Tahoma" panose="020B0604030504040204" pitchFamily="34" charset="0"/>
              </a:defRPr>
            </a:lvl1pPr>
            <a:lvl2pPr marL="742950" indent="-285750" eaLnBrk="0" hangingPunct="0">
              <a:spcBef>
                <a:spcPct val="20000"/>
              </a:spcBef>
              <a:buSzPct val="75000"/>
              <a:buBlip>
                <a:blip r:embed="rId5"/>
              </a:buBlip>
              <a:defRPr sz="2800">
                <a:solidFill>
                  <a:schemeClr val="tx1"/>
                </a:solidFill>
                <a:latin typeface="Tahoma" panose="020B0604030504040204" pitchFamily="34" charset="0"/>
              </a:defRPr>
            </a:lvl2pPr>
            <a:lvl3pPr marL="1143000" indent="-228600" eaLnBrk="0" hangingPunct="0">
              <a:spcBef>
                <a:spcPct val="20000"/>
              </a:spcBef>
              <a:buChar char="•"/>
              <a:defRPr sz="2400">
                <a:solidFill>
                  <a:schemeClr val="tx1"/>
                </a:solidFill>
                <a:latin typeface="Tahoma" panose="020B0604030504040204" pitchFamily="34" charset="0"/>
              </a:defRPr>
            </a:lvl3pPr>
            <a:lvl4pPr marL="1600200" indent="-228600" eaLnBrk="0" hangingPunct="0">
              <a:spcBef>
                <a:spcPct val="20000"/>
              </a:spcBef>
              <a:buChar char="–"/>
              <a:defRPr sz="2000">
                <a:solidFill>
                  <a:schemeClr val="tx1"/>
                </a:solidFill>
                <a:latin typeface="Tahoma" panose="020B0604030504040204" pitchFamily="34" charset="0"/>
              </a:defRPr>
            </a:lvl4pPr>
            <a:lvl5pPr marL="2057400" indent="-228600" eaLnBrk="0" hangingPunct="0">
              <a:spcBef>
                <a:spcPct val="20000"/>
              </a:spcBef>
              <a:buClr>
                <a:schemeClr val="tx2"/>
              </a:buClr>
              <a:buChar char="–"/>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tx2"/>
              </a:buClr>
              <a:buChar char="–"/>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tx2"/>
              </a:buClr>
              <a:buChar char="–"/>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tx2"/>
              </a:buClr>
              <a:buChar char="–"/>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tx2"/>
              </a:buClr>
              <a:buChar char="–"/>
              <a:defRPr sz="2000">
                <a:solidFill>
                  <a:schemeClr val="tx1"/>
                </a:solidFill>
                <a:latin typeface="Tahoma" panose="020B0604030504040204" pitchFamily="34" charset="0"/>
              </a:defRPr>
            </a:lvl9pPr>
          </a:lstStyle>
          <a:p>
            <a:pPr eaLnBrk="1" hangingPunct="1">
              <a:spcBef>
                <a:spcPct val="0"/>
              </a:spcBef>
              <a:buFontTx/>
              <a:buNone/>
            </a:pPr>
            <a:fld id="{9409CB4C-7C10-4A2B-9677-47F71071B567}" type="slidenum">
              <a:rPr lang="en-US" altLang="en-US" sz="1400">
                <a:latin typeface="Arial" panose="020B0604020202020204" pitchFamily="34" charset="0"/>
              </a:rPr>
              <a:pPr eaLnBrk="1" hangingPunct="1">
                <a:spcBef>
                  <a:spcPct val="0"/>
                </a:spcBef>
                <a:buFontTx/>
                <a:buNone/>
              </a:pPr>
              <a:t>18</a:t>
            </a:fld>
            <a:endParaRPr lang="en-US" altLang="en-US" sz="1400">
              <a:latin typeface="Arial" panose="020B0604020202020204" pitchFamily="34" charset="0"/>
            </a:endParaRPr>
          </a:p>
        </p:txBody>
      </p:sp>
      <p:graphicFrame>
        <p:nvGraphicFramePr>
          <p:cNvPr id="23558" name="Object 1"/>
          <p:cNvGraphicFramePr>
            <a:graphicFrameLocks noChangeAspect="1"/>
          </p:cNvGraphicFramePr>
          <p:nvPr/>
        </p:nvGraphicFramePr>
        <p:xfrm>
          <a:off x="1676400" y="4191000"/>
          <a:ext cx="5054600" cy="631825"/>
        </p:xfrm>
        <a:graphic>
          <a:graphicData uri="http://schemas.openxmlformats.org/presentationml/2006/ole">
            <mc:AlternateContent xmlns:mc="http://schemas.openxmlformats.org/markup-compatibility/2006">
              <mc:Choice xmlns:v="urn:schemas-microsoft-com:vml" Requires="v">
                <p:oleObj spid="_x0000_s23579" name="Equation" r:id="rId6" imgW="1930400" imgH="241300" progId="Equation.3">
                  <p:embed/>
                </p:oleObj>
              </mc:Choice>
              <mc:Fallback>
                <p:oleObj name="Equation" r:id="rId6" imgW="1930400" imgH="241300" progId="Equation.3">
                  <p:embed/>
                  <p:pic>
                    <p:nvPicPr>
                      <p:cNvPr id="0" name="Object 1"/>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1676400" y="4191000"/>
                        <a:ext cx="5054600" cy="6318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Tree>
  </p:cSld>
  <p:clrMapOvr>
    <a:masterClrMapping/>
  </p:clrMapOvr>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6802" name="Rectangle 2"/>
          <p:cNvSpPr>
            <a:spLocks noGrp="1" noChangeArrowheads="1"/>
          </p:cNvSpPr>
          <p:nvPr>
            <p:ph type="title"/>
          </p:nvPr>
        </p:nvSpPr>
        <p:spPr/>
        <p:txBody>
          <a:bodyPr lIns="92075" tIns="46038" rIns="92075" bIns="46038"/>
          <a:lstStyle/>
          <a:p>
            <a:pPr eaLnBrk="1" fontAlgn="auto" hangingPunct="1">
              <a:spcAft>
                <a:spcPts val="0"/>
              </a:spcAft>
              <a:defRPr/>
            </a:pPr>
            <a:r>
              <a:rPr lang="en-US">
                <a:solidFill>
                  <a:schemeClr val="tx2">
                    <a:satMod val="130000"/>
                  </a:schemeClr>
                </a:solidFill>
              </a:rPr>
              <a:t>Portfolio</a:t>
            </a:r>
          </a:p>
        </p:txBody>
      </p:sp>
      <p:sp>
        <p:nvSpPr>
          <p:cNvPr id="35843" name="Rectangle 3"/>
          <p:cNvSpPr>
            <a:spLocks noGrp="1" noChangeArrowheads="1"/>
          </p:cNvSpPr>
          <p:nvPr>
            <p:ph idx="1"/>
          </p:nvPr>
        </p:nvSpPr>
        <p:spPr/>
        <p:txBody>
          <a:bodyPr lIns="92075" tIns="46038" rIns="92075" bIns="46038"/>
          <a:lstStyle/>
          <a:p>
            <a:pPr eaLnBrk="1" hangingPunct="1">
              <a:defRPr/>
            </a:pPr>
            <a:r>
              <a:rPr lang="en-US" dirty="0" smtClean="0">
                <a:latin typeface="Arial" charset="0"/>
                <a:cs typeface="Arial" charset="0"/>
              </a:rPr>
              <a:t>Now consider a portfolio consisting of both Microsoft and AT&amp;T</a:t>
            </a:r>
          </a:p>
          <a:p>
            <a:pPr eaLnBrk="1" hangingPunct="1">
              <a:defRPr/>
            </a:pPr>
            <a:r>
              <a:rPr lang="en-US" dirty="0" smtClean="0">
                <a:latin typeface="Arial" charset="0"/>
                <a:cs typeface="Arial" charset="0"/>
              </a:rPr>
              <a:t>Assume that the returns of AT&amp;T and Microsoft are </a:t>
            </a:r>
            <a:r>
              <a:rPr lang="en-US" dirty="0" err="1" smtClean="0">
                <a:latin typeface="Arial" charset="0"/>
                <a:cs typeface="Arial" charset="0"/>
              </a:rPr>
              <a:t>bivariate</a:t>
            </a:r>
            <a:r>
              <a:rPr lang="en-US" dirty="0" smtClean="0">
                <a:latin typeface="Arial" charset="0"/>
                <a:cs typeface="Arial" charset="0"/>
              </a:rPr>
              <a:t> normal</a:t>
            </a:r>
          </a:p>
          <a:p>
            <a:pPr marL="349250" indent="-349250" eaLnBrk="1" hangingPunct="1">
              <a:defRPr/>
            </a:pPr>
            <a:r>
              <a:rPr lang="en-US" dirty="0" smtClean="0">
                <a:latin typeface="Arial" charset="0"/>
                <a:cs typeface="Arial" charset="0"/>
              </a:rPr>
              <a:t>Suppose that the correlation between the returns is 0.3</a:t>
            </a:r>
          </a:p>
        </p:txBody>
      </p:sp>
      <p:sp>
        <p:nvSpPr>
          <p:cNvPr id="24580" name="Footer Placeholder 4"/>
          <p:cNvSpPr>
            <a:spLocks noGrp="1"/>
          </p:cNvSpPr>
          <p:nvPr>
            <p:ph type="ftr"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spcBef>
                <a:spcPct val="20000"/>
              </a:spcBef>
              <a:buBlip>
                <a:blip r:embed="rId3"/>
              </a:buBlip>
              <a:defRPr sz="3200">
                <a:solidFill>
                  <a:schemeClr val="tx1"/>
                </a:solidFill>
                <a:latin typeface="Tahoma" panose="020B0604030504040204" pitchFamily="34" charset="0"/>
              </a:defRPr>
            </a:lvl1pPr>
            <a:lvl2pPr marL="742950" indent="-285750" eaLnBrk="0" hangingPunct="0">
              <a:spcBef>
                <a:spcPct val="20000"/>
              </a:spcBef>
              <a:buSzPct val="75000"/>
              <a:buBlip>
                <a:blip r:embed="rId4"/>
              </a:buBlip>
              <a:defRPr sz="2800">
                <a:solidFill>
                  <a:schemeClr val="tx1"/>
                </a:solidFill>
                <a:latin typeface="Tahoma" panose="020B0604030504040204" pitchFamily="34" charset="0"/>
              </a:defRPr>
            </a:lvl2pPr>
            <a:lvl3pPr marL="1143000" indent="-228600" eaLnBrk="0" hangingPunct="0">
              <a:spcBef>
                <a:spcPct val="20000"/>
              </a:spcBef>
              <a:buChar char="•"/>
              <a:defRPr sz="2400">
                <a:solidFill>
                  <a:schemeClr val="tx1"/>
                </a:solidFill>
                <a:latin typeface="Tahoma" panose="020B0604030504040204" pitchFamily="34" charset="0"/>
              </a:defRPr>
            </a:lvl3pPr>
            <a:lvl4pPr marL="1600200" indent="-228600" eaLnBrk="0" hangingPunct="0">
              <a:spcBef>
                <a:spcPct val="20000"/>
              </a:spcBef>
              <a:buChar char="–"/>
              <a:defRPr sz="2000">
                <a:solidFill>
                  <a:schemeClr val="tx1"/>
                </a:solidFill>
                <a:latin typeface="Tahoma" panose="020B0604030504040204" pitchFamily="34" charset="0"/>
              </a:defRPr>
            </a:lvl4pPr>
            <a:lvl5pPr marL="2057400" indent="-228600" eaLnBrk="0" hangingPunct="0">
              <a:spcBef>
                <a:spcPct val="20000"/>
              </a:spcBef>
              <a:buClr>
                <a:schemeClr val="tx2"/>
              </a:buClr>
              <a:buChar char="–"/>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tx2"/>
              </a:buClr>
              <a:buChar char="–"/>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tx2"/>
              </a:buClr>
              <a:buChar char="–"/>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tx2"/>
              </a:buClr>
              <a:buChar char="–"/>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tx2"/>
              </a:buClr>
              <a:buChar char="–"/>
              <a:defRPr sz="2000">
                <a:solidFill>
                  <a:schemeClr val="tx1"/>
                </a:solidFill>
                <a:latin typeface="Tahoma" panose="020B0604030504040204" pitchFamily="34" charset="0"/>
              </a:defRPr>
            </a:lvl9pPr>
          </a:lstStyle>
          <a:p>
            <a:pPr eaLnBrk="1" hangingPunct="1">
              <a:spcBef>
                <a:spcPct val="0"/>
              </a:spcBef>
              <a:buFontTx/>
              <a:buNone/>
            </a:pPr>
            <a:r>
              <a:rPr lang="en-US" altLang="en-US" sz="1400" smtClean="0">
                <a:latin typeface="Arial" panose="020B0604020202020204" pitchFamily="34" charset="0"/>
                <a:cs typeface="Arial" panose="020B0604020202020204" pitchFamily="34" charset="0"/>
              </a:rPr>
              <a:t>Options, Futures, and Other Derivatives,  11th Edition, Copyright © John  C. Hull 2021</a:t>
            </a:r>
          </a:p>
        </p:txBody>
      </p:sp>
      <p:sp>
        <p:nvSpPr>
          <p:cNvPr id="24581" name="Slide Number Placeholder 5"/>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spcBef>
                <a:spcPct val="20000"/>
              </a:spcBef>
              <a:buBlip>
                <a:blip r:embed="rId3"/>
              </a:buBlip>
              <a:defRPr sz="3200">
                <a:solidFill>
                  <a:schemeClr val="tx1"/>
                </a:solidFill>
                <a:latin typeface="Tahoma" panose="020B0604030504040204" pitchFamily="34" charset="0"/>
              </a:defRPr>
            </a:lvl1pPr>
            <a:lvl2pPr marL="742950" indent="-285750" eaLnBrk="0" hangingPunct="0">
              <a:spcBef>
                <a:spcPct val="20000"/>
              </a:spcBef>
              <a:buSzPct val="75000"/>
              <a:buBlip>
                <a:blip r:embed="rId4"/>
              </a:buBlip>
              <a:defRPr sz="2800">
                <a:solidFill>
                  <a:schemeClr val="tx1"/>
                </a:solidFill>
                <a:latin typeface="Tahoma" panose="020B0604030504040204" pitchFamily="34" charset="0"/>
              </a:defRPr>
            </a:lvl2pPr>
            <a:lvl3pPr marL="1143000" indent="-228600" eaLnBrk="0" hangingPunct="0">
              <a:spcBef>
                <a:spcPct val="20000"/>
              </a:spcBef>
              <a:buChar char="•"/>
              <a:defRPr sz="2400">
                <a:solidFill>
                  <a:schemeClr val="tx1"/>
                </a:solidFill>
                <a:latin typeface="Tahoma" panose="020B0604030504040204" pitchFamily="34" charset="0"/>
              </a:defRPr>
            </a:lvl3pPr>
            <a:lvl4pPr marL="1600200" indent="-228600" eaLnBrk="0" hangingPunct="0">
              <a:spcBef>
                <a:spcPct val="20000"/>
              </a:spcBef>
              <a:buChar char="–"/>
              <a:defRPr sz="2000">
                <a:solidFill>
                  <a:schemeClr val="tx1"/>
                </a:solidFill>
                <a:latin typeface="Tahoma" panose="020B0604030504040204" pitchFamily="34" charset="0"/>
              </a:defRPr>
            </a:lvl4pPr>
            <a:lvl5pPr marL="2057400" indent="-228600" eaLnBrk="0" hangingPunct="0">
              <a:spcBef>
                <a:spcPct val="20000"/>
              </a:spcBef>
              <a:buClr>
                <a:schemeClr val="tx2"/>
              </a:buClr>
              <a:buChar char="–"/>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tx2"/>
              </a:buClr>
              <a:buChar char="–"/>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tx2"/>
              </a:buClr>
              <a:buChar char="–"/>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tx2"/>
              </a:buClr>
              <a:buChar char="–"/>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tx2"/>
              </a:buClr>
              <a:buChar char="–"/>
              <a:defRPr sz="2000">
                <a:solidFill>
                  <a:schemeClr val="tx1"/>
                </a:solidFill>
                <a:latin typeface="Tahoma" panose="020B0604030504040204" pitchFamily="34" charset="0"/>
              </a:defRPr>
            </a:lvl9pPr>
          </a:lstStyle>
          <a:p>
            <a:pPr eaLnBrk="1" hangingPunct="1">
              <a:spcBef>
                <a:spcPct val="0"/>
              </a:spcBef>
              <a:buFontTx/>
              <a:buNone/>
            </a:pPr>
            <a:fld id="{E86EC72E-2293-42DF-B58B-68903E66C4A4}" type="slidenum">
              <a:rPr lang="en-US" altLang="en-US" sz="1400">
                <a:latin typeface="Arial" panose="020B0604020202020204" pitchFamily="34" charset="0"/>
              </a:rPr>
              <a:pPr eaLnBrk="1" hangingPunct="1">
                <a:spcBef>
                  <a:spcPct val="0"/>
                </a:spcBef>
                <a:buFontTx/>
                <a:buNone/>
              </a:pPr>
              <a:t>19</a:t>
            </a:fld>
            <a:endParaRPr lang="en-US" altLang="en-US" sz="1400">
              <a:latin typeface="Arial" panose="020B0604020202020204" pitchFamily="34" charset="0"/>
            </a:endParaRPr>
          </a:p>
        </p:txBody>
      </p:sp>
    </p:spTree>
  </p:cSld>
  <p:clrMapOvr>
    <a:masterClrMapping/>
  </p:clrMapOvr>
  <p:timing>
    <p:tnLst>
      <p:par>
        <p:cTn id="1" dur="indefinite" restart="never" nodeType="tmRoot"/>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8850" name="Rectangle 2"/>
          <p:cNvSpPr>
            <a:spLocks noGrp="1" noChangeArrowheads="1"/>
          </p:cNvSpPr>
          <p:nvPr>
            <p:ph type="title"/>
          </p:nvPr>
        </p:nvSpPr>
        <p:spPr/>
        <p:txBody>
          <a:bodyPr lIns="92075" tIns="46038" rIns="92075" bIns="46038"/>
          <a:lstStyle/>
          <a:p>
            <a:pPr eaLnBrk="1" fontAlgn="auto" hangingPunct="1">
              <a:spcAft>
                <a:spcPts val="0"/>
              </a:spcAft>
              <a:defRPr/>
            </a:pPr>
            <a:r>
              <a:rPr lang="en-US">
                <a:solidFill>
                  <a:schemeClr val="tx2">
                    <a:satMod val="130000"/>
                  </a:schemeClr>
                </a:solidFill>
              </a:rPr>
              <a:t>S.D. of Portfolio</a:t>
            </a:r>
          </a:p>
        </p:txBody>
      </p:sp>
      <p:sp>
        <p:nvSpPr>
          <p:cNvPr id="25603" name="Rectangle 3"/>
          <p:cNvSpPr>
            <a:spLocks noGrp="1" noChangeArrowheads="1"/>
          </p:cNvSpPr>
          <p:nvPr>
            <p:ph idx="1"/>
          </p:nvPr>
        </p:nvSpPr>
        <p:spPr/>
        <p:txBody>
          <a:bodyPr lIns="92075" tIns="46038" rIns="92075" bIns="46038"/>
          <a:lstStyle/>
          <a:p>
            <a:pPr eaLnBrk="1" hangingPunct="1"/>
            <a:r>
              <a:rPr lang="en-US" altLang="en-US" smtClean="0"/>
              <a:t>A standard result in statistics states that</a:t>
            </a:r>
          </a:p>
          <a:p>
            <a:pPr eaLnBrk="1" hangingPunct="1">
              <a:buFont typeface="Wingdings" panose="05000000000000000000" pitchFamily="2" charset="2"/>
              <a:buNone/>
            </a:pPr>
            <a:endParaRPr lang="en-US" altLang="en-US" smtClean="0"/>
          </a:p>
          <a:p>
            <a:pPr eaLnBrk="1" hangingPunct="1">
              <a:buFont typeface="Wingdings" panose="05000000000000000000" pitchFamily="2" charset="2"/>
              <a:buNone/>
            </a:pPr>
            <a:endParaRPr lang="en-US" altLang="en-US" smtClean="0"/>
          </a:p>
          <a:p>
            <a:pPr eaLnBrk="1" hangingPunct="1"/>
            <a:r>
              <a:rPr lang="en-US" altLang="en-US" smtClean="0"/>
              <a:t>In this case </a:t>
            </a:r>
            <a:r>
              <a:rPr lang="en-US" altLang="en-US" smtClean="0">
                <a:latin typeface="Symbol" panose="05050102010706020507" pitchFamily="18" charset="2"/>
              </a:rPr>
              <a:t>s</a:t>
            </a:r>
            <a:r>
              <a:rPr lang="en-US" altLang="en-US" i="1" baseline="-25000" smtClean="0">
                <a:latin typeface="Times New Roman" panose="02020603050405020304" pitchFamily="18" charset="0"/>
              </a:rPr>
              <a:t>X</a:t>
            </a:r>
            <a:r>
              <a:rPr lang="en-US" altLang="en-US" smtClean="0"/>
              <a:t> = 200,000 and</a:t>
            </a:r>
            <a:r>
              <a:rPr lang="en-US" altLang="en-US" smtClean="0">
                <a:latin typeface="Symbol" panose="05050102010706020507" pitchFamily="18" charset="2"/>
              </a:rPr>
              <a:t> s</a:t>
            </a:r>
            <a:r>
              <a:rPr lang="en-US" altLang="en-US" i="1" baseline="-25000" smtClean="0">
                <a:latin typeface="Times New Roman" panose="02020603050405020304" pitchFamily="18" charset="0"/>
              </a:rPr>
              <a:t>Y</a:t>
            </a:r>
            <a:r>
              <a:rPr lang="en-US" altLang="en-US" baseline="-25000" smtClean="0"/>
              <a:t> </a:t>
            </a:r>
            <a:r>
              <a:rPr lang="en-US" altLang="en-US" smtClean="0"/>
              <a:t>= 50,000 and </a:t>
            </a:r>
            <a:r>
              <a:rPr lang="en-US" altLang="en-US" smtClean="0">
                <a:latin typeface="Symbol" panose="05050102010706020507" pitchFamily="18" charset="2"/>
              </a:rPr>
              <a:t>r</a:t>
            </a:r>
            <a:r>
              <a:rPr lang="en-US" altLang="en-US" smtClean="0"/>
              <a:t> = 0.3. The standard deviation of the change in the portfolio value in one day is therefore 220,200</a:t>
            </a:r>
          </a:p>
          <a:p>
            <a:pPr eaLnBrk="1" hangingPunct="1"/>
            <a:endParaRPr lang="en-US" altLang="en-US" smtClean="0"/>
          </a:p>
          <a:p>
            <a:pPr eaLnBrk="1" hangingPunct="1">
              <a:buFont typeface="Wingdings" panose="05000000000000000000" pitchFamily="2" charset="2"/>
              <a:buNone/>
            </a:pPr>
            <a:endParaRPr lang="en-US" altLang="en-US" smtClean="0"/>
          </a:p>
          <a:p>
            <a:pPr eaLnBrk="1" hangingPunct="1">
              <a:buFont typeface="Wingdings" panose="05000000000000000000" pitchFamily="2" charset="2"/>
              <a:buNone/>
            </a:pPr>
            <a:endParaRPr lang="en-US" altLang="en-US" smtClean="0"/>
          </a:p>
          <a:p>
            <a:pPr algn="ctr" eaLnBrk="1" hangingPunct="1">
              <a:buFont typeface="Wingdings" panose="05000000000000000000" pitchFamily="2" charset="2"/>
              <a:buNone/>
            </a:pPr>
            <a:endParaRPr lang="en-US" altLang="en-US" smtClean="0"/>
          </a:p>
          <a:p>
            <a:pPr algn="ctr" eaLnBrk="1" hangingPunct="1">
              <a:buFont typeface="Wingdings" panose="05000000000000000000" pitchFamily="2" charset="2"/>
              <a:buNone/>
            </a:pPr>
            <a:endParaRPr lang="en-US" altLang="en-US" smtClean="0"/>
          </a:p>
        </p:txBody>
      </p:sp>
      <p:sp>
        <p:nvSpPr>
          <p:cNvPr id="25604" name="Footer Placeholder 4"/>
          <p:cNvSpPr>
            <a:spLocks noGrp="1"/>
          </p:cNvSpPr>
          <p:nvPr>
            <p:ph type="ftr"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spcBef>
                <a:spcPct val="20000"/>
              </a:spcBef>
              <a:buBlip>
                <a:blip r:embed="rId4"/>
              </a:buBlip>
              <a:defRPr sz="3200">
                <a:solidFill>
                  <a:schemeClr val="tx1"/>
                </a:solidFill>
                <a:latin typeface="Tahoma" panose="020B0604030504040204" pitchFamily="34" charset="0"/>
              </a:defRPr>
            </a:lvl1pPr>
            <a:lvl2pPr marL="742950" indent="-285750" eaLnBrk="0" hangingPunct="0">
              <a:spcBef>
                <a:spcPct val="20000"/>
              </a:spcBef>
              <a:buSzPct val="75000"/>
              <a:buBlip>
                <a:blip r:embed="rId5"/>
              </a:buBlip>
              <a:defRPr sz="2800">
                <a:solidFill>
                  <a:schemeClr val="tx1"/>
                </a:solidFill>
                <a:latin typeface="Tahoma" panose="020B0604030504040204" pitchFamily="34" charset="0"/>
              </a:defRPr>
            </a:lvl2pPr>
            <a:lvl3pPr marL="1143000" indent="-228600" eaLnBrk="0" hangingPunct="0">
              <a:spcBef>
                <a:spcPct val="20000"/>
              </a:spcBef>
              <a:buChar char="•"/>
              <a:defRPr sz="2400">
                <a:solidFill>
                  <a:schemeClr val="tx1"/>
                </a:solidFill>
                <a:latin typeface="Tahoma" panose="020B0604030504040204" pitchFamily="34" charset="0"/>
              </a:defRPr>
            </a:lvl3pPr>
            <a:lvl4pPr marL="1600200" indent="-228600" eaLnBrk="0" hangingPunct="0">
              <a:spcBef>
                <a:spcPct val="20000"/>
              </a:spcBef>
              <a:buChar char="–"/>
              <a:defRPr sz="2000">
                <a:solidFill>
                  <a:schemeClr val="tx1"/>
                </a:solidFill>
                <a:latin typeface="Tahoma" panose="020B0604030504040204" pitchFamily="34" charset="0"/>
              </a:defRPr>
            </a:lvl4pPr>
            <a:lvl5pPr marL="2057400" indent="-228600" eaLnBrk="0" hangingPunct="0">
              <a:spcBef>
                <a:spcPct val="20000"/>
              </a:spcBef>
              <a:buClr>
                <a:schemeClr val="tx2"/>
              </a:buClr>
              <a:buChar char="–"/>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tx2"/>
              </a:buClr>
              <a:buChar char="–"/>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tx2"/>
              </a:buClr>
              <a:buChar char="–"/>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tx2"/>
              </a:buClr>
              <a:buChar char="–"/>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tx2"/>
              </a:buClr>
              <a:buChar char="–"/>
              <a:defRPr sz="2000">
                <a:solidFill>
                  <a:schemeClr val="tx1"/>
                </a:solidFill>
                <a:latin typeface="Tahoma" panose="020B0604030504040204" pitchFamily="34" charset="0"/>
              </a:defRPr>
            </a:lvl9pPr>
          </a:lstStyle>
          <a:p>
            <a:pPr eaLnBrk="1" hangingPunct="1">
              <a:spcBef>
                <a:spcPct val="0"/>
              </a:spcBef>
              <a:buFontTx/>
              <a:buNone/>
            </a:pPr>
            <a:r>
              <a:rPr lang="en-US" altLang="en-US" sz="1400" smtClean="0">
                <a:latin typeface="Arial" panose="020B0604020202020204" pitchFamily="34" charset="0"/>
                <a:cs typeface="Arial" panose="020B0604020202020204" pitchFamily="34" charset="0"/>
              </a:rPr>
              <a:t>Options, Futures, and Other Derivatives,  11th Edition, Copyright © John  C. Hull 2021</a:t>
            </a:r>
          </a:p>
        </p:txBody>
      </p:sp>
      <p:sp>
        <p:nvSpPr>
          <p:cNvPr id="25605" name="Slide Number Placeholder 5"/>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spcBef>
                <a:spcPct val="20000"/>
              </a:spcBef>
              <a:buBlip>
                <a:blip r:embed="rId4"/>
              </a:buBlip>
              <a:defRPr sz="3200">
                <a:solidFill>
                  <a:schemeClr val="tx1"/>
                </a:solidFill>
                <a:latin typeface="Tahoma" panose="020B0604030504040204" pitchFamily="34" charset="0"/>
              </a:defRPr>
            </a:lvl1pPr>
            <a:lvl2pPr marL="742950" indent="-285750" eaLnBrk="0" hangingPunct="0">
              <a:spcBef>
                <a:spcPct val="20000"/>
              </a:spcBef>
              <a:buSzPct val="75000"/>
              <a:buBlip>
                <a:blip r:embed="rId5"/>
              </a:buBlip>
              <a:defRPr sz="2800">
                <a:solidFill>
                  <a:schemeClr val="tx1"/>
                </a:solidFill>
                <a:latin typeface="Tahoma" panose="020B0604030504040204" pitchFamily="34" charset="0"/>
              </a:defRPr>
            </a:lvl2pPr>
            <a:lvl3pPr marL="1143000" indent="-228600" eaLnBrk="0" hangingPunct="0">
              <a:spcBef>
                <a:spcPct val="20000"/>
              </a:spcBef>
              <a:buChar char="•"/>
              <a:defRPr sz="2400">
                <a:solidFill>
                  <a:schemeClr val="tx1"/>
                </a:solidFill>
                <a:latin typeface="Tahoma" panose="020B0604030504040204" pitchFamily="34" charset="0"/>
              </a:defRPr>
            </a:lvl3pPr>
            <a:lvl4pPr marL="1600200" indent="-228600" eaLnBrk="0" hangingPunct="0">
              <a:spcBef>
                <a:spcPct val="20000"/>
              </a:spcBef>
              <a:buChar char="–"/>
              <a:defRPr sz="2000">
                <a:solidFill>
                  <a:schemeClr val="tx1"/>
                </a:solidFill>
                <a:latin typeface="Tahoma" panose="020B0604030504040204" pitchFamily="34" charset="0"/>
              </a:defRPr>
            </a:lvl4pPr>
            <a:lvl5pPr marL="2057400" indent="-228600" eaLnBrk="0" hangingPunct="0">
              <a:spcBef>
                <a:spcPct val="20000"/>
              </a:spcBef>
              <a:buClr>
                <a:schemeClr val="tx2"/>
              </a:buClr>
              <a:buChar char="–"/>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tx2"/>
              </a:buClr>
              <a:buChar char="–"/>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tx2"/>
              </a:buClr>
              <a:buChar char="–"/>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tx2"/>
              </a:buClr>
              <a:buChar char="–"/>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tx2"/>
              </a:buClr>
              <a:buChar char="–"/>
              <a:defRPr sz="2000">
                <a:solidFill>
                  <a:schemeClr val="tx1"/>
                </a:solidFill>
                <a:latin typeface="Tahoma" panose="020B0604030504040204" pitchFamily="34" charset="0"/>
              </a:defRPr>
            </a:lvl9pPr>
          </a:lstStyle>
          <a:p>
            <a:pPr eaLnBrk="1" hangingPunct="1">
              <a:spcBef>
                <a:spcPct val="0"/>
              </a:spcBef>
              <a:buFontTx/>
              <a:buNone/>
            </a:pPr>
            <a:fld id="{7818B2D0-CC19-4396-B131-BD9B44A3ED27}" type="slidenum">
              <a:rPr lang="en-US" altLang="en-US" sz="1400">
                <a:latin typeface="Arial" panose="020B0604020202020204" pitchFamily="34" charset="0"/>
              </a:rPr>
              <a:pPr eaLnBrk="1" hangingPunct="1">
                <a:spcBef>
                  <a:spcPct val="0"/>
                </a:spcBef>
                <a:buFontTx/>
                <a:buNone/>
              </a:pPr>
              <a:t>20</a:t>
            </a:fld>
            <a:endParaRPr lang="en-US" altLang="en-US" sz="1400">
              <a:latin typeface="Arial" panose="020B0604020202020204" pitchFamily="34" charset="0"/>
            </a:endParaRPr>
          </a:p>
        </p:txBody>
      </p:sp>
      <p:graphicFrame>
        <p:nvGraphicFramePr>
          <p:cNvPr id="25606" name="Object 4"/>
          <p:cNvGraphicFramePr>
            <a:graphicFrameLocks/>
          </p:cNvGraphicFramePr>
          <p:nvPr/>
        </p:nvGraphicFramePr>
        <p:xfrm>
          <a:off x="2286000" y="2743200"/>
          <a:ext cx="4103688" cy="657225"/>
        </p:xfrm>
        <a:graphic>
          <a:graphicData uri="http://schemas.openxmlformats.org/presentationml/2006/ole">
            <mc:AlternateContent xmlns:mc="http://schemas.openxmlformats.org/markup-compatibility/2006">
              <mc:Choice xmlns:v="urn:schemas-microsoft-com:vml" Requires="v">
                <p:oleObj spid="_x0000_s25625" name="Equation" r:id="rId6" imgW="1723988" imgH="276210" progId="Equation.3">
                  <p:embed/>
                </p:oleObj>
              </mc:Choice>
              <mc:Fallback>
                <p:oleObj name="Equation" r:id="rId6" imgW="1723988" imgH="276210" progId="Equation.3">
                  <p:embed/>
                  <p:pic>
                    <p:nvPicPr>
                      <p:cNvPr id="0" name="Object 4"/>
                      <p:cNvPicPr>
                        <a:picLocks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2286000" y="2743200"/>
                        <a:ext cx="4103688" cy="6572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Tree>
  </p:cSld>
  <p:clrMapOvr>
    <a:masterClrMapping/>
  </p:clrMapOvr>
  <p:timing>
    <p:tnLst>
      <p:par>
        <p:cTn id="1" dur="indefinite" restart="never" nodeType="tmRoot"/>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0898" name="Rectangle 2"/>
          <p:cNvSpPr>
            <a:spLocks noGrp="1" noChangeArrowheads="1"/>
          </p:cNvSpPr>
          <p:nvPr>
            <p:ph type="title"/>
          </p:nvPr>
        </p:nvSpPr>
        <p:spPr/>
        <p:txBody>
          <a:bodyPr lIns="92075" tIns="46038" rIns="92075" bIns="46038"/>
          <a:lstStyle/>
          <a:p>
            <a:pPr eaLnBrk="1" fontAlgn="auto" hangingPunct="1">
              <a:spcAft>
                <a:spcPts val="0"/>
              </a:spcAft>
              <a:defRPr/>
            </a:pPr>
            <a:r>
              <a:rPr lang="en-US">
                <a:solidFill>
                  <a:schemeClr val="tx2">
                    <a:satMod val="130000"/>
                  </a:schemeClr>
                </a:solidFill>
              </a:rPr>
              <a:t>VaR for Portfolio</a:t>
            </a:r>
          </a:p>
        </p:txBody>
      </p:sp>
      <p:sp>
        <p:nvSpPr>
          <p:cNvPr id="26627" name="Rectangle 3"/>
          <p:cNvSpPr>
            <a:spLocks noGrp="1" noChangeArrowheads="1"/>
          </p:cNvSpPr>
          <p:nvPr>
            <p:ph idx="1"/>
          </p:nvPr>
        </p:nvSpPr>
        <p:spPr>
          <a:xfrm>
            <a:off x="1143000" y="1981200"/>
            <a:ext cx="7696200" cy="4114800"/>
          </a:xfrm>
        </p:spPr>
        <p:txBody>
          <a:bodyPr lIns="92075" tIns="46038" rIns="92075" bIns="46038"/>
          <a:lstStyle/>
          <a:p>
            <a:pPr eaLnBrk="1" hangingPunct="1"/>
            <a:r>
              <a:rPr lang="en-US" altLang="en-US" smtClean="0"/>
              <a:t>The 10-day 99% VaR for the portfolio is</a:t>
            </a:r>
          </a:p>
          <a:p>
            <a:pPr eaLnBrk="1" hangingPunct="1">
              <a:buFont typeface="Wingdings" panose="05000000000000000000" pitchFamily="2" charset="2"/>
              <a:buNone/>
            </a:pPr>
            <a:endParaRPr lang="en-US" altLang="en-US" smtClean="0"/>
          </a:p>
          <a:p>
            <a:pPr eaLnBrk="1" hangingPunct="1"/>
            <a:r>
              <a:rPr lang="en-US" altLang="en-US" smtClean="0"/>
              <a:t>The benefits of diversification are</a:t>
            </a:r>
          </a:p>
          <a:p>
            <a:pPr eaLnBrk="1" hangingPunct="1">
              <a:buFontTx/>
              <a:buNone/>
            </a:pPr>
            <a:r>
              <a:rPr lang="en-US" altLang="en-US" smtClean="0"/>
              <a:t>	(1,471,300+367,800)–1,620,100=$219,00</a:t>
            </a:r>
          </a:p>
          <a:p>
            <a:pPr eaLnBrk="1" hangingPunct="1"/>
            <a:r>
              <a:rPr lang="en-US" altLang="en-US" smtClean="0"/>
              <a:t>What is the incremental effect of the AT&amp;T holding on VaR?</a:t>
            </a:r>
          </a:p>
          <a:p>
            <a:pPr eaLnBrk="1" hangingPunct="1"/>
            <a:endParaRPr lang="en-CA" altLang="en-US" smtClean="0"/>
          </a:p>
          <a:p>
            <a:pPr eaLnBrk="1" hangingPunct="1"/>
            <a:endParaRPr lang="en-US" altLang="en-US" smtClean="0"/>
          </a:p>
        </p:txBody>
      </p:sp>
      <p:sp>
        <p:nvSpPr>
          <p:cNvPr id="26628" name="Footer Placeholder 4"/>
          <p:cNvSpPr>
            <a:spLocks noGrp="1"/>
          </p:cNvSpPr>
          <p:nvPr>
            <p:ph type="ftr"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spcBef>
                <a:spcPct val="20000"/>
              </a:spcBef>
              <a:buBlip>
                <a:blip r:embed="rId4"/>
              </a:buBlip>
              <a:defRPr sz="3200">
                <a:solidFill>
                  <a:schemeClr val="tx1"/>
                </a:solidFill>
                <a:latin typeface="Tahoma" panose="020B0604030504040204" pitchFamily="34" charset="0"/>
              </a:defRPr>
            </a:lvl1pPr>
            <a:lvl2pPr marL="742950" indent="-285750" eaLnBrk="0" hangingPunct="0">
              <a:spcBef>
                <a:spcPct val="20000"/>
              </a:spcBef>
              <a:buSzPct val="75000"/>
              <a:buBlip>
                <a:blip r:embed="rId5"/>
              </a:buBlip>
              <a:defRPr sz="2800">
                <a:solidFill>
                  <a:schemeClr val="tx1"/>
                </a:solidFill>
                <a:latin typeface="Tahoma" panose="020B0604030504040204" pitchFamily="34" charset="0"/>
              </a:defRPr>
            </a:lvl2pPr>
            <a:lvl3pPr marL="1143000" indent="-228600" eaLnBrk="0" hangingPunct="0">
              <a:spcBef>
                <a:spcPct val="20000"/>
              </a:spcBef>
              <a:buChar char="•"/>
              <a:defRPr sz="2400">
                <a:solidFill>
                  <a:schemeClr val="tx1"/>
                </a:solidFill>
                <a:latin typeface="Tahoma" panose="020B0604030504040204" pitchFamily="34" charset="0"/>
              </a:defRPr>
            </a:lvl3pPr>
            <a:lvl4pPr marL="1600200" indent="-228600" eaLnBrk="0" hangingPunct="0">
              <a:spcBef>
                <a:spcPct val="20000"/>
              </a:spcBef>
              <a:buChar char="–"/>
              <a:defRPr sz="2000">
                <a:solidFill>
                  <a:schemeClr val="tx1"/>
                </a:solidFill>
                <a:latin typeface="Tahoma" panose="020B0604030504040204" pitchFamily="34" charset="0"/>
              </a:defRPr>
            </a:lvl4pPr>
            <a:lvl5pPr marL="2057400" indent="-228600" eaLnBrk="0" hangingPunct="0">
              <a:spcBef>
                <a:spcPct val="20000"/>
              </a:spcBef>
              <a:buClr>
                <a:schemeClr val="tx2"/>
              </a:buClr>
              <a:buChar char="–"/>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tx2"/>
              </a:buClr>
              <a:buChar char="–"/>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tx2"/>
              </a:buClr>
              <a:buChar char="–"/>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tx2"/>
              </a:buClr>
              <a:buChar char="–"/>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tx2"/>
              </a:buClr>
              <a:buChar char="–"/>
              <a:defRPr sz="2000">
                <a:solidFill>
                  <a:schemeClr val="tx1"/>
                </a:solidFill>
                <a:latin typeface="Tahoma" panose="020B0604030504040204" pitchFamily="34" charset="0"/>
              </a:defRPr>
            </a:lvl9pPr>
          </a:lstStyle>
          <a:p>
            <a:pPr eaLnBrk="1" hangingPunct="1">
              <a:spcBef>
                <a:spcPct val="0"/>
              </a:spcBef>
              <a:buFontTx/>
              <a:buNone/>
            </a:pPr>
            <a:r>
              <a:rPr lang="en-US" altLang="en-US" sz="1400" smtClean="0">
                <a:latin typeface="Arial" panose="020B0604020202020204" pitchFamily="34" charset="0"/>
                <a:cs typeface="Arial" panose="020B0604020202020204" pitchFamily="34" charset="0"/>
              </a:rPr>
              <a:t>Options, Futures, and Other Derivatives,  11th Edition, Copyright © John  C. Hull 2021</a:t>
            </a:r>
          </a:p>
        </p:txBody>
      </p:sp>
      <p:sp>
        <p:nvSpPr>
          <p:cNvPr id="26629" name="Slide Number Placeholder 5"/>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spcBef>
                <a:spcPct val="20000"/>
              </a:spcBef>
              <a:buBlip>
                <a:blip r:embed="rId4"/>
              </a:buBlip>
              <a:defRPr sz="3200">
                <a:solidFill>
                  <a:schemeClr val="tx1"/>
                </a:solidFill>
                <a:latin typeface="Tahoma" panose="020B0604030504040204" pitchFamily="34" charset="0"/>
              </a:defRPr>
            </a:lvl1pPr>
            <a:lvl2pPr marL="742950" indent="-285750" eaLnBrk="0" hangingPunct="0">
              <a:spcBef>
                <a:spcPct val="20000"/>
              </a:spcBef>
              <a:buSzPct val="75000"/>
              <a:buBlip>
                <a:blip r:embed="rId5"/>
              </a:buBlip>
              <a:defRPr sz="2800">
                <a:solidFill>
                  <a:schemeClr val="tx1"/>
                </a:solidFill>
                <a:latin typeface="Tahoma" panose="020B0604030504040204" pitchFamily="34" charset="0"/>
              </a:defRPr>
            </a:lvl2pPr>
            <a:lvl3pPr marL="1143000" indent="-228600" eaLnBrk="0" hangingPunct="0">
              <a:spcBef>
                <a:spcPct val="20000"/>
              </a:spcBef>
              <a:buChar char="•"/>
              <a:defRPr sz="2400">
                <a:solidFill>
                  <a:schemeClr val="tx1"/>
                </a:solidFill>
                <a:latin typeface="Tahoma" panose="020B0604030504040204" pitchFamily="34" charset="0"/>
              </a:defRPr>
            </a:lvl3pPr>
            <a:lvl4pPr marL="1600200" indent="-228600" eaLnBrk="0" hangingPunct="0">
              <a:spcBef>
                <a:spcPct val="20000"/>
              </a:spcBef>
              <a:buChar char="–"/>
              <a:defRPr sz="2000">
                <a:solidFill>
                  <a:schemeClr val="tx1"/>
                </a:solidFill>
                <a:latin typeface="Tahoma" panose="020B0604030504040204" pitchFamily="34" charset="0"/>
              </a:defRPr>
            </a:lvl4pPr>
            <a:lvl5pPr marL="2057400" indent="-228600" eaLnBrk="0" hangingPunct="0">
              <a:spcBef>
                <a:spcPct val="20000"/>
              </a:spcBef>
              <a:buClr>
                <a:schemeClr val="tx2"/>
              </a:buClr>
              <a:buChar char="–"/>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tx2"/>
              </a:buClr>
              <a:buChar char="–"/>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tx2"/>
              </a:buClr>
              <a:buChar char="–"/>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tx2"/>
              </a:buClr>
              <a:buChar char="–"/>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tx2"/>
              </a:buClr>
              <a:buChar char="–"/>
              <a:defRPr sz="2000">
                <a:solidFill>
                  <a:schemeClr val="tx1"/>
                </a:solidFill>
                <a:latin typeface="Tahoma" panose="020B0604030504040204" pitchFamily="34" charset="0"/>
              </a:defRPr>
            </a:lvl9pPr>
          </a:lstStyle>
          <a:p>
            <a:pPr eaLnBrk="1" hangingPunct="1">
              <a:spcBef>
                <a:spcPct val="0"/>
              </a:spcBef>
              <a:buFontTx/>
              <a:buNone/>
            </a:pPr>
            <a:fld id="{1F1E0212-4375-43D8-B11E-7A305A8E8FE6}" type="slidenum">
              <a:rPr lang="en-US" altLang="en-US" sz="1400">
                <a:latin typeface="Arial" panose="020B0604020202020204" pitchFamily="34" charset="0"/>
              </a:rPr>
              <a:pPr eaLnBrk="1" hangingPunct="1">
                <a:spcBef>
                  <a:spcPct val="0"/>
                </a:spcBef>
                <a:buFontTx/>
                <a:buNone/>
              </a:pPr>
              <a:t>21</a:t>
            </a:fld>
            <a:endParaRPr lang="en-US" altLang="en-US" sz="1400">
              <a:latin typeface="Arial" panose="020B0604020202020204" pitchFamily="34" charset="0"/>
            </a:endParaRPr>
          </a:p>
        </p:txBody>
      </p:sp>
      <p:graphicFrame>
        <p:nvGraphicFramePr>
          <p:cNvPr id="26630" name="Object 4"/>
          <p:cNvGraphicFramePr>
            <a:graphicFrameLocks/>
          </p:cNvGraphicFramePr>
          <p:nvPr/>
        </p:nvGraphicFramePr>
        <p:xfrm>
          <a:off x="1979613" y="2438400"/>
          <a:ext cx="6099175" cy="579438"/>
        </p:xfrm>
        <a:graphic>
          <a:graphicData uri="http://schemas.openxmlformats.org/presentationml/2006/ole">
            <mc:AlternateContent xmlns:mc="http://schemas.openxmlformats.org/markup-compatibility/2006">
              <mc:Choice xmlns:v="urn:schemas-microsoft-com:vml" Requires="v">
                <p:oleObj spid="_x0000_s26649" name="Equation" r:id="rId6" imgW="2247776" imgH="228690" progId="Equation.3">
                  <p:embed/>
                </p:oleObj>
              </mc:Choice>
              <mc:Fallback>
                <p:oleObj name="Equation" r:id="rId6" imgW="2247776" imgH="228690" progId="Equation.3">
                  <p:embed/>
                  <p:pic>
                    <p:nvPicPr>
                      <p:cNvPr id="0" name="Object 4"/>
                      <p:cNvPicPr>
                        <a:picLocks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1979613" y="2438400"/>
                        <a:ext cx="6099175" cy="5794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Tree>
  </p:cSld>
  <p:clrMapOvr>
    <a:masterClrMapping/>
  </p:clrMapOvr>
  <p:timing>
    <p:tnLst>
      <p:par>
        <p:cTn id="1" dur="indefinite" restart="never" nodeType="tmRoot"/>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7890" name="Title 1"/>
          <p:cNvSpPr>
            <a:spLocks noGrp="1"/>
          </p:cNvSpPr>
          <p:nvPr>
            <p:ph type="title"/>
          </p:nvPr>
        </p:nvSpPr>
        <p:spPr>
          <a:xfrm>
            <a:off x="609600" y="990600"/>
            <a:ext cx="7543800" cy="1295400"/>
          </a:xfrm>
        </p:spPr>
        <p:txBody>
          <a:bodyPr/>
          <a:lstStyle/>
          <a:p>
            <a:r>
              <a:rPr lang="en-CA" altLang="en-US" sz="3600" dirty="0" smtClean="0"/>
              <a:t>ES for the Model Building Approach </a:t>
            </a:r>
            <a:r>
              <a:rPr lang="en-CA" altLang="en-US" sz="2400" dirty="0" smtClean="0"/>
              <a:t>(equation 22.1)</a:t>
            </a:r>
          </a:p>
        </p:txBody>
      </p:sp>
      <p:sp>
        <p:nvSpPr>
          <p:cNvPr id="3" name="Content Placeholder 2"/>
          <p:cNvSpPr>
            <a:spLocks noGrp="1"/>
          </p:cNvSpPr>
          <p:nvPr>
            <p:ph idx="1"/>
          </p:nvPr>
        </p:nvSpPr>
        <p:spPr/>
        <p:txBody>
          <a:bodyPr/>
          <a:lstStyle/>
          <a:p>
            <a:pPr>
              <a:defRPr/>
            </a:pPr>
            <a:r>
              <a:rPr lang="en-CA" sz="2400" dirty="0" smtClean="0"/>
              <a:t>When the loss over the time horizon has a normal distribution with mean </a:t>
            </a:r>
            <a:r>
              <a:rPr lang="en-CA" sz="2400" dirty="0" smtClean="0">
                <a:latin typeface="Symbol" panose="05050102010706020507" pitchFamily="18" charset="2"/>
              </a:rPr>
              <a:t>m</a:t>
            </a:r>
            <a:r>
              <a:rPr lang="en-CA" sz="2400" dirty="0" smtClean="0"/>
              <a:t> and standard deviation </a:t>
            </a:r>
            <a:r>
              <a:rPr lang="en-CA" sz="2400" dirty="0" smtClean="0">
                <a:latin typeface="Symbol" panose="05050102010706020507" pitchFamily="18" charset="2"/>
              </a:rPr>
              <a:t>s, </a:t>
            </a:r>
            <a:r>
              <a:rPr lang="en-CA" sz="2400" dirty="0" smtClean="0"/>
              <a:t>the ES is</a:t>
            </a:r>
          </a:p>
          <a:p>
            <a:pPr>
              <a:defRPr/>
            </a:pPr>
            <a:endParaRPr lang="en-CA" sz="2400" dirty="0" smtClean="0"/>
          </a:p>
          <a:p>
            <a:pPr marL="0" indent="0">
              <a:buFont typeface="Wingdings" panose="05000000000000000000" pitchFamily="2" charset="2"/>
              <a:buNone/>
              <a:defRPr/>
            </a:pPr>
            <a:endParaRPr lang="en-CA" sz="2400" dirty="0" smtClean="0"/>
          </a:p>
          <a:p>
            <a:pPr marL="363538" indent="0">
              <a:buFont typeface="Wingdings" panose="05000000000000000000" pitchFamily="2" charset="2"/>
              <a:buNone/>
              <a:defRPr/>
            </a:pPr>
            <a:r>
              <a:rPr lang="en-CA" sz="2400" dirty="0" smtClean="0"/>
              <a:t>where </a:t>
            </a:r>
            <a:r>
              <a:rPr lang="en-CA" sz="2400" i="1" dirty="0" smtClean="0">
                <a:latin typeface="+mj-lt"/>
              </a:rPr>
              <a:t>X</a:t>
            </a:r>
            <a:r>
              <a:rPr lang="en-CA" sz="2400" dirty="0" smtClean="0"/>
              <a:t> is the confidence level and </a:t>
            </a:r>
            <a:r>
              <a:rPr lang="en-CA" sz="2400" i="1" dirty="0" smtClean="0">
                <a:latin typeface="+mj-lt"/>
              </a:rPr>
              <a:t>Y</a:t>
            </a:r>
            <a:r>
              <a:rPr lang="en-CA" sz="2400" dirty="0" smtClean="0"/>
              <a:t> is the </a:t>
            </a:r>
            <a:r>
              <a:rPr lang="en-CA" sz="2400" i="1" dirty="0" err="1" smtClean="0">
                <a:latin typeface="+mj-lt"/>
              </a:rPr>
              <a:t>X</a:t>
            </a:r>
            <a:r>
              <a:rPr lang="en-CA" sz="2400" dirty="0" err="1" smtClean="0"/>
              <a:t>th</a:t>
            </a:r>
            <a:r>
              <a:rPr lang="en-CA" sz="2400" dirty="0" smtClean="0"/>
              <a:t> percentile of a standard normal distribution</a:t>
            </a:r>
          </a:p>
          <a:p>
            <a:pPr>
              <a:defRPr/>
            </a:pPr>
            <a:r>
              <a:rPr lang="en-CA" sz="2400" dirty="0" smtClean="0"/>
              <a:t>For the Microsoft + AT&amp;T portfolio, ES is $1,856,100</a:t>
            </a:r>
          </a:p>
          <a:p>
            <a:pPr>
              <a:defRPr/>
            </a:pPr>
            <a:endParaRPr lang="en-CA" sz="2800" dirty="0"/>
          </a:p>
          <a:p>
            <a:pPr>
              <a:defRPr/>
            </a:pPr>
            <a:endParaRPr lang="en-CA" sz="2800" dirty="0" smtClean="0"/>
          </a:p>
          <a:p>
            <a:pPr marL="363538" indent="0">
              <a:buFont typeface="Wingdings" panose="05000000000000000000" pitchFamily="2" charset="2"/>
              <a:buNone/>
              <a:defRPr/>
            </a:pPr>
            <a:endParaRPr lang="en-CA" sz="2800" dirty="0" smtClean="0"/>
          </a:p>
          <a:p>
            <a:pPr marL="363538" indent="0">
              <a:buFont typeface="Wingdings" panose="05000000000000000000" pitchFamily="2" charset="2"/>
              <a:buNone/>
              <a:defRPr/>
            </a:pPr>
            <a:endParaRPr lang="en-CA" sz="2800" dirty="0" smtClean="0"/>
          </a:p>
          <a:p>
            <a:pPr marL="0" indent="0">
              <a:buFont typeface="Wingdings" panose="05000000000000000000" pitchFamily="2" charset="2"/>
              <a:buNone/>
              <a:defRPr/>
            </a:pPr>
            <a:endParaRPr lang="en-CA" dirty="0" smtClean="0"/>
          </a:p>
          <a:p>
            <a:pPr marL="0" indent="0">
              <a:buFont typeface="Wingdings" panose="05000000000000000000" pitchFamily="2" charset="2"/>
              <a:buNone/>
              <a:defRPr/>
            </a:pPr>
            <a:endParaRPr lang="en-CA" dirty="0">
              <a:latin typeface="Symbol" panose="05050102010706020507" pitchFamily="18" charset="2"/>
            </a:endParaRPr>
          </a:p>
        </p:txBody>
      </p:sp>
      <p:sp>
        <p:nvSpPr>
          <p:cNvPr id="37892" name="Footer Placeholder 3"/>
          <p:cNvSpPr>
            <a:spLocks noGrp="1"/>
          </p:cNvSpPr>
          <p:nvPr>
            <p:ph type="ftr"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r>
              <a:rPr lang="en-US" altLang="en-US" smtClean="0"/>
              <a:t>Options, Futures, and Other Derivatives,  11th Edition, Copyright © John  C. Hull 2021</a:t>
            </a:r>
            <a:endParaRPr lang="en-US" altLang="en-US" i="0"/>
          </a:p>
        </p:txBody>
      </p:sp>
      <p:sp>
        <p:nvSpPr>
          <p:cNvPr id="37893" name="Slide Number Placeholder 4"/>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fld id="{8EA82AF1-383E-437B-86A6-BB14D7CB4055}" type="slidenum">
              <a:rPr lang="en-US" altLang="en-US"/>
              <a:pPr eaLnBrk="1" hangingPunct="1"/>
              <a:t>22</a:t>
            </a:fld>
            <a:endParaRPr lang="en-US" altLang="en-US"/>
          </a:p>
        </p:txBody>
      </p:sp>
      <p:graphicFrame>
        <p:nvGraphicFramePr>
          <p:cNvPr id="37894" name="Object 6"/>
          <p:cNvGraphicFramePr>
            <a:graphicFrameLocks noChangeAspect="1"/>
          </p:cNvGraphicFramePr>
          <p:nvPr/>
        </p:nvGraphicFramePr>
        <p:xfrm>
          <a:off x="4514850" y="3340100"/>
          <a:ext cx="114300" cy="177800"/>
        </p:xfrm>
        <a:graphic>
          <a:graphicData uri="http://schemas.openxmlformats.org/presentationml/2006/ole">
            <mc:AlternateContent xmlns:mc="http://schemas.openxmlformats.org/markup-compatibility/2006">
              <mc:Choice xmlns:v="urn:schemas-microsoft-com:vml" Requires="v">
                <p:oleObj spid="_x0000_s57382" name="Equation" r:id="rId3" imgW="114120" imgH="177480" progId="Equation.DSMT4">
                  <p:embed/>
                </p:oleObj>
              </mc:Choice>
              <mc:Fallback>
                <p:oleObj name="Equation" r:id="rId3" imgW="114120" imgH="177480" progId="Equation.DSMT4">
                  <p:embed/>
                  <p:pic>
                    <p:nvPicPr>
                      <p:cNvPr id="0" name=""/>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4514850" y="3340100"/>
                        <a:ext cx="114300" cy="177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37895" name="Object 7"/>
          <p:cNvGraphicFramePr>
            <a:graphicFrameLocks noChangeAspect="1"/>
          </p:cNvGraphicFramePr>
          <p:nvPr/>
        </p:nvGraphicFramePr>
        <p:xfrm>
          <a:off x="3203575" y="3141663"/>
          <a:ext cx="2625725" cy="866775"/>
        </p:xfrm>
        <a:graphic>
          <a:graphicData uri="http://schemas.openxmlformats.org/presentationml/2006/ole">
            <mc:AlternateContent xmlns:mc="http://schemas.openxmlformats.org/markup-compatibility/2006">
              <mc:Choice xmlns:v="urn:schemas-microsoft-com:vml" Requires="v">
                <p:oleObj spid="_x0000_s57383" name="Equation" r:id="rId5" imgW="1422360" imgH="469800" progId="Equation.DSMT4">
                  <p:embed/>
                </p:oleObj>
              </mc:Choice>
              <mc:Fallback>
                <p:oleObj name="Equation" r:id="rId5" imgW="1422360" imgH="469800" progId="Equation.DSMT4">
                  <p:embed/>
                  <p:pic>
                    <p:nvPicPr>
                      <p:cNvPr id="0" name=""/>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3203575" y="3141663"/>
                        <a:ext cx="2625725" cy="8667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Tree>
  </p:cSld>
  <p:clrMapOvr>
    <a:masterClrMapping/>
  </p:clrMapOvr>
  <p:timing>
    <p:tnLst>
      <p:par>
        <p:cTn id="1" dur="indefinite" restart="never" nodeType="tmRoot"/>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650" name="Footer Placeholder 4"/>
          <p:cNvSpPr>
            <a:spLocks noGrp="1"/>
          </p:cNvSpPr>
          <p:nvPr>
            <p:ph type="ftr"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spcBef>
                <a:spcPct val="20000"/>
              </a:spcBef>
              <a:buBlip>
                <a:blip r:embed="rId3"/>
              </a:buBlip>
              <a:defRPr sz="3200">
                <a:solidFill>
                  <a:schemeClr val="tx1"/>
                </a:solidFill>
                <a:latin typeface="Tahoma" panose="020B0604030504040204" pitchFamily="34" charset="0"/>
              </a:defRPr>
            </a:lvl1pPr>
            <a:lvl2pPr marL="742950" indent="-285750" eaLnBrk="0" hangingPunct="0">
              <a:spcBef>
                <a:spcPct val="20000"/>
              </a:spcBef>
              <a:buSzPct val="75000"/>
              <a:buBlip>
                <a:blip r:embed="rId4"/>
              </a:buBlip>
              <a:defRPr sz="2800">
                <a:solidFill>
                  <a:schemeClr val="tx1"/>
                </a:solidFill>
                <a:latin typeface="Tahoma" panose="020B0604030504040204" pitchFamily="34" charset="0"/>
              </a:defRPr>
            </a:lvl2pPr>
            <a:lvl3pPr marL="1143000" indent="-228600" eaLnBrk="0" hangingPunct="0">
              <a:spcBef>
                <a:spcPct val="20000"/>
              </a:spcBef>
              <a:buChar char="•"/>
              <a:defRPr sz="2400">
                <a:solidFill>
                  <a:schemeClr val="tx1"/>
                </a:solidFill>
                <a:latin typeface="Tahoma" panose="020B0604030504040204" pitchFamily="34" charset="0"/>
              </a:defRPr>
            </a:lvl3pPr>
            <a:lvl4pPr marL="1600200" indent="-228600" eaLnBrk="0" hangingPunct="0">
              <a:spcBef>
                <a:spcPct val="20000"/>
              </a:spcBef>
              <a:buChar char="–"/>
              <a:defRPr sz="2000">
                <a:solidFill>
                  <a:schemeClr val="tx1"/>
                </a:solidFill>
                <a:latin typeface="Tahoma" panose="020B0604030504040204" pitchFamily="34" charset="0"/>
              </a:defRPr>
            </a:lvl4pPr>
            <a:lvl5pPr marL="2057400" indent="-228600" eaLnBrk="0" hangingPunct="0">
              <a:spcBef>
                <a:spcPct val="20000"/>
              </a:spcBef>
              <a:buClr>
                <a:schemeClr val="tx2"/>
              </a:buClr>
              <a:buChar char="–"/>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tx2"/>
              </a:buClr>
              <a:buChar char="–"/>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tx2"/>
              </a:buClr>
              <a:buChar char="–"/>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tx2"/>
              </a:buClr>
              <a:buChar char="–"/>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tx2"/>
              </a:buClr>
              <a:buChar char="–"/>
              <a:defRPr sz="2000">
                <a:solidFill>
                  <a:schemeClr val="tx1"/>
                </a:solidFill>
                <a:latin typeface="Tahoma" panose="020B0604030504040204" pitchFamily="34" charset="0"/>
              </a:defRPr>
            </a:lvl9pPr>
          </a:lstStyle>
          <a:p>
            <a:pPr eaLnBrk="1" hangingPunct="1">
              <a:spcBef>
                <a:spcPct val="0"/>
              </a:spcBef>
              <a:buFontTx/>
              <a:buNone/>
            </a:pPr>
            <a:r>
              <a:rPr lang="en-US" altLang="en-US" sz="1400" smtClean="0">
                <a:latin typeface="Arial" panose="020B0604020202020204" pitchFamily="34" charset="0"/>
                <a:cs typeface="Arial" panose="020B0604020202020204" pitchFamily="34" charset="0"/>
              </a:rPr>
              <a:t>Options, Futures, and Other Derivatives,  11th Edition, Copyright © John  C. Hull 2021</a:t>
            </a:r>
          </a:p>
        </p:txBody>
      </p:sp>
      <p:sp>
        <p:nvSpPr>
          <p:cNvPr id="27651" name="Rectangle 2"/>
          <p:cNvSpPr>
            <a:spLocks noGrp="1" noChangeArrowheads="1"/>
          </p:cNvSpPr>
          <p:nvPr>
            <p:ph type="title"/>
          </p:nvPr>
        </p:nvSpPr>
        <p:spPr>
          <a:noFill/>
        </p:spPr>
        <p:txBody>
          <a:bodyPr lIns="92075" tIns="46038" rIns="92075" bIns="46038"/>
          <a:lstStyle/>
          <a:p>
            <a:pPr eaLnBrk="1" hangingPunct="1"/>
            <a:r>
              <a:rPr lang="en-US" altLang="en-US" smtClean="0"/>
              <a:t>The Linear Model</a:t>
            </a:r>
          </a:p>
        </p:txBody>
      </p:sp>
      <p:sp>
        <p:nvSpPr>
          <p:cNvPr id="27652" name="Rectangle 3"/>
          <p:cNvSpPr>
            <a:spLocks noGrp="1" noChangeArrowheads="1"/>
          </p:cNvSpPr>
          <p:nvPr>
            <p:ph type="body" idx="1"/>
          </p:nvPr>
        </p:nvSpPr>
        <p:spPr>
          <a:noFill/>
        </p:spPr>
        <p:txBody>
          <a:bodyPr lIns="92075" tIns="46038" rIns="92075" bIns="46038"/>
          <a:lstStyle/>
          <a:p>
            <a:pPr eaLnBrk="1" hangingPunct="1">
              <a:buFont typeface="Wingdings" panose="05000000000000000000" pitchFamily="2" charset="2"/>
              <a:buNone/>
            </a:pPr>
            <a:r>
              <a:rPr lang="en-US" altLang="en-US" smtClean="0"/>
              <a:t>This assumes</a:t>
            </a:r>
          </a:p>
          <a:p>
            <a:pPr eaLnBrk="1" hangingPunct="1">
              <a:buFontTx/>
              <a:buChar char="•"/>
            </a:pPr>
            <a:r>
              <a:rPr lang="en-US" altLang="en-US" smtClean="0"/>
              <a:t>The daily change in the value of a portfolio is linearly related to the daily returns from market variables</a:t>
            </a:r>
          </a:p>
          <a:p>
            <a:pPr eaLnBrk="1" hangingPunct="1">
              <a:buFontTx/>
              <a:buChar char="•"/>
            </a:pPr>
            <a:r>
              <a:rPr lang="en-US" altLang="en-US" smtClean="0"/>
              <a:t>The returns from the market variables are normally distributed</a:t>
            </a:r>
          </a:p>
        </p:txBody>
      </p:sp>
      <p:sp>
        <p:nvSpPr>
          <p:cNvPr id="27653" name="Slide Number Placeholder 5"/>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spcBef>
                <a:spcPct val="20000"/>
              </a:spcBef>
              <a:buBlip>
                <a:blip r:embed="rId3"/>
              </a:buBlip>
              <a:defRPr sz="3200">
                <a:solidFill>
                  <a:schemeClr val="tx1"/>
                </a:solidFill>
                <a:latin typeface="Tahoma" panose="020B0604030504040204" pitchFamily="34" charset="0"/>
              </a:defRPr>
            </a:lvl1pPr>
            <a:lvl2pPr marL="742950" indent="-285750" eaLnBrk="0" hangingPunct="0">
              <a:spcBef>
                <a:spcPct val="20000"/>
              </a:spcBef>
              <a:buSzPct val="75000"/>
              <a:buBlip>
                <a:blip r:embed="rId4"/>
              </a:buBlip>
              <a:defRPr sz="2800">
                <a:solidFill>
                  <a:schemeClr val="tx1"/>
                </a:solidFill>
                <a:latin typeface="Tahoma" panose="020B0604030504040204" pitchFamily="34" charset="0"/>
              </a:defRPr>
            </a:lvl2pPr>
            <a:lvl3pPr marL="1143000" indent="-228600" eaLnBrk="0" hangingPunct="0">
              <a:spcBef>
                <a:spcPct val="20000"/>
              </a:spcBef>
              <a:buChar char="•"/>
              <a:defRPr sz="2400">
                <a:solidFill>
                  <a:schemeClr val="tx1"/>
                </a:solidFill>
                <a:latin typeface="Tahoma" panose="020B0604030504040204" pitchFamily="34" charset="0"/>
              </a:defRPr>
            </a:lvl3pPr>
            <a:lvl4pPr marL="1600200" indent="-228600" eaLnBrk="0" hangingPunct="0">
              <a:spcBef>
                <a:spcPct val="20000"/>
              </a:spcBef>
              <a:buChar char="–"/>
              <a:defRPr sz="2000">
                <a:solidFill>
                  <a:schemeClr val="tx1"/>
                </a:solidFill>
                <a:latin typeface="Tahoma" panose="020B0604030504040204" pitchFamily="34" charset="0"/>
              </a:defRPr>
            </a:lvl4pPr>
            <a:lvl5pPr marL="2057400" indent="-228600" eaLnBrk="0" hangingPunct="0">
              <a:spcBef>
                <a:spcPct val="20000"/>
              </a:spcBef>
              <a:buClr>
                <a:schemeClr val="tx2"/>
              </a:buClr>
              <a:buChar char="–"/>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tx2"/>
              </a:buClr>
              <a:buChar char="–"/>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tx2"/>
              </a:buClr>
              <a:buChar char="–"/>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tx2"/>
              </a:buClr>
              <a:buChar char="–"/>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tx2"/>
              </a:buClr>
              <a:buChar char="–"/>
              <a:defRPr sz="2000">
                <a:solidFill>
                  <a:schemeClr val="tx1"/>
                </a:solidFill>
                <a:latin typeface="Tahoma" panose="020B0604030504040204" pitchFamily="34" charset="0"/>
              </a:defRPr>
            </a:lvl9pPr>
          </a:lstStyle>
          <a:p>
            <a:pPr eaLnBrk="1" hangingPunct="1">
              <a:spcBef>
                <a:spcPct val="0"/>
              </a:spcBef>
              <a:buFontTx/>
              <a:buNone/>
            </a:pPr>
            <a:fld id="{620F63F2-994B-472F-908D-49BC8CE85D56}" type="slidenum">
              <a:rPr lang="en-US" altLang="en-US" sz="1400">
                <a:latin typeface="Arial" panose="020B0604020202020204" pitchFamily="34" charset="0"/>
              </a:rPr>
              <a:pPr eaLnBrk="1" hangingPunct="1">
                <a:spcBef>
                  <a:spcPct val="0"/>
                </a:spcBef>
                <a:buFontTx/>
                <a:buNone/>
              </a:pPr>
              <a:t>23</a:t>
            </a:fld>
            <a:endParaRPr lang="en-US" altLang="en-US" sz="1400">
              <a:latin typeface="Arial" panose="020B0604020202020204" pitchFamily="34" charset="0"/>
            </a:endParaRPr>
          </a:p>
        </p:txBody>
      </p:sp>
    </p:spTree>
  </p:cSld>
  <p:clrMapOvr>
    <a:masterClrMapping/>
  </p:clrMapOvr>
  <p:timing>
    <p:tnLst>
      <p:par>
        <p:cTn id="1" dur="indefinite" restart="never" nodeType="tmRoot"/>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674" name="Title 5"/>
          <p:cNvSpPr>
            <a:spLocks noGrp="1"/>
          </p:cNvSpPr>
          <p:nvPr>
            <p:ph type="title"/>
          </p:nvPr>
        </p:nvSpPr>
        <p:spPr/>
        <p:txBody>
          <a:bodyPr/>
          <a:lstStyle/>
          <a:p>
            <a:pPr eaLnBrk="1" hangingPunct="1"/>
            <a:r>
              <a:rPr lang="en-CA" altLang="en-US" sz="4000" smtClean="0"/>
              <a:t>Markowitz Result for Variance of Return on Portfolio</a:t>
            </a:r>
            <a:endParaRPr lang="en-US" altLang="en-US" sz="4000" smtClean="0"/>
          </a:p>
        </p:txBody>
      </p:sp>
      <p:sp>
        <p:nvSpPr>
          <p:cNvPr id="28675" name="Footer Placeholder 3"/>
          <p:cNvSpPr>
            <a:spLocks noGrp="1"/>
          </p:cNvSpPr>
          <p:nvPr>
            <p:ph type="ftr"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spcBef>
                <a:spcPct val="20000"/>
              </a:spcBef>
              <a:buBlip>
                <a:blip r:embed="rId4"/>
              </a:buBlip>
              <a:defRPr sz="3200">
                <a:solidFill>
                  <a:schemeClr val="tx1"/>
                </a:solidFill>
                <a:latin typeface="Tahoma" panose="020B0604030504040204" pitchFamily="34" charset="0"/>
              </a:defRPr>
            </a:lvl1pPr>
            <a:lvl2pPr marL="742950" indent="-285750" eaLnBrk="0" hangingPunct="0">
              <a:spcBef>
                <a:spcPct val="20000"/>
              </a:spcBef>
              <a:buSzPct val="75000"/>
              <a:buBlip>
                <a:blip r:embed="rId5"/>
              </a:buBlip>
              <a:defRPr sz="2800">
                <a:solidFill>
                  <a:schemeClr val="tx1"/>
                </a:solidFill>
                <a:latin typeface="Tahoma" panose="020B0604030504040204" pitchFamily="34" charset="0"/>
              </a:defRPr>
            </a:lvl2pPr>
            <a:lvl3pPr marL="1143000" indent="-228600" eaLnBrk="0" hangingPunct="0">
              <a:spcBef>
                <a:spcPct val="20000"/>
              </a:spcBef>
              <a:buChar char="•"/>
              <a:defRPr sz="2400">
                <a:solidFill>
                  <a:schemeClr val="tx1"/>
                </a:solidFill>
                <a:latin typeface="Tahoma" panose="020B0604030504040204" pitchFamily="34" charset="0"/>
              </a:defRPr>
            </a:lvl3pPr>
            <a:lvl4pPr marL="1600200" indent="-228600" eaLnBrk="0" hangingPunct="0">
              <a:spcBef>
                <a:spcPct val="20000"/>
              </a:spcBef>
              <a:buChar char="–"/>
              <a:defRPr sz="2000">
                <a:solidFill>
                  <a:schemeClr val="tx1"/>
                </a:solidFill>
                <a:latin typeface="Tahoma" panose="020B0604030504040204" pitchFamily="34" charset="0"/>
              </a:defRPr>
            </a:lvl4pPr>
            <a:lvl5pPr marL="2057400" indent="-228600" eaLnBrk="0" hangingPunct="0">
              <a:spcBef>
                <a:spcPct val="20000"/>
              </a:spcBef>
              <a:buClr>
                <a:schemeClr val="tx2"/>
              </a:buClr>
              <a:buChar char="–"/>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tx2"/>
              </a:buClr>
              <a:buChar char="–"/>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tx2"/>
              </a:buClr>
              <a:buChar char="–"/>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tx2"/>
              </a:buClr>
              <a:buChar char="–"/>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tx2"/>
              </a:buClr>
              <a:buChar char="–"/>
              <a:defRPr sz="2000">
                <a:solidFill>
                  <a:schemeClr val="tx1"/>
                </a:solidFill>
                <a:latin typeface="Tahoma" panose="020B0604030504040204" pitchFamily="34" charset="0"/>
              </a:defRPr>
            </a:lvl9pPr>
          </a:lstStyle>
          <a:p>
            <a:pPr eaLnBrk="1" hangingPunct="1">
              <a:spcBef>
                <a:spcPct val="0"/>
              </a:spcBef>
              <a:buFontTx/>
              <a:buNone/>
            </a:pPr>
            <a:r>
              <a:rPr lang="en-US" altLang="en-US" sz="1400" smtClean="0">
                <a:latin typeface="Arial" panose="020B0604020202020204" pitchFamily="34" charset="0"/>
                <a:cs typeface="Arial" panose="020B0604020202020204" pitchFamily="34" charset="0"/>
              </a:rPr>
              <a:t>Options, Futures, and Other Derivatives,  11th Edition, Copyright © John  C. Hull 2021</a:t>
            </a:r>
          </a:p>
        </p:txBody>
      </p:sp>
      <p:sp>
        <p:nvSpPr>
          <p:cNvPr id="28676" name="Slide Number Placeholder 4"/>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spcBef>
                <a:spcPct val="20000"/>
              </a:spcBef>
              <a:buBlip>
                <a:blip r:embed="rId4"/>
              </a:buBlip>
              <a:defRPr sz="3200">
                <a:solidFill>
                  <a:schemeClr val="tx1"/>
                </a:solidFill>
                <a:latin typeface="Tahoma" panose="020B0604030504040204" pitchFamily="34" charset="0"/>
              </a:defRPr>
            </a:lvl1pPr>
            <a:lvl2pPr marL="742950" indent="-285750" eaLnBrk="0" hangingPunct="0">
              <a:spcBef>
                <a:spcPct val="20000"/>
              </a:spcBef>
              <a:buSzPct val="75000"/>
              <a:buBlip>
                <a:blip r:embed="rId5"/>
              </a:buBlip>
              <a:defRPr sz="2800">
                <a:solidFill>
                  <a:schemeClr val="tx1"/>
                </a:solidFill>
                <a:latin typeface="Tahoma" panose="020B0604030504040204" pitchFamily="34" charset="0"/>
              </a:defRPr>
            </a:lvl2pPr>
            <a:lvl3pPr marL="1143000" indent="-228600" eaLnBrk="0" hangingPunct="0">
              <a:spcBef>
                <a:spcPct val="20000"/>
              </a:spcBef>
              <a:buChar char="•"/>
              <a:defRPr sz="2400">
                <a:solidFill>
                  <a:schemeClr val="tx1"/>
                </a:solidFill>
                <a:latin typeface="Tahoma" panose="020B0604030504040204" pitchFamily="34" charset="0"/>
              </a:defRPr>
            </a:lvl3pPr>
            <a:lvl4pPr marL="1600200" indent="-228600" eaLnBrk="0" hangingPunct="0">
              <a:spcBef>
                <a:spcPct val="20000"/>
              </a:spcBef>
              <a:buChar char="–"/>
              <a:defRPr sz="2000">
                <a:solidFill>
                  <a:schemeClr val="tx1"/>
                </a:solidFill>
                <a:latin typeface="Tahoma" panose="020B0604030504040204" pitchFamily="34" charset="0"/>
              </a:defRPr>
            </a:lvl4pPr>
            <a:lvl5pPr marL="2057400" indent="-228600" eaLnBrk="0" hangingPunct="0">
              <a:spcBef>
                <a:spcPct val="20000"/>
              </a:spcBef>
              <a:buClr>
                <a:schemeClr val="tx2"/>
              </a:buClr>
              <a:buChar char="–"/>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tx2"/>
              </a:buClr>
              <a:buChar char="–"/>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tx2"/>
              </a:buClr>
              <a:buChar char="–"/>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tx2"/>
              </a:buClr>
              <a:buChar char="–"/>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tx2"/>
              </a:buClr>
              <a:buChar char="–"/>
              <a:defRPr sz="2000">
                <a:solidFill>
                  <a:schemeClr val="tx1"/>
                </a:solidFill>
                <a:latin typeface="Tahoma" panose="020B0604030504040204" pitchFamily="34" charset="0"/>
              </a:defRPr>
            </a:lvl9pPr>
          </a:lstStyle>
          <a:p>
            <a:pPr eaLnBrk="1" hangingPunct="1">
              <a:spcBef>
                <a:spcPct val="0"/>
              </a:spcBef>
              <a:buFontTx/>
              <a:buNone/>
            </a:pPr>
            <a:fld id="{D4C38A60-365E-4A5A-AB53-5473426F3F9A}" type="slidenum">
              <a:rPr lang="en-US" altLang="en-US" sz="1400">
                <a:latin typeface="Arial" panose="020B0604020202020204" pitchFamily="34" charset="0"/>
              </a:rPr>
              <a:pPr eaLnBrk="1" hangingPunct="1">
                <a:spcBef>
                  <a:spcPct val="0"/>
                </a:spcBef>
                <a:buFontTx/>
                <a:buNone/>
              </a:pPr>
              <a:t>24</a:t>
            </a:fld>
            <a:endParaRPr lang="en-US" altLang="en-US" sz="1400">
              <a:latin typeface="Arial" panose="020B0604020202020204" pitchFamily="34" charset="0"/>
            </a:endParaRPr>
          </a:p>
        </p:txBody>
      </p:sp>
      <p:graphicFrame>
        <p:nvGraphicFramePr>
          <p:cNvPr id="28677" name="Object 2"/>
          <p:cNvGraphicFramePr>
            <a:graphicFrameLocks noChangeAspect="1"/>
          </p:cNvGraphicFramePr>
          <p:nvPr/>
        </p:nvGraphicFramePr>
        <p:xfrm>
          <a:off x="930275" y="2316163"/>
          <a:ext cx="7153275" cy="3606800"/>
        </p:xfrm>
        <a:graphic>
          <a:graphicData uri="http://schemas.openxmlformats.org/presentationml/2006/ole">
            <mc:AlternateContent xmlns:mc="http://schemas.openxmlformats.org/markup-compatibility/2006">
              <mc:Choice xmlns:v="urn:schemas-microsoft-com:vml" Requires="v">
                <p:oleObj spid="_x0000_s28696" name="Equation" r:id="rId6" imgW="2971800" imgH="1498600" progId="Equation.3">
                  <p:embed/>
                </p:oleObj>
              </mc:Choice>
              <mc:Fallback>
                <p:oleObj name="Equation" r:id="rId6" imgW="2971800" imgH="1498600" progId="Equation.3">
                  <p:embed/>
                  <p:pic>
                    <p:nvPicPr>
                      <p:cNvPr id="0" name="Object 2"/>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930275" y="2316163"/>
                        <a:ext cx="7153275" cy="36068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Tree>
  </p:cSld>
  <p:clrMapOvr>
    <a:masterClrMapping/>
  </p:clrMapOvr>
  <p:timing>
    <p:tnLst>
      <p:par>
        <p:cTn id="1" dur="indefinite" restart="never" nodeType="tmRoot"/>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698" name="Footer Placeholder 4"/>
          <p:cNvSpPr>
            <a:spLocks noGrp="1"/>
          </p:cNvSpPr>
          <p:nvPr>
            <p:ph type="ftr"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spcBef>
                <a:spcPct val="20000"/>
              </a:spcBef>
              <a:buBlip>
                <a:blip r:embed="rId4"/>
              </a:buBlip>
              <a:defRPr sz="3200">
                <a:solidFill>
                  <a:schemeClr val="tx1"/>
                </a:solidFill>
                <a:latin typeface="Tahoma" panose="020B0604030504040204" pitchFamily="34" charset="0"/>
              </a:defRPr>
            </a:lvl1pPr>
            <a:lvl2pPr marL="742950" indent="-285750" eaLnBrk="0" hangingPunct="0">
              <a:spcBef>
                <a:spcPct val="20000"/>
              </a:spcBef>
              <a:buSzPct val="75000"/>
              <a:buBlip>
                <a:blip r:embed="rId5"/>
              </a:buBlip>
              <a:defRPr sz="2800">
                <a:solidFill>
                  <a:schemeClr val="tx1"/>
                </a:solidFill>
                <a:latin typeface="Tahoma" panose="020B0604030504040204" pitchFamily="34" charset="0"/>
              </a:defRPr>
            </a:lvl2pPr>
            <a:lvl3pPr marL="1143000" indent="-228600" eaLnBrk="0" hangingPunct="0">
              <a:spcBef>
                <a:spcPct val="20000"/>
              </a:spcBef>
              <a:buChar char="•"/>
              <a:defRPr sz="2400">
                <a:solidFill>
                  <a:schemeClr val="tx1"/>
                </a:solidFill>
                <a:latin typeface="Tahoma" panose="020B0604030504040204" pitchFamily="34" charset="0"/>
              </a:defRPr>
            </a:lvl3pPr>
            <a:lvl4pPr marL="1600200" indent="-228600" eaLnBrk="0" hangingPunct="0">
              <a:spcBef>
                <a:spcPct val="20000"/>
              </a:spcBef>
              <a:buChar char="–"/>
              <a:defRPr sz="2000">
                <a:solidFill>
                  <a:schemeClr val="tx1"/>
                </a:solidFill>
                <a:latin typeface="Tahoma" panose="020B0604030504040204" pitchFamily="34" charset="0"/>
              </a:defRPr>
            </a:lvl4pPr>
            <a:lvl5pPr marL="2057400" indent="-228600" eaLnBrk="0" hangingPunct="0">
              <a:spcBef>
                <a:spcPct val="20000"/>
              </a:spcBef>
              <a:buClr>
                <a:schemeClr val="tx2"/>
              </a:buClr>
              <a:buChar char="–"/>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tx2"/>
              </a:buClr>
              <a:buChar char="–"/>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tx2"/>
              </a:buClr>
              <a:buChar char="–"/>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tx2"/>
              </a:buClr>
              <a:buChar char="–"/>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tx2"/>
              </a:buClr>
              <a:buChar char="–"/>
              <a:defRPr sz="2000">
                <a:solidFill>
                  <a:schemeClr val="tx1"/>
                </a:solidFill>
                <a:latin typeface="Tahoma" panose="020B0604030504040204" pitchFamily="34" charset="0"/>
              </a:defRPr>
            </a:lvl9pPr>
          </a:lstStyle>
          <a:p>
            <a:pPr eaLnBrk="1" hangingPunct="1">
              <a:spcBef>
                <a:spcPct val="0"/>
              </a:spcBef>
              <a:buFontTx/>
              <a:buNone/>
            </a:pPr>
            <a:r>
              <a:rPr lang="en-US" altLang="en-US" sz="1400" smtClean="0">
                <a:latin typeface="Arial" panose="020B0604020202020204" pitchFamily="34" charset="0"/>
                <a:cs typeface="Arial" panose="020B0604020202020204" pitchFamily="34" charset="0"/>
              </a:rPr>
              <a:t>Options, Futures, and Other Derivatives,  11th Edition, Copyright © John  C. Hull 2021</a:t>
            </a:r>
          </a:p>
        </p:txBody>
      </p:sp>
      <p:sp>
        <p:nvSpPr>
          <p:cNvPr id="29699" name="Rectangle 2"/>
          <p:cNvSpPr>
            <a:spLocks noGrp="1" noChangeArrowheads="1"/>
          </p:cNvSpPr>
          <p:nvPr>
            <p:ph type="title"/>
          </p:nvPr>
        </p:nvSpPr>
        <p:spPr>
          <a:noFill/>
        </p:spPr>
        <p:txBody>
          <a:bodyPr lIns="92075" tIns="46038" rIns="92075" bIns="46038"/>
          <a:lstStyle/>
          <a:p>
            <a:pPr eaLnBrk="1" hangingPunct="1"/>
            <a:r>
              <a:rPr lang="en-CA" altLang="en-US" sz="3600" dirty="0" err="1" smtClean="0"/>
              <a:t>VaR</a:t>
            </a:r>
            <a:r>
              <a:rPr lang="en-CA" altLang="en-US" sz="3600" dirty="0" smtClean="0"/>
              <a:t> Result for Variance of Portfolio Value (</a:t>
            </a:r>
            <a:r>
              <a:rPr lang="en-CA" altLang="en-US" sz="3600" dirty="0" err="1" smtClean="0">
                <a:latin typeface="Symbol" panose="05050102010706020507" pitchFamily="18" charset="2"/>
              </a:rPr>
              <a:t>a</a:t>
            </a:r>
            <a:r>
              <a:rPr lang="en-CA" altLang="en-US" sz="3600" baseline="-25000" dirty="0" err="1" smtClean="0"/>
              <a:t>i</a:t>
            </a:r>
            <a:r>
              <a:rPr lang="en-CA" altLang="en-US" sz="3600" dirty="0" smtClean="0">
                <a:latin typeface="Symbol" panose="05050102010706020507" pitchFamily="18" charset="2"/>
              </a:rPr>
              <a:t> </a:t>
            </a:r>
            <a:r>
              <a:rPr lang="en-CA" altLang="en-US" sz="3600" dirty="0" smtClean="0"/>
              <a:t>= </a:t>
            </a:r>
            <a:r>
              <a:rPr lang="en-CA" altLang="en-US" sz="3600" dirty="0" err="1" smtClean="0"/>
              <a:t>w</a:t>
            </a:r>
            <a:r>
              <a:rPr lang="en-CA" altLang="en-US" sz="3600" baseline="-25000" dirty="0" err="1" smtClean="0"/>
              <a:t>i</a:t>
            </a:r>
            <a:r>
              <a:rPr lang="en-CA" altLang="en-US" sz="3600" dirty="0" err="1" smtClean="0"/>
              <a:t>P</a:t>
            </a:r>
            <a:r>
              <a:rPr lang="en-CA" altLang="en-US" sz="3600" dirty="0" smtClean="0"/>
              <a:t>) </a:t>
            </a:r>
            <a:r>
              <a:rPr lang="en-CA" altLang="en-US" sz="2400" dirty="0" smtClean="0"/>
              <a:t>equation 22.3</a:t>
            </a:r>
            <a:endParaRPr lang="en-US" altLang="en-US" sz="2400" dirty="0" smtClean="0"/>
          </a:p>
        </p:txBody>
      </p:sp>
      <p:sp>
        <p:nvSpPr>
          <p:cNvPr id="29700" name="Rectangle 3"/>
          <p:cNvSpPr>
            <a:spLocks noGrp="1" noChangeArrowheads="1"/>
          </p:cNvSpPr>
          <p:nvPr>
            <p:ph type="body" idx="1"/>
          </p:nvPr>
        </p:nvSpPr>
        <p:spPr>
          <a:noFill/>
        </p:spPr>
        <p:txBody>
          <a:bodyPr lIns="92075" tIns="46038" rIns="92075" bIns="46038"/>
          <a:lstStyle/>
          <a:p>
            <a:pPr eaLnBrk="1" hangingPunct="1">
              <a:buFont typeface="Wingdings" panose="05000000000000000000" pitchFamily="2" charset="2"/>
              <a:buNone/>
            </a:pPr>
            <a:r>
              <a:rPr lang="en-US" altLang="en-US" smtClean="0"/>
              <a:t> </a:t>
            </a:r>
          </a:p>
        </p:txBody>
      </p:sp>
      <p:graphicFrame>
        <p:nvGraphicFramePr>
          <p:cNvPr id="29701" name="Object 4"/>
          <p:cNvGraphicFramePr>
            <a:graphicFrameLocks/>
          </p:cNvGraphicFramePr>
          <p:nvPr>
            <p:extLst>
              <p:ext uri="{D42A27DB-BD31-4B8C-83A1-F6EECF244321}">
                <p14:modId xmlns:p14="http://schemas.microsoft.com/office/powerpoint/2010/main" val="1060967960"/>
              </p:ext>
            </p:extLst>
          </p:nvPr>
        </p:nvGraphicFramePr>
        <p:xfrm>
          <a:off x="972343" y="2073275"/>
          <a:ext cx="7199313" cy="4306888"/>
        </p:xfrm>
        <a:graphic>
          <a:graphicData uri="http://schemas.openxmlformats.org/presentationml/2006/ole">
            <mc:AlternateContent xmlns:mc="http://schemas.openxmlformats.org/markup-compatibility/2006">
              <mc:Choice xmlns:v="urn:schemas-microsoft-com:vml" Requires="v">
                <p:oleObj spid="_x0000_s29722" name="Equation" r:id="rId6" imgW="4012920" imgH="2463480" progId="Equation.DSMT4">
                  <p:embed/>
                </p:oleObj>
              </mc:Choice>
              <mc:Fallback>
                <p:oleObj name="Equation" r:id="rId6" imgW="4012920" imgH="2463480" progId="Equation.DSMT4">
                  <p:embed/>
                  <p:pic>
                    <p:nvPicPr>
                      <p:cNvPr id="0" name="Object 4"/>
                      <p:cNvPicPr>
                        <a:picLocks noChangeArrowheads="1"/>
                      </p:cNvPicPr>
                      <p:nvPr/>
                    </p:nvPicPr>
                    <p:blipFill>
                      <a:blip r:embed="rId7"/>
                      <a:srcRect/>
                      <a:stretch>
                        <a:fillRect/>
                      </a:stretch>
                    </p:blipFill>
                    <p:spPr bwMode="auto">
                      <a:xfrm>
                        <a:off x="972343" y="2073275"/>
                        <a:ext cx="7199313" cy="43068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29702" name="Slide Number Placeholder 6"/>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spcBef>
                <a:spcPct val="20000"/>
              </a:spcBef>
              <a:buBlip>
                <a:blip r:embed="rId4"/>
              </a:buBlip>
              <a:defRPr sz="3200">
                <a:solidFill>
                  <a:schemeClr val="tx1"/>
                </a:solidFill>
                <a:latin typeface="Tahoma" panose="020B0604030504040204" pitchFamily="34" charset="0"/>
              </a:defRPr>
            </a:lvl1pPr>
            <a:lvl2pPr marL="742950" indent="-285750" eaLnBrk="0" hangingPunct="0">
              <a:spcBef>
                <a:spcPct val="20000"/>
              </a:spcBef>
              <a:buSzPct val="75000"/>
              <a:buBlip>
                <a:blip r:embed="rId5"/>
              </a:buBlip>
              <a:defRPr sz="2800">
                <a:solidFill>
                  <a:schemeClr val="tx1"/>
                </a:solidFill>
                <a:latin typeface="Tahoma" panose="020B0604030504040204" pitchFamily="34" charset="0"/>
              </a:defRPr>
            </a:lvl2pPr>
            <a:lvl3pPr marL="1143000" indent="-228600" eaLnBrk="0" hangingPunct="0">
              <a:spcBef>
                <a:spcPct val="20000"/>
              </a:spcBef>
              <a:buChar char="•"/>
              <a:defRPr sz="2400">
                <a:solidFill>
                  <a:schemeClr val="tx1"/>
                </a:solidFill>
                <a:latin typeface="Tahoma" panose="020B0604030504040204" pitchFamily="34" charset="0"/>
              </a:defRPr>
            </a:lvl3pPr>
            <a:lvl4pPr marL="1600200" indent="-228600" eaLnBrk="0" hangingPunct="0">
              <a:spcBef>
                <a:spcPct val="20000"/>
              </a:spcBef>
              <a:buChar char="–"/>
              <a:defRPr sz="2000">
                <a:solidFill>
                  <a:schemeClr val="tx1"/>
                </a:solidFill>
                <a:latin typeface="Tahoma" panose="020B0604030504040204" pitchFamily="34" charset="0"/>
              </a:defRPr>
            </a:lvl4pPr>
            <a:lvl5pPr marL="2057400" indent="-228600" eaLnBrk="0" hangingPunct="0">
              <a:spcBef>
                <a:spcPct val="20000"/>
              </a:spcBef>
              <a:buClr>
                <a:schemeClr val="tx2"/>
              </a:buClr>
              <a:buChar char="–"/>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tx2"/>
              </a:buClr>
              <a:buChar char="–"/>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tx2"/>
              </a:buClr>
              <a:buChar char="–"/>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tx2"/>
              </a:buClr>
              <a:buChar char="–"/>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tx2"/>
              </a:buClr>
              <a:buChar char="–"/>
              <a:defRPr sz="2000">
                <a:solidFill>
                  <a:schemeClr val="tx1"/>
                </a:solidFill>
                <a:latin typeface="Tahoma" panose="020B0604030504040204" pitchFamily="34" charset="0"/>
              </a:defRPr>
            </a:lvl9pPr>
          </a:lstStyle>
          <a:p>
            <a:pPr eaLnBrk="1" hangingPunct="1">
              <a:spcBef>
                <a:spcPct val="0"/>
              </a:spcBef>
              <a:buFontTx/>
              <a:buNone/>
            </a:pPr>
            <a:fld id="{43CB083D-0961-4C5D-9ACA-6CBD735F6D4E}" type="slidenum">
              <a:rPr lang="en-US" altLang="en-US" sz="1400">
                <a:latin typeface="Arial" panose="020B0604020202020204" pitchFamily="34" charset="0"/>
              </a:rPr>
              <a:pPr eaLnBrk="1" hangingPunct="1">
                <a:spcBef>
                  <a:spcPct val="0"/>
                </a:spcBef>
                <a:buFontTx/>
                <a:buNone/>
              </a:pPr>
              <a:t>25</a:t>
            </a:fld>
            <a:endParaRPr lang="en-US" altLang="en-US" sz="1400">
              <a:latin typeface="Arial" panose="020B0604020202020204" pitchFamily="34" charset="0"/>
            </a:endParaRPr>
          </a:p>
        </p:txBody>
      </p:sp>
    </p:spTree>
  </p:cSld>
  <p:clrMapOvr>
    <a:masterClrMapping/>
  </p:clrMapOvr>
  <p:timing>
    <p:tnLst>
      <p:par>
        <p:cTn id="1" dur="indefinite" restart="never" nodeType="tmRoot"/>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22" name="Title 1"/>
          <p:cNvSpPr>
            <a:spLocks noGrp="1"/>
          </p:cNvSpPr>
          <p:nvPr>
            <p:ph type="title"/>
          </p:nvPr>
        </p:nvSpPr>
        <p:spPr>
          <a:xfrm>
            <a:off x="304800" y="1066800"/>
            <a:ext cx="8364538" cy="1143000"/>
          </a:xfrm>
        </p:spPr>
        <p:txBody>
          <a:bodyPr/>
          <a:lstStyle/>
          <a:p>
            <a:pPr eaLnBrk="1" hangingPunct="1"/>
            <a:r>
              <a:rPr lang="en-CA" altLang="en-US" dirty="0" smtClean="0"/>
              <a:t>Covariance Matrix (</a:t>
            </a:r>
            <a:r>
              <a:rPr lang="en-CA" altLang="en-US" dirty="0" err="1" smtClean="0"/>
              <a:t>var</a:t>
            </a:r>
            <a:r>
              <a:rPr lang="en-CA" altLang="en-US" baseline="-25000" dirty="0" err="1" smtClean="0"/>
              <a:t>i</a:t>
            </a:r>
            <a:r>
              <a:rPr lang="en-CA" altLang="en-US" dirty="0" smtClean="0"/>
              <a:t> = </a:t>
            </a:r>
            <a:r>
              <a:rPr lang="en-CA" altLang="en-US" dirty="0" err="1" smtClean="0"/>
              <a:t>cov</a:t>
            </a:r>
            <a:r>
              <a:rPr lang="en-CA" altLang="en-US" baseline="-25000" dirty="0" err="1" smtClean="0"/>
              <a:t>ii</a:t>
            </a:r>
            <a:r>
              <a:rPr lang="en-CA" altLang="en-US" dirty="0" smtClean="0"/>
              <a:t>)</a:t>
            </a:r>
            <a:br>
              <a:rPr lang="en-CA" altLang="en-US" dirty="0" smtClean="0"/>
            </a:br>
            <a:r>
              <a:rPr lang="en-CA" altLang="en-US" sz="2400" dirty="0" smtClean="0"/>
              <a:t>(Table 22.6)</a:t>
            </a:r>
            <a:endParaRPr lang="en-US" altLang="en-US" sz="2400" dirty="0" smtClean="0"/>
          </a:p>
        </p:txBody>
      </p:sp>
      <p:sp>
        <p:nvSpPr>
          <p:cNvPr id="30723" name="Footer Placeholder 2"/>
          <p:cNvSpPr>
            <a:spLocks noGrp="1"/>
          </p:cNvSpPr>
          <p:nvPr>
            <p:ph type="ftr"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spcBef>
                <a:spcPct val="20000"/>
              </a:spcBef>
              <a:buBlip>
                <a:blip r:embed="rId4"/>
              </a:buBlip>
              <a:defRPr sz="3200">
                <a:solidFill>
                  <a:schemeClr val="tx1"/>
                </a:solidFill>
                <a:latin typeface="Tahoma" panose="020B0604030504040204" pitchFamily="34" charset="0"/>
              </a:defRPr>
            </a:lvl1pPr>
            <a:lvl2pPr marL="742950" indent="-285750" eaLnBrk="0" hangingPunct="0">
              <a:spcBef>
                <a:spcPct val="20000"/>
              </a:spcBef>
              <a:buSzPct val="75000"/>
              <a:buBlip>
                <a:blip r:embed="rId5"/>
              </a:buBlip>
              <a:defRPr sz="2800">
                <a:solidFill>
                  <a:schemeClr val="tx1"/>
                </a:solidFill>
                <a:latin typeface="Tahoma" panose="020B0604030504040204" pitchFamily="34" charset="0"/>
              </a:defRPr>
            </a:lvl2pPr>
            <a:lvl3pPr marL="1143000" indent="-228600" eaLnBrk="0" hangingPunct="0">
              <a:spcBef>
                <a:spcPct val="20000"/>
              </a:spcBef>
              <a:buChar char="•"/>
              <a:defRPr sz="2400">
                <a:solidFill>
                  <a:schemeClr val="tx1"/>
                </a:solidFill>
                <a:latin typeface="Tahoma" panose="020B0604030504040204" pitchFamily="34" charset="0"/>
              </a:defRPr>
            </a:lvl3pPr>
            <a:lvl4pPr marL="1600200" indent="-228600" eaLnBrk="0" hangingPunct="0">
              <a:spcBef>
                <a:spcPct val="20000"/>
              </a:spcBef>
              <a:buChar char="–"/>
              <a:defRPr sz="2000">
                <a:solidFill>
                  <a:schemeClr val="tx1"/>
                </a:solidFill>
                <a:latin typeface="Tahoma" panose="020B0604030504040204" pitchFamily="34" charset="0"/>
              </a:defRPr>
            </a:lvl4pPr>
            <a:lvl5pPr marL="2057400" indent="-228600" eaLnBrk="0" hangingPunct="0">
              <a:spcBef>
                <a:spcPct val="20000"/>
              </a:spcBef>
              <a:buClr>
                <a:schemeClr val="tx2"/>
              </a:buClr>
              <a:buChar char="–"/>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tx2"/>
              </a:buClr>
              <a:buChar char="–"/>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tx2"/>
              </a:buClr>
              <a:buChar char="–"/>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tx2"/>
              </a:buClr>
              <a:buChar char="–"/>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tx2"/>
              </a:buClr>
              <a:buChar char="–"/>
              <a:defRPr sz="2000">
                <a:solidFill>
                  <a:schemeClr val="tx1"/>
                </a:solidFill>
                <a:latin typeface="Tahoma" panose="020B0604030504040204" pitchFamily="34" charset="0"/>
              </a:defRPr>
            </a:lvl9pPr>
          </a:lstStyle>
          <a:p>
            <a:pPr eaLnBrk="1" hangingPunct="1">
              <a:spcBef>
                <a:spcPct val="0"/>
              </a:spcBef>
              <a:buFontTx/>
              <a:buNone/>
            </a:pPr>
            <a:r>
              <a:rPr lang="en-US" altLang="en-US" sz="1400" smtClean="0">
                <a:latin typeface="Arial" panose="020B0604020202020204" pitchFamily="34" charset="0"/>
                <a:cs typeface="Arial" panose="020B0604020202020204" pitchFamily="34" charset="0"/>
              </a:rPr>
              <a:t>Options, Futures, and Other Derivatives,  11th Edition, Copyright © John  C. Hull 2021</a:t>
            </a:r>
          </a:p>
        </p:txBody>
      </p:sp>
      <p:sp>
        <p:nvSpPr>
          <p:cNvPr id="30724" name="Slide Number Placeholder 3"/>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spcBef>
                <a:spcPct val="20000"/>
              </a:spcBef>
              <a:buBlip>
                <a:blip r:embed="rId4"/>
              </a:buBlip>
              <a:defRPr sz="3200">
                <a:solidFill>
                  <a:schemeClr val="tx1"/>
                </a:solidFill>
                <a:latin typeface="Tahoma" panose="020B0604030504040204" pitchFamily="34" charset="0"/>
              </a:defRPr>
            </a:lvl1pPr>
            <a:lvl2pPr marL="742950" indent="-285750" eaLnBrk="0" hangingPunct="0">
              <a:spcBef>
                <a:spcPct val="20000"/>
              </a:spcBef>
              <a:buSzPct val="75000"/>
              <a:buBlip>
                <a:blip r:embed="rId5"/>
              </a:buBlip>
              <a:defRPr sz="2800">
                <a:solidFill>
                  <a:schemeClr val="tx1"/>
                </a:solidFill>
                <a:latin typeface="Tahoma" panose="020B0604030504040204" pitchFamily="34" charset="0"/>
              </a:defRPr>
            </a:lvl2pPr>
            <a:lvl3pPr marL="1143000" indent="-228600" eaLnBrk="0" hangingPunct="0">
              <a:spcBef>
                <a:spcPct val="20000"/>
              </a:spcBef>
              <a:buChar char="•"/>
              <a:defRPr sz="2400">
                <a:solidFill>
                  <a:schemeClr val="tx1"/>
                </a:solidFill>
                <a:latin typeface="Tahoma" panose="020B0604030504040204" pitchFamily="34" charset="0"/>
              </a:defRPr>
            </a:lvl3pPr>
            <a:lvl4pPr marL="1600200" indent="-228600" eaLnBrk="0" hangingPunct="0">
              <a:spcBef>
                <a:spcPct val="20000"/>
              </a:spcBef>
              <a:buChar char="–"/>
              <a:defRPr sz="2000">
                <a:solidFill>
                  <a:schemeClr val="tx1"/>
                </a:solidFill>
                <a:latin typeface="Tahoma" panose="020B0604030504040204" pitchFamily="34" charset="0"/>
              </a:defRPr>
            </a:lvl4pPr>
            <a:lvl5pPr marL="2057400" indent="-228600" eaLnBrk="0" hangingPunct="0">
              <a:spcBef>
                <a:spcPct val="20000"/>
              </a:spcBef>
              <a:buClr>
                <a:schemeClr val="tx2"/>
              </a:buClr>
              <a:buChar char="–"/>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tx2"/>
              </a:buClr>
              <a:buChar char="–"/>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tx2"/>
              </a:buClr>
              <a:buChar char="–"/>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tx2"/>
              </a:buClr>
              <a:buChar char="–"/>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tx2"/>
              </a:buClr>
              <a:buChar char="–"/>
              <a:defRPr sz="2000">
                <a:solidFill>
                  <a:schemeClr val="tx1"/>
                </a:solidFill>
                <a:latin typeface="Tahoma" panose="020B0604030504040204" pitchFamily="34" charset="0"/>
              </a:defRPr>
            </a:lvl9pPr>
          </a:lstStyle>
          <a:p>
            <a:pPr eaLnBrk="1" hangingPunct="1">
              <a:spcBef>
                <a:spcPct val="0"/>
              </a:spcBef>
              <a:buFontTx/>
              <a:buNone/>
            </a:pPr>
            <a:fld id="{7FF8CC4B-4D01-423C-85DC-771F5C1F42F9}" type="slidenum">
              <a:rPr lang="en-US" altLang="en-US" sz="1400">
                <a:latin typeface="Arial" panose="020B0604020202020204" pitchFamily="34" charset="0"/>
              </a:rPr>
              <a:pPr eaLnBrk="1" hangingPunct="1">
                <a:spcBef>
                  <a:spcPct val="0"/>
                </a:spcBef>
                <a:buFontTx/>
                <a:buNone/>
              </a:pPr>
              <a:t>26</a:t>
            </a:fld>
            <a:endParaRPr lang="en-US" altLang="en-US" sz="1400">
              <a:latin typeface="Arial" panose="020B0604020202020204" pitchFamily="34" charset="0"/>
            </a:endParaRPr>
          </a:p>
        </p:txBody>
      </p:sp>
      <p:graphicFrame>
        <p:nvGraphicFramePr>
          <p:cNvPr id="30725" name="Object 2"/>
          <p:cNvGraphicFramePr>
            <a:graphicFrameLocks noChangeAspect="1"/>
          </p:cNvGraphicFramePr>
          <p:nvPr/>
        </p:nvGraphicFramePr>
        <p:xfrm>
          <a:off x="928688" y="2357438"/>
          <a:ext cx="6180137" cy="2857500"/>
        </p:xfrm>
        <a:graphic>
          <a:graphicData uri="http://schemas.openxmlformats.org/presentationml/2006/ole">
            <mc:AlternateContent xmlns:mc="http://schemas.openxmlformats.org/markup-compatibility/2006">
              <mc:Choice xmlns:v="urn:schemas-microsoft-com:vml" Requires="v">
                <p:oleObj spid="_x0000_s30746" name="Equation" r:id="rId6" imgW="2527300" imgH="1168400" progId="Equation.3">
                  <p:embed/>
                </p:oleObj>
              </mc:Choice>
              <mc:Fallback>
                <p:oleObj name="Equation" r:id="rId6" imgW="2527300" imgH="1168400" progId="Equation.3">
                  <p:embed/>
                  <p:pic>
                    <p:nvPicPr>
                      <p:cNvPr id="0" name="Object 2"/>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928688" y="2357438"/>
                        <a:ext cx="6180137" cy="28575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6" name="TextBox 5"/>
          <p:cNvSpPr txBox="1"/>
          <p:nvPr/>
        </p:nvSpPr>
        <p:spPr>
          <a:xfrm>
            <a:off x="533400" y="5410200"/>
            <a:ext cx="8077200" cy="769938"/>
          </a:xfrm>
          <a:prstGeom prst="rect">
            <a:avLst/>
          </a:prstGeom>
          <a:noFill/>
        </p:spPr>
        <p:txBody>
          <a:bodyPr>
            <a:spAutoFit/>
          </a:bodyPr>
          <a:lstStyle/>
          <a:p>
            <a:pPr>
              <a:defRPr/>
            </a:pPr>
            <a:r>
              <a:rPr lang="en-CA" sz="2200" dirty="0" err="1">
                <a:latin typeface="+mj-lt"/>
                <a:cs typeface="Arial" charset="0"/>
              </a:rPr>
              <a:t>cov</a:t>
            </a:r>
            <a:r>
              <a:rPr lang="en-CA" sz="2200" i="1" baseline="-25000" dirty="0" err="1">
                <a:latin typeface="+mj-lt"/>
                <a:cs typeface="Arial" charset="0"/>
              </a:rPr>
              <a:t>ij</a:t>
            </a:r>
            <a:r>
              <a:rPr lang="en-CA" sz="2200" dirty="0">
                <a:latin typeface="+mj-lt"/>
                <a:cs typeface="Arial" charset="0"/>
              </a:rPr>
              <a:t> </a:t>
            </a:r>
            <a:r>
              <a:rPr lang="en-CA" sz="2200" dirty="0">
                <a:latin typeface="Arial" charset="0"/>
                <a:cs typeface="Arial" charset="0"/>
              </a:rPr>
              <a:t>= </a:t>
            </a:r>
            <a:r>
              <a:rPr lang="en-CA" sz="2200" dirty="0" err="1">
                <a:latin typeface="Symbol" pitchFamily="18" charset="2"/>
                <a:cs typeface="Arial" charset="0"/>
              </a:rPr>
              <a:t>r</a:t>
            </a:r>
            <a:r>
              <a:rPr lang="en-CA" sz="2200" i="1" baseline="-25000" dirty="0" err="1">
                <a:latin typeface="+mj-lt"/>
                <a:cs typeface="Arial" charset="0"/>
              </a:rPr>
              <a:t>ij</a:t>
            </a:r>
            <a:r>
              <a:rPr lang="en-CA" sz="2200" dirty="0">
                <a:latin typeface="Symbol" pitchFamily="18" charset="2"/>
                <a:cs typeface="Arial" charset="0"/>
              </a:rPr>
              <a:t> </a:t>
            </a:r>
            <a:r>
              <a:rPr lang="en-CA" sz="2200" dirty="0" err="1">
                <a:latin typeface="Symbol" pitchFamily="18" charset="2"/>
                <a:cs typeface="Arial" charset="0"/>
              </a:rPr>
              <a:t>s</a:t>
            </a:r>
            <a:r>
              <a:rPr lang="en-CA" sz="2200" i="1" baseline="-25000" dirty="0" err="1">
                <a:latin typeface="+mj-lt"/>
                <a:cs typeface="Arial" charset="0"/>
              </a:rPr>
              <a:t>i</a:t>
            </a:r>
            <a:r>
              <a:rPr lang="en-CA" sz="2200" dirty="0">
                <a:latin typeface="Symbol" pitchFamily="18" charset="2"/>
                <a:cs typeface="Arial" charset="0"/>
              </a:rPr>
              <a:t> </a:t>
            </a:r>
            <a:r>
              <a:rPr lang="en-CA" sz="2200" i="1" dirty="0" err="1">
                <a:latin typeface="Symbol" pitchFamily="18" charset="2"/>
                <a:cs typeface="Arial" charset="0"/>
              </a:rPr>
              <a:t>s</a:t>
            </a:r>
            <a:r>
              <a:rPr lang="en-CA" sz="2200" i="1" baseline="-25000" dirty="0" err="1">
                <a:latin typeface="+mj-lt"/>
                <a:cs typeface="Arial" charset="0"/>
              </a:rPr>
              <a:t>j</a:t>
            </a:r>
            <a:r>
              <a:rPr lang="en-CA" sz="2200" i="1" baseline="-25000" dirty="0">
                <a:latin typeface="+mj-lt"/>
                <a:cs typeface="Arial" charset="0"/>
              </a:rPr>
              <a:t>    </a:t>
            </a:r>
            <a:r>
              <a:rPr lang="en-CA" sz="2200" dirty="0"/>
              <a:t>where</a:t>
            </a:r>
            <a:r>
              <a:rPr lang="en-CA" sz="2200" i="1" dirty="0">
                <a:latin typeface="+mj-lt"/>
                <a:cs typeface="Arial" charset="0"/>
              </a:rPr>
              <a:t> </a:t>
            </a:r>
            <a:r>
              <a:rPr lang="en-CA" sz="2200" dirty="0" err="1">
                <a:latin typeface="Symbol" pitchFamily="18" charset="2"/>
                <a:cs typeface="Arial" charset="0"/>
              </a:rPr>
              <a:t>s</a:t>
            </a:r>
            <a:r>
              <a:rPr lang="en-CA" sz="2200" i="1" baseline="-25000" dirty="0" err="1">
                <a:latin typeface="+mj-lt"/>
                <a:cs typeface="Arial" charset="0"/>
              </a:rPr>
              <a:t>i</a:t>
            </a:r>
            <a:r>
              <a:rPr lang="en-CA" sz="2200" i="1" dirty="0">
                <a:latin typeface="+mj-lt"/>
                <a:cs typeface="Arial" charset="0"/>
              </a:rPr>
              <a:t> </a:t>
            </a:r>
            <a:r>
              <a:rPr lang="en-CA" sz="2200" dirty="0"/>
              <a:t>and</a:t>
            </a:r>
            <a:r>
              <a:rPr lang="en-CA" sz="2200" dirty="0">
                <a:latin typeface="+mj-lt"/>
                <a:cs typeface="Arial" charset="0"/>
              </a:rPr>
              <a:t> </a:t>
            </a:r>
            <a:r>
              <a:rPr lang="en-CA" sz="2200" dirty="0" err="1">
                <a:latin typeface="Symbol" pitchFamily="18" charset="2"/>
                <a:cs typeface="Arial" charset="0"/>
              </a:rPr>
              <a:t>s</a:t>
            </a:r>
            <a:r>
              <a:rPr lang="en-CA" sz="2200" i="1" baseline="-25000" dirty="0" err="1">
                <a:latin typeface="+mj-lt"/>
                <a:cs typeface="Arial" charset="0"/>
              </a:rPr>
              <a:t>j</a:t>
            </a:r>
            <a:r>
              <a:rPr lang="en-CA" sz="2200" i="1" dirty="0">
                <a:latin typeface="+mj-lt"/>
                <a:cs typeface="Arial" charset="0"/>
              </a:rPr>
              <a:t> </a:t>
            </a:r>
            <a:r>
              <a:rPr lang="en-CA" sz="2200" dirty="0"/>
              <a:t>are the SDs of the daily returns of variables</a:t>
            </a:r>
            <a:r>
              <a:rPr lang="en-CA" sz="2200" i="1" dirty="0">
                <a:latin typeface="+mj-lt"/>
                <a:cs typeface="Arial" charset="0"/>
              </a:rPr>
              <a:t> </a:t>
            </a:r>
            <a:r>
              <a:rPr lang="en-CA" sz="2200" i="1" dirty="0" err="1">
                <a:latin typeface="+mj-lt"/>
                <a:cs typeface="Arial" charset="0"/>
              </a:rPr>
              <a:t>i</a:t>
            </a:r>
            <a:r>
              <a:rPr lang="en-CA" sz="2200" i="1" dirty="0">
                <a:latin typeface="+mj-lt"/>
                <a:cs typeface="Arial" charset="0"/>
              </a:rPr>
              <a:t> </a:t>
            </a:r>
            <a:r>
              <a:rPr lang="en-CA" sz="2200" dirty="0"/>
              <a:t>and</a:t>
            </a:r>
            <a:r>
              <a:rPr lang="en-CA" sz="2200" i="1" dirty="0">
                <a:latin typeface="+mj-lt"/>
                <a:cs typeface="Arial" charset="0"/>
              </a:rPr>
              <a:t> j,  </a:t>
            </a:r>
            <a:r>
              <a:rPr lang="en-CA" sz="2200" dirty="0"/>
              <a:t>and </a:t>
            </a:r>
            <a:r>
              <a:rPr lang="en-CA" sz="2200" i="1" dirty="0" err="1">
                <a:latin typeface="Symbol" pitchFamily="18" charset="2"/>
                <a:cs typeface="Arial" charset="0"/>
              </a:rPr>
              <a:t>r</a:t>
            </a:r>
            <a:r>
              <a:rPr lang="en-CA" sz="2200" i="1" baseline="-25000" dirty="0" err="1">
                <a:latin typeface="+mj-lt"/>
                <a:cs typeface="Arial" charset="0"/>
              </a:rPr>
              <a:t>ij</a:t>
            </a:r>
            <a:r>
              <a:rPr lang="en-CA" sz="2200" i="1" dirty="0">
                <a:latin typeface="+mj-lt"/>
                <a:cs typeface="Arial" charset="0"/>
              </a:rPr>
              <a:t> </a:t>
            </a:r>
            <a:r>
              <a:rPr lang="en-CA" sz="2200" dirty="0"/>
              <a:t>is the correlation between them</a:t>
            </a:r>
            <a:endParaRPr lang="en-US" sz="2200" dirty="0"/>
          </a:p>
        </p:txBody>
      </p:sp>
    </p:spTree>
  </p:cSld>
  <p:clrMapOvr>
    <a:masterClrMapping/>
  </p:clrMapOvr>
  <p:timing>
    <p:tnLst>
      <p:par>
        <p:cTn id="1" dur="indefinite" restart="never" nodeType="tmRoot"/>
      </p:par>
    </p:tn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746" name="Title 1"/>
          <p:cNvSpPr>
            <a:spLocks noGrp="1"/>
          </p:cNvSpPr>
          <p:nvPr>
            <p:ph type="title"/>
          </p:nvPr>
        </p:nvSpPr>
        <p:spPr>
          <a:xfrm>
            <a:off x="381000" y="990600"/>
            <a:ext cx="7543800" cy="1071563"/>
          </a:xfrm>
        </p:spPr>
        <p:txBody>
          <a:bodyPr/>
          <a:lstStyle/>
          <a:p>
            <a:pPr eaLnBrk="1" hangingPunct="1"/>
            <a:r>
              <a:rPr lang="en-CA" altLang="en-US" dirty="0" smtClean="0"/>
              <a:t>Alternative Expressions for </a:t>
            </a:r>
            <a:r>
              <a:rPr lang="en-CA" altLang="en-US" dirty="0" smtClean="0">
                <a:latin typeface="Symbol" panose="05050102010706020507" pitchFamily="18" charset="2"/>
              </a:rPr>
              <a:t>s</a:t>
            </a:r>
            <a:r>
              <a:rPr lang="en-CA" altLang="en-US" baseline="-25000" dirty="0" smtClean="0"/>
              <a:t>P</a:t>
            </a:r>
            <a:r>
              <a:rPr lang="en-CA" altLang="en-US" baseline="30000" dirty="0" smtClean="0"/>
              <a:t>2</a:t>
            </a:r>
            <a:br>
              <a:rPr lang="en-CA" altLang="en-US" baseline="30000" dirty="0" smtClean="0"/>
            </a:br>
            <a:r>
              <a:rPr lang="en-CA" altLang="en-US" sz="2400" dirty="0"/>
              <a:t>(</a:t>
            </a:r>
            <a:r>
              <a:rPr lang="en-CA" altLang="en-US" sz="2400" dirty="0" smtClean="0"/>
              <a:t>equation 22.4)</a:t>
            </a:r>
            <a:endParaRPr lang="en-US" altLang="en-US" sz="2400" dirty="0" smtClean="0"/>
          </a:p>
        </p:txBody>
      </p:sp>
      <p:sp>
        <p:nvSpPr>
          <p:cNvPr id="31747" name="Footer Placeholder 2"/>
          <p:cNvSpPr>
            <a:spLocks noGrp="1"/>
          </p:cNvSpPr>
          <p:nvPr>
            <p:ph type="ftr"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spcBef>
                <a:spcPct val="20000"/>
              </a:spcBef>
              <a:buBlip>
                <a:blip r:embed="rId4"/>
              </a:buBlip>
              <a:defRPr sz="3200">
                <a:solidFill>
                  <a:schemeClr val="tx1"/>
                </a:solidFill>
                <a:latin typeface="Tahoma" panose="020B0604030504040204" pitchFamily="34" charset="0"/>
              </a:defRPr>
            </a:lvl1pPr>
            <a:lvl2pPr marL="742950" indent="-285750" eaLnBrk="0" hangingPunct="0">
              <a:spcBef>
                <a:spcPct val="20000"/>
              </a:spcBef>
              <a:buSzPct val="75000"/>
              <a:buBlip>
                <a:blip r:embed="rId5"/>
              </a:buBlip>
              <a:defRPr sz="2800">
                <a:solidFill>
                  <a:schemeClr val="tx1"/>
                </a:solidFill>
                <a:latin typeface="Tahoma" panose="020B0604030504040204" pitchFamily="34" charset="0"/>
              </a:defRPr>
            </a:lvl2pPr>
            <a:lvl3pPr marL="1143000" indent="-228600" eaLnBrk="0" hangingPunct="0">
              <a:spcBef>
                <a:spcPct val="20000"/>
              </a:spcBef>
              <a:buChar char="•"/>
              <a:defRPr sz="2400">
                <a:solidFill>
                  <a:schemeClr val="tx1"/>
                </a:solidFill>
                <a:latin typeface="Tahoma" panose="020B0604030504040204" pitchFamily="34" charset="0"/>
              </a:defRPr>
            </a:lvl3pPr>
            <a:lvl4pPr marL="1600200" indent="-228600" eaLnBrk="0" hangingPunct="0">
              <a:spcBef>
                <a:spcPct val="20000"/>
              </a:spcBef>
              <a:buChar char="–"/>
              <a:defRPr sz="2000">
                <a:solidFill>
                  <a:schemeClr val="tx1"/>
                </a:solidFill>
                <a:latin typeface="Tahoma" panose="020B0604030504040204" pitchFamily="34" charset="0"/>
              </a:defRPr>
            </a:lvl4pPr>
            <a:lvl5pPr marL="2057400" indent="-228600" eaLnBrk="0" hangingPunct="0">
              <a:spcBef>
                <a:spcPct val="20000"/>
              </a:spcBef>
              <a:buClr>
                <a:schemeClr val="tx2"/>
              </a:buClr>
              <a:buChar char="–"/>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tx2"/>
              </a:buClr>
              <a:buChar char="–"/>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tx2"/>
              </a:buClr>
              <a:buChar char="–"/>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tx2"/>
              </a:buClr>
              <a:buChar char="–"/>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tx2"/>
              </a:buClr>
              <a:buChar char="–"/>
              <a:defRPr sz="2000">
                <a:solidFill>
                  <a:schemeClr val="tx1"/>
                </a:solidFill>
                <a:latin typeface="Tahoma" panose="020B0604030504040204" pitchFamily="34" charset="0"/>
              </a:defRPr>
            </a:lvl9pPr>
          </a:lstStyle>
          <a:p>
            <a:pPr eaLnBrk="1" hangingPunct="1">
              <a:spcBef>
                <a:spcPct val="0"/>
              </a:spcBef>
              <a:buFontTx/>
              <a:buNone/>
            </a:pPr>
            <a:r>
              <a:rPr lang="en-US" altLang="en-US" sz="1400" smtClean="0">
                <a:latin typeface="Arial" panose="020B0604020202020204" pitchFamily="34" charset="0"/>
                <a:cs typeface="Arial" panose="020B0604020202020204" pitchFamily="34" charset="0"/>
              </a:rPr>
              <a:t>Options, Futures, and Other Derivatives,  11th Edition, Copyright © John  C. Hull 2021</a:t>
            </a:r>
          </a:p>
        </p:txBody>
      </p:sp>
      <p:sp>
        <p:nvSpPr>
          <p:cNvPr id="31748" name="Slide Number Placeholder 3"/>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spcBef>
                <a:spcPct val="20000"/>
              </a:spcBef>
              <a:buBlip>
                <a:blip r:embed="rId4"/>
              </a:buBlip>
              <a:defRPr sz="3200">
                <a:solidFill>
                  <a:schemeClr val="tx1"/>
                </a:solidFill>
                <a:latin typeface="Tahoma" panose="020B0604030504040204" pitchFamily="34" charset="0"/>
              </a:defRPr>
            </a:lvl1pPr>
            <a:lvl2pPr marL="742950" indent="-285750" eaLnBrk="0" hangingPunct="0">
              <a:spcBef>
                <a:spcPct val="20000"/>
              </a:spcBef>
              <a:buSzPct val="75000"/>
              <a:buBlip>
                <a:blip r:embed="rId5"/>
              </a:buBlip>
              <a:defRPr sz="2800">
                <a:solidFill>
                  <a:schemeClr val="tx1"/>
                </a:solidFill>
                <a:latin typeface="Tahoma" panose="020B0604030504040204" pitchFamily="34" charset="0"/>
              </a:defRPr>
            </a:lvl2pPr>
            <a:lvl3pPr marL="1143000" indent="-228600" eaLnBrk="0" hangingPunct="0">
              <a:spcBef>
                <a:spcPct val="20000"/>
              </a:spcBef>
              <a:buChar char="•"/>
              <a:defRPr sz="2400">
                <a:solidFill>
                  <a:schemeClr val="tx1"/>
                </a:solidFill>
                <a:latin typeface="Tahoma" panose="020B0604030504040204" pitchFamily="34" charset="0"/>
              </a:defRPr>
            </a:lvl3pPr>
            <a:lvl4pPr marL="1600200" indent="-228600" eaLnBrk="0" hangingPunct="0">
              <a:spcBef>
                <a:spcPct val="20000"/>
              </a:spcBef>
              <a:buChar char="–"/>
              <a:defRPr sz="2000">
                <a:solidFill>
                  <a:schemeClr val="tx1"/>
                </a:solidFill>
                <a:latin typeface="Tahoma" panose="020B0604030504040204" pitchFamily="34" charset="0"/>
              </a:defRPr>
            </a:lvl4pPr>
            <a:lvl5pPr marL="2057400" indent="-228600" eaLnBrk="0" hangingPunct="0">
              <a:spcBef>
                <a:spcPct val="20000"/>
              </a:spcBef>
              <a:buClr>
                <a:schemeClr val="tx2"/>
              </a:buClr>
              <a:buChar char="–"/>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tx2"/>
              </a:buClr>
              <a:buChar char="–"/>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tx2"/>
              </a:buClr>
              <a:buChar char="–"/>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tx2"/>
              </a:buClr>
              <a:buChar char="–"/>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tx2"/>
              </a:buClr>
              <a:buChar char="–"/>
              <a:defRPr sz="2000">
                <a:solidFill>
                  <a:schemeClr val="tx1"/>
                </a:solidFill>
                <a:latin typeface="Tahoma" panose="020B0604030504040204" pitchFamily="34" charset="0"/>
              </a:defRPr>
            </a:lvl9pPr>
          </a:lstStyle>
          <a:p>
            <a:pPr eaLnBrk="1" hangingPunct="1">
              <a:spcBef>
                <a:spcPct val="0"/>
              </a:spcBef>
              <a:buFontTx/>
              <a:buNone/>
            </a:pPr>
            <a:fld id="{7A6426EC-0F8A-42D2-9624-F7779D763E2F}" type="slidenum">
              <a:rPr lang="en-US" altLang="en-US" sz="1400">
                <a:latin typeface="Arial" panose="020B0604020202020204" pitchFamily="34" charset="0"/>
              </a:rPr>
              <a:pPr eaLnBrk="1" hangingPunct="1">
                <a:spcBef>
                  <a:spcPct val="0"/>
                </a:spcBef>
                <a:buFontTx/>
                <a:buNone/>
              </a:pPr>
              <a:t>27</a:t>
            </a:fld>
            <a:endParaRPr lang="en-US" altLang="en-US" sz="1400">
              <a:latin typeface="Arial" panose="020B0604020202020204" pitchFamily="34" charset="0"/>
            </a:endParaRPr>
          </a:p>
        </p:txBody>
      </p:sp>
      <p:graphicFrame>
        <p:nvGraphicFramePr>
          <p:cNvPr id="31749" name="Object 2"/>
          <p:cNvGraphicFramePr>
            <a:graphicFrameLocks noChangeAspect="1"/>
          </p:cNvGraphicFramePr>
          <p:nvPr/>
        </p:nvGraphicFramePr>
        <p:xfrm>
          <a:off x="1371600" y="2438400"/>
          <a:ext cx="5889625" cy="3070225"/>
        </p:xfrm>
        <a:graphic>
          <a:graphicData uri="http://schemas.openxmlformats.org/presentationml/2006/ole">
            <mc:AlternateContent xmlns:mc="http://schemas.openxmlformats.org/markup-compatibility/2006">
              <mc:Choice xmlns:v="urn:schemas-microsoft-com:vml" Requires="v">
                <p:oleObj spid="_x0000_s31770" name="Equation" r:id="rId6" imgW="2679700" imgH="1397000" progId="Equation.3">
                  <p:embed/>
                </p:oleObj>
              </mc:Choice>
              <mc:Fallback>
                <p:oleObj name="Equation" r:id="rId6" imgW="2679700" imgH="1397000" progId="Equation.3">
                  <p:embed/>
                  <p:pic>
                    <p:nvPicPr>
                      <p:cNvPr id="0" name="Object 2"/>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1371600" y="2438400"/>
                        <a:ext cx="5889625" cy="307022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Tree>
  </p:cSld>
  <p:clrMapOvr>
    <a:masterClrMapping/>
  </p:clrMapOvr>
  <p:timing>
    <p:tnLst>
      <p:par>
        <p:cTn id="1" dur="indefinite" restart="never" nodeType="tmRoot"/>
      </p:par>
    </p:tn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770" name="Footer Placeholder 4"/>
          <p:cNvSpPr>
            <a:spLocks noGrp="1"/>
          </p:cNvSpPr>
          <p:nvPr>
            <p:ph type="ftr"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spcBef>
                <a:spcPct val="20000"/>
              </a:spcBef>
              <a:buBlip>
                <a:blip r:embed="rId3"/>
              </a:buBlip>
              <a:defRPr sz="3200">
                <a:solidFill>
                  <a:schemeClr val="tx1"/>
                </a:solidFill>
                <a:latin typeface="Tahoma" panose="020B0604030504040204" pitchFamily="34" charset="0"/>
              </a:defRPr>
            </a:lvl1pPr>
            <a:lvl2pPr marL="742950" indent="-285750" eaLnBrk="0" hangingPunct="0">
              <a:spcBef>
                <a:spcPct val="20000"/>
              </a:spcBef>
              <a:buSzPct val="75000"/>
              <a:buBlip>
                <a:blip r:embed="rId4"/>
              </a:buBlip>
              <a:defRPr sz="2800">
                <a:solidFill>
                  <a:schemeClr val="tx1"/>
                </a:solidFill>
                <a:latin typeface="Tahoma" panose="020B0604030504040204" pitchFamily="34" charset="0"/>
              </a:defRPr>
            </a:lvl2pPr>
            <a:lvl3pPr marL="1143000" indent="-228600" eaLnBrk="0" hangingPunct="0">
              <a:spcBef>
                <a:spcPct val="20000"/>
              </a:spcBef>
              <a:buChar char="•"/>
              <a:defRPr sz="2400">
                <a:solidFill>
                  <a:schemeClr val="tx1"/>
                </a:solidFill>
                <a:latin typeface="Tahoma" panose="020B0604030504040204" pitchFamily="34" charset="0"/>
              </a:defRPr>
            </a:lvl3pPr>
            <a:lvl4pPr marL="1600200" indent="-228600" eaLnBrk="0" hangingPunct="0">
              <a:spcBef>
                <a:spcPct val="20000"/>
              </a:spcBef>
              <a:buChar char="–"/>
              <a:defRPr sz="2000">
                <a:solidFill>
                  <a:schemeClr val="tx1"/>
                </a:solidFill>
                <a:latin typeface="Tahoma" panose="020B0604030504040204" pitchFamily="34" charset="0"/>
              </a:defRPr>
            </a:lvl4pPr>
            <a:lvl5pPr marL="2057400" indent="-228600" eaLnBrk="0" hangingPunct="0">
              <a:spcBef>
                <a:spcPct val="20000"/>
              </a:spcBef>
              <a:buClr>
                <a:schemeClr val="tx2"/>
              </a:buClr>
              <a:buChar char="–"/>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tx2"/>
              </a:buClr>
              <a:buChar char="–"/>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tx2"/>
              </a:buClr>
              <a:buChar char="–"/>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tx2"/>
              </a:buClr>
              <a:buChar char="–"/>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tx2"/>
              </a:buClr>
              <a:buChar char="–"/>
              <a:defRPr sz="2000">
                <a:solidFill>
                  <a:schemeClr val="tx1"/>
                </a:solidFill>
                <a:latin typeface="Tahoma" panose="020B0604030504040204" pitchFamily="34" charset="0"/>
              </a:defRPr>
            </a:lvl9pPr>
          </a:lstStyle>
          <a:p>
            <a:pPr eaLnBrk="1" hangingPunct="1">
              <a:spcBef>
                <a:spcPct val="0"/>
              </a:spcBef>
              <a:buFontTx/>
              <a:buNone/>
            </a:pPr>
            <a:r>
              <a:rPr lang="en-US" altLang="en-US" sz="1400" smtClean="0">
                <a:latin typeface="Arial" panose="020B0604020202020204" pitchFamily="34" charset="0"/>
                <a:cs typeface="Arial" panose="020B0604020202020204" pitchFamily="34" charset="0"/>
              </a:rPr>
              <a:t>Options, Futures, and Other Derivatives,  11th Edition, Copyright © John  C. Hull 2021</a:t>
            </a:r>
          </a:p>
        </p:txBody>
      </p:sp>
      <p:sp>
        <p:nvSpPr>
          <p:cNvPr id="32771" name="Rectangle 2"/>
          <p:cNvSpPr>
            <a:spLocks noGrp="1" noChangeArrowheads="1"/>
          </p:cNvSpPr>
          <p:nvPr>
            <p:ph type="title"/>
          </p:nvPr>
        </p:nvSpPr>
        <p:spPr>
          <a:xfrm>
            <a:off x="228600" y="990600"/>
            <a:ext cx="7772400" cy="1143000"/>
          </a:xfrm>
        </p:spPr>
        <p:txBody>
          <a:bodyPr/>
          <a:lstStyle/>
          <a:p>
            <a:pPr eaLnBrk="1" hangingPunct="1"/>
            <a:r>
              <a:rPr lang="en-US" altLang="en-US" smtClean="0"/>
              <a:t>Alternatives for Handling Interest Rates</a:t>
            </a:r>
          </a:p>
        </p:txBody>
      </p:sp>
      <p:sp>
        <p:nvSpPr>
          <p:cNvPr id="32772" name="Rectangle 3"/>
          <p:cNvSpPr>
            <a:spLocks noGrp="1" noChangeArrowheads="1"/>
          </p:cNvSpPr>
          <p:nvPr>
            <p:ph type="body" idx="1"/>
          </p:nvPr>
        </p:nvSpPr>
        <p:spPr>
          <a:xfrm>
            <a:off x="533400" y="2438400"/>
            <a:ext cx="7772400" cy="4114800"/>
          </a:xfrm>
        </p:spPr>
        <p:txBody>
          <a:bodyPr/>
          <a:lstStyle/>
          <a:p>
            <a:pPr eaLnBrk="1" hangingPunct="1">
              <a:lnSpc>
                <a:spcPct val="90000"/>
              </a:lnSpc>
            </a:pPr>
            <a:r>
              <a:rPr lang="en-US" altLang="en-US" dirty="0" smtClean="0"/>
              <a:t>Duration approach: Linear relation between </a:t>
            </a:r>
            <a:r>
              <a:rPr lang="en-US" altLang="en-US" dirty="0" smtClean="0">
                <a:latin typeface="Symbol" panose="05050102010706020507" pitchFamily="18" charset="2"/>
              </a:rPr>
              <a:t>D</a:t>
            </a:r>
            <a:r>
              <a:rPr lang="en-US" altLang="en-US" i="1" dirty="0" smtClean="0">
                <a:latin typeface="Times New Roman" panose="02020603050405020304" pitchFamily="18" charset="0"/>
              </a:rPr>
              <a:t>P</a:t>
            </a:r>
            <a:r>
              <a:rPr lang="en-US" altLang="en-US" dirty="0" smtClean="0"/>
              <a:t> and </a:t>
            </a:r>
            <a:r>
              <a:rPr lang="en-US" altLang="en-US" dirty="0" err="1" smtClean="0">
                <a:latin typeface="Symbol" panose="05050102010706020507" pitchFamily="18" charset="2"/>
              </a:rPr>
              <a:t>D</a:t>
            </a:r>
            <a:r>
              <a:rPr lang="en-US" altLang="en-US" i="1" dirty="0" err="1" smtClean="0">
                <a:latin typeface="Times New Roman" panose="02020603050405020304" pitchFamily="18" charset="0"/>
              </a:rPr>
              <a:t>y</a:t>
            </a:r>
            <a:r>
              <a:rPr lang="en-US" altLang="en-US" dirty="0" smtClean="0"/>
              <a:t> but assumes parallel shifts</a:t>
            </a:r>
          </a:p>
          <a:p>
            <a:pPr eaLnBrk="1" hangingPunct="1">
              <a:lnSpc>
                <a:spcPct val="90000"/>
              </a:lnSpc>
            </a:pPr>
            <a:r>
              <a:rPr lang="en-US" altLang="en-US" dirty="0" smtClean="0"/>
              <a:t>Cash flow mapping: Cash flows are mapped to standard maturities and variables are zero-coupon bond prices with the standard maturities</a:t>
            </a:r>
          </a:p>
          <a:p>
            <a:pPr eaLnBrk="1" hangingPunct="1">
              <a:lnSpc>
                <a:spcPct val="90000"/>
              </a:lnSpc>
            </a:pPr>
            <a:r>
              <a:rPr lang="en-US" altLang="en-US" dirty="0" smtClean="0"/>
              <a:t>Principal components analysis: 2 or 3 independent shifts with their own volatilities</a:t>
            </a:r>
          </a:p>
          <a:p>
            <a:pPr eaLnBrk="1" hangingPunct="1">
              <a:lnSpc>
                <a:spcPct val="90000"/>
              </a:lnSpc>
            </a:pPr>
            <a:endParaRPr lang="en-US" altLang="en-US" dirty="0" smtClean="0"/>
          </a:p>
          <a:p>
            <a:pPr eaLnBrk="1" hangingPunct="1">
              <a:lnSpc>
                <a:spcPct val="90000"/>
              </a:lnSpc>
            </a:pPr>
            <a:endParaRPr lang="en-US" altLang="en-US" dirty="0" smtClean="0"/>
          </a:p>
          <a:p>
            <a:pPr eaLnBrk="1" hangingPunct="1">
              <a:lnSpc>
                <a:spcPct val="90000"/>
              </a:lnSpc>
              <a:buFont typeface="Wingdings" panose="05000000000000000000" pitchFamily="2" charset="2"/>
              <a:buNone/>
            </a:pPr>
            <a:endParaRPr lang="en-US" altLang="en-US" dirty="0" smtClean="0"/>
          </a:p>
        </p:txBody>
      </p:sp>
      <p:sp>
        <p:nvSpPr>
          <p:cNvPr id="32773" name="Slide Number Placeholder 5"/>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spcBef>
                <a:spcPct val="20000"/>
              </a:spcBef>
              <a:buBlip>
                <a:blip r:embed="rId3"/>
              </a:buBlip>
              <a:defRPr sz="3200">
                <a:solidFill>
                  <a:schemeClr val="tx1"/>
                </a:solidFill>
                <a:latin typeface="Tahoma" panose="020B0604030504040204" pitchFamily="34" charset="0"/>
              </a:defRPr>
            </a:lvl1pPr>
            <a:lvl2pPr marL="742950" indent="-285750" eaLnBrk="0" hangingPunct="0">
              <a:spcBef>
                <a:spcPct val="20000"/>
              </a:spcBef>
              <a:buSzPct val="75000"/>
              <a:buBlip>
                <a:blip r:embed="rId4"/>
              </a:buBlip>
              <a:defRPr sz="2800">
                <a:solidFill>
                  <a:schemeClr val="tx1"/>
                </a:solidFill>
                <a:latin typeface="Tahoma" panose="020B0604030504040204" pitchFamily="34" charset="0"/>
              </a:defRPr>
            </a:lvl2pPr>
            <a:lvl3pPr marL="1143000" indent="-228600" eaLnBrk="0" hangingPunct="0">
              <a:spcBef>
                <a:spcPct val="20000"/>
              </a:spcBef>
              <a:buChar char="•"/>
              <a:defRPr sz="2400">
                <a:solidFill>
                  <a:schemeClr val="tx1"/>
                </a:solidFill>
                <a:latin typeface="Tahoma" panose="020B0604030504040204" pitchFamily="34" charset="0"/>
              </a:defRPr>
            </a:lvl3pPr>
            <a:lvl4pPr marL="1600200" indent="-228600" eaLnBrk="0" hangingPunct="0">
              <a:spcBef>
                <a:spcPct val="20000"/>
              </a:spcBef>
              <a:buChar char="–"/>
              <a:defRPr sz="2000">
                <a:solidFill>
                  <a:schemeClr val="tx1"/>
                </a:solidFill>
                <a:latin typeface="Tahoma" panose="020B0604030504040204" pitchFamily="34" charset="0"/>
              </a:defRPr>
            </a:lvl4pPr>
            <a:lvl5pPr marL="2057400" indent="-228600" eaLnBrk="0" hangingPunct="0">
              <a:spcBef>
                <a:spcPct val="20000"/>
              </a:spcBef>
              <a:buClr>
                <a:schemeClr val="tx2"/>
              </a:buClr>
              <a:buChar char="–"/>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tx2"/>
              </a:buClr>
              <a:buChar char="–"/>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tx2"/>
              </a:buClr>
              <a:buChar char="–"/>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tx2"/>
              </a:buClr>
              <a:buChar char="–"/>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tx2"/>
              </a:buClr>
              <a:buChar char="–"/>
              <a:defRPr sz="2000">
                <a:solidFill>
                  <a:schemeClr val="tx1"/>
                </a:solidFill>
                <a:latin typeface="Tahoma" panose="020B0604030504040204" pitchFamily="34" charset="0"/>
              </a:defRPr>
            </a:lvl9pPr>
          </a:lstStyle>
          <a:p>
            <a:pPr eaLnBrk="1" hangingPunct="1">
              <a:spcBef>
                <a:spcPct val="0"/>
              </a:spcBef>
              <a:buFontTx/>
              <a:buNone/>
            </a:pPr>
            <a:fld id="{6633A38B-6A7C-4C9F-86C5-1CBF834636DE}" type="slidenum">
              <a:rPr lang="en-US" altLang="en-US" sz="1400">
                <a:latin typeface="Arial" panose="020B0604020202020204" pitchFamily="34" charset="0"/>
              </a:rPr>
              <a:pPr eaLnBrk="1" hangingPunct="1">
                <a:spcBef>
                  <a:spcPct val="0"/>
                </a:spcBef>
                <a:buFontTx/>
                <a:buNone/>
              </a:pPr>
              <a:t>28</a:t>
            </a:fld>
            <a:endParaRPr lang="en-US" altLang="en-US" sz="1400">
              <a:latin typeface="Arial" panose="020B0604020202020204" pitchFamily="34" charset="0"/>
            </a:endParaRPr>
          </a:p>
        </p:txBody>
      </p:sp>
    </p:spTree>
  </p:cSld>
  <p:clrMapOvr>
    <a:masterClrMapping/>
  </p:clrMapOvr>
  <p:timing>
    <p:tnLst>
      <p:par>
        <p:cTn id="1" dur="indefinite" restart="never" nodeType="tmRoot"/>
      </p:par>
    </p:tn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9330" name="Rectangle 2"/>
          <p:cNvSpPr>
            <a:spLocks noGrp="1" noChangeArrowheads="1"/>
          </p:cNvSpPr>
          <p:nvPr>
            <p:ph type="title"/>
          </p:nvPr>
        </p:nvSpPr>
        <p:spPr/>
        <p:txBody>
          <a:bodyPr lIns="92075" tIns="46038" rIns="92075" bIns="46038">
            <a:normAutofit fontScale="90000"/>
          </a:bodyPr>
          <a:lstStyle/>
          <a:p>
            <a:pPr eaLnBrk="1" fontAlgn="auto" hangingPunct="1">
              <a:spcAft>
                <a:spcPts val="0"/>
              </a:spcAft>
              <a:defRPr/>
            </a:pPr>
            <a:r>
              <a:rPr lang="en-US">
                <a:solidFill>
                  <a:schemeClr val="tx2">
                    <a:satMod val="130000"/>
                  </a:schemeClr>
                </a:solidFill>
              </a:rPr>
              <a:t>When Linear Model Can be Used</a:t>
            </a:r>
          </a:p>
        </p:txBody>
      </p:sp>
      <p:sp>
        <p:nvSpPr>
          <p:cNvPr id="33795" name="Rectangle 3"/>
          <p:cNvSpPr>
            <a:spLocks noGrp="1" noChangeArrowheads="1"/>
          </p:cNvSpPr>
          <p:nvPr>
            <p:ph idx="1"/>
          </p:nvPr>
        </p:nvSpPr>
        <p:spPr>
          <a:xfrm>
            <a:off x="1435100" y="2057400"/>
            <a:ext cx="7499350" cy="4191000"/>
          </a:xfrm>
        </p:spPr>
        <p:txBody>
          <a:bodyPr lIns="92075" tIns="46038" rIns="92075" bIns="46038"/>
          <a:lstStyle/>
          <a:p>
            <a:pPr eaLnBrk="1" hangingPunct="1"/>
            <a:r>
              <a:rPr lang="en-US" altLang="en-US" smtClean="0"/>
              <a:t>Portfolio of stocks</a:t>
            </a:r>
          </a:p>
          <a:p>
            <a:pPr eaLnBrk="1" hangingPunct="1"/>
            <a:r>
              <a:rPr lang="en-US" altLang="en-US" smtClean="0"/>
              <a:t>Portfolio of bonds</a:t>
            </a:r>
          </a:p>
          <a:p>
            <a:pPr eaLnBrk="1" hangingPunct="1"/>
            <a:r>
              <a:rPr lang="en-US" altLang="en-US" smtClean="0"/>
              <a:t>Forward contract on foreign currency</a:t>
            </a:r>
          </a:p>
          <a:p>
            <a:pPr eaLnBrk="1" hangingPunct="1"/>
            <a:r>
              <a:rPr lang="en-US" altLang="en-US" smtClean="0"/>
              <a:t>Interest-rate swap</a:t>
            </a:r>
          </a:p>
        </p:txBody>
      </p:sp>
      <p:sp>
        <p:nvSpPr>
          <p:cNvPr id="33796" name="Footer Placeholder 4"/>
          <p:cNvSpPr>
            <a:spLocks noGrp="1"/>
          </p:cNvSpPr>
          <p:nvPr>
            <p:ph type="ftr"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spcBef>
                <a:spcPct val="20000"/>
              </a:spcBef>
              <a:buBlip>
                <a:blip r:embed="rId3"/>
              </a:buBlip>
              <a:defRPr sz="3200">
                <a:solidFill>
                  <a:schemeClr val="tx1"/>
                </a:solidFill>
                <a:latin typeface="Tahoma" panose="020B0604030504040204" pitchFamily="34" charset="0"/>
              </a:defRPr>
            </a:lvl1pPr>
            <a:lvl2pPr marL="742950" indent="-285750" eaLnBrk="0" hangingPunct="0">
              <a:spcBef>
                <a:spcPct val="20000"/>
              </a:spcBef>
              <a:buSzPct val="75000"/>
              <a:buBlip>
                <a:blip r:embed="rId4"/>
              </a:buBlip>
              <a:defRPr sz="2800">
                <a:solidFill>
                  <a:schemeClr val="tx1"/>
                </a:solidFill>
                <a:latin typeface="Tahoma" panose="020B0604030504040204" pitchFamily="34" charset="0"/>
              </a:defRPr>
            </a:lvl2pPr>
            <a:lvl3pPr marL="1143000" indent="-228600" eaLnBrk="0" hangingPunct="0">
              <a:spcBef>
                <a:spcPct val="20000"/>
              </a:spcBef>
              <a:buChar char="•"/>
              <a:defRPr sz="2400">
                <a:solidFill>
                  <a:schemeClr val="tx1"/>
                </a:solidFill>
                <a:latin typeface="Tahoma" panose="020B0604030504040204" pitchFamily="34" charset="0"/>
              </a:defRPr>
            </a:lvl3pPr>
            <a:lvl4pPr marL="1600200" indent="-228600" eaLnBrk="0" hangingPunct="0">
              <a:spcBef>
                <a:spcPct val="20000"/>
              </a:spcBef>
              <a:buChar char="–"/>
              <a:defRPr sz="2000">
                <a:solidFill>
                  <a:schemeClr val="tx1"/>
                </a:solidFill>
                <a:latin typeface="Tahoma" panose="020B0604030504040204" pitchFamily="34" charset="0"/>
              </a:defRPr>
            </a:lvl4pPr>
            <a:lvl5pPr marL="2057400" indent="-228600" eaLnBrk="0" hangingPunct="0">
              <a:spcBef>
                <a:spcPct val="20000"/>
              </a:spcBef>
              <a:buClr>
                <a:schemeClr val="tx2"/>
              </a:buClr>
              <a:buChar char="–"/>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tx2"/>
              </a:buClr>
              <a:buChar char="–"/>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tx2"/>
              </a:buClr>
              <a:buChar char="–"/>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tx2"/>
              </a:buClr>
              <a:buChar char="–"/>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tx2"/>
              </a:buClr>
              <a:buChar char="–"/>
              <a:defRPr sz="2000">
                <a:solidFill>
                  <a:schemeClr val="tx1"/>
                </a:solidFill>
                <a:latin typeface="Tahoma" panose="020B0604030504040204" pitchFamily="34" charset="0"/>
              </a:defRPr>
            </a:lvl9pPr>
          </a:lstStyle>
          <a:p>
            <a:pPr eaLnBrk="1" hangingPunct="1">
              <a:spcBef>
                <a:spcPct val="0"/>
              </a:spcBef>
              <a:buFontTx/>
              <a:buNone/>
            </a:pPr>
            <a:r>
              <a:rPr lang="en-US" altLang="en-US" sz="1400" smtClean="0">
                <a:latin typeface="Arial" panose="020B0604020202020204" pitchFamily="34" charset="0"/>
                <a:cs typeface="Arial" panose="020B0604020202020204" pitchFamily="34" charset="0"/>
              </a:rPr>
              <a:t>Options, Futures, and Other Derivatives,  11th Edition, Copyright © John  C. Hull 2021</a:t>
            </a:r>
          </a:p>
        </p:txBody>
      </p:sp>
      <p:sp>
        <p:nvSpPr>
          <p:cNvPr id="33797" name="Slide Number Placeholder 5"/>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spcBef>
                <a:spcPct val="20000"/>
              </a:spcBef>
              <a:buBlip>
                <a:blip r:embed="rId3"/>
              </a:buBlip>
              <a:defRPr sz="3200">
                <a:solidFill>
                  <a:schemeClr val="tx1"/>
                </a:solidFill>
                <a:latin typeface="Tahoma" panose="020B0604030504040204" pitchFamily="34" charset="0"/>
              </a:defRPr>
            </a:lvl1pPr>
            <a:lvl2pPr marL="742950" indent="-285750" eaLnBrk="0" hangingPunct="0">
              <a:spcBef>
                <a:spcPct val="20000"/>
              </a:spcBef>
              <a:buSzPct val="75000"/>
              <a:buBlip>
                <a:blip r:embed="rId4"/>
              </a:buBlip>
              <a:defRPr sz="2800">
                <a:solidFill>
                  <a:schemeClr val="tx1"/>
                </a:solidFill>
                <a:latin typeface="Tahoma" panose="020B0604030504040204" pitchFamily="34" charset="0"/>
              </a:defRPr>
            </a:lvl2pPr>
            <a:lvl3pPr marL="1143000" indent="-228600" eaLnBrk="0" hangingPunct="0">
              <a:spcBef>
                <a:spcPct val="20000"/>
              </a:spcBef>
              <a:buChar char="•"/>
              <a:defRPr sz="2400">
                <a:solidFill>
                  <a:schemeClr val="tx1"/>
                </a:solidFill>
                <a:latin typeface="Tahoma" panose="020B0604030504040204" pitchFamily="34" charset="0"/>
              </a:defRPr>
            </a:lvl3pPr>
            <a:lvl4pPr marL="1600200" indent="-228600" eaLnBrk="0" hangingPunct="0">
              <a:spcBef>
                <a:spcPct val="20000"/>
              </a:spcBef>
              <a:buChar char="–"/>
              <a:defRPr sz="2000">
                <a:solidFill>
                  <a:schemeClr val="tx1"/>
                </a:solidFill>
                <a:latin typeface="Tahoma" panose="020B0604030504040204" pitchFamily="34" charset="0"/>
              </a:defRPr>
            </a:lvl4pPr>
            <a:lvl5pPr marL="2057400" indent="-228600" eaLnBrk="0" hangingPunct="0">
              <a:spcBef>
                <a:spcPct val="20000"/>
              </a:spcBef>
              <a:buClr>
                <a:schemeClr val="tx2"/>
              </a:buClr>
              <a:buChar char="–"/>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tx2"/>
              </a:buClr>
              <a:buChar char="–"/>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tx2"/>
              </a:buClr>
              <a:buChar char="–"/>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tx2"/>
              </a:buClr>
              <a:buChar char="–"/>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tx2"/>
              </a:buClr>
              <a:buChar char="–"/>
              <a:defRPr sz="2000">
                <a:solidFill>
                  <a:schemeClr val="tx1"/>
                </a:solidFill>
                <a:latin typeface="Tahoma" panose="020B0604030504040204" pitchFamily="34" charset="0"/>
              </a:defRPr>
            </a:lvl9pPr>
          </a:lstStyle>
          <a:p>
            <a:pPr eaLnBrk="1" hangingPunct="1">
              <a:spcBef>
                <a:spcPct val="0"/>
              </a:spcBef>
              <a:buFontTx/>
              <a:buNone/>
            </a:pPr>
            <a:fld id="{38B80A96-C309-4E41-855D-8DA09818210D}" type="slidenum">
              <a:rPr lang="en-US" altLang="en-US" sz="1400">
                <a:latin typeface="Arial" panose="020B0604020202020204" pitchFamily="34" charset="0"/>
              </a:rPr>
              <a:pPr eaLnBrk="1" hangingPunct="1">
                <a:spcBef>
                  <a:spcPct val="0"/>
                </a:spcBef>
                <a:buFontTx/>
                <a:buNone/>
              </a:pPr>
              <a:t>29</a:t>
            </a:fld>
            <a:endParaRPr lang="en-US" altLang="en-US" sz="1400">
              <a:latin typeface="Arial" panose="020B0604020202020204" pitchFamily="34" charset="0"/>
            </a:endParaRPr>
          </a:p>
        </p:txBody>
      </p:sp>
    </p:spTree>
  </p:cSld>
  <p:clrMapOvr>
    <a:masterClrMapping/>
  </p:clrMapOvr>
  <p:timing>
    <p:tnLst>
      <p:par>
        <p:cTn id="1" dur="indefinite" restart="never" nodeType="tmRoot"/>
      </p:par>
    </p:tn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1378" name="Rectangle 2"/>
          <p:cNvSpPr>
            <a:spLocks noGrp="1" noChangeArrowheads="1"/>
          </p:cNvSpPr>
          <p:nvPr>
            <p:ph type="title"/>
          </p:nvPr>
        </p:nvSpPr>
        <p:spPr/>
        <p:txBody>
          <a:bodyPr lIns="92075" tIns="46038" rIns="92075" bIns="46038">
            <a:normAutofit fontScale="90000"/>
          </a:bodyPr>
          <a:lstStyle/>
          <a:p>
            <a:pPr eaLnBrk="1" fontAlgn="auto" hangingPunct="1">
              <a:spcAft>
                <a:spcPts val="0"/>
              </a:spcAft>
              <a:defRPr/>
            </a:pPr>
            <a:r>
              <a:rPr lang="en-US">
                <a:solidFill>
                  <a:schemeClr val="tx2">
                    <a:satMod val="130000"/>
                  </a:schemeClr>
                </a:solidFill>
              </a:rPr>
              <a:t>The Linear Model and Options</a:t>
            </a:r>
            <a:br>
              <a:rPr lang="en-US">
                <a:solidFill>
                  <a:schemeClr val="tx2">
                    <a:satMod val="130000"/>
                  </a:schemeClr>
                </a:solidFill>
              </a:rPr>
            </a:br>
            <a:endParaRPr lang="en-US">
              <a:solidFill>
                <a:schemeClr val="tx2">
                  <a:satMod val="130000"/>
                </a:schemeClr>
              </a:solidFill>
            </a:endParaRPr>
          </a:p>
        </p:txBody>
      </p:sp>
      <p:sp>
        <p:nvSpPr>
          <p:cNvPr id="34819" name="Rectangle 3"/>
          <p:cNvSpPr>
            <a:spLocks noGrp="1" noChangeArrowheads="1"/>
          </p:cNvSpPr>
          <p:nvPr>
            <p:ph idx="1"/>
          </p:nvPr>
        </p:nvSpPr>
        <p:spPr/>
        <p:txBody>
          <a:bodyPr lIns="92075" tIns="46038" rIns="92075" bIns="46038"/>
          <a:lstStyle/>
          <a:p>
            <a:pPr eaLnBrk="1" hangingPunct="1">
              <a:buFont typeface="Wingdings" panose="05000000000000000000" pitchFamily="2" charset="2"/>
              <a:buNone/>
            </a:pPr>
            <a:r>
              <a:rPr lang="en-US" altLang="en-US" dirty="0" smtClean="0"/>
              <a:t>	Consider a portfolio of options dependent on a single stock price, </a:t>
            </a:r>
            <a:r>
              <a:rPr lang="en-US" altLang="en-US" i="1" dirty="0" smtClean="0">
                <a:latin typeface="Times New Roman" panose="02020603050405020304" pitchFamily="18" charset="0"/>
                <a:cs typeface="Times New Roman" panose="02020603050405020304" pitchFamily="18" charset="0"/>
              </a:rPr>
              <a:t>S</a:t>
            </a:r>
            <a:r>
              <a:rPr lang="en-US" altLang="en-US" dirty="0" smtClean="0"/>
              <a:t>. If </a:t>
            </a:r>
            <a:r>
              <a:rPr lang="en-US" altLang="en-US" dirty="0" smtClean="0">
                <a:latin typeface="Symbol" panose="05050102010706020507" pitchFamily="18" charset="2"/>
              </a:rPr>
              <a:t>d</a:t>
            </a:r>
            <a:r>
              <a:rPr lang="en-US" altLang="en-US" dirty="0" smtClean="0"/>
              <a:t> is the delta of the option, then it is approximately true that</a:t>
            </a:r>
          </a:p>
          <a:p>
            <a:pPr eaLnBrk="1" hangingPunct="1">
              <a:buFontTx/>
              <a:buChar char="•"/>
            </a:pPr>
            <a:endParaRPr lang="en-US" altLang="en-US" dirty="0" smtClean="0"/>
          </a:p>
          <a:p>
            <a:pPr eaLnBrk="1" hangingPunct="1">
              <a:buFont typeface="Wingdings" panose="05000000000000000000" pitchFamily="2" charset="2"/>
              <a:buNone/>
            </a:pPr>
            <a:endParaRPr lang="en-US" altLang="en-US" dirty="0" smtClean="0"/>
          </a:p>
          <a:p>
            <a:pPr eaLnBrk="1" hangingPunct="1">
              <a:buFont typeface="Wingdings" panose="05000000000000000000" pitchFamily="2" charset="2"/>
              <a:buNone/>
            </a:pPr>
            <a:r>
              <a:rPr lang="en-US" altLang="en-US" dirty="0" smtClean="0"/>
              <a:t>	Define</a:t>
            </a:r>
          </a:p>
          <a:p>
            <a:pPr algn="ctr" eaLnBrk="1" hangingPunct="1">
              <a:buFont typeface="Wingdings" panose="05000000000000000000" pitchFamily="2" charset="2"/>
              <a:buNone/>
            </a:pPr>
            <a:endParaRPr lang="en-US" altLang="en-US" dirty="0" smtClean="0"/>
          </a:p>
          <a:p>
            <a:pPr algn="ctr" eaLnBrk="1" hangingPunct="1">
              <a:buFont typeface="Wingdings" panose="05000000000000000000" pitchFamily="2" charset="2"/>
              <a:buNone/>
            </a:pPr>
            <a:endParaRPr lang="en-US" altLang="en-US" dirty="0" smtClean="0"/>
          </a:p>
        </p:txBody>
      </p:sp>
      <p:sp>
        <p:nvSpPr>
          <p:cNvPr id="34820" name="Footer Placeholder 4"/>
          <p:cNvSpPr>
            <a:spLocks noGrp="1"/>
          </p:cNvSpPr>
          <p:nvPr>
            <p:ph type="ftr"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spcBef>
                <a:spcPct val="20000"/>
              </a:spcBef>
              <a:buBlip>
                <a:blip r:embed="rId4"/>
              </a:buBlip>
              <a:defRPr sz="3200">
                <a:solidFill>
                  <a:schemeClr val="tx1"/>
                </a:solidFill>
                <a:latin typeface="Tahoma" panose="020B0604030504040204" pitchFamily="34" charset="0"/>
              </a:defRPr>
            </a:lvl1pPr>
            <a:lvl2pPr marL="742950" indent="-285750" eaLnBrk="0" hangingPunct="0">
              <a:spcBef>
                <a:spcPct val="20000"/>
              </a:spcBef>
              <a:buSzPct val="75000"/>
              <a:buBlip>
                <a:blip r:embed="rId5"/>
              </a:buBlip>
              <a:defRPr sz="2800">
                <a:solidFill>
                  <a:schemeClr val="tx1"/>
                </a:solidFill>
                <a:latin typeface="Tahoma" panose="020B0604030504040204" pitchFamily="34" charset="0"/>
              </a:defRPr>
            </a:lvl2pPr>
            <a:lvl3pPr marL="1143000" indent="-228600" eaLnBrk="0" hangingPunct="0">
              <a:spcBef>
                <a:spcPct val="20000"/>
              </a:spcBef>
              <a:buChar char="•"/>
              <a:defRPr sz="2400">
                <a:solidFill>
                  <a:schemeClr val="tx1"/>
                </a:solidFill>
                <a:latin typeface="Tahoma" panose="020B0604030504040204" pitchFamily="34" charset="0"/>
              </a:defRPr>
            </a:lvl3pPr>
            <a:lvl4pPr marL="1600200" indent="-228600" eaLnBrk="0" hangingPunct="0">
              <a:spcBef>
                <a:spcPct val="20000"/>
              </a:spcBef>
              <a:buChar char="–"/>
              <a:defRPr sz="2000">
                <a:solidFill>
                  <a:schemeClr val="tx1"/>
                </a:solidFill>
                <a:latin typeface="Tahoma" panose="020B0604030504040204" pitchFamily="34" charset="0"/>
              </a:defRPr>
            </a:lvl4pPr>
            <a:lvl5pPr marL="2057400" indent="-228600" eaLnBrk="0" hangingPunct="0">
              <a:spcBef>
                <a:spcPct val="20000"/>
              </a:spcBef>
              <a:buClr>
                <a:schemeClr val="tx2"/>
              </a:buClr>
              <a:buChar char="–"/>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tx2"/>
              </a:buClr>
              <a:buChar char="–"/>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tx2"/>
              </a:buClr>
              <a:buChar char="–"/>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tx2"/>
              </a:buClr>
              <a:buChar char="–"/>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tx2"/>
              </a:buClr>
              <a:buChar char="–"/>
              <a:defRPr sz="2000">
                <a:solidFill>
                  <a:schemeClr val="tx1"/>
                </a:solidFill>
                <a:latin typeface="Tahoma" panose="020B0604030504040204" pitchFamily="34" charset="0"/>
              </a:defRPr>
            </a:lvl9pPr>
          </a:lstStyle>
          <a:p>
            <a:pPr eaLnBrk="1" hangingPunct="1">
              <a:spcBef>
                <a:spcPct val="0"/>
              </a:spcBef>
              <a:buFontTx/>
              <a:buNone/>
            </a:pPr>
            <a:r>
              <a:rPr lang="en-US" altLang="en-US" sz="1400" smtClean="0">
                <a:latin typeface="Arial" panose="020B0604020202020204" pitchFamily="34" charset="0"/>
                <a:cs typeface="Arial" panose="020B0604020202020204" pitchFamily="34" charset="0"/>
              </a:rPr>
              <a:t>Options, Futures, and Other Derivatives,  11th Edition, Copyright © John  C. Hull 2021</a:t>
            </a:r>
          </a:p>
        </p:txBody>
      </p:sp>
      <p:sp>
        <p:nvSpPr>
          <p:cNvPr id="34821" name="Slide Number Placeholder 5"/>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spcBef>
                <a:spcPct val="20000"/>
              </a:spcBef>
              <a:buBlip>
                <a:blip r:embed="rId4"/>
              </a:buBlip>
              <a:defRPr sz="3200">
                <a:solidFill>
                  <a:schemeClr val="tx1"/>
                </a:solidFill>
                <a:latin typeface="Tahoma" panose="020B0604030504040204" pitchFamily="34" charset="0"/>
              </a:defRPr>
            </a:lvl1pPr>
            <a:lvl2pPr marL="742950" indent="-285750" eaLnBrk="0" hangingPunct="0">
              <a:spcBef>
                <a:spcPct val="20000"/>
              </a:spcBef>
              <a:buSzPct val="75000"/>
              <a:buBlip>
                <a:blip r:embed="rId5"/>
              </a:buBlip>
              <a:defRPr sz="2800">
                <a:solidFill>
                  <a:schemeClr val="tx1"/>
                </a:solidFill>
                <a:latin typeface="Tahoma" panose="020B0604030504040204" pitchFamily="34" charset="0"/>
              </a:defRPr>
            </a:lvl2pPr>
            <a:lvl3pPr marL="1143000" indent="-228600" eaLnBrk="0" hangingPunct="0">
              <a:spcBef>
                <a:spcPct val="20000"/>
              </a:spcBef>
              <a:buChar char="•"/>
              <a:defRPr sz="2400">
                <a:solidFill>
                  <a:schemeClr val="tx1"/>
                </a:solidFill>
                <a:latin typeface="Tahoma" panose="020B0604030504040204" pitchFamily="34" charset="0"/>
              </a:defRPr>
            </a:lvl3pPr>
            <a:lvl4pPr marL="1600200" indent="-228600" eaLnBrk="0" hangingPunct="0">
              <a:spcBef>
                <a:spcPct val="20000"/>
              </a:spcBef>
              <a:buChar char="–"/>
              <a:defRPr sz="2000">
                <a:solidFill>
                  <a:schemeClr val="tx1"/>
                </a:solidFill>
                <a:latin typeface="Tahoma" panose="020B0604030504040204" pitchFamily="34" charset="0"/>
              </a:defRPr>
            </a:lvl4pPr>
            <a:lvl5pPr marL="2057400" indent="-228600" eaLnBrk="0" hangingPunct="0">
              <a:spcBef>
                <a:spcPct val="20000"/>
              </a:spcBef>
              <a:buClr>
                <a:schemeClr val="tx2"/>
              </a:buClr>
              <a:buChar char="–"/>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tx2"/>
              </a:buClr>
              <a:buChar char="–"/>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tx2"/>
              </a:buClr>
              <a:buChar char="–"/>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tx2"/>
              </a:buClr>
              <a:buChar char="–"/>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tx2"/>
              </a:buClr>
              <a:buChar char="–"/>
              <a:defRPr sz="2000">
                <a:solidFill>
                  <a:schemeClr val="tx1"/>
                </a:solidFill>
                <a:latin typeface="Tahoma" panose="020B0604030504040204" pitchFamily="34" charset="0"/>
              </a:defRPr>
            </a:lvl9pPr>
          </a:lstStyle>
          <a:p>
            <a:pPr eaLnBrk="1" hangingPunct="1">
              <a:spcBef>
                <a:spcPct val="0"/>
              </a:spcBef>
              <a:buFontTx/>
              <a:buNone/>
            </a:pPr>
            <a:fld id="{D0AA5226-5148-4E2A-8A2C-4B7D509EA0D5}" type="slidenum">
              <a:rPr lang="en-US" altLang="en-US" sz="1400">
                <a:latin typeface="Arial" panose="020B0604020202020204" pitchFamily="34" charset="0"/>
              </a:rPr>
              <a:pPr eaLnBrk="1" hangingPunct="1">
                <a:spcBef>
                  <a:spcPct val="0"/>
                </a:spcBef>
                <a:buFontTx/>
                <a:buNone/>
              </a:pPr>
              <a:t>30</a:t>
            </a:fld>
            <a:endParaRPr lang="en-US" altLang="en-US" sz="1400">
              <a:latin typeface="Arial" panose="020B0604020202020204" pitchFamily="34" charset="0"/>
            </a:endParaRPr>
          </a:p>
        </p:txBody>
      </p:sp>
      <p:graphicFrame>
        <p:nvGraphicFramePr>
          <p:cNvPr id="34822" name="Object 4"/>
          <p:cNvGraphicFramePr>
            <a:graphicFrameLocks/>
          </p:cNvGraphicFramePr>
          <p:nvPr/>
        </p:nvGraphicFramePr>
        <p:xfrm>
          <a:off x="3168650" y="3608388"/>
          <a:ext cx="1055688" cy="804862"/>
        </p:xfrm>
        <a:graphic>
          <a:graphicData uri="http://schemas.openxmlformats.org/presentationml/2006/ole">
            <mc:AlternateContent xmlns:mc="http://schemas.openxmlformats.org/markup-compatibility/2006">
              <mc:Choice xmlns:v="urn:schemas-microsoft-com:vml" Requires="v">
                <p:oleObj spid="_x0000_s34860" name="Equation" r:id="rId6" imgW="438156" imgH="352350" progId="Equation.3">
                  <p:embed/>
                </p:oleObj>
              </mc:Choice>
              <mc:Fallback>
                <p:oleObj name="Equation" r:id="rId6" imgW="438156" imgH="352350" progId="Equation.3">
                  <p:embed/>
                  <p:pic>
                    <p:nvPicPr>
                      <p:cNvPr id="0" name="Object 4"/>
                      <p:cNvPicPr>
                        <a:picLocks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3168650" y="3608388"/>
                        <a:ext cx="1055688" cy="80486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34823" name="Object 5"/>
          <p:cNvGraphicFramePr>
            <a:graphicFrameLocks/>
          </p:cNvGraphicFramePr>
          <p:nvPr/>
        </p:nvGraphicFramePr>
        <p:xfrm>
          <a:off x="3124200" y="4800600"/>
          <a:ext cx="1395413" cy="800100"/>
        </p:xfrm>
        <a:graphic>
          <a:graphicData uri="http://schemas.openxmlformats.org/presentationml/2006/ole">
            <mc:AlternateContent xmlns:mc="http://schemas.openxmlformats.org/markup-compatibility/2006">
              <mc:Choice xmlns:v="urn:schemas-microsoft-com:vml" Requires="v">
                <p:oleObj spid="_x0000_s34861" name="Equation" r:id="rId8" imgW="552422" imgH="371520" progId="Equation.3">
                  <p:embed/>
                </p:oleObj>
              </mc:Choice>
              <mc:Fallback>
                <p:oleObj name="Equation" r:id="rId8" imgW="552422" imgH="371520" progId="Equation.3">
                  <p:embed/>
                  <p:pic>
                    <p:nvPicPr>
                      <p:cNvPr id="0" name="Object 5"/>
                      <p:cNvPicPr>
                        <a:picLocks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3124200" y="4800600"/>
                        <a:ext cx="1395413" cy="8001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Tree>
  </p:cSld>
  <p:clrMapOvr>
    <a:masterClrMapping/>
  </p:clrMapOvr>
  <p:timing>
    <p:tnLst>
      <p:par>
        <p:cTn id="1" dur="indefinite" restart="never" nodeType="tmRoot"/>
      </p:par>
    </p:tn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3426" name="Rectangle 2"/>
          <p:cNvSpPr>
            <a:spLocks noGrp="1" noChangeArrowheads="1"/>
          </p:cNvSpPr>
          <p:nvPr>
            <p:ph type="title"/>
          </p:nvPr>
        </p:nvSpPr>
        <p:spPr>
          <a:xfrm>
            <a:off x="1143000" y="990600"/>
            <a:ext cx="7391400" cy="914400"/>
          </a:xfrm>
        </p:spPr>
        <p:txBody>
          <a:bodyPr lIns="92075" tIns="46038" rIns="92075" bIns="46038">
            <a:normAutofit fontScale="90000"/>
          </a:bodyPr>
          <a:lstStyle/>
          <a:p>
            <a:pPr eaLnBrk="1" fontAlgn="auto" hangingPunct="1">
              <a:spcAft>
                <a:spcPts val="0"/>
              </a:spcAft>
              <a:defRPr/>
            </a:pPr>
            <a:r>
              <a:rPr lang="en-US" dirty="0">
                <a:solidFill>
                  <a:schemeClr val="tx2">
                    <a:satMod val="130000"/>
                  </a:schemeClr>
                </a:solidFill>
              </a:rPr>
              <a:t>Linear Model and Options </a:t>
            </a:r>
            <a:r>
              <a:rPr lang="en-CA" dirty="0">
                <a:solidFill>
                  <a:schemeClr val="tx2">
                    <a:satMod val="130000"/>
                  </a:schemeClr>
                </a:solidFill>
              </a:rPr>
              <a:t/>
            </a:r>
            <a:br>
              <a:rPr lang="en-CA" dirty="0">
                <a:solidFill>
                  <a:schemeClr val="tx2">
                    <a:satMod val="130000"/>
                  </a:schemeClr>
                </a:solidFill>
              </a:rPr>
            </a:br>
            <a:r>
              <a:rPr lang="en-US" dirty="0" smtClean="0">
                <a:solidFill>
                  <a:schemeClr val="tx2">
                    <a:satMod val="130000"/>
                  </a:schemeClr>
                </a:solidFill>
              </a:rPr>
              <a:t>continued</a:t>
            </a:r>
            <a:endParaRPr lang="en-US" dirty="0">
              <a:solidFill>
                <a:schemeClr val="tx2">
                  <a:satMod val="130000"/>
                </a:schemeClr>
              </a:solidFill>
            </a:endParaRPr>
          </a:p>
        </p:txBody>
      </p:sp>
      <p:sp>
        <p:nvSpPr>
          <p:cNvPr id="35843" name="Rectangle 3"/>
          <p:cNvSpPr>
            <a:spLocks noGrp="1" noChangeArrowheads="1"/>
          </p:cNvSpPr>
          <p:nvPr>
            <p:ph idx="1"/>
          </p:nvPr>
        </p:nvSpPr>
        <p:spPr>
          <a:xfrm>
            <a:off x="1295400" y="2133600"/>
            <a:ext cx="6629400" cy="3581400"/>
          </a:xfrm>
        </p:spPr>
        <p:txBody>
          <a:bodyPr lIns="92075" tIns="46038" rIns="92075" bIns="46038"/>
          <a:lstStyle/>
          <a:p>
            <a:pPr eaLnBrk="1" hangingPunct="1">
              <a:buFont typeface="Wingdings" panose="05000000000000000000" pitchFamily="2" charset="2"/>
              <a:buNone/>
            </a:pPr>
            <a:r>
              <a:rPr lang="en-CA" altLang="en-US" sz="2400" smtClean="0"/>
              <a:t>	Then</a:t>
            </a:r>
            <a:endParaRPr lang="en-US" altLang="en-US" sz="2400" smtClean="0"/>
          </a:p>
          <a:p>
            <a:pPr eaLnBrk="1" hangingPunct="1">
              <a:buFontTx/>
              <a:buChar char="•"/>
            </a:pPr>
            <a:endParaRPr lang="en-US" altLang="en-US" smtClean="0"/>
          </a:p>
          <a:p>
            <a:pPr eaLnBrk="1" hangingPunct="1">
              <a:buFontTx/>
              <a:buNone/>
            </a:pPr>
            <a:r>
              <a:rPr lang="en-US" altLang="en-US" sz="2400" smtClean="0"/>
              <a:t>	Similarly when there are many underlying market variables</a:t>
            </a:r>
          </a:p>
          <a:p>
            <a:pPr eaLnBrk="1" hangingPunct="1">
              <a:buFont typeface="Wingdings" panose="05000000000000000000" pitchFamily="2" charset="2"/>
              <a:buNone/>
            </a:pPr>
            <a:endParaRPr lang="en-US" altLang="en-US" smtClean="0"/>
          </a:p>
          <a:p>
            <a:pPr eaLnBrk="1" hangingPunct="1">
              <a:buFont typeface="Wingdings" panose="05000000000000000000" pitchFamily="2" charset="2"/>
              <a:buNone/>
            </a:pPr>
            <a:endParaRPr lang="en-US" altLang="en-US" smtClean="0"/>
          </a:p>
          <a:p>
            <a:pPr eaLnBrk="1" hangingPunct="1">
              <a:buFont typeface="Wingdings" panose="05000000000000000000" pitchFamily="2" charset="2"/>
              <a:buNone/>
            </a:pPr>
            <a:r>
              <a:rPr lang="en-US" altLang="en-US" smtClean="0"/>
              <a:t>	</a:t>
            </a:r>
            <a:r>
              <a:rPr lang="en-US" altLang="en-US" sz="2400" smtClean="0"/>
              <a:t>where </a:t>
            </a:r>
            <a:r>
              <a:rPr lang="en-US" altLang="en-US" sz="2400" smtClean="0">
                <a:latin typeface="Symbol" panose="05050102010706020507" pitchFamily="18" charset="2"/>
              </a:rPr>
              <a:t>d</a:t>
            </a:r>
            <a:r>
              <a:rPr lang="en-US" altLang="en-US" sz="2400" i="1" baseline="-25000" smtClean="0">
                <a:latin typeface="Times New Roman" panose="02020603050405020304" pitchFamily="18" charset="0"/>
              </a:rPr>
              <a:t>i</a:t>
            </a:r>
            <a:r>
              <a:rPr lang="en-US" altLang="en-US" sz="2400" smtClean="0"/>
              <a:t> is the delta of the portfolio with respect to the </a:t>
            </a:r>
            <a:r>
              <a:rPr lang="en-US" altLang="en-US" sz="2400" i="1" smtClean="0">
                <a:latin typeface="Times New Roman" panose="02020603050405020304" pitchFamily="18" charset="0"/>
              </a:rPr>
              <a:t>i</a:t>
            </a:r>
            <a:r>
              <a:rPr lang="en-US" altLang="en-US" sz="2400" smtClean="0"/>
              <a:t>th asset</a:t>
            </a:r>
          </a:p>
          <a:p>
            <a:pPr eaLnBrk="1" hangingPunct="1">
              <a:buFont typeface="Wingdings" panose="05000000000000000000" pitchFamily="2" charset="2"/>
              <a:buNone/>
            </a:pPr>
            <a:endParaRPr lang="en-US" altLang="en-US" smtClean="0"/>
          </a:p>
          <a:p>
            <a:pPr eaLnBrk="1" hangingPunct="1">
              <a:buFont typeface="Wingdings" panose="05000000000000000000" pitchFamily="2" charset="2"/>
              <a:buNone/>
            </a:pPr>
            <a:endParaRPr lang="en-US" altLang="en-US" smtClean="0"/>
          </a:p>
        </p:txBody>
      </p:sp>
      <p:sp>
        <p:nvSpPr>
          <p:cNvPr id="35844" name="Footer Placeholder 4"/>
          <p:cNvSpPr>
            <a:spLocks noGrp="1"/>
          </p:cNvSpPr>
          <p:nvPr>
            <p:ph type="ftr"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spcBef>
                <a:spcPct val="20000"/>
              </a:spcBef>
              <a:buBlip>
                <a:blip r:embed="rId4"/>
              </a:buBlip>
              <a:defRPr sz="3200">
                <a:solidFill>
                  <a:schemeClr val="tx1"/>
                </a:solidFill>
                <a:latin typeface="Tahoma" panose="020B0604030504040204" pitchFamily="34" charset="0"/>
              </a:defRPr>
            </a:lvl1pPr>
            <a:lvl2pPr marL="742950" indent="-285750" eaLnBrk="0" hangingPunct="0">
              <a:spcBef>
                <a:spcPct val="20000"/>
              </a:spcBef>
              <a:buSzPct val="75000"/>
              <a:buBlip>
                <a:blip r:embed="rId5"/>
              </a:buBlip>
              <a:defRPr sz="2800">
                <a:solidFill>
                  <a:schemeClr val="tx1"/>
                </a:solidFill>
                <a:latin typeface="Tahoma" panose="020B0604030504040204" pitchFamily="34" charset="0"/>
              </a:defRPr>
            </a:lvl2pPr>
            <a:lvl3pPr marL="1143000" indent="-228600" eaLnBrk="0" hangingPunct="0">
              <a:spcBef>
                <a:spcPct val="20000"/>
              </a:spcBef>
              <a:buChar char="•"/>
              <a:defRPr sz="2400">
                <a:solidFill>
                  <a:schemeClr val="tx1"/>
                </a:solidFill>
                <a:latin typeface="Tahoma" panose="020B0604030504040204" pitchFamily="34" charset="0"/>
              </a:defRPr>
            </a:lvl3pPr>
            <a:lvl4pPr marL="1600200" indent="-228600" eaLnBrk="0" hangingPunct="0">
              <a:spcBef>
                <a:spcPct val="20000"/>
              </a:spcBef>
              <a:buChar char="–"/>
              <a:defRPr sz="2000">
                <a:solidFill>
                  <a:schemeClr val="tx1"/>
                </a:solidFill>
                <a:latin typeface="Tahoma" panose="020B0604030504040204" pitchFamily="34" charset="0"/>
              </a:defRPr>
            </a:lvl4pPr>
            <a:lvl5pPr marL="2057400" indent="-228600" eaLnBrk="0" hangingPunct="0">
              <a:spcBef>
                <a:spcPct val="20000"/>
              </a:spcBef>
              <a:buClr>
                <a:schemeClr val="tx2"/>
              </a:buClr>
              <a:buChar char="–"/>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tx2"/>
              </a:buClr>
              <a:buChar char="–"/>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tx2"/>
              </a:buClr>
              <a:buChar char="–"/>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tx2"/>
              </a:buClr>
              <a:buChar char="–"/>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tx2"/>
              </a:buClr>
              <a:buChar char="–"/>
              <a:defRPr sz="2000">
                <a:solidFill>
                  <a:schemeClr val="tx1"/>
                </a:solidFill>
                <a:latin typeface="Tahoma" panose="020B0604030504040204" pitchFamily="34" charset="0"/>
              </a:defRPr>
            </a:lvl9pPr>
          </a:lstStyle>
          <a:p>
            <a:pPr eaLnBrk="1" hangingPunct="1">
              <a:spcBef>
                <a:spcPct val="0"/>
              </a:spcBef>
              <a:buFontTx/>
              <a:buNone/>
            </a:pPr>
            <a:r>
              <a:rPr lang="en-US" altLang="en-US" sz="1400" smtClean="0">
                <a:latin typeface="Arial" panose="020B0604020202020204" pitchFamily="34" charset="0"/>
                <a:cs typeface="Arial" panose="020B0604020202020204" pitchFamily="34" charset="0"/>
              </a:rPr>
              <a:t>Options, Futures, and Other Derivatives,  11th Edition, Copyright © John  C. Hull 2021</a:t>
            </a:r>
          </a:p>
        </p:txBody>
      </p:sp>
      <p:sp>
        <p:nvSpPr>
          <p:cNvPr id="35845" name="Slide Number Placeholder 5"/>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spcBef>
                <a:spcPct val="20000"/>
              </a:spcBef>
              <a:buBlip>
                <a:blip r:embed="rId4"/>
              </a:buBlip>
              <a:defRPr sz="3200">
                <a:solidFill>
                  <a:schemeClr val="tx1"/>
                </a:solidFill>
                <a:latin typeface="Tahoma" panose="020B0604030504040204" pitchFamily="34" charset="0"/>
              </a:defRPr>
            </a:lvl1pPr>
            <a:lvl2pPr marL="742950" indent="-285750" eaLnBrk="0" hangingPunct="0">
              <a:spcBef>
                <a:spcPct val="20000"/>
              </a:spcBef>
              <a:buSzPct val="75000"/>
              <a:buBlip>
                <a:blip r:embed="rId5"/>
              </a:buBlip>
              <a:defRPr sz="2800">
                <a:solidFill>
                  <a:schemeClr val="tx1"/>
                </a:solidFill>
                <a:latin typeface="Tahoma" panose="020B0604030504040204" pitchFamily="34" charset="0"/>
              </a:defRPr>
            </a:lvl2pPr>
            <a:lvl3pPr marL="1143000" indent="-228600" eaLnBrk="0" hangingPunct="0">
              <a:spcBef>
                <a:spcPct val="20000"/>
              </a:spcBef>
              <a:buChar char="•"/>
              <a:defRPr sz="2400">
                <a:solidFill>
                  <a:schemeClr val="tx1"/>
                </a:solidFill>
                <a:latin typeface="Tahoma" panose="020B0604030504040204" pitchFamily="34" charset="0"/>
              </a:defRPr>
            </a:lvl3pPr>
            <a:lvl4pPr marL="1600200" indent="-228600" eaLnBrk="0" hangingPunct="0">
              <a:spcBef>
                <a:spcPct val="20000"/>
              </a:spcBef>
              <a:buChar char="–"/>
              <a:defRPr sz="2000">
                <a:solidFill>
                  <a:schemeClr val="tx1"/>
                </a:solidFill>
                <a:latin typeface="Tahoma" panose="020B0604030504040204" pitchFamily="34" charset="0"/>
              </a:defRPr>
            </a:lvl4pPr>
            <a:lvl5pPr marL="2057400" indent="-228600" eaLnBrk="0" hangingPunct="0">
              <a:spcBef>
                <a:spcPct val="20000"/>
              </a:spcBef>
              <a:buClr>
                <a:schemeClr val="tx2"/>
              </a:buClr>
              <a:buChar char="–"/>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tx2"/>
              </a:buClr>
              <a:buChar char="–"/>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tx2"/>
              </a:buClr>
              <a:buChar char="–"/>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tx2"/>
              </a:buClr>
              <a:buChar char="–"/>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tx2"/>
              </a:buClr>
              <a:buChar char="–"/>
              <a:defRPr sz="2000">
                <a:solidFill>
                  <a:schemeClr val="tx1"/>
                </a:solidFill>
                <a:latin typeface="Tahoma" panose="020B0604030504040204" pitchFamily="34" charset="0"/>
              </a:defRPr>
            </a:lvl9pPr>
          </a:lstStyle>
          <a:p>
            <a:pPr eaLnBrk="1" hangingPunct="1">
              <a:spcBef>
                <a:spcPct val="0"/>
              </a:spcBef>
              <a:buFontTx/>
              <a:buNone/>
            </a:pPr>
            <a:fld id="{F5EF1883-4B1B-4540-8287-268A4CC5BE2C}" type="slidenum">
              <a:rPr lang="en-US" altLang="en-US" sz="1400">
                <a:latin typeface="Arial" panose="020B0604020202020204" pitchFamily="34" charset="0"/>
              </a:rPr>
              <a:pPr eaLnBrk="1" hangingPunct="1">
                <a:spcBef>
                  <a:spcPct val="0"/>
                </a:spcBef>
                <a:buFontTx/>
                <a:buNone/>
              </a:pPr>
              <a:t>31</a:t>
            </a:fld>
            <a:endParaRPr lang="en-US" altLang="en-US" sz="1400">
              <a:latin typeface="Arial" panose="020B0604020202020204" pitchFamily="34" charset="0"/>
            </a:endParaRPr>
          </a:p>
        </p:txBody>
      </p:sp>
      <p:graphicFrame>
        <p:nvGraphicFramePr>
          <p:cNvPr id="35846" name="Object 4"/>
          <p:cNvGraphicFramePr>
            <a:graphicFrameLocks/>
          </p:cNvGraphicFramePr>
          <p:nvPr/>
        </p:nvGraphicFramePr>
        <p:xfrm>
          <a:off x="2851150" y="2601913"/>
          <a:ext cx="2601913" cy="357187"/>
        </p:xfrm>
        <a:graphic>
          <a:graphicData uri="http://schemas.openxmlformats.org/presentationml/2006/ole">
            <mc:AlternateContent xmlns:mc="http://schemas.openxmlformats.org/markup-compatibility/2006">
              <mc:Choice xmlns:v="urn:schemas-microsoft-com:vml" Requires="v">
                <p:oleObj spid="_x0000_s35888" name="Equation" r:id="rId6" imgW="1047846" imgH="171450" progId="Equation.3">
                  <p:embed/>
                </p:oleObj>
              </mc:Choice>
              <mc:Fallback>
                <p:oleObj name="Equation" r:id="rId6" imgW="1047846" imgH="171450" progId="Equation.3">
                  <p:embed/>
                  <p:pic>
                    <p:nvPicPr>
                      <p:cNvPr id="0" name="Object 4"/>
                      <p:cNvPicPr>
                        <a:picLocks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2851150" y="2601913"/>
                        <a:ext cx="2601913" cy="35718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35847" name="Object 5"/>
          <p:cNvGraphicFramePr>
            <a:graphicFrameLocks/>
          </p:cNvGraphicFramePr>
          <p:nvPr/>
        </p:nvGraphicFramePr>
        <p:xfrm>
          <a:off x="3352800" y="4114800"/>
          <a:ext cx="2276475" cy="685800"/>
        </p:xfrm>
        <a:graphic>
          <a:graphicData uri="http://schemas.openxmlformats.org/presentationml/2006/ole">
            <mc:AlternateContent xmlns:mc="http://schemas.openxmlformats.org/markup-compatibility/2006">
              <mc:Choice xmlns:v="urn:schemas-microsoft-com:vml" Requires="v">
                <p:oleObj spid="_x0000_s35889" name="Equation" r:id="rId8" imgW="981123" imgH="323730" progId="Equation.3">
                  <p:embed/>
                </p:oleObj>
              </mc:Choice>
              <mc:Fallback>
                <p:oleObj name="Equation" r:id="rId8" imgW="981123" imgH="323730" progId="Equation.3">
                  <p:embed/>
                  <p:pic>
                    <p:nvPicPr>
                      <p:cNvPr id="0" name="Object 5"/>
                      <p:cNvPicPr>
                        <a:picLocks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3352800" y="4114800"/>
                        <a:ext cx="2276475" cy="685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Tree>
  </p:cSld>
  <p:clrMapOvr>
    <a:masterClrMapping/>
  </p:clrMapOvr>
  <p:timing>
    <p:tnLst>
      <p:par>
        <p:cTn id="1" dur="indefinite" restart="never" nodeType="tmRoot"/>
      </p:par>
    </p:tn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5474" name="Rectangle 2"/>
          <p:cNvSpPr>
            <a:spLocks noGrp="1" noChangeArrowheads="1"/>
          </p:cNvSpPr>
          <p:nvPr>
            <p:ph type="title"/>
          </p:nvPr>
        </p:nvSpPr>
        <p:spPr/>
        <p:txBody>
          <a:bodyPr lIns="92075" tIns="46038" rIns="92075" bIns="46038"/>
          <a:lstStyle/>
          <a:p>
            <a:pPr eaLnBrk="1" fontAlgn="auto" hangingPunct="1">
              <a:spcAft>
                <a:spcPts val="0"/>
              </a:spcAft>
              <a:defRPr/>
            </a:pPr>
            <a:r>
              <a:rPr lang="en-US" dirty="0">
                <a:solidFill>
                  <a:schemeClr val="tx2">
                    <a:satMod val="130000"/>
                  </a:schemeClr>
                </a:solidFill>
              </a:rPr>
              <a:t>Example</a:t>
            </a:r>
          </a:p>
        </p:txBody>
      </p:sp>
      <p:sp>
        <p:nvSpPr>
          <p:cNvPr id="36867" name="Rectangle 3"/>
          <p:cNvSpPr>
            <a:spLocks noGrp="1" noChangeArrowheads="1"/>
          </p:cNvSpPr>
          <p:nvPr>
            <p:ph idx="1"/>
          </p:nvPr>
        </p:nvSpPr>
        <p:spPr>
          <a:xfrm>
            <a:off x="685800" y="1981200"/>
            <a:ext cx="7772400" cy="4281488"/>
          </a:xfrm>
        </p:spPr>
        <p:txBody>
          <a:bodyPr lIns="92075" tIns="46038" rIns="92075" bIns="46038"/>
          <a:lstStyle/>
          <a:p>
            <a:pPr eaLnBrk="1" hangingPunct="1">
              <a:lnSpc>
                <a:spcPct val="90000"/>
              </a:lnSpc>
            </a:pPr>
            <a:r>
              <a:rPr lang="en-US" altLang="en-US" sz="2400" dirty="0" smtClean="0"/>
              <a:t>Consider an investment in options on Microsoft and AT&amp;T. Suppose the stock prices are 120 and 30 respectively and the deltas of the portfolio with respect to the two stock prices are 1,000 and 20,000 respectively</a:t>
            </a:r>
          </a:p>
          <a:p>
            <a:pPr eaLnBrk="1" hangingPunct="1">
              <a:lnSpc>
                <a:spcPct val="90000"/>
              </a:lnSpc>
            </a:pPr>
            <a:r>
              <a:rPr lang="en-US" altLang="en-US" sz="2400" dirty="0" smtClean="0"/>
              <a:t>As an approximation</a:t>
            </a:r>
          </a:p>
          <a:p>
            <a:pPr eaLnBrk="1" hangingPunct="1">
              <a:lnSpc>
                <a:spcPct val="90000"/>
              </a:lnSpc>
              <a:buFont typeface="Wingdings" panose="05000000000000000000" pitchFamily="2" charset="2"/>
              <a:buNone/>
            </a:pPr>
            <a:endParaRPr lang="en-US" altLang="en-US" sz="2400" dirty="0" smtClean="0"/>
          </a:p>
          <a:p>
            <a:pPr eaLnBrk="1" hangingPunct="1">
              <a:lnSpc>
                <a:spcPct val="90000"/>
              </a:lnSpc>
              <a:buFont typeface="Wingdings" panose="05000000000000000000" pitchFamily="2" charset="2"/>
              <a:buNone/>
            </a:pPr>
            <a:r>
              <a:rPr lang="en-US" altLang="en-US" sz="2400" dirty="0" smtClean="0"/>
              <a:t>	</a:t>
            </a:r>
          </a:p>
          <a:p>
            <a:pPr eaLnBrk="1" hangingPunct="1">
              <a:lnSpc>
                <a:spcPct val="90000"/>
              </a:lnSpc>
              <a:buFont typeface="Wingdings" panose="05000000000000000000" pitchFamily="2" charset="2"/>
              <a:buNone/>
            </a:pPr>
            <a:r>
              <a:rPr lang="en-US" altLang="en-US" sz="2400" dirty="0" smtClean="0"/>
              <a:t>	where </a:t>
            </a:r>
            <a:r>
              <a:rPr lang="en-US" altLang="en-US" sz="2400" dirty="0" smtClean="0">
                <a:latin typeface="Symbol" panose="05050102010706020507" pitchFamily="18" charset="2"/>
              </a:rPr>
              <a:t>D</a:t>
            </a:r>
            <a:r>
              <a:rPr lang="en-US" altLang="en-US" sz="2400" i="1" dirty="0" smtClean="0">
                <a:latin typeface="Times New Roman" panose="02020603050405020304" pitchFamily="18" charset="0"/>
              </a:rPr>
              <a:t>x</a:t>
            </a:r>
            <a:r>
              <a:rPr lang="en-US" altLang="en-US" sz="2400" baseline="-25000" dirty="0" smtClean="0"/>
              <a:t>1</a:t>
            </a:r>
            <a:r>
              <a:rPr lang="en-US" altLang="en-US" sz="2400" dirty="0" smtClean="0"/>
              <a:t> and </a:t>
            </a:r>
            <a:r>
              <a:rPr lang="en-US" altLang="en-US" sz="2400" dirty="0" smtClean="0">
                <a:latin typeface="Symbol" panose="05050102010706020507" pitchFamily="18" charset="2"/>
              </a:rPr>
              <a:t>D</a:t>
            </a:r>
            <a:r>
              <a:rPr lang="en-US" altLang="en-US" sz="2400" i="1" dirty="0" smtClean="0">
                <a:latin typeface="Times New Roman" panose="02020603050405020304" pitchFamily="18" charset="0"/>
              </a:rPr>
              <a:t>x</a:t>
            </a:r>
            <a:r>
              <a:rPr lang="en-US" altLang="en-US" sz="2400" baseline="-25000" dirty="0" smtClean="0"/>
              <a:t>2</a:t>
            </a:r>
            <a:r>
              <a:rPr lang="en-US" altLang="en-US" sz="2400" dirty="0" smtClean="0"/>
              <a:t> are the percentage changes in the two stock prices</a:t>
            </a:r>
            <a:r>
              <a:rPr lang="en-US" altLang="en-US" sz="2400" baseline="-25000" dirty="0" smtClean="0"/>
              <a:t> </a:t>
            </a:r>
            <a:endParaRPr lang="en-US" altLang="en-US" sz="2400" dirty="0" smtClean="0"/>
          </a:p>
          <a:p>
            <a:pPr eaLnBrk="1" hangingPunct="1">
              <a:lnSpc>
                <a:spcPct val="90000"/>
              </a:lnSpc>
              <a:buFont typeface="Wingdings" panose="05000000000000000000" pitchFamily="2" charset="2"/>
              <a:buNone/>
            </a:pPr>
            <a:endParaRPr lang="en-US" altLang="en-US" sz="2400" dirty="0" smtClean="0"/>
          </a:p>
        </p:txBody>
      </p:sp>
      <p:sp>
        <p:nvSpPr>
          <p:cNvPr id="36868" name="Footer Placeholder 4"/>
          <p:cNvSpPr>
            <a:spLocks noGrp="1"/>
          </p:cNvSpPr>
          <p:nvPr>
            <p:ph type="ftr"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spcBef>
                <a:spcPct val="20000"/>
              </a:spcBef>
              <a:buBlip>
                <a:blip r:embed="rId4"/>
              </a:buBlip>
              <a:defRPr sz="3200">
                <a:solidFill>
                  <a:schemeClr val="tx1"/>
                </a:solidFill>
                <a:latin typeface="Tahoma" panose="020B0604030504040204" pitchFamily="34" charset="0"/>
              </a:defRPr>
            </a:lvl1pPr>
            <a:lvl2pPr marL="742950" indent="-285750" eaLnBrk="0" hangingPunct="0">
              <a:spcBef>
                <a:spcPct val="20000"/>
              </a:spcBef>
              <a:buSzPct val="75000"/>
              <a:buBlip>
                <a:blip r:embed="rId5"/>
              </a:buBlip>
              <a:defRPr sz="2800">
                <a:solidFill>
                  <a:schemeClr val="tx1"/>
                </a:solidFill>
                <a:latin typeface="Tahoma" panose="020B0604030504040204" pitchFamily="34" charset="0"/>
              </a:defRPr>
            </a:lvl2pPr>
            <a:lvl3pPr marL="1143000" indent="-228600" eaLnBrk="0" hangingPunct="0">
              <a:spcBef>
                <a:spcPct val="20000"/>
              </a:spcBef>
              <a:buChar char="•"/>
              <a:defRPr sz="2400">
                <a:solidFill>
                  <a:schemeClr val="tx1"/>
                </a:solidFill>
                <a:latin typeface="Tahoma" panose="020B0604030504040204" pitchFamily="34" charset="0"/>
              </a:defRPr>
            </a:lvl3pPr>
            <a:lvl4pPr marL="1600200" indent="-228600" eaLnBrk="0" hangingPunct="0">
              <a:spcBef>
                <a:spcPct val="20000"/>
              </a:spcBef>
              <a:buChar char="–"/>
              <a:defRPr sz="2000">
                <a:solidFill>
                  <a:schemeClr val="tx1"/>
                </a:solidFill>
                <a:latin typeface="Tahoma" panose="020B0604030504040204" pitchFamily="34" charset="0"/>
              </a:defRPr>
            </a:lvl4pPr>
            <a:lvl5pPr marL="2057400" indent="-228600" eaLnBrk="0" hangingPunct="0">
              <a:spcBef>
                <a:spcPct val="20000"/>
              </a:spcBef>
              <a:buClr>
                <a:schemeClr val="tx2"/>
              </a:buClr>
              <a:buChar char="–"/>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tx2"/>
              </a:buClr>
              <a:buChar char="–"/>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tx2"/>
              </a:buClr>
              <a:buChar char="–"/>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tx2"/>
              </a:buClr>
              <a:buChar char="–"/>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tx2"/>
              </a:buClr>
              <a:buChar char="–"/>
              <a:defRPr sz="2000">
                <a:solidFill>
                  <a:schemeClr val="tx1"/>
                </a:solidFill>
                <a:latin typeface="Tahoma" panose="020B0604030504040204" pitchFamily="34" charset="0"/>
              </a:defRPr>
            </a:lvl9pPr>
          </a:lstStyle>
          <a:p>
            <a:pPr eaLnBrk="1" hangingPunct="1">
              <a:spcBef>
                <a:spcPct val="0"/>
              </a:spcBef>
              <a:buFontTx/>
              <a:buNone/>
            </a:pPr>
            <a:r>
              <a:rPr lang="en-US" altLang="en-US" sz="1400" smtClean="0">
                <a:latin typeface="Arial" panose="020B0604020202020204" pitchFamily="34" charset="0"/>
                <a:cs typeface="Arial" panose="020B0604020202020204" pitchFamily="34" charset="0"/>
              </a:rPr>
              <a:t>Options, Futures, and Other Derivatives,  11th Edition, Copyright © John  C. Hull 2021</a:t>
            </a:r>
          </a:p>
        </p:txBody>
      </p:sp>
      <p:sp>
        <p:nvSpPr>
          <p:cNvPr id="36869" name="Slide Number Placeholder 5"/>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spcBef>
                <a:spcPct val="20000"/>
              </a:spcBef>
              <a:buBlip>
                <a:blip r:embed="rId4"/>
              </a:buBlip>
              <a:defRPr sz="3200">
                <a:solidFill>
                  <a:schemeClr val="tx1"/>
                </a:solidFill>
                <a:latin typeface="Tahoma" panose="020B0604030504040204" pitchFamily="34" charset="0"/>
              </a:defRPr>
            </a:lvl1pPr>
            <a:lvl2pPr marL="742950" indent="-285750" eaLnBrk="0" hangingPunct="0">
              <a:spcBef>
                <a:spcPct val="20000"/>
              </a:spcBef>
              <a:buSzPct val="75000"/>
              <a:buBlip>
                <a:blip r:embed="rId5"/>
              </a:buBlip>
              <a:defRPr sz="2800">
                <a:solidFill>
                  <a:schemeClr val="tx1"/>
                </a:solidFill>
                <a:latin typeface="Tahoma" panose="020B0604030504040204" pitchFamily="34" charset="0"/>
              </a:defRPr>
            </a:lvl2pPr>
            <a:lvl3pPr marL="1143000" indent="-228600" eaLnBrk="0" hangingPunct="0">
              <a:spcBef>
                <a:spcPct val="20000"/>
              </a:spcBef>
              <a:buChar char="•"/>
              <a:defRPr sz="2400">
                <a:solidFill>
                  <a:schemeClr val="tx1"/>
                </a:solidFill>
                <a:latin typeface="Tahoma" panose="020B0604030504040204" pitchFamily="34" charset="0"/>
              </a:defRPr>
            </a:lvl3pPr>
            <a:lvl4pPr marL="1600200" indent="-228600" eaLnBrk="0" hangingPunct="0">
              <a:spcBef>
                <a:spcPct val="20000"/>
              </a:spcBef>
              <a:buChar char="–"/>
              <a:defRPr sz="2000">
                <a:solidFill>
                  <a:schemeClr val="tx1"/>
                </a:solidFill>
                <a:latin typeface="Tahoma" panose="020B0604030504040204" pitchFamily="34" charset="0"/>
              </a:defRPr>
            </a:lvl4pPr>
            <a:lvl5pPr marL="2057400" indent="-228600" eaLnBrk="0" hangingPunct="0">
              <a:spcBef>
                <a:spcPct val="20000"/>
              </a:spcBef>
              <a:buClr>
                <a:schemeClr val="tx2"/>
              </a:buClr>
              <a:buChar char="–"/>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tx2"/>
              </a:buClr>
              <a:buChar char="–"/>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tx2"/>
              </a:buClr>
              <a:buChar char="–"/>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tx2"/>
              </a:buClr>
              <a:buChar char="–"/>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tx2"/>
              </a:buClr>
              <a:buChar char="–"/>
              <a:defRPr sz="2000">
                <a:solidFill>
                  <a:schemeClr val="tx1"/>
                </a:solidFill>
                <a:latin typeface="Tahoma" panose="020B0604030504040204" pitchFamily="34" charset="0"/>
              </a:defRPr>
            </a:lvl9pPr>
          </a:lstStyle>
          <a:p>
            <a:pPr eaLnBrk="1" hangingPunct="1">
              <a:spcBef>
                <a:spcPct val="0"/>
              </a:spcBef>
              <a:buFontTx/>
              <a:buNone/>
            </a:pPr>
            <a:fld id="{B82D0CBC-4B7E-4CEB-A51F-4C2D44BA0121}" type="slidenum">
              <a:rPr lang="en-US" altLang="en-US" sz="1400">
                <a:latin typeface="Arial" panose="020B0604020202020204" pitchFamily="34" charset="0"/>
              </a:rPr>
              <a:pPr eaLnBrk="1" hangingPunct="1">
                <a:spcBef>
                  <a:spcPct val="0"/>
                </a:spcBef>
                <a:buFontTx/>
                <a:buNone/>
              </a:pPr>
              <a:t>32</a:t>
            </a:fld>
            <a:endParaRPr lang="en-US" altLang="en-US" sz="1400">
              <a:latin typeface="Arial" panose="020B0604020202020204" pitchFamily="34" charset="0"/>
            </a:endParaRPr>
          </a:p>
        </p:txBody>
      </p:sp>
      <p:graphicFrame>
        <p:nvGraphicFramePr>
          <p:cNvPr id="36870" name="Object 4"/>
          <p:cNvGraphicFramePr>
            <a:graphicFrameLocks/>
          </p:cNvGraphicFramePr>
          <p:nvPr/>
        </p:nvGraphicFramePr>
        <p:xfrm>
          <a:off x="1752600" y="4267200"/>
          <a:ext cx="5057775" cy="457200"/>
        </p:xfrm>
        <a:graphic>
          <a:graphicData uri="http://schemas.openxmlformats.org/presentationml/2006/ole">
            <mc:AlternateContent xmlns:mc="http://schemas.openxmlformats.org/markup-compatibility/2006">
              <mc:Choice xmlns:v="urn:schemas-microsoft-com:vml" Requires="v">
                <p:oleObj spid="_x0000_s36889" name="Equation" r:id="rId6" imgW="2257501" imgH="200070" progId="Equation.3">
                  <p:embed/>
                </p:oleObj>
              </mc:Choice>
              <mc:Fallback>
                <p:oleObj name="Equation" r:id="rId6" imgW="2257501" imgH="200070" progId="Equation.3">
                  <p:embed/>
                  <p:pic>
                    <p:nvPicPr>
                      <p:cNvPr id="0" name="Object 4"/>
                      <p:cNvPicPr>
                        <a:picLocks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1752600" y="4267200"/>
                        <a:ext cx="5057775"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Tree>
  </p:cSld>
  <p:clrMapOvr>
    <a:masterClrMapping/>
  </p:clrMapOvr>
  <p:timing>
    <p:tnLst>
      <p:par>
        <p:cTn id="1" dur="indefinite" restart="never" nodeType="tmRoot"/>
      </p:par>
    </p:tn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7890" name="Footer Placeholder 4"/>
          <p:cNvSpPr>
            <a:spLocks noGrp="1"/>
          </p:cNvSpPr>
          <p:nvPr>
            <p:ph type="ftr"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spcBef>
                <a:spcPct val="20000"/>
              </a:spcBef>
              <a:buBlip>
                <a:blip r:embed="rId3"/>
              </a:buBlip>
              <a:defRPr sz="3200">
                <a:solidFill>
                  <a:schemeClr val="tx1"/>
                </a:solidFill>
                <a:latin typeface="Tahoma" panose="020B0604030504040204" pitchFamily="34" charset="0"/>
              </a:defRPr>
            </a:lvl1pPr>
            <a:lvl2pPr marL="742950" indent="-285750" eaLnBrk="0" hangingPunct="0">
              <a:spcBef>
                <a:spcPct val="20000"/>
              </a:spcBef>
              <a:buSzPct val="75000"/>
              <a:buBlip>
                <a:blip r:embed="rId4"/>
              </a:buBlip>
              <a:defRPr sz="2800">
                <a:solidFill>
                  <a:schemeClr val="tx1"/>
                </a:solidFill>
                <a:latin typeface="Tahoma" panose="020B0604030504040204" pitchFamily="34" charset="0"/>
              </a:defRPr>
            </a:lvl2pPr>
            <a:lvl3pPr marL="1143000" indent="-228600" eaLnBrk="0" hangingPunct="0">
              <a:spcBef>
                <a:spcPct val="20000"/>
              </a:spcBef>
              <a:buChar char="•"/>
              <a:defRPr sz="2400">
                <a:solidFill>
                  <a:schemeClr val="tx1"/>
                </a:solidFill>
                <a:latin typeface="Tahoma" panose="020B0604030504040204" pitchFamily="34" charset="0"/>
              </a:defRPr>
            </a:lvl3pPr>
            <a:lvl4pPr marL="1600200" indent="-228600" eaLnBrk="0" hangingPunct="0">
              <a:spcBef>
                <a:spcPct val="20000"/>
              </a:spcBef>
              <a:buChar char="–"/>
              <a:defRPr sz="2000">
                <a:solidFill>
                  <a:schemeClr val="tx1"/>
                </a:solidFill>
                <a:latin typeface="Tahoma" panose="020B0604030504040204" pitchFamily="34" charset="0"/>
              </a:defRPr>
            </a:lvl4pPr>
            <a:lvl5pPr marL="2057400" indent="-228600" eaLnBrk="0" hangingPunct="0">
              <a:spcBef>
                <a:spcPct val="20000"/>
              </a:spcBef>
              <a:buClr>
                <a:schemeClr val="tx2"/>
              </a:buClr>
              <a:buChar char="–"/>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tx2"/>
              </a:buClr>
              <a:buChar char="–"/>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tx2"/>
              </a:buClr>
              <a:buChar char="–"/>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tx2"/>
              </a:buClr>
              <a:buChar char="–"/>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tx2"/>
              </a:buClr>
              <a:buChar char="–"/>
              <a:defRPr sz="2000">
                <a:solidFill>
                  <a:schemeClr val="tx1"/>
                </a:solidFill>
                <a:latin typeface="Tahoma" panose="020B0604030504040204" pitchFamily="34" charset="0"/>
              </a:defRPr>
            </a:lvl9pPr>
          </a:lstStyle>
          <a:p>
            <a:pPr eaLnBrk="1" hangingPunct="1">
              <a:spcBef>
                <a:spcPct val="0"/>
              </a:spcBef>
              <a:buFontTx/>
              <a:buNone/>
            </a:pPr>
            <a:r>
              <a:rPr lang="en-US" altLang="en-US" sz="1400" smtClean="0">
                <a:latin typeface="Arial" panose="020B0604020202020204" pitchFamily="34" charset="0"/>
                <a:cs typeface="Arial" panose="020B0604020202020204" pitchFamily="34" charset="0"/>
              </a:rPr>
              <a:t>Options, Futures, and Other Derivatives,  11th Edition, Copyright © John  C. Hull 2021</a:t>
            </a:r>
          </a:p>
        </p:txBody>
      </p:sp>
      <p:sp>
        <p:nvSpPr>
          <p:cNvPr id="37891" name="Rectangle 2"/>
          <p:cNvSpPr>
            <a:spLocks noGrp="1" noChangeArrowheads="1"/>
          </p:cNvSpPr>
          <p:nvPr>
            <p:ph type="title"/>
          </p:nvPr>
        </p:nvSpPr>
        <p:spPr>
          <a:xfrm>
            <a:off x="533400" y="1143000"/>
            <a:ext cx="7543800" cy="1214438"/>
          </a:xfrm>
          <a:noFill/>
        </p:spPr>
        <p:txBody>
          <a:bodyPr lIns="92075" tIns="46038" rIns="92075" bIns="46038"/>
          <a:lstStyle/>
          <a:p>
            <a:pPr eaLnBrk="1" hangingPunct="1"/>
            <a:r>
              <a:rPr lang="en-US" altLang="en-US" sz="3600" dirty="0" smtClean="0"/>
              <a:t>But the distribution of the daily return on an option is not normal  </a:t>
            </a:r>
            <a:r>
              <a:rPr lang="en-US" altLang="en-US" dirty="0" smtClean="0"/>
              <a:t/>
            </a:r>
            <a:br>
              <a:rPr lang="en-US" altLang="en-US" dirty="0" smtClean="0"/>
            </a:br>
            <a:endParaRPr lang="en-US" altLang="en-US" dirty="0" smtClean="0"/>
          </a:p>
        </p:txBody>
      </p:sp>
      <p:sp>
        <p:nvSpPr>
          <p:cNvPr id="37892" name="Rectangle 3"/>
          <p:cNvSpPr>
            <a:spLocks noGrp="1" noChangeArrowheads="1"/>
          </p:cNvSpPr>
          <p:nvPr>
            <p:ph type="body" idx="1"/>
          </p:nvPr>
        </p:nvSpPr>
        <p:spPr>
          <a:xfrm>
            <a:off x="381000" y="2362200"/>
            <a:ext cx="8229600" cy="4003675"/>
          </a:xfrm>
          <a:noFill/>
        </p:spPr>
        <p:txBody>
          <a:bodyPr lIns="92075" tIns="46038" rIns="92075" bIns="46038"/>
          <a:lstStyle/>
          <a:p>
            <a:pPr eaLnBrk="1" hangingPunct="1">
              <a:buFont typeface="Wingdings" panose="05000000000000000000" pitchFamily="2" charset="2"/>
              <a:buNone/>
            </a:pPr>
            <a:r>
              <a:rPr lang="en-US" altLang="en-US" dirty="0" smtClean="0"/>
              <a:t>	The linear model fails to capture skewness in the probability distribution of the portfolio value. </a:t>
            </a:r>
          </a:p>
        </p:txBody>
      </p:sp>
      <p:sp>
        <p:nvSpPr>
          <p:cNvPr id="37893" name="Slide Number Placeholder 5"/>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spcBef>
                <a:spcPct val="20000"/>
              </a:spcBef>
              <a:buBlip>
                <a:blip r:embed="rId3"/>
              </a:buBlip>
              <a:defRPr sz="3200">
                <a:solidFill>
                  <a:schemeClr val="tx1"/>
                </a:solidFill>
                <a:latin typeface="Tahoma" panose="020B0604030504040204" pitchFamily="34" charset="0"/>
              </a:defRPr>
            </a:lvl1pPr>
            <a:lvl2pPr marL="742950" indent="-285750" eaLnBrk="0" hangingPunct="0">
              <a:spcBef>
                <a:spcPct val="20000"/>
              </a:spcBef>
              <a:buSzPct val="75000"/>
              <a:buBlip>
                <a:blip r:embed="rId4"/>
              </a:buBlip>
              <a:defRPr sz="2800">
                <a:solidFill>
                  <a:schemeClr val="tx1"/>
                </a:solidFill>
                <a:latin typeface="Tahoma" panose="020B0604030504040204" pitchFamily="34" charset="0"/>
              </a:defRPr>
            </a:lvl2pPr>
            <a:lvl3pPr marL="1143000" indent="-228600" eaLnBrk="0" hangingPunct="0">
              <a:spcBef>
                <a:spcPct val="20000"/>
              </a:spcBef>
              <a:buChar char="•"/>
              <a:defRPr sz="2400">
                <a:solidFill>
                  <a:schemeClr val="tx1"/>
                </a:solidFill>
                <a:latin typeface="Tahoma" panose="020B0604030504040204" pitchFamily="34" charset="0"/>
              </a:defRPr>
            </a:lvl3pPr>
            <a:lvl4pPr marL="1600200" indent="-228600" eaLnBrk="0" hangingPunct="0">
              <a:spcBef>
                <a:spcPct val="20000"/>
              </a:spcBef>
              <a:buChar char="–"/>
              <a:defRPr sz="2000">
                <a:solidFill>
                  <a:schemeClr val="tx1"/>
                </a:solidFill>
                <a:latin typeface="Tahoma" panose="020B0604030504040204" pitchFamily="34" charset="0"/>
              </a:defRPr>
            </a:lvl4pPr>
            <a:lvl5pPr marL="2057400" indent="-228600" eaLnBrk="0" hangingPunct="0">
              <a:spcBef>
                <a:spcPct val="20000"/>
              </a:spcBef>
              <a:buClr>
                <a:schemeClr val="tx2"/>
              </a:buClr>
              <a:buChar char="–"/>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tx2"/>
              </a:buClr>
              <a:buChar char="–"/>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tx2"/>
              </a:buClr>
              <a:buChar char="–"/>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tx2"/>
              </a:buClr>
              <a:buChar char="–"/>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tx2"/>
              </a:buClr>
              <a:buChar char="–"/>
              <a:defRPr sz="2000">
                <a:solidFill>
                  <a:schemeClr val="tx1"/>
                </a:solidFill>
                <a:latin typeface="Tahoma" panose="020B0604030504040204" pitchFamily="34" charset="0"/>
              </a:defRPr>
            </a:lvl9pPr>
          </a:lstStyle>
          <a:p>
            <a:pPr eaLnBrk="1" hangingPunct="1">
              <a:spcBef>
                <a:spcPct val="0"/>
              </a:spcBef>
              <a:buFontTx/>
              <a:buNone/>
            </a:pPr>
            <a:fld id="{CB49DBB3-6A4D-4C8C-9F29-7D3FCF6A6362}" type="slidenum">
              <a:rPr lang="en-US" altLang="en-US" sz="1400">
                <a:latin typeface="Arial" panose="020B0604020202020204" pitchFamily="34" charset="0"/>
              </a:rPr>
              <a:pPr eaLnBrk="1" hangingPunct="1">
                <a:spcBef>
                  <a:spcPct val="0"/>
                </a:spcBef>
                <a:buFontTx/>
                <a:buNone/>
              </a:pPr>
              <a:t>33</a:t>
            </a:fld>
            <a:endParaRPr lang="en-US" altLang="en-US" sz="1400">
              <a:latin typeface="Arial" panose="020B0604020202020204" pitchFamily="34" charset="0"/>
            </a:endParaRPr>
          </a:p>
        </p:txBody>
      </p:sp>
    </p:spTree>
  </p:cSld>
  <p:clrMapOvr>
    <a:masterClrMapping/>
  </p:clrMapOvr>
  <p:timing>
    <p:tnLst>
      <p:par>
        <p:cTn id="1" dur="indefinite" restart="never" nodeType="tmRoot"/>
      </p:par>
    </p:tn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914" name="Title 1"/>
          <p:cNvSpPr>
            <a:spLocks noGrp="1"/>
          </p:cNvSpPr>
          <p:nvPr>
            <p:ph type="title"/>
          </p:nvPr>
        </p:nvSpPr>
        <p:spPr>
          <a:xfrm>
            <a:off x="457200" y="122238"/>
            <a:ext cx="7543800" cy="1663700"/>
          </a:xfrm>
        </p:spPr>
        <p:txBody>
          <a:bodyPr/>
          <a:lstStyle/>
          <a:p>
            <a:pPr eaLnBrk="1" hangingPunct="1"/>
            <a:r>
              <a:rPr lang="en-US" altLang="en-US" dirty="0" smtClean="0"/>
              <a:t/>
            </a:r>
            <a:br>
              <a:rPr lang="en-US" altLang="en-US" dirty="0" smtClean="0"/>
            </a:br>
            <a:r>
              <a:rPr lang="en-US" altLang="en-US" dirty="0" smtClean="0"/>
              <a:t>Impact of gamma </a:t>
            </a:r>
            <a:r>
              <a:rPr lang="en-US" altLang="en-US" sz="2600" dirty="0" smtClean="0"/>
              <a:t>(Figure 22.3)</a:t>
            </a:r>
            <a:endParaRPr lang="en-US" altLang="en-US" dirty="0" smtClean="0"/>
          </a:p>
        </p:txBody>
      </p:sp>
      <p:sp>
        <p:nvSpPr>
          <p:cNvPr id="38915" name="Footer Placeholder 2"/>
          <p:cNvSpPr>
            <a:spLocks noGrp="1"/>
          </p:cNvSpPr>
          <p:nvPr>
            <p:ph type="ftr"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spcBef>
                <a:spcPct val="20000"/>
              </a:spcBef>
              <a:buBlip>
                <a:blip r:embed="rId3"/>
              </a:buBlip>
              <a:defRPr sz="3200">
                <a:solidFill>
                  <a:schemeClr val="tx1"/>
                </a:solidFill>
                <a:latin typeface="Tahoma" panose="020B0604030504040204" pitchFamily="34" charset="0"/>
              </a:defRPr>
            </a:lvl1pPr>
            <a:lvl2pPr marL="742950" indent="-285750" eaLnBrk="0" hangingPunct="0">
              <a:spcBef>
                <a:spcPct val="20000"/>
              </a:spcBef>
              <a:buSzPct val="75000"/>
              <a:buBlip>
                <a:blip r:embed="rId4"/>
              </a:buBlip>
              <a:defRPr sz="2800">
                <a:solidFill>
                  <a:schemeClr val="tx1"/>
                </a:solidFill>
                <a:latin typeface="Tahoma" panose="020B0604030504040204" pitchFamily="34" charset="0"/>
              </a:defRPr>
            </a:lvl2pPr>
            <a:lvl3pPr marL="1143000" indent="-228600" eaLnBrk="0" hangingPunct="0">
              <a:spcBef>
                <a:spcPct val="20000"/>
              </a:spcBef>
              <a:buChar char="•"/>
              <a:defRPr sz="2400">
                <a:solidFill>
                  <a:schemeClr val="tx1"/>
                </a:solidFill>
                <a:latin typeface="Tahoma" panose="020B0604030504040204" pitchFamily="34" charset="0"/>
              </a:defRPr>
            </a:lvl3pPr>
            <a:lvl4pPr marL="1600200" indent="-228600" eaLnBrk="0" hangingPunct="0">
              <a:spcBef>
                <a:spcPct val="20000"/>
              </a:spcBef>
              <a:buChar char="–"/>
              <a:defRPr sz="2000">
                <a:solidFill>
                  <a:schemeClr val="tx1"/>
                </a:solidFill>
                <a:latin typeface="Tahoma" panose="020B0604030504040204" pitchFamily="34" charset="0"/>
              </a:defRPr>
            </a:lvl4pPr>
            <a:lvl5pPr marL="2057400" indent="-228600" eaLnBrk="0" hangingPunct="0">
              <a:spcBef>
                <a:spcPct val="20000"/>
              </a:spcBef>
              <a:buClr>
                <a:schemeClr val="tx2"/>
              </a:buClr>
              <a:buChar char="–"/>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tx2"/>
              </a:buClr>
              <a:buChar char="–"/>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tx2"/>
              </a:buClr>
              <a:buChar char="–"/>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tx2"/>
              </a:buClr>
              <a:buChar char="–"/>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tx2"/>
              </a:buClr>
              <a:buChar char="–"/>
              <a:defRPr sz="2000">
                <a:solidFill>
                  <a:schemeClr val="tx1"/>
                </a:solidFill>
                <a:latin typeface="Tahoma" panose="020B0604030504040204" pitchFamily="34" charset="0"/>
              </a:defRPr>
            </a:lvl9pPr>
          </a:lstStyle>
          <a:p>
            <a:pPr eaLnBrk="1" hangingPunct="1">
              <a:spcBef>
                <a:spcPct val="0"/>
              </a:spcBef>
              <a:buFontTx/>
              <a:buNone/>
            </a:pPr>
            <a:r>
              <a:rPr lang="en-US" altLang="en-US" sz="1400" smtClean="0">
                <a:latin typeface="Arial" panose="020B0604020202020204" pitchFamily="34" charset="0"/>
                <a:cs typeface="Arial" panose="020B0604020202020204" pitchFamily="34" charset="0"/>
              </a:rPr>
              <a:t>Options, Futures, and Other Derivatives,  11th Edition, Copyright © John  C. Hull 2021</a:t>
            </a:r>
          </a:p>
        </p:txBody>
      </p:sp>
      <p:sp>
        <p:nvSpPr>
          <p:cNvPr id="38916" name="Slide Number Placeholder 3"/>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spcBef>
                <a:spcPct val="20000"/>
              </a:spcBef>
              <a:buBlip>
                <a:blip r:embed="rId3"/>
              </a:buBlip>
              <a:defRPr sz="3200">
                <a:solidFill>
                  <a:schemeClr val="tx1"/>
                </a:solidFill>
                <a:latin typeface="Tahoma" panose="020B0604030504040204" pitchFamily="34" charset="0"/>
              </a:defRPr>
            </a:lvl1pPr>
            <a:lvl2pPr marL="742950" indent="-285750" eaLnBrk="0" hangingPunct="0">
              <a:spcBef>
                <a:spcPct val="20000"/>
              </a:spcBef>
              <a:buSzPct val="75000"/>
              <a:buBlip>
                <a:blip r:embed="rId4"/>
              </a:buBlip>
              <a:defRPr sz="2800">
                <a:solidFill>
                  <a:schemeClr val="tx1"/>
                </a:solidFill>
                <a:latin typeface="Tahoma" panose="020B0604030504040204" pitchFamily="34" charset="0"/>
              </a:defRPr>
            </a:lvl2pPr>
            <a:lvl3pPr marL="1143000" indent="-228600" eaLnBrk="0" hangingPunct="0">
              <a:spcBef>
                <a:spcPct val="20000"/>
              </a:spcBef>
              <a:buChar char="•"/>
              <a:defRPr sz="2400">
                <a:solidFill>
                  <a:schemeClr val="tx1"/>
                </a:solidFill>
                <a:latin typeface="Tahoma" panose="020B0604030504040204" pitchFamily="34" charset="0"/>
              </a:defRPr>
            </a:lvl3pPr>
            <a:lvl4pPr marL="1600200" indent="-228600" eaLnBrk="0" hangingPunct="0">
              <a:spcBef>
                <a:spcPct val="20000"/>
              </a:spcBef>
              <a:buChar char="–"/>
              <a:defRPr sz="2000">
                <a:solidFill>
                  <a:schemeClr val="tx1"/>
                </a:solidFill>
                <a:latin typeface="Tahoma" panose="020B0604030504040204" pitchFamily="34" charset="0"/>
              </a:defRPr>
            </a:lvl4pPr>
            <a:lvl5pPr marL="2057400" indent="-228600" eaLnBrk="0" hangingPunct="0">
              <a:spcBef>
                <a:spcPct val="20000"/>
              </a:spcBef>
              <a:buClr>
                <a:schemeClr val="tx2"/>
              </a:buClr>
              <a:buChar char="–"/>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tx2"/>
              </a:buClr>
              <a:buChar char="–"/>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tx2"/>
              </a:buClr>
              <a:buChar char="–"/>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tx2"/>
              </a:buClr>
              <a:buChar char="–"/>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tx2"/>
              </a:buClr>
              <a:buChar char="–"/>
              <a:defRPr sz="2000">
                <a:solidFill>
                  <a:schemeClr val="tx1"/>
                </a:solidFill>
                <a:latin typeface="Tahoma" panose="020B0604030504040204" pitchFamily="34" charset="0"/>
              </a:defRPr>
            </a:lvl9pPr>
          </a:lstStyle>
          <a:p>
            <a:pPr eaLnBrk="1" hangingPunct="1">
              <a:spcBef>
                <a:spcPct val="0"/>
              </a:spcBef>
              <a:buFontTx/>
              <a:buNone/>
            </a:pPr>
            <a:fld id="{3DD9EF55-F68B-4D32-B465-A63E02DBDD7A}" type="slidenum">
              <a:rPr lang="en-US" altLang="en-US" sz="1400">
                <a:latin typeface="Arial" panose="020B0604020202020204" pitchFamily="34" charset="0"/>
              </a:rPr>
              <a:pPr eaLnBrk="1" hangingPunct="1">
                <a:spcBef>
                  <a:spcPct val="0"/>
                </a:spcBef>
                <a:buFontTx/>
                <a:buNone/>
              </a:pPr>
              <a:t>34</a:t>
            </a:fld>
            <a:endParaRPr lang="en-US" altLang="en-US" sz="1400">
              <a:latin typeface="Arial" panose="020B0604020202020204" pitchFamily="34" charset="0"/>
            </a:endParaRPr>
          </a:p>
        </p:txBody>
      </p:sp>
      <p:sp>
        <p:nvSpPr>
          <p:cNvPr id="5" name="Rectangle 6"/>
          <p:cNvSpPr txBox="1">
            <a:spLocks noChangeArrowheads="1"/>
          </p:cNvSpPr>
          <p:nvPr/>
        </p:nvSpPr>
        <p:spPr>
          <a:xfrm>
            <a:off x="457200" y="1719263"/>
            <a:ext cx="8229600" cy="4411662"/>
          </a:xfrm>
          <a:prstGeom prst="rect">
            <a:avLst/>
          </a:prstGeom>
        </p:spPr>
        <p:txBody>
          <a:bodyPr/>
          <a:lstStyle/>
          <a:p>
            <a:pPr marL="342900" indent="-342900" eaLnBrk="0" hangingPunct="0">
              <a:spcBef>
                <a:spcPct val="20000"/>
              </a:spcBef>
              <a:buClr>
                <a:schemeClr val="tx2"/>
              </a:buClr>
              <a:buSzPct val="70000"/>
              <a:buFont typeface="Wingdings" pitchFamily="2" charset="2"/>
              <a:buNone/>
              <a:defRPr/>
            </a:pPr>
            <a:r>
              <a:rPr lang="en-US" sz="3200" kern="0" dirty="0">
                <a:latin typeface="+mn-lt"/>
                <a:cs typeface="Arial" charset="0"/>
              </a:rPr>
              <a:t> </a:t>
            </a:r>
            <a:endParaRPr lang="en-CA" sz="3200" kern="0" dirty="0">
              <a:latin typeface="+mn-lt"/>
              <a:cs typeface="Arial" charset="0"/>
            </a:endParaRPr>
          </a:p>
        </p:txBody>
      </p:sp>
      <p:pic>
        <p:nvPicPr>
          <p:cNvPr id="38918" name="Picture 4"/>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285750" y="1857375"/>
            <a:ext cx="3902075" cy="27146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pic>
      <p:pic>
        <p:nvPicPr>
          <p:cNvPr id="38919" name="Picture 8"/>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4357688" y="1857375"/>
            <a:ext cx="3643312" cy="27590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pic>
      <p:sp>
        <p:nvSpPr>
          <p:cNvPr id="38920" name="TextBox 17"/>
          <p:cNvSpPr txBox="1">
            <a:spLocks noChangeArrowheads="1"/>
          </p:cNvSpPr>
          <p:nvPr/>
        </p:nvSpPr>
        <p:spPr bwMode="auto">
          <a:xfrm>
            <a:off x="857250" y="4714875"/>
            <a:ext cx="2000250" cy="369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spcBef>
                <a:spcPct val="20000"/>
              </a:spcBef>
              <a:buBlip>
                <a:blip r:embed="rId3"/>
              </a:buBlip>
              <a:defRPr sz="3200">
                <a:solidFill>
                  <a:schemeClr val="tx1"/>
                </a:solidFill>
                <a:latin typeface="Tahoma" panose="020B0604030504040204" pitchFamily="34" charset="0"/>
              </a:defRPr>
            </a:lvl1pPr>
            <a:lvl2pPr marL="742950" indent="-285750" eaLnBrk="0" hangingPunct="0">
              <a:spcBef>
                <a:spcPct val="20000"/>
              </a:spcBef>
              <a:buSzPct val="75000"/>
              <a:buBlip>
                <a:blip r:embed="rId4"/>
              </a:buBlip>
              <a:defRPr sz="2800">
                <a:solidFill>
                  <a:schemeClr val="tx1"/>
                </a:solidFill>
                <a:latin typeface="Tahoma" panose="020B0604030504040204" pitchFamily="34" charset="0"/>
              </a:defRPr>
            </a:lvl2pPr>
            <a:lvl3pPr marL="1143000" indent="-228600" eaLnBrk="0" hangingPunct="0">
              <a:spcBef>
                <a:spcPct val="20000"/>
              </a:spcBef>
              <a:buChar char="•"/>
              <a:defRPr sz="2400">
                <a:solidFill>
                  <a:schemeClr val="tx1"/>
                </a:solidFill>
                <a:latin typeface="Tahoma" panose="020B0604030504040204" pitchFamily="34" charset="0"/>
              </a:defRPr>
            </a:lvl3pPr>
            <a:lvl4pPr marL="1600200" indent="-228600" eaLnBrk="0" hangingPunct="0">
              <a:spcBef>
                <a:spcPct val="20000"/>
              </a:spcBef>
              <a:buChar char="–"/>
              <a:defRPr sz="2000">
                <a:solidFill>
                  <a:schemeClr val="tx1"/>
                </a:solidFill>
                <a:latin typeface="Tahoma" panose="020B0604030504040204" pitchFamily="34" charset="0"/>
              </a:defRPr>
            </a:lvl4pPr>
            <a:lvl5pPr marL="2057400" indent="-228600" eaLnBrk="0" hangingPunct="0">
              <a:spcBef>
                <a:spcPct val="20000"/>
              </a:spcBef>
              <a:buClr>
                <a:schemeClr val="tx2"/>
              </a:buClr>
              <a:buChar char="–"/>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tx2"/>
              </a:buClr>
              <a:buChar char="–"/>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tx2"/>
              </a:buClr>
              <a:buChar char="–"/>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tx2"/>
              </a:buClr>
              <a:buChar char="–"/>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tx2"/>
              </a:buClr>
              <a:buChar char="–"/>
              <a:defRPr sz="2000">
                <a:solidFill>
                  <a:schemeClr val="tx1"/>
                </a:solidFill>
                <a:latin typeface="Tahoma" panose="020B0604030504040204" pitchFamily="34" charset="0"/>
              </a:defRPr>
            </a:lvl9pPr>
          </a:lstStyle>
          <a:p>
            <a:pPr eaLnBrk="1" hangingPunct="1">
              <a:spcBef>
                <a:spcPct val="0"/>
              </a:spcBef>
              <a:buFontTx/>
              <a:buNone/>
            </a:pPr>
            <a:r>
              <a:rPr lang="en-CA" altLang="en-US" sz="1800">
                <a:latin typeface="Arial" panose="020B0604020202020204" pitchFamily="34" charset="0"/>
              </a:rPr>
              <a:t>Positive Gamma</a:t>
            </a:r>
            <a:endParaRPr lang="en-US" altLang="en-US" sz="1800">
              <a:latin typeface="Arial" panose="020B0604020202020204" pitchFamily="34" charset="0"/>
            </a:endParaRPr>
          </a:p>
        </p:txBody>
      </p:sp>
      <p:sp>
        <p:nvSpPr>
          <p:cNvPr id="38921" name="TextBox 18"/>
          <p:cNvSpPr txBox="1">
            <a:spLocks noChangeArrowheads="1"/>
          </p:cNvSpPr>
          <p:nvPr/>
        </p:nvSpPr>
        <p:spPr bwMode="auto">
          <a:xfrm>
            <a:off x="5500688" y="4643438"/>
            <a:ext cx="2428875" cy="3698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spcBef>
                <a:spcPct val="20000"/>
              </a:spcBef>
              <a:buBlip>
                <a:blip r:embed="rId3"/>
              </a:buBlip>
              <a:defRPr sz="3200">
                <a:solidFill>
                  <a:schemeClr val="tx1"/>
                </a:solidFill>
                <a:latin typeface="Tahoma" panose="020B0604030504040204" pitchFamily="34" charset="0"/>
              </a:defRPr>
            </a:lvl1pPr>
            <a:lvl2pPr marL="742950" indent="-285750" eaLnBrk="0" hangingPunct="0">
              <a:spcBef>
                <a:spcPct val="20000"/>
              </a:spcBef>
              <a:buSzPct val="75000"/>
              <a:buBlip>
                <a:blip r:embed="rId4"/>
              </a:buBlip>
              <a:defRPr sz="2800">
                <a:solidFill>
                  <a:schemeClr val="tx1"/>
                </a:solidFill>
                <a:latin typeface="Tahoma" panose="020B0604030504040204" pitchFamily="34" charset="0"/>
              </a:defRPr>
            </a:lvl2pPr>
            <a:lvl3pPr marL="1143000" indent="-228600" eaLnBrk="0" hangingPunct="0">
              <a:spcBef>
                <a:spcPct val="20000"/>
              </a:spcBef>
              <a:buChar char="•"/>
              <a:defRPr sz="2400">
                <a:solidFill>
                  <a:schemeClr val="tx1"/>
                </a:solidFill>
                <a:latin typeface="Tahoma" panose="020B0604030504040204" pitchFamily="34" charset="0"/>
              </a:defRPr>
            </a:lvl3pPr>
            <a:lvl4pPr marL="1600200" indent="-228600" eaLnBrk="0" hangingPunct="0">
              <a:spcBef>
                <a:spcPct val="20000"/>
              </a:spcBef>
              <a:buChar char="–"/>
              <a:defRPr sz="2000">
                <a:solidFill>
                  <a:schemeClr val="tx1"/>
                </a:solidFill>
                <a:latin typeface="Tahoma" panose="020B0604030504040204" pitchFamily="34" charset="0"/>
              </a:defRPr>
            </a:lvl4pPr>
            <a:lvl5pPr marL="2057400" indent="-228600" eaLnBrk="0" hangingPunct="0">
              <a:spcBef>
                <a:spcPct val="20000"/>
              </a:spcBef>
              <a:buClr>
                <a:schemeClr val="tx2"/>
              </a:buClr>
              <a:buChar char="–"/>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tx2"/>
              </a:buClr>
              <a:buChar char="–"/>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tx2"/>
              </a:buClr>
              <a:buChar char="–"/>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tx2"/>
              </a:buClr>
              <a:buChar char="–"/>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tx2"/>
              </a:buClr>
              <a:buChar char="–"/>
              <a:defRPr sz="2000">
                <a:solidFill>
                  <a:schemeClr val="tx1"/>
                </a:solidFill>
                <a:latin typeface="Tahoma" panose="020B0604030504040204" pitchFamily="34" charset="0"/>
              </a:defRPr>
            </a:lvl9pPr>
          </a:lstStyle>
          <a:p>
            <a:pPr eaLnBrk="1" hangingPunct="1">
              <a:spcBef>
                <a:spcPct val="0"/>
              </a:spcBef>
              <a:buFontTx/>
              <a:buNone/>
            </a:pPr>
            <a:r>
              <a:rPr lang="en-CA" altLang="en-US" sz="1800">
                <a:latin typeface="Arial" panose="020B0604020202020204" pitchFamily="34" charset="0"/>
              </a:rPr>
              <a:t>Negative Gamma</a:t>
            </a:r>
            <a:endParaRPr lang="en-US" altLang="en-US" sz="1800">
              <a:latin typeface="Arial" panose="020B0604020202020204" pitchFamily="34" charset="0"/>
            </a:endParaRPr>
          </a:p>
        </p:txBody>
      </p:sp>
    </p:spTree>
  </p:cSld>
  <p:clrMapOvr>
    <a:masterClrMapping/>
  </p:clrMapOvr>
  <p:timing>
    <p:tnLst>
      <p:par>
        <p:cTn id="1" dur="indefinite" restart="never" nodeType="tmRoot"/>
      </p:par>
    </p:tn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938" name="Title 1"/>
          <p:cNvSpPr>
            <a:spLocks noGrp="1"/>
          </p:cNvSpPr>
          <p:nvPr>
            <p:ph type="title"/>
          </p:nvPr>
        </p:nvSpPr>
        <p:spPr>
          <a:xfrm>
            <a:off x="381000" y="685800"/>
            <a:ext cx="8458200" cy="1428750"/>
          </a:xfrm>
        </p:spPr>
        <p:txBody>
          <a:bodyPr/>
          <a:lstStyle/>
          <a:p>
            <a:pPr eaLnBrk="1" hangingPunct="1"/>
            <a:r>
              <a:rPr lang="en-CA" altLang="en-US" sz="3600" dirty="0" smtClean="0"/>
              <a:t>Translation of Asset Price Change to Price Change for Long Call </a:t>
            </a:r>
            <a:r>
              <a:rPr lang="en-CA" altLang="en-US" sz="2000" dirty="0" smtClean="0"/>
              <a:t>(Figure 22.4)</a:t>
            </a:r>
            <a:endParaRPr lang="en-US" altLang="en-US" sz="2000" dirty="0" smtClean="0"/>
          </a:p>
        </p:txBody>
      </p:sp>
      <p:sp>
        <p:nvSpPr>
          <p:cNvPr id="39939" name="Footer Placeholder 2"/>
          <p:cNvSpPr>
            <a:spLocks noGrp="1"/>
          </p:cNvSpPr>
          <p:nvPr>
            <p:ph type="ftr"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spcBef>
                <a:spcPct val="20000"/>
              </a:spcBef>
              <a:buBlip>
                <a:blip r:embed="rId3"/>
              </a:buBlip>
              <a:defRPr sz="3200">
                <a:solidFill>
                  <a:schemeClr val="tx1"/>
                </a:solidFill>
                <a:latin typeface="Tahoma" panose="020B0604030504040204" pitchFamily="34" charset="0"/>
              </a:defRPr>
            </a:lvl1pPr>
            <a:lvl2pPr marL="742950" indent="-285750" eaLnBrk="0" hangingPunct="0">
              <a:spcBef>
                <a:spcPct val="20000"/>
              </a:spcBef>
              <a:buSzPct val="75000"/>
              <a:buBlip>
                <a:blip r:embed="rId4"/>
              </a:buBlip>
              <a:defRPr sz="2800">
                <a:solidFill>
                  <a:schemeClr val="tx1"/>
                </a:solidFill>
                <a:latin typeface="Tahoma" panose="020B0604030504040204" pitchFamily="34" charset="0"/>
              </a:defRPr>
            </a:lvl2pPr>
            <a:lvl3pPr marL="1143000" indent="-228600" eaLnBrk="0" hangingPunct="0">
              <a:spcBef>
                <a:spcPct val="20000"/>
              </a:spcBef>
              <a:buChar char="•"/>
              <a:defRPr sz="2400">
                <a:solidFill>
                  <a:schemeClr val="tx1"/>
                </a:solidFill>
                <a:latin typeface="Tahoma" panose="020B0604030504040204" pitchFamily="34" charset="0"/>
              </a:defRPr>
            </a:lvl3pPr>
            <a:lvl4pPr marL="1600200" indent="-228600" eaLnBrk="0" hangingPunct="0">
              <a:spcBef>
                <a:spcPct val="20000"/>
              </a:spcBef>
              <a:buChar char="–"/>
              <a:defRPr sz="2000">
                <a:solidFill>
                  <a:schemeClr val="tx1"/>
                </a:solidFill>
                <a:latin typeface="Tahoma" panose="020B0604030504040204" pitchFamily="34" charset="0"/>
              </a:defRPr>
            </a:lvl4pPr>
            <a:lvl5pPr marL="2057400" indent="-228600" eaLnBrk="0" hangingPunct="0">
              <a:spcBef>
                <a:spcPct val="20000"/>
              </a:spcBef>
              <a:buClr>
                <a:schemeClr val="tx2"/>
              </a:buClr>
              <a:buChar char="–"/>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tx2"/>
              </a:buClr>
              <a:buChar char="–"/>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tx2"/>
              </a:buClr>
              <a:buChar char="–"/>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tx2"/>
              </a:buClr>
              <a:buChar char="–"/>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tx2"/>
              </a:buClr>
              <a:buChar char="–"/>
              <a:defRPr sz="2000">
                <a:solidFill>
                  <a:schemeClr val="tx1"/>
                </a:solidFill>
                <a:latin typeface="Tahoma" panose="020B0604030504040204" pitchFamily="34" charset="0"/>
              </a:defRPr>
            </a:lvl9pPr>
          </a:lstStyle>
          <a:p>
            <a:pPr eaLnBrk="1" hangingPunct="1">
              <a:spcBef>
                <a:spcPct val="0"/>
              </a:spcBef>
              <a:buFontTx/>
              <a:buNone/>
            </a:pPr>
            <a:r>
              <a:rPr lang="en-US" altLang="en-US" sz="1400" smtClean="0">
                <a:latin typeface="Arial" panose="020B0604020202020204" pitchFamily="34" charset="0"/>
                <a:cs typeface="Arial" panose="020B0604020202020204" pitchFamily="34" charset="0"/>
              </a:rPr>
              <a:t>Options, Futures, and Other Derivatives,  11th Edition, Copyright © John  C. Hull 2021</a:t>
            </a:r>
          </a:p>
        </p:txBody>
      </p:sp>
      <p:sp>
        <p:nvSpPr>
          <p:cNvPr id="39940" name="Slide Number Placeholder 3"/>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spcBef>
                <a:spcPct val="20000"/>
              </a:spcBef>
              <a:buBlip>
                <a:blip r:embed="rId3"/>
              </a:buBlip>
              <a:defRPr sz="3200">
                <a:solidFill>
                  <a:schemeClr val="tx1"/>
                </a:solidFill>
                <a:latin typeface="Tahoma" panose="020B0604030504040204" pitchFamily="34" charset="0"/>
              </a:defRPr>
            </a:lvl1pPr>
            <a:lvl2pPr marL="742950" indent="-285750" eaLnBrk="0" hangingPunct="0">
              <a:spcBef>
                <a:spcPct val="20000"/>
              </a:spcBef>
              <a:buSzPct val="75000"/>
              <a:buBlip>
                <a:blip r:embed="rId4"/>
              </a:buBlip>
              <a:defRPr sz="2800">
                <a:solidFill>
                  <a:schemeClr val="tx1"/>
                </a:solidFill>
                <a:latin typeface="Tahoma" panose="020B0604030504040204" pitchFamily="34" charset="0"/>
              </a:defRPr>
            </a:lvl2pPr>
            <a:lvl3pPr marL="1143000" indent="-228600" eaLnBrk="0" hangingPunct="0">
              <a:spcBef>
                <a:spcPct val="20000"/>
              </a:spcBef>
              <a:buChar char="•"/>
              <a:defRPr sz="2400">
                <a:solidFill>
                  <a:schemeClr val="tx1"/>
                </a:solidFill>
                <a:latin typeface="Tahoma" panose="020B0604030504040204" pitchFamily="34" charset="0"/>
              </a:defRPr>
            </a:lvl3pPr>
            <a:lvl4pPr marL="1600200" indent="-228600" eaLnBrk="0" hangingPunct="0">
              <a:spcBef>
                <a:spcPct val="20000"/>
              </a:spcBef>
              <a:buChar char="–"/>
              <a:defRPr sz="2000">
                <a:solidFill>
                  <a:schemeClr val="tx1"/>
                </a:solidFill>
                <a:latin typeface="Tahoma" panose="020B0604030504040204" pitchFamily="34" charset="0"/>
              </a:defRPr>
            </a:lvl4pPr>
            <a:lvl5pPr marL="2057400" indent="-228600" eaLnBrk="0" hangingPunct="0">
              <a:spcBef>
                <a:spcPct val="20000"/>
              </a:spcBef>
              <a:buClr>
                <a:schemeClr val="tx2"/>
              </a:buClr>
              <a:buChar char="–"/>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tx2"/>
              </a:buClr>
              <a:buChar char="–"/>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tx2"/>
              </a:buClr>
              <a:buChar char="–"/>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tx2"/>
              </a:buClr>
              <a:buChar char="–"/>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tx2"/>
              </a:buClr>
              <a:buChar char="–"/>
              <a:defRPr sz="2000">
                <a:solidFill>
                  <a:schemeClr val="tx1"/>
                </a:solidFill>
                <a:latin typeface="Tahoma" panose="020B0604030504040204" pitchFamily="34" charset="0"/>
              </a:defRPr>
            </a:lvl9pPr>
          </a:lstStyle>
          <a:p>
            <a:pPr eaLnBrk="1" hangingPunct="1">
              <a:spcBef>
                <a:spcPct val="0"/>
              </a:spcBef>
              <a:buFontTx/>
              <a:buNone/>
            </a:pPr>
            <a:fld id="{60051A0F-C4C0-410A-A8F0-8E09830011EF}" type="slidenum">
              <a:rPr lang="en-US" altLang="en-US" sz="1400">
                <a:latin typeface="Arial" panose="020B0604020202020204" pitchFamily="34" charset="0"/>
              </a:rPr>
              <a:pPr eaLnBrk="1" hangingPunct="1">
                <a:spcBef>
                  <a:spcPct val="0"/>
                </a:spcBef>
                <a:buFontTx/>
                <a:buNone/>
              </a:pPr>
              <a:t>35</a:t>
            </a:fld>
            <a:endParaRPr lang="en-US" altLang="en-US" sz="1400">
              <a:latin typeface="Arial" panose="020B0604020202020204" pitchFamily="34" charset="0"/>
            </a:endParaRPr>
          </a:p>
        </p:txBody>
      </p:sp>
      <p:grpSp>
        <p:nvGrpSpPr>
          <p:cNvPr id="39941" name="Group 117"/>
          <p:cNvGrpSpPr>
            <a:grpSpLocks/>
          </p:cNvGrpSpPr>
          <p:nvPr/>
        </p:nvGrpSpPr>
        <p:grpSpPr bwMode="auto">
          <a:xfrm>
            <a:off x="1066800" y="1981200"/>
            <a:ext cx="6572250" cy="4143375"/>
            <a:chOff x="1000100" y="1714487"/>
            <a:chExt cx="6572296" cy="4071967"/>
          </a:xfrm>
        </p:grpSpPr>
        <p:cxnSp>
          <p:nvCxnSpPr>
            <p:cNvPr id="39942" name="Straight Arrow Connector 6"/>
            <p:cNvCxnSpPr>
              <a:cxnSpLocks noChangeShapeType="1"/>
            </p:cNvCxnSpPr>
            <p:nvPr/>
          </p:nvCxnSpPr>
          <p:spPr bwMode="auto">
            <a:xfrm>
              <a:off x="2714612" y="4357694"/>
              <a:ext cx="3714776" cy="1588"/>
            </a:xfrm>
            <a:prstGeom prst="straightConnector1">
              <a:avLst/>
            </a:prstGeom>
            <a:noFill/>
            <a:ln w="12700" algn="ctr">
              <a:solidFill>
                <a:schemeClr val="tx1"/>
              </a:solidFill>
              <a:round/>
              <a:headEnd type="none" w="sm" len="sm"/>
              <a:tailEnd type="arrow" w="med" len="med"/>
            </a:ln>
            <a:extLst>
              <a:ext uri="{909E8E84-426E-40DD-AFC4-6F175D3DCCD1}">
                <a14:hiddenFill xmlns:a14="http://schemas.microsoft.com/office/drawing/2010/main">
                  <a:noFill/>
                </a14:hiddenFill>
              </a:ext>
            </a:extLst>
          </p:spPr>
        </p:cxnSp>
        <p:cxnSp>
          <p:nvCxnSpPr>
            <p:cNvPr id="39943" name="Straight Arrow Connector 8"/>
            <p:cNvCxnSpPr>
              <a:cxnSpLocks noChangeShapeType="1"/>
            </p:cNvCxnSpPr>
            <p:nvPr/>
          </p:nvCxnSpPr>
          <p:spPr bwMode="auto">
            <a:xfrm rot="5400000" flipH="1" flipV="1">
              <a:off x="1428728" y="3071810"/>
              <a:ext cx="2571768" cy="1588"/>
            </a:xfrm>
            <a:prstGeom prst="straightConnector1">
              <a:avLst/>
            </a:prstGeom>
            <a:noFill/>
            <a:ln w="12700" algn="ctr">
              <a:solidFill>
                <a:schemeClr val="tx1"/>
              </a:solidFill>
              <a:round/>
              <a:headEnd type="none" w="sm" len="sm"/>
              <a:tailEnd type="arrow" w="med" len="med"/>
            </a:ln>
            <a:extLst>
              <a:ext uri="{909E8E84-426E-40DD-AFC4-6F175D3DCCD1}">
                <a14:hiddenFill xmlns:a14="http://schemas.microsoft.com/office/drawing/2010/main">
                  <a:noFill/>
                </a14:hiddenFill>
              </a:ext>
            </a:extLst>
          </p:spPr>
        </p:cxnSp>
        <p:pic>
          <p:nvPicPr>
            <p:cNvPr id="39944" name="Picture 3"/>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2928926" y="4429131"/>
              <a:ext cx="3429024" cy="135732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pic>
        <p:pic>
          <p:nvPicPr>
            <p:cNvPr id="39945" name="Picture 4"/>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rot="-5400000">
              <a:off x="334947" y="2379640"/>
              <a:ext cx="2973381" cy="16430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pic>
        <p:cxnSp>
          <p:nvCxnSpPr>
            <p:cNvPr id="39946" name="Straight Connector 20"/>
            <p:cNvCxnSpPr>
              <a:cxnSpLocks noChangeShapeType="1"/>
            </p:cNvCxnSpPr>
            <p:nvPr/>
          </p:nvCxnSpPr>
          <p:spPr bwMode="auto">
            <a:xfrm rot="5400000" flipH="1" flipV="1">
              <a:off x="4251720" y="4320784"/>
              <a:ext cx="785024" cy="1588"/>
            </a:xfrm>
            <a:prstGeom prst="line">
              <a:avLst/>
            </a:prstGeom>
            <a:noFill/>
            <a:ln w="12700" algn="ctr">
              <a:solidFill>
                <a:schemeClr val="tx1"/>
              </a:solidFill>
              <a:prstDash val="sysDot"/>
              <a:round/>
              <a:headEnd type="none" w="sm" len="sm"/>
              <a:tailEnd type="none" w="sm" len="sm"/>
            </a:ln>
            <a:extLst>
              <a:ext uri="{909E8E84-426E-40DD-AFC4-6F175D3DCCD1}">
                <a14:hiddenFill xmlns:a14="http://schemas.microsoft.com/office/drawing/2010/main">
                  <a:noFill/>
                </a14:hiddenFill>
              </a:ext>
            </a:extLst>
          </p:spPr>
        </p:cxnSp>
        <p:cxnSp>
          <p:nvCxnSpPr>
            <p:cNvPr id="39947" name="Straight Connector 24"/>
            <p:cNvCxnSpPr>
              <a:cxnSpLocks noChangeShapeType="1"/>
            </p:cNvCxnSpPr>
            <p:nvPr/>
          </p:nvCxnSpPr>
          <p:spPr bwMode="auto">
            <a:xfrm rot="5400000" flipH="1" flipV="1">
              <a:off x="4108447" y="4393413"/>
              <a:ext cx="1642280" cy="794"/>
            </a:xfrm>
            <a:prstGeom prst="line">
              <a:avLst/>
            </a:prstGeom>
            <a:noFill/>
            <a:ln w="12700" algn="ctr">
              <a:solidFill>
                <a:schemeClr val="tx1"/>
              </a:solidFill>
              <a:prstDash val="sysDot"/>
              <a:round/>
              <a:headEnd type="none" w="sm" len="sm"/>
              <a:tailEnd type="none" w="sm" len="sm"/>
            </a:ln>
            <a:extLst>
              <a:ext uri="{909E8E84-426E-40DD-AFC4-6F175D3DCCD1}">
                <a14:hiddenFill xmlns:a14="http://schemas.microsoft.com/office/drawing/2010/main">
                  <a:noFill/>
                </a14:hiddenFill>
              </a:ext>
            </a:extLst>
          </p:spPr>
        </p:cxnSp>
        <p:cxnSp>
          <p:nvCxnSpPr>
            <p:cNvPr id="39948" name="Straight Connector 29"/>
            <p:cNvCxnSpPr>
              <a:cxnSpLocks noChangeShapeType="1"/>
            </p:cNvCxnSpPr>
            <p:nvPr/>
          </p:nvCxnSpPr>
          <p:spPr bwMode="auto">
            <a:xfrm rot="5400000" flipH="1" flipV="1">
              <a:off x="4036215" y="4250537"/>
              <a:ext cx="2500330" cy="1588"/>
            </a:xfrm>
            <a:prstGeom prst="line">
              <a:avLst/>
            </a:prstGeom>
            <a:noFill/>
            <a:ln w="12700" algn="ctr">
              <a:solidFill>
                <a:schemeClr val="tx1"/>
              </a:solidFill>
              <a:prstDash val="sysDot"/>
              <a:round/>
              <a:headEnd type="none" w="sm" len="sm"/>
              <a:tailEnd type="none" w="sm" len="sm"/>
            </a:ln>
            <a:extLst>
              <a:ext uri="{909E8E84-426E-40DD-AFC4-6F175D3DCCD1}">
                <a14:hiddenFill xmlns:a14="http://schemas.microsoft.com/office/drawing/2010/main">
                  <a:noFill/>
                </a14:hiddenFill>
              </a:ext>
            </a:extLst>
          </p:spPr>
        </p:cxnSp>
        <p:cxnSp>
          <p:nvCxnSpPr>
            <p:cNvPr id="39949" name="Straight Connector 31"/>
            <p:cNvCxnSpPr>
              <a:cxnSpLocks noChangeShapeType="1"/>
            </p:cNvCxnSpPr>
            <p:nvPr/>
          </p:nvCxnSpPr>
          <p:spPr bwMode="auto">
            <a:xfrm>
              <a:off x="2285984" y="3000372"/>
              <a:ext cx="3000396" cy="1588"/>
            </a:xfrm>
            <a:prstGeom prst="line">
              <a:avLst/>
            </a:prstGeom>
            <a:noFill/>
            <a:ln w="12700" algn="ctr">
              <a:solidFill>
                <a:schemeClr val="tx1"/>
              </a:solidFill>
              <a:prstDash val="sysDot"/>
              <a:round/>
              <a:headEnd type="none" w="sm" len="sm"/>
              <a:tailEnd type="none" w="sm" len="sm"/>
            </a:ln>
            <a:extLst>
              <a:ext uri="{909E8E84-426E-40DD-AFC4-6F175D3DCCD1}">
                <a14:hiddenFill xmlns:a14="http://schemas.microsoft.com/office/drawing/2010/main">
                  <a:noFill/>
                </a14:hiddenFill>
              </a:ext>
            </a:extLst>
          </p:spPr>
        </p:cxnSp>
        <p:cxnSp>
          <p:nvCxnSpPr>
            <p:cNvPr id="39950" name="Straight Connector 40"/>
            <p:cNvCxnSpPr>
              <a:cxnSpLocks noChangeShapeType="1"/>
            </p:cNvCxnSpPr>
            <p:nvPr/>
          </p:nvCxnSpPr>
          <p:spPr bwMode="auto">
            <a:xfrm rot="5400000" flipH="1" flipV="1">
              <a:off x="3858414" y="4714090"/>
              <a:ext cx="1000132" cy="1588"/>
            </a:xfrm>
            <a:prstGeom prst="line">
              <a:avLst/>
            </a:prstGeom>
            <a:noFill/>
            <a:ln w="12700" algn="ctr">
              <a:solidFill>
                <a:schemeClr val="tx1"/>
              </a:solidFill>
              <a:prstDash val="sysDot"/>
              <a:round/>
              <a:headEnd type="none" w="sm" len="sm"/>
              <a:tailEnd type="none" w="sm" len="sm"/>
            </a:ln>
            <a:extLst>
              <a:ext uri="{909E8E84-426E-40DD-AFC4-6F175D3DCCD1}">
                <a14:hiddenFill xmlns:a14="http://schemas.microsoft.com/office/drawing/2010/main">
                  <a:noFill/>
                </a14:hiddenFill>
              </a:ext>
            </a:extLst>
          </p:spPr>
        </p:cxnSp>
        <p:cxnSp>
          <p:nvCxnSpPr>
            <p:cNvPr id="39951" name="Straight Connector 48"/>
            <p:cNvCxnSpPr>
              <a:cxnSpLocks noChangeShapeType="1"/>
            </p:cNvCxnSpPr>
            <p:nvPr/>
          </p:nvCxnSpPr>
          <p:spPr bwMode="auto">
            <a:xfrm rot="5400000" flipH="1" flipV="1">
              <a:off x="3464711" y="4893479"/>
              <a:ext cx="1214446" cy="1588"/>
            </a:xfrm>
            <a:prstGeom prst="line">
              <a:avLst/>
            </a:prstGeom>
            <a:noFill/>
            <a:ln w="12700" algn="ctr">
              <a:solidFill>
                <a:schemeClr val="tx1"/>
              </a:solidFill>
              <a:prstDash val="sysDot"/>
              <a:round/>
              <a:headEnd type="none" w="sm" len="sm"/>
              <a:tailEnd type="none" w="sm" len="sm"/>
            </a:ln>
            <a:extLst>
              <a:ext uri="{909E8E84-426E-40DD-AFC4-6F175D3DCCD1}">
                <a14:hiddenFill xmlns:a14="http://schemas.microsoft.com/office/drawing/2010/main">
                  <a:noFill/>
                </a14:hiddenFill>
              </a:ext>
            </a:extLst>
          </p:spPr>
        </p:cxnSp>
        <p:cxnSp>
          <p:nvCxnSpPr>
            <p:cNvPr id="39952" name="Straight Connector 50"/>
            <p:cNvCxnSpPr>
              <a:cxnSpLocks noChangeShapeType="1"/>
            </p:cNvCxnSpPr>
            <p:nvPr/>
          </p:nvCxnSpPr>
          <p:spPr bwMode="auto">
            <a:xfrm>
              <a:off x="2285984" y="4286256"/>
              <a:ext cx="1785950" cy="1588"/>
            </a:xfrm>
            <a:prstGeom prst="line">
              <a:avLst/>
            </a:prstGeom>
            <a:noFill/>
            <a:ln w="12700" algn="ctr">
              <a:solidFill>
                <a:schemeClr val="tx1"/>
              </a:solidFill>
              <a:prstDash val="sysDot"/>
              <a:round/>
              <a:headEnd type="none" w="sm" len="sm"/>
              <a:tailEnd type="none" w="sm" len="sm"/>
            </a:ln>
            <a:extLst>
              <a:ext uri="{909E8E84-426E-40DD-AFC4-6F175D3DCCD1}">
                <a14:hiddenFill xmlns:a14="http://schemas.microsoft.com/office/drawing/2010/main">
                  <a:noFill/>
                </a14:hiddenFill>
              </a:ext>
            </a:extLst>
          </p:spPr>
        </p:cxnSp>
        <p:cxnSp>
          <p:nvCxnSpPr>
            <p:cNvPr id="39953" name="Straight Connector 61"/>
            <p:cNvCxnSpPr>
              <a:cxnSpLocks noChangeShapeType="1"/>
              <a:endCxn id="65" idx="2"/>
            </p:cNvCxnSpPr>
            <p:nvPr/>
          </p:nvCxnSpPr>
          <p:spPr bwMode="auto">
            <a:xfrm flipV="1">
              <a:off x="2714610" y="4259588"/>
              <a:ext cx="1494919" cy="98110"/>
            </a:xfrm>
            <a:prstGeom prst="line">
              <a:avLst/>
            </a:prstGeom>
            <a:noFill/>
            <a:ln w="12700" algn="ctr">
              <a:solidFill>
                <a:srgbClr val="FF0000"/>
              </a:solidFill>
              <a:round/>
              <a:headEnd type="none" w="sm" len="sm"/>
              <a:tailEnd type="none" w="sm" len="sm"/>
            </a:ln>
            <a:extLst>
              <a:ext uri="{909E8E84-426E-40DD-AFC4-6F175D3DCCD1}">
                <a14:hiddenFill xmlns:a14="http://schemas.microsoft.com/office/drawing/2010/main">
                  <a:noFill/>
                </a14:hiddenFill>
              </a:ext>
            </a:extLst>
          </p:spPr>
        </p:cxnSp>
        <p:sp>
          <p:nvSpPr>
            <p:cNvPr id="65" name="Arc 64"/>
            <p:cNvSpPr/>
            <p:nvPr/>
          </p:nvSpPr>
          <p:spPr bwMode="auto">
            <a:xfrm rot="6792575">
              <a:off x="3381039" y="2768923"/>
              <a:ext cx="1772320" cy="1292234"/>
            </a:xfrm>
            <a:prstGeom prst="arc">
              <a:avLst>
                <a:gd name="adj1" fmla="val 16237887"/>
                <a:gd name="adj2" fmla="val 20441296"/>
              </a:avLst>
            </a:prstGeom>
            <a:solidFill>
              <a:schemeClr val="bg1"/>
            </a:solidFill>
            <a:ln w="12700" cap="flat" cmpd="sng" algn="ctr">
              <a:solidFill>
                <a:srgbClr val="FF0000"/>
              </a:solidFill>
              <a:prstDash val="solid"/>
              <a:round/>
              <a:headEnd type="none" w="sm" len="sm"/>
              <a:tailEnd type="none" w="sm" len="sm"/>
            </a:ln>
            <a:effectLst/>
          </p:spPr>
          <p:txBody>
            <a:bodyPr lIns="92075" tIns="46038" rIns="92075" bIns="46038">
              <a:spAutoFit/>
            </a:bodyPr>
            <a:lstStyle/>
            <a:p>
              <a:pPr>
                <a:defRPr/>
              </a:pPr>
              <a:endParaRPr lang="en-US" dirty="0">
                <a:latin typeface="Arial" charset="0"/>
                <a:cs typeface="Arial" charset="0"/>
              </a:endParaRPr>
            </a:p>
          </p:txBody>
        </p:sp>
        <p:cxnSp>
          <p:nvCxnSpPr>
            <p:cNvPr id="39955" name="Straight Connector 66"/>
            <p:cNvCxnSpPr>
              <a:cxnSpLocks noChangeShapeType="1"/>
              <a:endCxn id="65" idx="0"/>
            </p:cNvCxnSpPr>
            <p:nvPr/>
          </p:nvCxnSpPr>
          <p:spPr bwMode="auto">
            <a:xfrm rot="5400000">
              <a:off x="4627199" y="2660143"/>
              <a:ext cx="1247646" cy="785097"/>
            </a:xfrm>
            <a:prstGeom prst="line">
              <a:avLst/>
            </a:prstGeom>
            <a:noFill/>
            <a:ln w="12700" algn="ctr">
              <a:solidFill>
                <a:srgbClr val="FF0000"/>
              </a:solidFill>
              <a:round/>
              <a:headEnd type="none" w="sm" len="sm"/>
              <a:tailEnd type="none" w="sm" len="sm"/>
            </a:ln>
            <a:extLst>
              <a:ext uri="{909E8E84-426E-40DD-AFC4-6F175D3DCCD1}">
                <a14:hiddenFill xmlns:a14="http://schemas.microsoft.com/office/drawing/2010/main">
                  <a:noFill/>
                </a14:hiddenFill>
              </a:ext>
            </a:extLst>
          </p:spPr>
        </p:cxnSp>
        <p:cxnSp>
          <p:nvCxnSpPr>
            <p:cNvPr id="39956" name="Straight Connector 81"/>
            <p:cNvCxnSpPr>
              <a:cxnSpLocks noChangeShapeType="1"/>
            </p:cNvCxnSpPr>
            <p:nvPr/>
          </p:nvCxnSpPr>
          <p:spPr bwMode="auto">
            <a:xfrm>
              <a:off x="1928794" y="4214818"/>
              <a:ext cx="2714644" cy="1588"/>
            </a:xfrm>
            <a:prstGeom prst="line">
              <a:avLst/>
            </a:prstGeom>
            <a:noFill/>
            <a:ln w="12700" algn="ctr">
              <a:solidFill>
                <a:schemeClr val="tx1"/>
              </a:solidFill>
              <a:prstDash val="sysDot"/>
              <a:round/>
              <a:headEnd type="none" w="sm" len="sm"/>
              <a:tailEnd type="none" w="sm" len="sm"/>
            </a:ln>
            <a:extLst>
              <a:ext uri="{909E8E84-426E-40DD-AFC4-6F175D3DCCD1}">
                <a14:hiddenFill xmlns:a14="http://schemas.microsoft.com/office/drawing/2010/main">
                  <a:noFill/>
                </a14:hiddenFill>
              </a:ext>
            </a:extLst>
          </p:spPr>
        </p:cxnSp>
        <p:cxnSp>
          <p:nvCxnSpPr>
            <p:cNvPr id="39957" name="Straight Connector 105"/>
            <p:cNvCxnSpPr>
              <a:cxnSpLocks noChangeShapeType="1"/>
            </p:cNvCxnSpPr>
            <p:nvPr/>
          </p:nvCxnSpPr>
          <p:spPr bwMode="auto">
            <a:xfrm>
              <a:off x="1214414" y="4000504"/>
              <a:ext cx="3429024" cy="1588"/>
            </a:xfrm>
            <a:prstGeom prst="line">
              <a:avLst/>
            </a:prstGeom>
            <a:noFill/>
            <a:ln w="12700" algn="ctr">
              <a:solidFill>
                <a:schemeClr val="tx1"/>
              </a:solidFill>
              <a:prstDash val="sysDot"/>
              <a:round/>
              <a:headEnd type="none" w="sm" len="sm"/>
              <a:tailEnd type="none" w="sm" len="sm"/>
            </a:ln>
            <a:extLst>
              <a:ext uri="{909E8E84-426E-40DD-AFC4-6F175D3DCCD1}">
                <a14:hiddenFill xmlns:a14="http://schemas.microsoft.com/office/drawing/2010/main">
                  <a:noFill/>
                </a14:hiddenFill>
              </a:ext>
            </a:extLst>
          </p:spPr>
        </p:cxnSp>
        <p:cxnSp>
          <p:nvCxnSpPr>
            <p:cNvPr id="39958" name="Straight Connector 109"/>
            <p:cNvCxnSpPr>
              <a:cxnSpLocks noChangeShapeType="1"/>
            </p:cNvCxnSpPr>
            <p:nvPr/>
          </p:nvCxnSpPr>
          <p:spPr bwMode="auto">
            <a:xfrm>
              <a:off x="1857356" y="3571876"/>
              <a:ext cx="3072555" cy="33200"/>
            </a:xfrm>
            <a:prstGeom prst="line">
              <a:avLst/>
            </a:prstGeom>
            <a:noFill/>
            <a:ln w="12700" algn="ctr">
              <a:solidFill>
                <a:schemeClr val="tx1"/>
              </a:solidFill>
              <a:prstDash val="sysDot"/>
              <a:round/>
              <a:headEnd type="none" w="sm" len="sm"/>
              <a:tailEnd type="none" w="sm" len="sm"/>
            </a:ln>
            <a:extLst>
              <a:ext uri="{909E8E84-426E-40DD-AFC4-6F175D3DCCD1}">
                <a14:hiddenFill xmlns:a14="http://schemas.microsoft.com/office/drawing/2010/main">
                  <a:noFill/>
                </a14:hiddenFill>
              </a:ext>
            </a:extLst>
          </p:spPr>
        </p:cxnSp>
        <p:sp>
          <p:nvSpPr>
            <p:cNvPr id="39959" name="TextBox 115"/>
            <p:cNvSpPr txBox="1">
              <a:spLocks noChangeArrowheads="1"/>
            </p:cNvSpPr>
            <p:nvPr/>
          </p:nvSpPr>
          <p:spPr bwMode="auto">
            <a:xfrm>
              <a:off x="2714612" y="1714488"/>
              <a:ext cx="1143008" cy="6463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spcBef>
                  <a:spcPct val="20000"/>
                </a:spcBef>
                <a:buBlip>
                  <a:blip r:embed="rId3"/>
                </a:buBlip>
                <a:defRPr sz="3200">
                  <a:solidFill>
                    <a:schemeClr val="tx1"/>
                  </a:solidFill>
                  <a:latin typeface="Tahoma" panose="020B0604030504040204" pitchFamily="34" charset="0"/>
                </a:defRPr>
              </a:lvl1pPr>
              <a:lvl2pPr marL="742950" indent="-285750" eaLnBrk="0" hangingPunct="0">
                <a:spcBef>
                  <a:spcPct val="20000"/>
                </a:spcBef>
                <a:buSzPct val="75000"/>
                <a:buBlip>
                  <a:blip r:embed="rId4"/>
                </a:buBlip>
                <a:defRPr sz="2800">
                  <a:solidFill>
                    <a:schemeClr val="tx1"/>
                  </a:solidFill>
                  <a:latin typeface="Tahoma" panose="020B0604030504040204" pitchFamily="34" charset="0"/>
                </a:defRPr>
              </a:lvl2pPr>
              <a:lvl3pPr marL="1143000" indent="-228600" eaLnBrk="0" hangingPunct="0">
                <a:spcBef>
                  <a:spcPct val="20000"/>
                </a:spcBef>
                <a:buChar char="•"/>
                <a:defRPr sz="2400">
                  <a:solidFill>
                    <a:schemeClr val="tx1"/>
                  </a:solidFill>
                  <a:latin typeface="Tahoma" panose="020B0604030504040204" pitchFamily="34" charset="0"/>
                </a:defRPr>
              </a:lvl3pPr>
              <a:lvl4pPr marL="1600200" indent="-228600" eaLnBrk="0" hangingPunct="0">
                <a:spcBef>
                  <a:spcPct val="20000"/>
                </a:spcBef>
                <a:buChar char="–"/>
                <a:defRPr sz="2000">
                  <a:solidFill>
                    <a:schemeClr val="tx1"/>
                  </a:solidFill>
                  <a:latin typeface="Tahoma" panose="020B0604030504040204" pitchFamily="34" charset="0"/>
                </a:defRPr>
              </a:lvl4pPr>
              <a:lvl5pPr marL="2057400" indent="-228600" eaLnBrk="0" hangingPunct="0">
                <a:spcBef>
                  <a:spcPct val="20000"/>
                </a:spcBef>
                <a:buClr>
                  <a:schemeClr val="tx2"/>
                </a:buClr>
                <a:buChar char="–"/>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tx2"/>
                </a:buClr>
                <a:buChar char="–"/>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tx2"/>
                </a:buClr>
                <a:buChar char="–"/>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tx2"/>
                </a:buClr>
                <a:buChar char="–"/>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tx2"/>
                </a:buClr>
                <a:buChar char="–"/>
                <a:defRPr sz="2000">
                  <a:solidFill>
                    <a:schemeClr val="tx1"/>
                  </a:solidFill>
                  <a:latin typeface="Tahoma" panose="020B0604030504040204" pitchFamily="34" charset="0"/>
                </a:defRPr>
              </a:lvl9pPr>
            </a:lstStyle>
            <a:p>
              <a:pPr eaLnBrk="1" hangingPunct="1">
                <a:spcBef>
                  <a:spcPct val="0"/>
                </a:spcBef>
                <a:buFontTx/>
                <a:buNone/>
              </a:pPr>
              <a:r>
                <a:rPr lang="en-CA" altLang="en-US" sz="1800">
                  <a:latin typeface="Arial" panose="020B0604020202020204" pitchFamily="34" charset="0"/>
                </a:rPr>
                <a:t>Long Call</a:t>
              </a:r>
              <a:endParaRPr lang="en-US" altLang="en-US" sz="1800">
                <a:latin typeface="Arial" panose="020B0604020202020204" pitchFamily="34" charset="0"/>
              </a:endParaRPr>
            </a:p>
          </p:txBody>
        </p:sp>
        <p:sp>
          <p:nvSpPr>
            <p:cNvPr id="39960" name="TextBox 116"/>
            <p:cNvSpPr txBox="1">
              <a:spLocks noChangeArrowheads="1"/>
            </p:cNvSpPr>
            <p:nvPr/>
          </p:nvSpPr>
          <p:spPr bwMode="auto">
            <a:xfrm>
              <a:off x="5643570" y="3929066"/>
              <a:ext cx="1928826"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spcBef>
                  <a:spcPct val="20000"/>
                </a:spcBef>
                <a:buBlip>
                  <a:blip r:embed="rId3"/>
                </a:buBlip>
                <a:defRPr sz="3200">
                  <a:solidFill>
                    <a:schemeClr val="tx1"/>
                  </a:solidFill>
                  <a:latin typeface="Tahoma" panose="020B0604030504040204" pitchFamily="34" charset="0"/>
                </a:defRPr>
              </a:lvl1pPr>
              <a:lvl2pPr marL="742950" indent="-285750" eaLnBrk="0" hangingPunct="0">
                <a:spcBef>
                  <a:spcPct val="20000"/>
                </a:spcBef>
                <a:buSzPct val="75000"/>
                <a:buBlip>
                  <a:blip r:embed="rId4"/>
                </a:buBlip>
                <a:defRPr sz="2800">
                  <a:solidFill>
                    <a:schemeClr val="tx1"/>
                  </a:solidFill>
                  <a:latin typeface="Tahoma" panose="020B0604030504040204" pitchFamily="34" charset="0"/>
                </a:defRPr>
              </a:lvl2pPr>
              <a:lvl3pPr marL="1143000" indent="-228600" eaLnBrk="0" hangingPunct="0">
                <a:spcBef>
                  <a:spcPct val="20000"/>
                </a:spcBef>
                <a:buChar char="•"/>
                <a:defRPr sz="2400">
                  <a:solidFill>
                    <a:schemeClr val="tx1"/>
                  </a:solidFill>
                  <a:latin typeface="Tahoma" panose="020B0604030504040204" pitchFamily="34" charset="0"/>
                </a:defRPr>
              </a:lvl3pPr>
              <a:lvl4pPr marL="1600200" indent="-228600" eaLnBrk="0" hangingPunct="0">
                <a:spcBef>
                  <a:spcPct val="20000"/>
                </a:spcBef>
                <a:buChar char="–"/>
                <a:defRPr sz="2000">
                  <a:solidFill>
                    <a:schemeClr val="tx1"/>
                  </a:solidFill>
                  <a:latin typeface="Tahoma" panose="020B0604030504040204" pitchFamily="34" charset="0"/>
                </a:defRPr>
              </a:lvl4pPr>
              <a:lvl5pPr marL="2057400" indent="-228600" eaLnBrk="0" hangingPunct="0">
                <a:spcBef>
                  <a:spcPct val="20000"/>
                </a:spcBef>
                <a:buClr>
                  <a:schemeClr val="tx2"/>
                </a:buClr>
                <a:buChar char="–"/>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tx2"/>
                </a:buClr>
                <a:buChar char="–"/>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tx2"/>
                </a:buClr>
                <a:buChar char="–"/>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tx2"/>
                </a:buClr>
                <a:buChar char="–"/>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tx2"/>
                </a:buClr>
                <a:buChar char="–"/>
                <a:defRPr sz="2000">
                  <a:solidFill>
                    <a:schemeClr val="tx1"/>
                  </a:solidFill>
                  <a:latin typeface="Tahoma" panose="020B0604030504040204" pitchFamily="34" charset="0"/>
                </a:defRPr>
              </a:lvl9pPr>
            </a:lstStyle>
            <a:p>
              <a:pPr eaLnBrk="1" hangingPunct="1">
                <a:spcBef>
                  <a:spcPct val="0"/>
                </a:spcBef>
                <a:buFontTx/>
                <a:buNone/>
              </a:pPr>
              <a:r>
                <a:rPr lang="en-CA" altLang="en-US" sz="1800">
                  <a:latin typeface="Arial" panose="020B0604020202020204" pitchFamily="34" charset="0"/>
                </a:rPr>
                <a:t>Asset Price</a:t>
              </a:r>
              <a:endParaRPr lang="en-US" altLang="en-US" sz="1800">
                <a:latin typeface="Arial" panose="020B0604020202020204" pitchFamily="34" charset="0"/>
              </a:endParaRPr>
            </a:p>
          </p:txBody>
        </p:sp>
      </p:grpSp>
    </p:spTree>
  </p:cSld>
  <p:clrMapOvr>
    <a:masterClrMapping/>
  </p:clrMapOvr>
  <p:timing>
    <p:tnLst>
      <p:par>
        <p:cTn id="1" dur="indefinite" restart="never" nodeType="tmRoot"/>
      </p:par>
    </p:tn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62" name="Title 1"/>
          <p:cNvSpPr>
            <a:spLocks noGrp="1"/>
          </p:cNvSpPr>
          <p:nvPr>
            <p:ph type="title"/>
          </p:nvPr>
        </p:nvSpPr>
        <p:spPr>
          <a:xfrm>
            <a:off x="0" y="533400"/>
            <a:ext cx="8458200" cy="1520825"/>
          </a:xfrm>
        </p:spPr>
        <p:txBody>
          <a:bodyPr/>
          <a:lstStyle/>
          <a:p>
            <a:pPr eaLnBrk="1" hangingPunct="1"/>
            <a:r>
              <a:rPr lang="en-CA" altLang="en-US" sz="3600" dirty="0" smtClean="0"/>
              <a:t>Translation of Asset Price Change to Price Change for Short Call </a:t>
            </a:r>
            <a:r>
              <a:rPr lang="en-CA" altLang="en-US" sz="2000" dirty="0" smtClean="0"/>
              <a:t>(Figure 22.5)</a:t>
            </a:r>
            <a:endParaRPr lang="en-US" altLang="en-US" sz="2000" dirty="0" smtClean="0"/>
          </a:p>
        </p:txBody>
      </p:sp>
      <p:sp>
        <p:nvSpPr>
          <p:cNvPr id="40963" name="Footer Placeholder 2"/>
          <p:cNvSpPr>
            <a:spLocks noGrp="1"/>
          </p:cNvSpPr>
          <p:nvPr>
            <p:ph type="ftr"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spcBef>
                <a:spcPct val="20000"/>
              </a:spcBef>
              <a:buBlip>
                <a:blip r:embed="rId3"/>
              </a:buBlip>
              <a:defRPr sz="3200">
                <a:solidFill>
                  <a:schemeClr val="tx1"/>
                </a:solidFill>
                <a:latin typeface="Tahoma" panose="020B0604030504040204" pitchFamily="34" charset="0"/>
              </a:defRPr>
            </a:lvl1pPr>
            <a:lvl2pPr marL="742950" indent="-285750" eaLnBrk="0" hangingPunct="0">
              <a:spcBef>
                <a:spcPct val="20000"/>
              </a:spcBef>
              <a:buSzPct val="75000"/>
              <a:buBlip>
                <a:blip r:embed="rId4"/>
              </a:buBlip>
              <a:defRPr sz="2800">
                <a:solidFill>
                  <a:schemeClr val="tx1"/>
                </a:solidFill>
                <a:latin typeface="Tahoma" panose="020B0604030504040204" pitchFamily="34" charset="0"/>
              </a:defRPr>
            </a:lvl2pPr>
            <a:lvl3pPr marL="1143000" indent="-228600" eaLnBrk="0" hangingPunct="0">
              <a:spcBef>
                <a:spcPct val="20000"/>
              </a:spcBef>
              <a:buChar char="•"/>
              <a:defRPr sz="2400">
                <a:solidFill>
                  <a:schemeClr val="tx1"/>
                </a:solidFill>
                <a:latin typeface="Tahoma" panose="020B0604030504040204" pitchFamily="34" charset="0"/>
              </a:defRPr>
            </a:lvl3pPr>
            <a:lvl4pPr marL="1600200" indent="-228600" eaLnBrk="0" hangingPunct="0">
              <a:spcBef>
                <a:spcPct val="20000"/>
              </a:spcBef>
              <a:buChar char="–"/>
              <a:defRPr sz="2000">
                <a:solidFill>
                  <a:schemeClr val="tx1"/>
                </a:solidFill>
                <a:latin typeface="Tahoma" panose="020B0604030504040204" pitchFamily="34" charset="0"/>
              </a:defRPr>
            </a:lvl4pPr>
            <a:lvl5pPr marL="2057400" indent="-228600" eaLnBrk="0" hangingPunct="0">
              <a:spcBef>
                <a:spcPct val="20000"/>
              </a:spcBef>
              <a:buClr>
                <a:schemeClr val="tx2"/>
              </a:buClr>
              <a:buChar char="–"/>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tx2"/>
              </a:buClr>
              <a:buChar char="–"/>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tx2"/>
              </a:buClr>
              <a:buChar char="–"/>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tx2"/>
              </a:buClr>
              <a:buChar char="–"/>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tx2"/>
              </a:buClr>
              <a:buChar char="–"/>
              <a:defRPr sz="2000">
                <a:solidFill>
                  <a:schemeClr val="tx1"/>
                </a:solidFill>
                <a:latin typeface="Tahoma" panose="020B0604030504040204" pitchFamily="34" charset="0"/>
              </a:defRPr>
            </a:lvl9pPr>
          </a:lstStyle>
          <a:p>
            <a:pPr eaLnBrk="1" hangingPunct="1">
              <a:spcBef>
                <a:spcPct val="0"/>
              </a:spcBef>
              <a:buFontTx/>
              <a:buNone/>
            </a:pPr>
            <a:r>
              <a:rPr lang="en-US" altLang="en-US" sz="1400" smtClean="0">
                <a:latin typeface="Arial" panose="020B0604020202020204" pitchFamily="34" charset="0"/>
                <a:cs typeface="Arial" panose="020B0604020202020204" pitchFamily="34" charset="0"/>
              </a:rPr>
              <a:t>Options, Futures, and Other Derivatives,  11th Edition, Copyright © John  C. Hull 2021</a:t>
            </a:r>
          </a:p>
        </p:txBody>
      </p:sp>
      <p:sp>
        <p:nvSpPr>
          <p:cNvPr id="40964" name="Slide Number Placeholder 3"/>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spcBef>
                <a:spcPct val="20000"/>
              </a:spcBef>
              <a:buBlip>
                <a:blip r:embed="rId3"/>
              </a:buBlip>
              <a:defRPr sz="3200">
                <a:solidFill>
                  <a:schemeClr val="tx1"/>
                </a:solidFill>
                <a:latin typeface="Tahoma" panose="020B0604030504040204" pitchFamily="34" charset="0"/>
              </a:defRPr>
            </a:lvl1pPr>
            <a:lvl2pPr marL="742950" indent="-285750" eaLnBrk="0" hangingPunct="0">
              <a:spcBef>
                <a:spcPct val="20000"/>
              </a:spcBef>
              <a:buSzPct val="75000"/>
              <a:buBlip>
                <a:blip r:embed="rId4"/>
              </a:buBlip>
              <a:defRPr sz="2800">
                <a:solidFill>
                  <a:schemeClr val="tx1"/>
                </a:solidFill>
                <a:latin typeface="Tahoma" panose="020B0604030504040204" pitchFamily="34" charset="0"/>
              </a:defRPr>
            </a:lvl2pPr>
            <a:lvl3pPr marL="1143000" indent="-228600" eaLnBrk="0" hangingPunct="0">
              <a:spcBef>
                <a:spcPct val="20000"/>
              </a:spcBef>
              <a:buChar char="•"/>
              <a:defRPr sz="2400">
                <a:solidFill>
                  <a:schemeClr val="tx1"/>
                </a:solidFill>
                <a:latin typeface="Tahoma" panose="020B0604030504040204" pitchFamily="34" charset="0"/>
              </a:defRPr>
            </a:lvl3pPr>
            <a:lvl4pPr marL="1600200" indent="-228600" eaLnBrk="0" hangingPunct="0">
              <a:spcBef>
                <a:spcPct val="20000"/>
              </a:spcBef>
              <a:buChar char="–"/>
              <a:defRPr sz="2000">
                <a:solidFill>
                  <a:schemeClr val="tx1"/>
                </a:solidFill>
                <a:latin typeface="Tahoma" panose="020B0604030504040204" pitchFamily="34" charset="0"/>
              </a:defRPr>
            </a:lvl4pPr>
            <a:lvl5pPr marL="2057400" indent="-228600" eaLnBrk="0" hangingPunct="0">
              <a:spcBef>
                <a:spcPct val="20000"/>
              </a:spcBef>
              <a:buClr>
                <a:schemeClr val="tx2"/>
              </a:buClr>
              <a:buChar char="–"/>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tx2"/>
              </a:buClr>
              <a:buChar char="–"/>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tx2"/>
              </a:buClr>
              <a:buChar char="–"/>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tx2"/>
              </a:buClr>
              <a:buChar char="–"/>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tx2"/>
              </a:buClr>
              <a:buChar char="–"/>
              <a:defRPr sz="2000">
                <a:solidFill>
                  <a:schemeClr val="tx1"/>
                </a:solidFill>
                <a:latin typeface="Tahoma" panose="020B0604030504040204" pitchFamily="34" charset="0"/>
              </a:defRPr>
            </a:lvl9pPr>
          </a:lstStyle>
          <a:p>
            <a:pPr eaLnBrk="1" hangingPunct="1">
              <a:spcBef>
                <a:spcPct val="0"/>
              </a:spcBef>
              <a:buFontTx/>
              <a:buNone/>
            </a:pPr>
            <a:fld id="{D582DD4B-48C2-4597-926B-55D567320AB9}" type="slidenum">
              <a:rPr lang="en-US" altLang="en-US" sz="1400">
                <a:latin typeface="Arial" panose="020B0604020202020204" pitchFamily="34" charset="0"/>
              </a:rPr>
              <a:pPr eaLnBrk="1" hangingPunct="1">
                <a:spcBef>
                  <a:spcPct val="0"/>
                </a:spcBef>
                <a:buFontTx/>
                <a:buNone/>
              </a:pPr>
              <a:t>36</a:t>
            </a:fld>
            <a:endParaRPr lang="en-US" altLang="en-US" sz="1400">
              <a:latin typeface="Arial" panose="020B0604020202020204" pitchFamily="34" charset="0"/>
            </a:endParaRPr>
          </a:p>
        </p:txBody>
      </p:sp>
      <p:pic>
        <p:nvPicPr>
          <p:cNvPr id="40965" name="Picture 3"/>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2928938" y="1785938"/>
            <a:ext cx="3429000" cy="13573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pic>
      <p:grpSp>
        <p:nvGrpSpPr>
          <p:cNvPr id="40966" name="Group 40"/>
          <p:cNvGrpSpPr>
            <a:grpSpLocks/>
          </p:cNvGrpSpPr>
          <p:nvPr/>
        </p:nvGrpSpPr>
        <p:grpSpPr bwMode="auto">
          <a:xfrm>
            <a:off x="914400" y="2514600"/>
            <a:ext cx="6572250" cy="3732213"/>
            <a:chOff x="1000100" y="2071680"/>
            <a:chExt cx="6572296" cy="3731782"/>
          </a:xfrm>
        </p:grpSpPr>
        <p:cxnSp>
          <p:nvCxnSpPr>
            <p:cNvPr id="40967" name="Straight Arrow Connector 5"/>
            <p:cNvCxnSpPr>
              <a:cxnSpLocks noChangeShapeType="1"/>
            </p:cNvCxnSpPr>
            <p:nvPr/>
          </p:nvCxnSpPr>
          <p:spPr bwMode="auto">
            <a:xfrm flipV="1">
              <a:off x="2714612" y="3280859"/>
              <a:ext cx="3714776" cy="1504"/>
            </a:xfrm>
            <a:prstGeom prst="straightConnector1">
              <a:avLst/>
            </a:prstGeom>
            <a:noFill/>
            <a:ln w="12700" algn="ctr">
              <a:solidFill>
                <a:schemeClr val="tx1"/>
              </a:solidFill>
              <a:round/>
              <a:headEnd type="none" w="sm" len="sm"/>
              <a:tailEnd type="arrow" w="med" len="med"/>
            </a:ln>
            <a:extLst>
              <a:ext uri="{909E8E84-426E-40DD-AFC4-6F175D3DCCD1}">
                <a14:hiddenFill xmlns:a14="http://schemas.microsoft.com/office/drawing/2010/main">
                  <a:noFill/>
                </a14:hiddenFill>
              </a:ext>
            </a:extLst>
          </p:spPr>
        </p:cxnSp>
        <p:cxnSp>
          <p:nvCxnSpPr>
            <p:cNvPr id="40968" name="Straight Arrow Connector 6"/>
            <p:cNvCxnSpPr>
              <a:cxnSpLocks noChangeShapeType="1"/>
            </p:cNvCxnSpPr>
            <p:nvPr/>
          </p:nvCxnSpPr>
          <p:spPr bwMode="auto">
            <a:xfrm rot="16200000" flipH="1">
              <a:off x="927558" y="3930174"/>
              <a:ext cx="3574904" cy="792"/>
            </a:xfrm>
            <a:prstGeom prst="straightConnector1">
              <a:avLst/>
            </a:prstGeom>
            <a:noFill/>
            <a:ln w="12700" algn="ctr">
              <a:solidFill>
                <a:schemeClr val="tx1"/>
              </a:solidFill>
              <a:round/>
              <a:headEnd type="arrow" w="med" len="med"/>
              <a:tailEnd/>
            </a:ln>
            <a:extLst>
              <a:ext uri="{909E8E84-426E-40DD-AFC4-6F175D3DCCD1}">
                <a14:hiddenFill xmlns:a14="http://schemas.microsoft.com/office/drawing/2010/main">
                  <a:noFill/>
                </a14:hiddenFill>
              </a:ext>
            </a:extLst>
          </p:spPr>
        </p:cxnSp>
        <p:pic>
          <p:nvPicPr>
            <p:cNvPr id="40969" name="Picture 4"/>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rot="5400000" flipV="1">
              <a:off x="413194" y="3556473"/>
              <a:ext cx="2816887" cy="16430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pic>
        <p:cxnSp>
          <p:nvCxnSpPr>
            <p:cNvPr id="40970" name="Straight Connector 9"/>
            <p:cNvCxnSpPr>
              <a:cxnSpLocks noChangeShapeType="1"/>
            </p:cNvCxnSpPr>
            <p:nvPr/>
          </p:nvCxnSpPr>
          <p:spPr bwMode="auto">
            <a:xfrm rot="16200000" flipH="1">
              <a:off x="3835856" y="2879262"/>
              <a:ext cx="1616752" cy="1588"/>
            </a:xfrm>
            <a:prstGeom prst="line">
              <a:avLst/>
            </a:prstGeom>
            <a:noFill/>
            <a:ln w="12700" algn="ctr">
              <a:solidFill>
                <a:schemeClr val="tx1"/>
              </a:solidFill>
              <a:prstDash val="sysDot"/>
              <a:round/>
              <a:headEnd type="none" w="sm" len="sm"/>
              <a:tailEnd type="none" w="sm" len="sm"/>
            </a:ln>
            <a:extLst>
              <a:ext uri="{909E8E84-426E-40DD-AFC4-6F175D3DCCD1}">
                <a14:hiddenFill xmlns:a14="http://schemas.microsoft.com/office/drawing/2010/main">
                  <a:noFill/>
                </a14:hiddenFill>
              </a:ext>
            </a:extLst>
          </p:spPr>
        </p:cxnSp>
        <p:cxnSp>
          <p:nvCxnSpPr>
            <p:cNvPr id="40971" name="Straight Connector 10"/>
            <p:cNvCxnSpPr>
              <a:cxnSpLocks noChangeShapeType="1"/>
            </p:cNvCxnSpPr>
            <p:nvPr/>
          </p:nvCxnSpPr>
          <p:spPr bwMode="auto">
            <a:xfrm rot="5400000">
              <a:off x="4214016" y="3286124"/>
              <a:ext cx="1429554" cy="794"/>
            </a:xfrm>
            <a:prstGeom prst="line">
              <a:avLst/>
            </a:prstGeom>
            <a:noFill/>
            <a:ln w="12700" algn="ctr">
              <a:solidFill>
                <a:schemeClr val="tx1"/>
              </a:solidFill>
              <a:prstDash val="sysDot"/>
              <a:round/>
              <a:headEnd type="none" w="sm" len="sm"/>
              <a:tailEnd type="none" w="sm" len="sm"/>
            </a:ln>
            <a:extLst>
              <a:ext uri="{909E8E84-426E-40DD-AFC4-6F175D3DCCD1}">
                <a14:hiddenFill xmlns:a14="http://schemas.microsoft.com/office/drawing/2010/main">
                  <a:noFill/>
                </a14:hiddenFill>
              </a:ext>
            </a:extLst>
          </p:spPr>
        </p:cxnSp>
        <p:cxnSp>
          <p:nvCxnSpPr>
            <p:cNvPr id="40972" name="Straight Connector 11"/>
            <p:cNvCxnSpPr>
              <a:cxnSpLocks noChangeShapeType="1"/>
            </p:cNvCxnSpPr>
            <p:nvPr/>
          </p:nvCxnSpPr>
          <p:spPr bwMode="auto">
            <a:xfrm rot="5400000">
              <a:off x="4464845" y="3750471"/>
              <a:ext cx="1643072" cy="2"/>
            </a:xfrm>
            <a:prstGeom prst="line">
              <a:avLst/>
            </a:prstGeom>
            <a:noFill/>
            <a:ln w="12700" algn="ctr">
              <a:solidFill>
                <a:schemeClr val="tx1"/>
              </a:solidFill>
              <a:prstDash val="sysDot"/>
              <a:round/>
              <a:headEnd type="none" w="sm" len="sm"/>
              <a:tailEnd type="none" w="sm" len="sm"/>
            </a:ln>
            <a:extLst>
              <a:ext uri="{909E8E84-426E-40DD-AFC4-6F175D3DCCD1}">
                <a14:hiddenFill xmlns:a14="http://schemas.microsoft.com/office/drawing/2010/main">
                  <a:noFill/>
                </a14:hiddenFill>
              </a:ext>
            </a:extLst>
          </p:spPr>
        </p:cxnSp>
        <p:cxnSp>
          <p:nvCxnSpPr>
            <p:cNvPr id="40973" name="Straight Connector 12"/>
            <p:cNvCxnSpPr>
              <a:cxnSpLocks noChangeShapeType="1"/>
            </p:cNvCxnSpPr>
            <p:nvPr/>
          </p:nvCxnSpPr>
          <p:spPr bwMode="auto">
            <a:xfrm flipV="1">
              <a:off x="2285984" y="4566743"/>
              <a:ext cx="3000396" cy="1504"/>
            </a:xfrm>
            <a:prstGeom prst="line">
              <a:avLst/>
            </a:prstGeom>
            <a:noFill/>
            <a:ln w="12700" algn="ctr">
              <a:solidFill>
                <a:schemeClr val="tx1"/>
              </a:solidFill>
              <a:prstDash val="sysDot"/>
              <a:round/>
              <a:headEnd type="none" w="sm" len="sm"/>
              <a:tailEnd type="none" w="sm" len="sm"/>
            </a:ln>
            <a:extLst>
              <a:ext uri="{909E8E84-426E-40DD-AFC4-6F175D3DCCD1}">
                <a14:hiddenFill xmlns:a14="http://schemas.microsoft.com/office/drawing/2010/main">
                  <a:noFill/>
                </a14:hiddenFill>
              </a:ext>
            </a:extLst>
          </p:spPr>
        </p:cxnSp>
        <p:cxnSp>
          <p:nvCxnSpPr>
            <p:cNvPr id="40974" name="Straight Connector 13"/>
            <p:cNvCxnSpPr>
              <a:cxnSpLocks noChangeShapeType="1"/>
            </p:cNvCxnSpPr>
            <p:nvPr/>
          </p:nvCxnSpPr>
          <p:spPr bwMode="auto">
            <a:xfrm rot="16200000" flipH="1">
              <a:off x="3935495" y="2993938"/>
              <a:ext cx="845972" cy="1587"/>
            </a:xfrm>
            <a:prstGeom prst="line">
              <a:avLst/>
            </a:prstGeom>
            <a:noFill/>
            <a:ln w="12700" algn="ctr">
              <a:solidFill>
                <a:schemeClr val="tx1"/>
              </a:solidFill>
              <a:prstDash val="sysDot"/>
              <a:round/>
              <a:headEnd type="none" w="sm" len="sm"/>
              <a:tailEnd type="none" w="sm" len="sm"/>
            </a:ln>
            <a:extLst>
              <a:ext uri="{909E8E84-426E-40DD-AFC4-6F175D3DCCD1}">
                <a14:hiddenFill xmlns:a14="http://schemas.microsoft.com/office/drawing/2010/main">
                  <a:noFill/>
                </a14:hiddenFill>
              </a:ext>
            </a:extLst>
          </p:spPr>
        </p:cxnSp>
        <p:cxnSp>
          <p:nvCxnSpPr>
            <p:cNvPr id="40975" name="Straight Connector 14"/>
            <p:cNvCxnSpPr>
              <a:cxnSpLocks noChangeShapeType="1"/>
            </p:cNvCxnSpPr>
            <p:nvPr/>
          </p:nvCxnSpPr>
          <p:spPr bwMode="auto">
            <a:xfrm rot="16200000" flipH="1">
              <a:off x="3826434" y="3102996"/>
              <a:ext cx="491794" cy="794"/>
            </a:xfrm>
            <a:prstGeom prst="line">
              <a:avLst/>
            </a:prstGeom>
            <a:noFill/>
            <a:ln w="12700" algn="ctr">
              <a:solidFill>
                <a:schemeClr val="tx1"/>
              </a:solidFill>
              <a:prstDash val="sysDot"/>
              <a:round/>
              <a:headEnd type="none" w="sm" len="sm"/>
              <a:tailEnd type="none" w="sm" len="sm"/>
            </a:ln>
            <a:extLst>
              <a:ext uri="{909E8E84-426E-40DD-AFC4-6F175D3DCCD1}">
                <a14:hiddenFill xmlns:a14="http://schemas.microsoft.com/office/drawing/2010/main">
                  <a:noFill/>
                </a14:hiddenFill>
              </a:ext>
            </a:extLst>
          </p:spPr>
        </p:cxnSp>
        <p:cxnSp>
          <p:nvCxnSpPr>
            <p:cNvPr id="40976" name="Straight Connector 15"/>
            <p:cNvCxnSpPr>
              <a:cxnSpLocks noChangeShapeType="1"/>
            </p:cNvCxnSpPr>
            <p:nvPr/>
          </p:nvCxnSpPr>
          <p:spPr bwMode="auto">
            <a:xfrm flipV="1">
              <a:off x="2285984" y="3348537"/>
              <a:ext cx="1785950" cy="1504"/>
            </a:xfrm>
            <a:prstGeom prst="line">
              <a:avLst/>
            </a:prstGeom>
            <a:noFill/>
            <a:ln w="12700" algn="ctr">
              <a:solidFill>
                <a:schemeClr val="tx1"/>
              </a:solidFill>
              <a:prstDash val="sysDot"/>
              <a:round/>
              <a:headEnd type="none" w="sm" len="sm"/>
              <a:tailEnd type="none" w="sm" len="sm"/>
            </a:ln>
            <a:extLst>
              <a:ext uri="{909E8E84-426E-40DD-AFC4-6F175D3DCCD1}">
                <a14:hiddenFill xmlns:a14="http://schemas.microsoft.com/office/drawing/2010/main">
                  <a:noFill/>
                </a14:hiddenFill>
              </a:ext>
            </a:extLst>
          </p:spPr>
        </p:cxnSp>
        <p:cxnSp>
          <p:nvCxnSpPr>
            <p:cNvPr id="40977" name="Straight Connector 16"/>
            <p:cNvCxnSpPr>
              <a:cxnSpLocks noChangeShapeType="1"/>
              <a:endCxn id="18" idx="2"/>
            </p:cNvCxnSpPr>
            <p:nvPr/>
          </p:nvCxnSpPr>
          <p:spPr bwMode="auto">
            <a:xfrm>
              <a:off x="2714610" y="3282360"/>
              <a:ext cx="1494919" cy="92946"/>
            </a:xfrm>
            <a:prstGeom prst="line">
              <a:avLst/>
            </a:prstGeom>
            <a:noFill/>
            <a:ln w="12700" algn="ctr">
              <a:solidFill>
                <a:srgbClr val="FF0000"/>
              </a:solidFill>
              <a:round/>
              <a:headEnd type="none" w="sm" len="sm"/>
              <a:tailEnd type="none" w="sm" len="sm"/>
            </a:ln>
            <a:extLst>
              <a:ext uri="{909E8E84-426E-40DD-AFC4-6F175D3DCCD1}">
                <a14:hiddenFill xmlns:a14="http://schemas.microsoft.com/office/drawing/2010/main">
                  <a:noFill/>
                </a14:hiddenFill>
              </a:ext>
            </a:extLst>
          </p:spPr>
        </p:cxnSp>
        <p:sp>
          <p:nvSpPr>
            <p:cNvPr id="18" name="Arc 17"/>
            <p:cNvSpPr/>
            <p:nvPr/>
          </p:nvSpPr>
          <p:spPr bwMode="auto">
            <a:xfrm rot="14807425" flipV="1">
              <a:off x="3427508" y="3528758"/>
              <a:ext cx="1679381" cy="1292234"/>
            </a:xfrm>
            <a:prstGeom prst="arc">
              <a:avLst>
                <a:gd name="adj1" fmla="val 16237887"/>
                <a:gd name="adj2" fmla="val 20441296"/>
              </a:avLst>
            </a:prstGeom>
            <a:solidFill>
              <a:schemeClr val="bg1"/>
            </a:solidFill>
            <a:ln w="12700" cap="flat" cmpd="sng" algn="ctr">
              <a:solidFill>
                <a:srgbClr val="FF0000"/>
              </a:solidFill>
              <a:prstDash val="solid"/>
              <a:round/>
              <a:headEnd type="none" w="sm" len="sm"/>
              <a:tailEnd type="none" w="sm" len="sm"/>
            </a:ln>
            <a:effectLst/>
          </p:spPr>
          <p:txBody>
            <a:bodyPr lIns="92075" tIns="46038" rIns="92075" bIns="46038">
              <a:spAutoFit/>
            </a:bodyPr>
            <a:lstStyle/>
            <a:p>
              <a:pPr>
                <a:defRPr/>
              </a:pPr>
              <a:endParaRPr lang="en-US" dirty="0">
                <a:latin typeface="Arial" charset="0"/>
                <a:cs typeface="Arial" charset="0"/>
              </a:endParaRPr>
            </a:p>
          </p:txBody>
        </p:sp>
        <p:cxnSp>
          <p:nvCxnSpPr>
            <p:cNvPr id="40979" name="Straight Connector 18"/>
            <p:cNvCxnSpPr>
              <a:cxnSpLocks noChangeShapeType="1"/>
              <a:endCxn id="18" idx="0"/>
            </p:cNvCxnSpPr>
            <p:nvPr/>
          </p:nvCxnSpPr>
          <p:spPr bwMode="auto">
            <a:xfrm rot="16200000" flipV="1">
              <a:off x="4660032" y="4126133"/>
              <a:ext cx="1181980" cy="785097"/>
            </a:xfrm>
            <a:prstGeom prst="line">
              <a:avLst/>
            </a:prstGeom>
            <a:noFill/>
            <a:ln w="12700" algn="ctr">
              <a:solidFill>
                <a:srgbClr val="FF0000"/>
              </a:solidFill>
              <a:round/>
              <a:headEnd type="none" w="sm" len="sm"/>
              <a:tailEnd type="none" w="sm" len="sm"/>
            </a:ln>
            <a:extLst>
              <a:ext uri="{909E8E84-426E-40DD-AFC4-6F175D3DCCD1}">
                <a14:hiddenFill xmlns:a14="http://schemas.microsoft.com/office/drawing/2010/main">
                  <a:noFill/>
                </a14:hiddenFill>
              </a:ext>
            </a:extLst>
          </p:spPr>
        </p:cxnSp>
        <p:cxnSp>
          <p:nvCxnSpPr>
            <p:cNvPr id="40980" name="Straight Connector 19"/>
            <p:cNvCxnSpPr>
              <a:cxnSpLocks noChangeShapeType="1"/>
            </p:cNvCxnSpPr>
            <p:nvPr/>
          </p:nvCxnSpPr>
          <p:spPr bwMode="auto">
            <a:xfrm>
              <a:off x="1928794" y="3429000"/>
              <a:ext cx="2428892" cy="1588"/>
            </a:xfrm>
            <a:prstGeom prst="line">
              <a:avLst/>
            </a:prstGeom>
            <a:noFill/>
            <a:ln w="12700" algn="ctr">
              <a:solidFill>
                <a:schemeClr val="tx1"/>
              </a:solidFill>
              <a:prstDash val="sysDot"/>
              <a:round/>
              <a:headEnd type="none" w="sm" len="sm"/>
              <a:tailEnd type="none" w="sm" len="sm"/>
            </a:ln>
            <a:extLst>
              <a:ext uri="{909E8E84-426E-40DD-AFC4-6F175D3DCCD1}">
                <a14:hiddenFill xmlns:a14="http://schemas.microsoft.com/office/drawing/2010/main">
                  <a:noFill/>
                </a14:hiddenFill>
              </a:ext>
            </a:extLst>
          </p:spPr>
        </p:cxnSp>
        <p:cxnSp>
          <p:nvCxnSpPr>
            <p:cNvPr id="40981" name="Straight Connector 20"/>
            <p:cNvCxnSpPr>
              <a:cxnSpLocks noChangeShapeType="1"/>
            </p:cNvCxnSpPr>
            <p:nvPr/>
          </p:nvCxnSpPr>
          <p:spPr bwMode="auto">
            <a:xfrm flipV="1">
              <a:off x="1214414" y="3619250"/>
              <a:ext cx="3429024" cy="1504"/>
            </a:xfrm>
            <a:prstGeom prst="line">
              <a:avLst/>
            </a:prstGeom>
            <a:noFill/>
            <a:ln w="12700" algn="ctr">
              <a:solidFill>
                <a:schemeClr val="tx1"/>
              </a:solidFill>
              <a:prstDash val="sysDot"/>
              <a:round/>
              <a:headEnd type="none" w="sm" len="sm"/>
              <a:tailEnd type="none" w="sm" len="sm"/>
            </a:ln>
            <a:extLst>
              <a:ext uri="{909E8E84-426E-40DD-AFC4-6F175D3DCCD1}">
                <a14:hiddenFill xmlns:a14="http://schemas.microsoft.com/office/drawing/2010/main">
                  <a:noFill/>
                </a14:hiddenFill>
              </a:ext>
            </a:extLst>
          </p:spPr>
        </p:cxnSp>
        <p:cxnSp>
          <p:nvCxnSpPr>
            <p:cNvPr id="40982" name="Straight Connector 21"/>
            <p:cNvCxnSpPr>
              <a:cxnSpLocks noChangeShapeType="1"/>
            </p:cNvCxnSpPr>
            <p:nvPr/>
          </p:nvCxnSpPr>
          <p:spPr bwMode="auto">
            <a:xfrm flipV="1">
              <a:off x="1857356" y="3995370"/>
              <a:ext cx="3072555" cy="31453"/>
            </a:xfrm>
            <a:prstGeom prst="line">
              <a:avLst/>
            </a:prstGeom>
            <a:noFill/>
            <a:ln w="12700" algn="ctr">
              <a:solidFill>
                <a:schemeClr val="tx1"/>
              </a:solidFill>
              <a:prstDash val="sysDot"/>
              <a:round/>
              <a:headEnd type="none" w="sm" len="sm"/>
              <a:tailEnd type="none" w="sm" len="sm"/>
            </a:ln>
            <a:extLst>
              <a:ext uri="{909E8E84-426E-40DD-AFC4-6F175D3DCCD1}">
                <a14:hiddenFill xmlns:a14="http://schemas.microsoft.com/office/drawing/2010/main">
                  <a:noFill/>
                </a14:hiddenFill>
              </a:ext>
            </a:extLst>
          </p:spPr>
        </p:cxnSp>
        <p:sp>
          <p:nvSpPr>
            <p:cNvPr id="40983" name="TextBox 22"/>
            <p:cNvSpPr txBox="1">
              <a:spLocks noChangeArrowheads="1"/>
            </p:cNvSpPr>
            <p:nvPr/>
          </p:nvSpPr>
          <p:spPr bwMode="auto">
            <a:xfrm rot="10800000" flipV="1">
              <a:off x="2714612" y="5157131"/>
              <a:ext cx="1143008" cy="6463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spcBef>
                  <a:spcPct val="20000"/>
                </a:spcBef>
                <a:buBlip>
                  <a:blip r:embed="rId3"/>
                </a:buBlip>
                <a:defRPr sz="3200">
                  <a:solidFill>
                    <a:schemeClr val="tx1"/>
                  </a:solidFill>
                  <a:latin typeface="Tahoma" panose="020B0604030504040204" pitchFamily="34" charset="0"/>
                </a:defRPr>
              </a:lvl1pPr>
              <a:lvl2pPr marL="742950" indent="-285750" eaLnBrk="0" hangingPunct="0">
                <a:spcBef>
                  <a:spcPct val="20000"/>
                </a:spcBef>
                <a:buSzPct val="75000"/>
                <a:buBlip>
                  <a:blip r:embed="rId4"/>
                </a:buBlip>
                <a:defRPr sz="2800">
                  <a:solidFill>
                    <a:schemeClr val="tx1"/>
                  </a:solidFill>
                  <a:latin typeface="Tahoma" panose="020B0604030504040204" pitchFamily="34" charset="0"/>
                </a:defRPr>
              </a:lvl2pPr>
              <a:lvl3pPr marL="1143000" indent="-228600" eaLnBrk="0" hangingPunct="0">
                <a:spcBef>
                  <a:spcPct val="20000"/>
                </a:spcBef>
                <a:buChar char="•"/>
                <a:defRPr sz="2400">
                  <a:solidFill>
                    <a:schemeClr val="tx1"/>
                  </a:solidFill>
                  <a:latin typeface="Tahoma" panose="020B0604030504040204" pitchFamily="34" charset="0"/>
                </a:defRPr>
              </a:lvl3pPr>
              <a:lvl4pPr marL="1600200" indent="-228600" eaLnBrk="0" hangingPunct="0">
                <a:spcBef>
                  <a:spcPct val="20000"/>
                </a:spcBef>
                <a:buChar char="–"/>
                <a:defRPr sz="2000">
                  <a:solidFill>
                    <a:schemeClr val="tx1"/>
                  </a:solidFill>
                  <a:latin typeface="Tahoma" panose="020B0604030504040204" pitchFamily="34" charset="0"/>
                </a:defRPr>
              </a:lvl4pPr>
              <a:lvl5pPr marL="2057400" indent="-228600" eaLnBrk="0" hangingPunct="0">
                <a:spcBef>
                  <a:spcPct val="20000"/>
                </a:spcBef>
                <a:buClr>
                  <a:schemeClr val="tx2"/>
                </a:buClr>
                <a:buChar char="–"/>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tx2"/>
                </a:buClr>
                <a:buChar char="–"/>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tx2"/>
                </a:buClr>
                <a:buChar char="–"/>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tx2"/>
                </a:buClr>
                <a:buChar char="–"/>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tx2"/>
                </a:buClr>
                <a:buChar char="–"/>
                <a:defRPr sz="2000">
                  <a:solidFill>
                    <a:schemeClr val="tx1"/>
                  </a:solidFill>
                  <a:latin typeface="Tahoma" panose="020B0604030504040204" pitchFamily="34" charset="0"/>
                </a:defRPr>
              </a:lvl9pPr>
            </a:lstStyle>
            <a:p>
              <a:pPr eaLnBrk="1" hangingPunct="1">
                <a:spcBef>
                  <a:spcPct val="0"/>
                </a:spcBef>
                <a:buFontTx/>
                <a:buNone/>
              </a:pPr>
              <a:r>
                <a:rPr lang="en-CA" altLang="en-US" sz="1800">
                  <a:latin typeface="Arial" panose="020B0604020202020204" pitchFamily="34" charset="0"/>
                </a:rPr>
                <a:t>Short Call</a:t>
              </a:r>
              <a:endParaRPr lang="en-US" altLang="en-US" sz="1800">
                <a:latin typeface="Arial" panose="020B0604020202020204" pitchFamily="34" charset="0"/>
              </a:endParaRPr>
            </a:p>
          </p:txBody>
        </p:sp>
        <p:sp>
          <p:nvSpPr>
            <p:cNvPr id="40984" name="TextBox 23"/>
            <p:cNvSpPr txBox="1">
              <a:spLocks noChangeArrowheads="1"/>
            </p:cNvSpPr>
            <p:nvPr/>
          </p:nvSpPr>
          <p:spPr bwMode="auto">
            <a:xfrm rot="10800000" flipV="1">
              <a:off x="5643570" y="3338539"/>
              <a:ext cx="1928826" cy="34989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spcBef>
                  <a:spcPct val="20000"/>
                </a:spcBef>
                <a:buBlip>
                  <a:blip r:embed="rId3"/>
                </a:buBlip>
                <a:defRPr sz="3200">
                  <a:solidFill>
                    <a:schemeClr val="tx1"/>
                  </a:solidFill>
                  <a:latin typeface="Tahoma" panose="020B0604030504040204" pitchFamily="34" charset="0"/>
                </a:defRPr>
              </a:lvl1pPr>
              <a:lvl2pPr marL="742950" indent="-285750" eaLnBrk="0" hangingPunct="0">
                <a:spcBef>
                  <a:spcPct val="20000"/>
                </a:spcBef>
                <a:buSzPct val="75000"/>
                <a:buBlip>
                  <a:blip r:embed="rId4"/>
                </a:buBlip>
                <a:defRPr sz="2800">
                  <a:solidFill>
                    <a:schemeClr val="tx1"/>
                  </a:solidFill>
                  <a:latin typeface="Tahoma" panose="020B0604030504040204" pitchFamily="34" charset="0"/>
                </a:defRPr>
              </a:lvl2pPr>
              <a:lvl3pPr marL="1143000" indent="-228600" eaLnBrk="0" hangingPunct="0">
                <a:spcBef>
                  <a:spcPct val="20000"/>
                </a:spcBef>
                <a:buChar char="•"/>
                <a:defRPr sz="2400">
                  <a:solidFill>
                    <a:schemeClr val="tx1"/>
                  </a:solidFill>
                  <a:latin typeface="Tahoma" panose="020B0604030504040204" pitchFamily="34" charset="0"/>
                </a:defRPr>
              </a:lvl3pPr>
              <a:lvl4pPr marL="1600200" indent="-228600" eaLnBrk="0" hangingPunct="0">
                <a:spcBef>
                  <a:spcPct val="20000"/>
                </a:spcBef>
                <a:buChar char="–"/>
                <a:defRPr sz="2000">
                  <a:solidFill>
                    <a:schemeClr val="tx1"/>
                  </a:solidFill>
                  <a:latin typeface="Tahoma" panose="020B0604030504040204" pitchFamily="34" charset="0"/>
                </a:defRPr>
              </a:lvl4pPr>
              <a:lvl5pPr marL="2057400" indent="-228600" eaLnBrk="0" hangingPunct="0">
                <a:spcBef>
                  <a:spcPct val="20000"/>
                </a:spcBef>
                <a:buClr>
                  <a:schemeClr val="tx2"/>
                </a:buClr>
                <a:buChar char="–"/>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tx2"/>
                </a:buClr>
                <a:buChar char="–"/>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tx2"/>
                </a:buClr>
                <a:buChar char="–"/>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tx2"/>
                </a:buClr>
                <a:buChar char="–"/>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tx2"/>
                </a:buClr>
                <a:buChar char="–"/>
                <a:defRPr sz="2000">
                  <a:solidFill>
                    <a:schemeClr val="tx1"/>
                  </a:solidFill>
                  <a:latin typeface="Tahoma" panose="020B0604030504040204" pitchFamily="34" charset="0"/>
                </a:defRPr>
              </a:lvl9pPr>
            </a:lstStyle>
            <a:p>
              <a:pPr eaLnBrk="1" hangingPunct="1">
                <a:spcBef>
                  <a:spcPct val="0"/>
                </a:spcBef>
                <a:buFontTx/>
                <a:buNone/>
              </a:pPr>
              <a:r>
                <a:rPr lang="en-CA" altLang="en-US" sz="1800">
                  <a:latin typeface="Arial" panose="020B0604020202020204" pitchFamily="34" charset="0"/>
                </a:rPr>
                <a:t>Asset Price</a:t>
              </a:r>
              <a:endParaRPr lang="en-US" altLang="en-US" sz="1800">
                <a:latin typeface="Arial" panose="020B0604020202020204" pitchFamily="34" charset="0"/>
              </a:endParaRPr>
            </a:p>
          </p:txBody>
        </p:sp>
      </p:grpSp>
    </p:spTree>
  </p:cSld>
  <p:clrMapOvr>
    <a:masterClrMapping/>
  </p:clrMapOvr>
  <p:timing>
    <p:tnLst>
      <p:par>
        <p:cTn id="1" dur="indefinite" restart="never" nodeType="tmRoot"/>
      </p:par>
    </p:tn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9570" name="Rectangle 2"/>
          <p:cNvSpPr>
            <a:spLocks noGrp="1" noChangeArrowheads="1"/>
          </p:cNvSpPr>
          <p:nvPr>
            <p:ph type="title"/>
          </p:nvPr>
        </p:nvSpPr>
        <p:spPr/>
        <p:txBody>
          <a:bodyPr lIns="92075" tIns="46038" rIns="92075" bIns="46038">
            <a:normAutofit fontScale="90000"/>
          </a:bodyPr>
          <a:lstStyle/>
          <a:p>
            <a:pPr eaLnBrk="1" fontAlgn="auto" hangingPunct="1">
              <a:spcAft>
                <a:spcPts val="0"/>
              </a:spcAft>
              <a:defRPr/>
            </a:pPr>
            <a:r>
              <a:rPr lang="en-US" dirty="0">
                <a:solidFill>
                  <a:schemeClr val="tx2">
                    <a:satMod val="130000"/>
                  </a:schemeClr>
                </a:solidFill>
              </a:rPr>
              <a:t>Quadratic </a:t>
            </a:r>
            <a:r>
              <a:rPr lang="en-US" dirty="0" smtClean="0">
                <a:solidFill>
                  <a:schemeClr val="tx2">
                    <a:satMod val="130000"/>
                  </a:schemeClr>
                </a:solidFill>
              </a:rPr>
              <a:t>Model </a:t>
            </a:r>
            <a:r>
              <a:rPr lang="en-US" sz="2700" dirty="0" smtClean="0">
                <a:solidFill>
                  <a:schemeClr val="tx2">
                    <a:satMod val="130000"/>
                  </a:schemeClr>
                </a:solidFill>
              </a:rPr>
              <a:t>(equation 22.7) </a:t>
            </a:r>
            <a:r>
              <a:rPr lang="en-US" dirty="0">
                <a:solidFill>
                  <a:schemeClr val="tx2">
                    <a:satMod val="130000"/>
                  </a:schemeClr>
                </a:solidFill>
              </a:rPr>
              <a:t/>
            </a:r>
            <a:br>
              <a:rPr lang="en-US" dirty="0">
                <a:solidFill>
                  <a:schemeClr val="tx2">
                    <a:satMod val="130000"/>
                  </a:schemeClr>
                </a:solidFill>
              </a:rPr>
            </a:br>
            <a:endParaRPr lang="en-US" dirty="0">
              <a:solidFill>
                <a:schemeClr val="tx2">
                  <a:satMod val="130000"/>
                </a:schemeClr>
              </a:solidFill>
            </a:endParaRPr>
          </a:p>
        </p:txBody>
      </p:sp>
      <p:sp>
        <p:nvSpPr>
          <p:cNvPr id="41987" name="Rectangle 3"/>
          <p:cNvSpPr>
            <a:spLocks noGrp="1" noChangeArrowheads="1"/>
          </p:cNvSpPr>
          <p:nvPr>
            <p:ph idx="1"/>
          </p:nvPr>
        </p:nvSpPr>
        <p:spPr/>
        <p:txBody>
          <a:bodyPr lIns="92075" tIns="46038" rIns="92075" bIns="46038"/>
          <a:lstStyle/>
          <a:p>
            <a:pPr eaLnBrk="1" hangingPunct="1">
              <a:buFont typeface="Wingdings" panose="05000000000000000000" pitchFamily="2" charset="2"/>
              <a:buNone/>
            </a:pPr>
            <a:r>
              <a:rPr lang="en-US" altLang="en-US" dirty="0" smtClean="0"/>
              <a:t>	For a portfolio dependent on a single stock price it is approximately true that</a:t>
            </a:r>
          </a:p>
          <a:p>
            <a:pPr eaLnBrk="1" hangingPunct="1">
              <a:buFont typeface="Wingdings" panose="05000000000000000000" pitchFamily="2" charset="2"/>
              <a:buNone/>
            </a:pPr>
            <a:endParaRPr lang="en-US" altLang="en-US" dirty="0" smtClean="0"/>
          </a:p>
          <a:p>
            <a:pPr eaLnBrk="1" hangingPunct="1">
              <a:buFont typeface="Wingdings" panose="05000000000000000000" pitchFamily="2" charset="2"/>
              <a:buNone/>
            </a:pPr>
            <a:endParaRPr lang="en-US" altLang="en-US" dirty="0" smtClean="0"/>
          </a:p>
          <a:p>
            <a:pPr eaLnBrk="1" hangingPunct="1">
              <a:buFont typeface="Wingdings" panose="05000000000000000000" pitchFamily="2" charset="2"/>
              <a:buNone/>
            </a:pPr>
            <a:r>
              <a:rPr lang="en-US" altLang="en-US" dirty="0" smtClean="0"/>
              <a:t>	this becomes</a:t>
            </a:r>
          </a:p>
          <a:p>
            <a:pPr eaLnBrk="1" hangingPunct="1">
              <a:buFont typeface="Wingdings" panose="05000000000000000000" pitchFamily="2" charset="2"/>
              <a:buNone/>
            </a:pPr>
            <a:endParaRPr lang="en-US" altLang="en-US" dirty="0" smtClean="0"/>
          </a:p>
        </p:txBody>
      </p:sp>
      <p:sp>
        <p:nvSpPr>
          <p:cNvPr id="41988" name="Footer Placeholder 4"/>
          <p:cNvSpPr>
            <a:spLocks noGrp="1"/>
          </p:cNvSpPr>
          <p:nvPr>
            <p:ph type="ftr"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spcBef>
                <a:spcPct val="20000"/>
              </a:spcBef>
              <a:buBlip>
                <a:blip r:embed="rId4"/>
              </a:buBlip>
              <a:defRPr sz="3200">
                <a:solidFill>
                  <a:schemeClr val="tx1"/>
                </a:solidFill>
                <a:latin typeface="Tahoma" panose="020B0604030504040204" pitchFamily="34" charset="0"/>
              </a:defRPr>
            </a:lvl1pPr>
            <a:lvl2pPr marL="742950" indent="-285750" eaLnBrk="0" hangingPunct="0">
              <a:spcBef>
                <a:spcPct val="20000"/>
              </a:spcBef>
              <a:buSzPct val="75000"/>
              <a:buBlip>
                <a:blip r:embed="rId5"/>
              </a:buBlip>
              <a:defRPr sz="2800">
                <a:solidFill>
                  <a:schemeClr val="tx1"/>
                </a:solidFill>
                <a:latin typeface="Tahoma" panose="020B0604030504040204" pitchFamily="34" charset="0"/>
              </a:defRPr>
            </a:lvl2pPr>
            <a:lvl3pPr marL="1143000" indent="-228600" eaLnBrk="0" hangingPunct="0">
              <a:spcBef>
                <a:spcPct val="20000"/>
              </a:spcBef>
              <a:buChar char="•"/>
              <a:defRPr sz="2400">
                <a:solidFill>
                  <a:schemeClr val="tx1"/>
                </a:solidFill>
                <a:latin typeface="Tahoma" panose="020B0604030504040204" pitchFamily="34" charset="0"/>
              </a:defRPr>
            </a:lvl3pPr>
            <a:lvl4pPr marL="1600200" indent="-228600" eaLnBrk="0" hangingPunct="0">
              <a:spcBef>
                <a:spcPct val="20000"/>
              </a:spcBef>
              <a:buChar char="–"/>
              <a:defRPr sz="2000">
                <a:solidFill>
                  <a:schemeClr val="tx1"/>
                </a:solidFill>
                <a:latin typeface="Tahoma" panose="020B0604030504040204" pitchFamily="34" charset="0"/>
              </a:defRPr>
            </a:lvl4pPr>
            <a:lvl5pPr marL="2057400" indent="-228600" eaLnBrk="0" hangingPunct="0">
              <a:spcBef>
                <a:spcPct val="20000"/>
              </a:spcBef>
              <a:buClr>
                <a:schemeClr val="tx2"/>
              </a:buClr>
              <a:buChar char="–"/>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tx2"/>
              </a:buClr>
              <a:buChar char="–"/>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tx2"/>
              </a:buClr>
              <a:buChar char="–"/>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tx2"/>
              </a:buClr>
              <a:buChar char="–"/>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tx2"/>
              </a:buClr>
              <a:buChar char="–"/>
              <a:defRPr sz="2000">
                <a:solidFill>
                  <a:schemeClr val="tx1"/>
                </a:solidFill>
                <a:latin typeface="Tahoma" panose="020B0604030504040204" pitchFamily="34" charset="0"/>
              </a:defRPr>
            </a:lvl9pPr>
          </a:lstStyle>
          <a:p>
            <a:pPr eaLnBrk="1" hangingPunct="1">
              <a:spcBef>
                <a:spcPct val="0"/>
              </a:spcBef>
              <a:buFontTx/>
              <a:buNone/>
            </a:pPr>
            <a:r>
              <a:rPr lang="en-US" altLang="en-US" sz="1400" smtClean="0">
                <a:latin typeface="Arial" panose="020B0604020202020204" pitchFamily="34" charset="0"/>
                <a:cs typeface="Arial" panose="020B0604020202020204" pitchFamily="34" charset="0"/>
              </a:rPr>
              <a:t>Options, Futures, and Other Derivatives,  11th Edition, Copyright © John  C. Hull 2021</a:t>
            </a:r>
          </a:p>
        </p:txBody>
      </p:sp>
      <p:sp>
        <p:nvSpPr>
          <p:cNvPr id="41989" name="Slide Number Placeholder 5"/>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spcBef>
                <a:spcPct val="20000"/>
              </a:spcBef>
              <a:buBlip>
                <a:blip r:embed="rId4"/>
              </a:buBlip>
              <a:defRPr sz="3200">
                <a:solidFill>
                  <a:schemeClr val="tx1"/>
                </a:solidFill>
                <a:latin typeface="Tahoma" panose="020B0604030504040204" pitchFamily="34" charset="0"/>
              </a:defRPr>
            </a:lvl1pPr>
            <a:lvl2pPr marL="742950" indent="-285750" eaLnBrk="0" hangingPunct="0">
              <a:spcBef>
                <a:spcPct val="20000"/>
              </a:spcBef>
              <a:buSzPct val="75000"/>
              <a:buBlip>
                <a:blip r:embed="rId5"/>
              </a:buBlip>
              <a:defRPr sz="2800">
                <a:solidFill>
                  <a:schemeClr val="tx1"/>
                </a:solidFill>
                <a:latin typeface="Tahoma" panose="020B0604030504040204" pitchFamily="34" charset="0"/>
              </a:defRPr>
            </a:lvl2pPr>
            <a:lvl3pPr marL="1143000" indent="-228600" eaLnBrk="0" hangingPunct="0">
              <a:spcBef>
                <a:spcPct val="20000"/>
              </a:spcBef>
              <a:buChar char="•"/>
              <a:defRPr sz="2400">
                <a:solidFill>
                  <a:schemeClr val="tx1"/>
                </a:solidFill>
                <a:latin typeface="Tahoma" panose="020B0604030504040204" pitchFamily="34" charset="0"/>
              </a:defRPr>
            </a:lvl3pPr>
            <a:lvl4pPr marL="1600200" indent="-228600" eaLnBrk="0" hangingPunct="0">
              <a:spcBef>
                <a:spcPct val="20000"/>
              </a:spcBef>
              <a:buChar char="–"/>
              <a:defRPr sz="2000">
                <a:solidFill>
                  <a:schemeClr val="tx1"/>
                </a:solidFill>
                <a:latin typeface="Tahoma" panose="020B0604030504040204" pitchFamily="34" charset="0"/>
              </a:defRPr>
            </a:lvl4pPr>
            <a:lvl5pPr marL="2057400" indent="-228600" eaLnBrk="0" hangingPunct="0">
              <a:spcBef>
                <a:spcPct val="20000"/>
              </a:spcBef>
              <a:buClr>
                <a:schemeClr val="tx2"/>
              </a:buClr>
              <a:buChar char="–"/>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tx2"/>
              </a:buClr>
              <a:buChar char="–"/>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tx2"/>
              </a:buClr>
              <a:buChar char="–"/>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tx2"/>
              </a:buClr>
              <a:buChar char="–"/>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tx2"/>
              </a:buClr>
              <a:buChar char="–"/>
              <a:defRPr sz="2000">
                <a:solidFill>
                  <a:schemeClr val="tx1"/>
                </a:solidFill>
                <a:latin typeface="Tahoma" panose="020B0604030504040204" pitchFamily="34" charset="0"/>
              </a:defRPr>
            </a:lvl9pPr>
          </a:lstStyle>
          <a:p>
            <a:pPr eaLnBrk="1" hangingPunct="1">
              <a:spcBef>
                <a:spcPct val="0"/>
              </a:spcBef>
              <a:buFontTx/>
              <a:buNone/>
            </a:pPr>
            <a:fld id="{51E523D6-F53D-4A54-8707-4F0F1DD40EEA}" type="slidenum">
              <a:rPr lang="en-US" altLang="en-US" sz="1400">
                <a:latin typeface="Arial" panose="020B0604020202020204" pitchFamily="34" charset="0"/>
              </a:rPr>
              <a:pPr eaLnBrk="1" hangingPunct="1">
                <a:spcBef>
                  <a:spcPct val="0"/>
                </a:spcBef>
                <a:buFontTx/>
                <a:buNone/>
              </a:pPr>
              <a:t>37</a:t>
            </a:fld>
            <a:endParaRPr lang="en-US" altLang="en-US" sz="1400">
              <a:latin typeface="Arial" panose="020B0604020202020204" pitchFamily="34" charset="0"/>
            </a:endParaRPr>
          </a:p>
        </p:txBody>
      </p:sp>
      <p:graphicFrame>
        <p:nvGraphicFramePr>
          <p:cNvPr id="41990" name="Object 4"/>
          <p:cNvGraphicFramePr>
            <a:graphicFrameLocks/>
          </p:cNvGraphicFramePr>
          <p:nvPr/>
        </p:nvGraphicFramePr>
        <p:xfrm>
          <a:off x="2514600" y="3048000"/>
          <a:ext cx="3503613" cy="1676400"/>
        </p:xfrm>
        <a:graphic>
          <a:graphicData uri="http://schemas.openxmlformats.org/presentationml/2006/ole">
            <mc:AlternateContent xmlns:mc="http://schemas.openxmlformats.org/markup-compatibility/2006">
              <mc:Choice xmlns:v="urn:schemas-microsoft-com:vml" Requires="v">
                <p:oleObj spid="_x0000_s42030" name="Equation" r:id="rId6" imgW="1305012" imgH="619110" progId="Equation.3">
                  <p:embed/>
                </p:oleObj>
              </mc:Choice>
              <mc:Fallback>
                <p:oleObj name="Equation" r:id="rId6" imgW="1305012" imgH="619110" progId="Equation.3">
                  <p:embed/>
                  <p:pic>
                    <p:nvPicPr>
                      <p:cNvPr id="0" name="Object 4"/>
                      <p:cNvPicPr>
                        <a:picLocks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2514600" y="3048000"/>
                        <a:ext cx="3503613" cy="16764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41991" name="Object 5"/>
          <p:cNvGraphicFramePr>
            <a:graphicFrameLocks/>
          </p:cNvGraphicFramePr>
          <p:nvPr/>
        </p:nvGraphicFramePr>
        <p:xfrm>
          <a:off x="2209800" y="4572000"/>
          <a:ext cx="3930650" cy="990600"/>
        </p:xfrm>
        <a:graphic>
          <a:graphicData uri="http://schemas.openxmlformats.org/presentationml/2006/ole">
            <mc:AlternateContent xmlns:mc="http://schemas.openxmlformats.org/markup-compatibility/2006">
              <mc:Choice xmlns:v="urn:schemas-microsoft-com:vml" Requires="v">
                <p:oleObj spid="_x0000_s42031" name="Equation" r:id="rId8" imgW="1533545" imgH="371520" progId="Equation.3">
                  <p:embed/>
                </p:oleObj>
              </mc:Choice>
              <mc:Fallback>
                <p:oleObj name="Equation" r:id="rId8" imgW="1533545" imgH="371520" progId="Equation.3">
                  <p:embed/>
                  <p:pic>
                    <p:nvPicPr>
                      <p:cNvPr id="0" name="Object 5"/>
                      <p:cNvPicPr>
                        <a:picLocks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2209800" y="4572000"/>
                        <a:ext cx="3930650" cy="9906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Tree>
  </p:cSld>
  <p:clrMapOvr>
    <a:masterClrMapping/>
  </p:clrMapOvr>
  <p:timing>
    <p:tnLst>
      <p:par>
        <p:cTn id="1" dur="indefinite" restart="never" nodeType="tmRoot"/>
      </p:par>
    </p:tn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3666" name="Rectangle 2"/>
          <p:cNvSpPr>
            <a:spLocks noGrp="1" noChangeArrowheads="1"/>
          </p:cNvSpPr>
          <p:nvPr>
            <p:ph type="title"/>
          </p:nvPr>
        </p:nvSpPr>
        <p:spPr/>
        <p:txBody>
          <a:bodyPr lIns="92075" tIns="46038" rIns="92075" bIns="46038"/>
          <a:lstStyle/>
          <a:p>
            <a:pPr eaLnBrk="1" fontAlgn="auto" hangingPunct="1">
              <a:spcAft>
                <a:spcPts val="0"/>
              </a:spcAft>
              <a:defRPr/>
            </a:pPr>
            <a:r>
              <a:rPr lang="en-US" dirty="0">
                <a:solidFill>
                  <a:schemeClr val="tx2">
                    <a:satMod val="130000"/>
                  </a:schemeClr>
                </a:solidFill>
              </a:rPr>
              <a:t>Quadratic Model </a:t>
            </a:r>
            <a:r>
              <a:rPr lang="en-US" dirty="0" smtClean="0">
                <a:solidFill>
                  <a:schemeClr val="tx2">
                    <a:satMod val="130000"/>
                  </a:schemeClr>
                </a:solidFill>
              </a:rPr>
              <a:t>continued </a:t>
            </a:r>
            <a:r>
              <a:rPr lang="en-US" sz="2400" dirty="0" smtClean="0">
                <a:solidFill>
                  <a:schemeClr val="tx2">
                    <a:satMod val="130000"/>
                  </a:schemeClr>
                </a:solidFill>
              </a:rPr>
              <a:t>(equation 22.8)</a:t>
            </a:r>
            <a:endParaRPr lang="en-US" sz="2400" dirty="0">
              <a:solidFill>
                <a:schemeClr val="tx2">
                  <a:satMod val="130000"/>
                </a:schemeClr>
              </a:solidFill>
            </a:endParaRPr>
          </a:p>
        </p:txBody>
      </p:sp>
      <p:sp>
        <p:nvSpPr>
          <p:cNvPr id="43011" name="Rectangle 3"/>
          <p:cNvSpPr>
            <a:spLocks noGrp="1" noChangeArrowheads="1"/>
          </p:cNvSpPr>
          <p:nvPr>
            <p:ph idx="1"/>
          </p:nvPr>
        </p:nvSpPr>
        <p:spPr/>
        <p:txBody>
          <a:bodyPr lIns="92075" tIns="46038" rIns="92075" bIns="46038"/>
          <a:lstStyle/>
          <a:p>
            <a:pPr eaLnBrk="1" hangingPunct="1">
              <a:lnSpc>
                <a:spcPct val="90000"/>
              </a:lnSpc>
              <a:buFont typeface="Wingdings" panose="05000000000000000000" pitchFamily="2" charset="2"/>
              <a:buNone/>
            </a:pPr>
            <a:r>
              <a:rPr lang="en-US" altLang="en-US" dirty="0" smtClean="0"/>
              <a:t>	With many market variables</a:t>
            </a:r>
            <a:r>
              <a:rPr lang="en-CA" altLang="en-US" dirty="0" smtClean="0"/>
              <a:t> we get an expression of the form </a:t>
            </a:r>
            <a:endParaRPr lang="en-US" altLang="en-US" dirty="0" smtClean="0"/>
          </a:p>
          <a:p>
            <a:pPr eaLnBrk="1" hangingPunct="1">
              <a:lnSpc>
                <a:spcPct val="90000"/>
              </a:lnSpc>
              <a:buFont typeface="Wingdings" panose="05000000000000000000" pitchFamily="2" charset="2"/>
              <a:buNone/>
            </a:pPr>
            <a:endParaRPr lang="en-US" altLang="en-US" dirty="0" smtClean="0"/>
          </a:p>
          <a:p>
            <a:pPr eaLnBrk="1" hangingPunct="1">
              <a:lnSpc>
                <a:spcPct val="90000"/>
              </a:lnSpc>
              <a:buFont typeface="Wingdings" panose="05000000000000000000" pitchFamily="2" charset="2"/>
              <a:buNone/>
            </a:pPr>
            <a:endParaRPr lang="en-US" altLang="en-US" dirty="0" smtClean="0"/>
          </a:p>
          <a:p>
            <a:pPr eaLnBrk="1" hangingPunct="1">
              <a:lnSpc>
                <a:spcPct val="90000"/>
              </a:lnSpc>
              <a:buFont typeface="Wingdings" panose="05000000000000000000" pitchFamily="2" charset="2"/>
              <a:buNone/>
            </a:pPr>
            <a:r>
              <a:rPr lang="en-US" altLang="en-US" dirty="0" smtClean="0"/>
              <a:t>	where </a:t>
            </a:r>
            <a:endParaRPr lang="en-CA" altLang="en-US" dirty="0" smtClean="0"/>
          </a:p>
          <a:p>
            <a:pPr eaLnBrk="1" hangingPunct="1">
              <a:lnSpc>
                <a:spcPct val="90000"/>
              </a:lnSpc>
              <a:buFont typeface="Wingdings" panose="05000000000000000000" pitchFamily="2" charset="2"/>
              <a:buNone/>
            </a:pPr>
            <a:endParaRPr lang="en-CA" altLang="en-US" dirty="0" smtClean="0"/>
          </a:p>
          <a:p>
            <a:pPr eaLnBrk="1" hangingPunct="1">
              <a:lnSpc>
                <a:spcPct val="90000"/>
              </a:lnSpc>
              <a:buFont typeface="Wingdings" panose="05000000000000000000" pitchFamily="2" charset="2"/>
              <a:buNone/>
            </a:pPr>
            <a:endParaRPr lang="en-US" altLang="en-US" dirty="0" smtClean="0"/>
          </a:p>
          <a:p>
            <a:pPr eaLnBrk="1" hangingPunct="1">
              <a:lnSpc>
                <a:spcPct val="90000"/>
              </a:lnSpc>
              <a:buFont typeface="Wingdings" panose="05000000000000000000" pitchFamily="2" charset="2"/>
              <a:buNone/>
            </a:pPr>
            <a:r>
              <a:rPr lang="en-CA" altLang="en-US" dirty="0" smtClean="0"/>
              <a:t>	But this is much more difficult to work with than the linear model</a:t>
            </a:r>
            <a:endParaRPr lang="en-US" altLang="en-US" dirty="0" smtClean="0"/>
          </a:p>
        </p:txBody>
      </p:sp>
      <p:sp>
        <p:nvSpPr>
          <p:cNvPr id="43012" name="Footer Placeholder 4"/>
          <p:cNvSpPr>
            <a:spLocks noGrp="1"/>
          </p:cNvSpPr>
          <p:nvPr>
            <p:ph type="ftr"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spcBef>
                <a:spcPct val="20000"/>
              </a:spcBef>
              <a:buBlip>
                <a:blip r:embed="rId4"/>
              </a:buBlip>
              <a:defRPr sz="3200">
                <a:solidFill>
                  <a:schemeClr val="tx1"/>
                </a:solidFill>
                <a:latin typeface="Tahoma" panose="020B0604030504040204" pitchFamily="34" charset="0"/>
              </a:defRPr>
            </a:lvl1pPr>
            <a:lvl2pPr marL="742950" indent="-285750" eaLnBrk="0" hangingPunct="0">
              <a:spcBef>
                <a:spcPct val="20000"/>
              </a:spcBef>
              <a:buSzPct val="75000"/>
              <a:buBlip>
                <a:blip r:embed="rId5"/>
              </a:buBlip>
              <a:defRPr sz="2800">
                <a:solidFill>
                  <a:schemeClr val="tx1"/>
                </a:solidFill>
                <a:latin typeface="Tahoma" panose="020B0604030504040204" pitchFamily="34" charset="0"/>
              </a:defRPr>
            </a:lvl2pPr>
            <a:lvl3pPr marL="1143000" indent="-228600" eaLnBrk="0" hangingPunct="0">
              <a:spcBef>
                <a:spcPct val="20000"/>
              </a:spcBef>
              <a:buChar char="•"/>
              <a:defRPr sz="2400">
                <a:solidFill>
                  <a:schemeClr val="tx1"/>
                </a:solidFill>
                <a:latin typeface="Tahoma" panose="020B0604030504040204" pitchFamily="34" charset="0"/>
              </a:defRPr>
            </a:lvl3pPr>
            <a:lvl4pPr marL="1600200" indent="-228600" eaLnBrk="0" hangingPunct="0">
              <a:spcBef>
                <a:spcPct val="20000"/>
              </a:spcBef>
              <a:buChar char="–"/>
              <a:defRPr sz="2000">
                <a:solidFill>
                  <a:schemeClr val="tx1"/>
                </a:solidFill>
                <a:latin typeface="Tahoma" panose="020B0604030504040204" pitchFamily="34" charset="0"/>
              </a:defRPr>
            </a:lvl4pPr>
            <a:lvl5pPr marL="2057400" indent="-228600" eaLnBrk="0" hangingPunct="0">
              <a:spcBef>
                <a:spcPct val="20000"/>
              </a:spcBef>
              <a:buClr>
                <a:schemeClr val="tx2"/>
              </a:buClr>
              <a:buChar char="–"/>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tx2"/>
              </a:buClr>
              <a:buChar char="–"/>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tx2"/>
              </a:buClr>
              <a:buChar char="–"/>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tx2"/>
              </a:buClr>
              <a:buChar char="–"/>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tx2"/>
              </a:buClr>
              <a:buChar char="–"/>
              <a:defRPr sz="2000">
                <a:solidFill>
                  <a:schemeClr val="tx1"/>
                </a:solidFill>
                <a:latin typeface="Tahoma" panose="020B0604030504040204" pitchFamily="34" charset="0"/>
              </a:defRPr>
            </a:lvl9pPr>
          </a:lstStyle>
          <a:p>
            <a:pPr eaLnBrk="1" hangingPunct="1">
              <a:spcBef>
                <a:spcPct val="0"/>
              </a:spcBef>
              <a:buFontTx/>
              <a:buNone/>
            </a:pPr>
            <a:r>
              <a:rPr lang="en-US" altLang="en-US" sz="1400" smtClean="0">
                <a:latin typeface="Arial" panose="020B0604020202020204" pitchFamily="34" charset="0"/>
                <a:cs typeface="Arial" panose="020B0604020202020204" pitchFamily="34" charset="0"/>
              </a:rPr>
              <a:t>Options, Futures, and Other Derivatives,  11th Edition, Copyright © John  C. Hull 2021</a:t>
            </a:r>
          </a:p>
        </p:txBody>
      </p:sp>
      <p:sp>
        <p:nvSpPr>
          <p:cNvPr id="43013" name="Slide Number Placeholder 5"/>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spcBef>
                <a:spcPct val="20000"/>
              </a:spcBef>
              <a:buBlip>
                <a:blip r:embed="rId4"/>
              </a:buBlip>
              <a:defRPr sz="3200">
                <a:solidFill>
                  <a:schemeClr val="tx1"/>
                </a:solidFill>
                <a:latin typeface="Tahoma" panose="020B0604030504040204" pitchFamily="34" charset="0"/>
              </a:defRPr>
            </a:lvl1pPr>
            <a:lvl2pPr marL="742950" indent="-285750" eaLnBrk="0" hangingPunct="0">
              <a:spcBef>
                <a:spcPct val="20000"/>
              </a:spcBef>
              <a:buSzPct val="75000"/>
              <a:buBlip>
                <a:blip r:embed="rId5"/>
              </a:buBlip>
              <a:defRPr sz="2800">
                <a:solidFill>
                  <a:schemeClr val="tx1"/>
                </a:solidFill>
                <a:latin typeface="Tahoma" panose="020B0604030504040204" pitchFamily="34" charset="0"/>
              </a:defRPr>
            </a:lvl2pPr>
            <a:lvl3pPr marL="1143000" indent="-228600" eaLnBrk="0" hangingPunct="0">
              <a:spcBef>
                <a:spcPct val="20000"/>
              </a:spcBef>
              <a:buChar char="•"/>
              <a:defRPr sz="2400">
                <a:solidFill>
                  <a:schemeClr val="tx1"/>
                </a:solidFill>
                <a:latin typeface="Tahoma" panose="020B0604030504040204" pitchFamily="34" charset="0"/>
              </a:defRPr>
            </a:lvl3pPr>
            <a:lvl4pPr marL="1600200" indent="-228600" eaLnBrk="0" hangingPunct="0">
              <a:spcBef>
                <a:spcPct val="20000"/>
              </a:spcBef>
              <a:buChar char="–"/>
              <a:defRPr sz="2000">
                <a:solidFill>
                  <a:schemeClr val="tx1"/>
                </a:solidFill>
                <a:latin typeface="Tahoma" panose="020B0604030504040204" pitchFamily="34" charset="0"/>
              </a:defRPr>
            </a:lvl4pPr>
            <a:lvl5pPr marL="2057400" indent="-228600" eaLnBrk="0" hangingPunct="0">
              <a:spcBef>
                <a:spcPct val="20000"/>
              </a:spcBef>
              <a:buClr>
                <a:schemeClr val="tx2"/>
              </a:buClr>
              <a:buChar char="–"/>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tx2"/>
              </a:buClr>
              <a:buChar char="–"/>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tx2"/>
              </a:buClr>
              <a:buChar char="–"/>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tx2"/>
              </a:buClr>
              <a:buChar char="–"/>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tx2"/>
              </a:buClr>
              <a:buChar char="–"/>
              <a:defRPr sz="2000">
                <a:solidFill>
                  <a:schemeClr val="tx1"/>
                </a:solidFill>
                <a:latin typeface="Tahoma" panose="020B0604030504040204" pitchFamily="34" charset="0"/>
              </a:defRPr>
            </a:lvl9pPr>
          </a:lstStyle>
          <a:p>
            <a:pPr eaLnBrk="1" hangingPunct="1">
              <a:spcBef>
                <a:spcPct val="0"/>
              </a:spcBef>
              <a:buFontTx/>
              <a:buNone/>
            </a:pPr>
            <a:fld id="{E68E5156-AC39-42FF-9E6D-712873200963}" type="slidenum">
              <a:rPr lang="en-US" altLang="en-US" sz="1400">
                <a:latin typeface="Arial" panose="020B0604020202020204" pitchFamily="34" charset="0"/>
              </a:rPr>
              <a:pPr eaLnBrk="1" hangingPunct="1">
                <a:spcBef>
                  <a:spcPct val="0"/>
                </a:spcBef>
                <a:buFontTx/>
                <a:buNone/>
              </a:pPr>
              <a:t>38</a:t>
            </a:fld>
            <a:endParaRPr lang="en-US" altLang="en-US" sz="1400">
              <a:latin typeface="Arial" panose="020B0604020202020204" pitchFamily="34" charset="0"/>
            </a:endParaRPr>
          </a:p>
        </p:txBody>
      </p:sp>
      <p:graphicFrame>
        <p:nvGraphicFramePr>
          <p:cNvPr id="43014" name="Object 4"/>
          <p:cNvGraphicFramePr>
            <a:graphicFrameLocks/>
          </p:cNvGraphicFramePr>
          <p:nvPr>
            <p:extLst>
              <p:ext uri="{D42A27DB-BD31-4B8C-83A1-F6EECF244321}">
                <p14:modId xmlns:p14="http://schemas.microsoft.com/office/powerpoint/2010/main" val="2078149696"/>
              </p:ext>
            </p:extLst>
          </p:nvPr>
        </p:nvGraphicFramePr>
        <p:xfrm>
          <a:off x="1347788" y="2930525"/>
          <a:ext cx="6046787" cy="1074738"/>
        </p:xfrm>
        <a:graphic>
          <a:graphicData uri="http://schemas.openxmlformats.org/presentationml/2006/ole">
            <mc:AlternateContent xmlns:mc="http://schemas.openxmlformats.org/markup-compatibility/2006">
              <mc:Choice xmlns:v="urn:schemas-microsoft-com:vml" Requires="v">
                <p:oleObj spid="_x0000_s43054" name="Equation" r:id="rId6" imgW="2438280" imgH="444240" progId="Equation.3">
                  <p:embed/>
                </p:oleObj>
              </mc:Choice>
              <mc:Fallback>
                <p:oleObj name="Equation" r:id="rId6" imgW="2438280" imgH="444240" progId="Equation.3">
                  <p:embed/>
                  <p:pic>
                    <p:nvPicPr>
                      <p:cNvPr id="0" name="Object 4"/>
                      <p:cNvPicPr>
                        <a:picLocks noChangeArrowheads="1"/>
                      </p:cNvPicPr>
                      <p:nvPr/>
                    </p:nvPicPr>
                    <p:blipFill>
                      <a:blip r:embed="rId7"/>
                      <a:srcRect/>
                      <a:stretch>
                        <a:fillRect/>
                      </a:stretch>
                    </p:blipFill>
                    <p:spPr bwMode="auto">
                      <a:xfrm>
                        <a:off x="1347788" y="2930525"/>
                        <a:ext cx="6046787" cy="10747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43015" name="Object 5"/>
          <p:cNvGraphicFramePr>
            <a:graphicFrameLocks noChangeAspect="1"/>
          </p:cNvGraphicFramePr>
          <p:nvPr>
            <p:extLst>
              <p:ext uri="{D42A27DB-BD31-4B8C-83A1-F6EECF244321}">
                <p14:modId xmlns:p14="http://schemas.microsoft.com/office/powerpoint/2010/main" val="2199064406"/>
              </p:ext>
            </p:extLst>
          </p:nvPr>
        </p:nvGraphicFramePr>
        <p:xfrm>
          <a:off x="2684463" y="4191000"/>
          <a:ext cx="3165475" cy="866775"/>
        </p:xfrm>
        <a:graphic>
          <a:graphicData uri="http://schemas.openxmlformats.org/presentationml/2006/ole">
            <mc:AlternateContent xmlns:mc="http://schemas.openxmlformats.org/markup-compatibility/2006">
              <mc:Choice xmlns:v="urn:schemas-microsoft-com:vml" Requires="v">
                <p:oleObj spid="_x0000_s43055" name="Equation" r:id="rId8" imgW="1714320" imgH="469800" progId="Equation.3">
                  <p:embed/>
                </p:oleObj>
              </mc:Choice>
              <mc:Fallback>
                <p:oleObj name="Equation" r:id="rId8" imgW="1714320" imgH="469800" progId="Equation.3">
                  <p:embed/>
                  <p:pic>
                    <p:nvPicPr>
                      <p:cNvPr id="0" name="Object 5"/>
                      <p:cNvPicPr>
                        <a:picLocks noChangeAspect="1" noChangeArrowheads="1"/>
                      </p:cNvPicPr>
                      <p:nvPr/>
                    </p:nvPicPr>
                    <p:blipFill>
                      <a:blip r:embed="rId9"/>
                      <a:srcRect/>
                      <a:stretch>
                        <a:fillRect/>
                      </a:stretch>
                    </p:blipFill>
                    <p:spPr bwMode="auto">
                      <a:xfrm>
                        <a:off x="2684463" y="4191000"/>
                        <a:ext cx="3165475" cy="86677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Tree>
  </p:cSld>
  <p:clrMapOvr>
    <a:masterClrMapping/>
  </p:clrMapOvr>
  <p:timing>
    <p:tnLst>
      <p:par>
        <p:cTn id="1" dur="indefinite" restart="never" nodeType="tmRoot"/>
      </p:par>
    </p:tnLst>
  </p:timing>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4034" name="Footer Placeholder 4"/>
          <p:cNvSpPr>
            <a:spLocks noGrp="1"/>
          </p:cNvSpPr>
          <p:nvPr>
            <p:ph type="ftr"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spcBef>
                <a:spcPct val="20000"/>
              </a:spcBef>
              <a:buBlip>
                <a:blip r:embed="rId3"/>
              </a:buBlip>
              <a:defRPr sz="3200">
                <a:solidFill>
                  <a:schemeClr val="tx1"/>
                </a:solidFill>
                <a:latin typeface="Tahoma" panose="020B0604030504040204" pitchFamily="34" charset="0"/>
              </a:defRPr>
            </a:lvl1pPr>
            <a:lvl2pPr marL="742950" indent="-285750" eaLnBrk="0" hangingPunct="0">
              <a:spcBef>
                <a:spcPct val="20000"/>
              </a:spcBef>
              <a:buSzPct val="75000"/>
              <a:buBlip>
                <a:blip r:embed="rId4"/>
              </a:buBlip>
              <a:defRPr sz="2800">
                <a:solidFill>
                  <a:schemeClr val="tx1"/>
                </a:solidFill>
                <a:latin typeface="Tahoma" panose="020B0604030504040204" pitchFamily="34" charset="0"/>
              </a:defRPr>
            </a:lvl2pPr>
            <a:lvl3pPr marL="1143000" indent="-228600" eaLnBrk="0" hangingPunct="0">
              <a:spcBef>
                <a:spcPct val="20000"/>
              </a:spcBef>
              <a:buChar char="•"/>
              <a:defRPr sz="2400">
                <a:solidFill>
                  <a:schemeClr val="tx1"/>
                </a:solidFill>
                <a:latin typeface="Tahoma" panose="020B0604030504040204" pitchFamily="34" charset="0"/>
              </a:defRPr>
            </a:lvl3pPr>
            <a:lvl4pPr marL="1600200" indent="-228600" eaLnBrk="0" hangingPunct="0">
              <a:spcBef>
                <a:spcPct val="20000"/>
              </a:spcBef>
              <a:buChar char="–"/>
              <a:defRPr sz="2000">
                <a:solidFill>
                  <a:schemeClr val="tx1"/>
                </a:solidFill>
                <a:latin typeface="Tahoma" panose="020B0604030504040204" pitchFamily="34" charset="0"/>
              </a:defRPr>
            </a:lvl4pPr>
            <a:lvl5pPr marL="2057400" indent="-228600" eaLnBrk="0" hangingPunct="0">
              <a:spcBef>
                <a:spcPct val="20000"/>
              </a:spcBef>
              <a:buClr>
                <a:schemeClr val="tx2"/>
              </a:buClr>
              <a:buChar char="–"/>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tx2"/>
              </a:buClr>
              <a:buChar char="–"/>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tx2"/>
              </a:buClr>
              <a:buChar char="–"/>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tx2"/>
              </a:buClr>
              <a:buChar char="–"/>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tx2"/>
              </a:buClr>
              <a:buChar char="–"/>
              <a:defRPr sz="2000">
                <a:solidFill>
                  <a:schemeClr val="tx1"/>
                </a:solidFill>
                <a:latin typeface="Tahoma" panose="020B0604030504040204" pitchFamily="34" charset="0"/>
              </a:defRPr>
            </a:lvl9pPr>
          </a:lstStyle>
          <a:p>
            <a:pPr eaLnBrk="1" hangingPunct="1">
              <a:spcBef>
                <a:spcPct val="0"/>
              </a:spcBef>
              <a:buFontTx/>
              <a:buNone/>
            </a:pPr>
            <a:r>
              <a:rPr lang="en-US" altLang="en-US" sz="1400" smtClean="0">
                <a:latin typeface="Arial" panose="020B0604020202020204" pitchFamily="34" charset="0"/>
                <a:cs typeface="Arial" panose="020B0604020202020204" pitchFamily="34" charset="0"/>
              </a:rPr>
              <a:t>Options, Futures, and Other Derivatives,  11th Edition, Copyright © John  C. Hull 2021</a:t>
            </a:r>
          </a:p>
        </p:txBody>
      </p:sp>
      <p:sp>
        <p:nvSpPr>
          <p:cNvPr id="44035" name="Rectangle 2"/>
          <p:cNvSpPr>
            <a:spLocks noGrp="1" noChangeArrowheads="1"/>
          </p:cNvSpPr>
          <p:nvPr>
            <p:ph type="title"/>
          </p:nvPr>
        </p:nvSpPr>
        <p:spPr>
          <a:xfrm>
            <a:off x="246063" y="930275"/>
            <a:ext cx="8059737" cy="1143000"/>
          </a:xfrm>
          <a:noFill/>
        </p:spPr>
        <p:txBody>
          <a:bodyPr lIns="92075" tIns="46038" rIns="92075" bIns="46038"/>
          <a:lstStyle/>
          <a:p>
            <a:pPr eaLnBrk="1" hangingPunct="1"/>
            <a:r>
              <a:rPr lang="en-US" altLang="en-US" dirty="0" smtClean="0"/>
              <a:t>Monte Carlo Simulation</a:t>
            </a:r>
            <a:endParaRPr lang="en-US" altLang="en-US" sz="2400" dirty="0" smtClean="0"/>
          </a:p>
        </p:txBody>
      </p:sp>
      <p:sp>
        <p:nvSpPr>
          <p:cNvPr id="44036" name="Rectangle 3"/>
          <p:cNvSpPr>
            <a:spLocks noGrp="1" noChangeArrowheads="1"/>
          </p:cNvSpPr>
          <p:nvPr>
            <p:ph type="body" idx="1"/>
          </p:nvPr>
        </p:nvSpPr>
        <p:spPr>
          <a:xfrm>
            <a:off x="685800" y="1981200"/>
            <a:ext cx="8001000" cy="4114800"/>
          </a:xfrm>
          <a:noFill/>
        </p:spPr>
        <p:txBody>
          <a:bodyPr lIns="92075" tIns="46038" rIns="92075" bIns="46038"/>
          <a:lstStyle/>
          <a:p>
            <a:pPr eaLnBrk="1" hangingPunct="1">
              <a:buFont typeface="Wingdings" panose="05000000000000000000" pitchFamily="2" charset="2"/>
              <a:buNone/>
            </a:pPr>
            <a:r>
              <a:rPr lang="en-US" altLang="en-US" smtClean="0"/>
              <a:t>To calculate VaR using MC simulation we</a:t>
            </a:r>
          </a:p>
          <a:p>
            <a:pPr eaLnBrk="1" hangingPunct="1">
              <a:buFontTx/>
              <a:buChar char="•"/>
            </a:pPr>
            <a:r>
              <a:rPr lang="en-US" altLang="en-US" smtClean="0"/>
              <a:t>Value portfolio today</a:t>
            </a:r>
          </a:p>
          <a:p>
            <a:pPr eaLnBrk="1" hangingPunct="1">
              <a:buFontTx/>
              <a:buChar char="•"/>
            </a:pPr>
            <a:r>
              <a:rPr lang="en-US" altLang="en-US" smtClean="0"/>
              <a:t>Sample once from the multivariate distributions of the </a:t>
            </a:r>
            <a:r>
              <a:rPr lang="en-US" altLang="en-US" smtClean="0">
                <a:latin typeface="Symbol" panose="05050102010706020507" pitchFamily="18" charset="2"/>
              </a:rPr>
              <a:t>D</a:t>
            </a:r>
            <a:r>
              <a:rPr lang="en-US" altLang="en-US" i="1" smtClean="0">
                <a:latin typeface="Times New Roman" panose="02020603050405020304" pitchFamily="18" charset="0"/>
              </a:rPr>
              <a:t>x</a:t>
            </a:r>
            <a:r>
              <a:rPr lang="en-US" altLang="en-US" i="1" baseline="-25000" smtClean="0">
                <a:latin typeface="Times New Roman" panose="02020603050405020304" pitchFamily="18" charset="0"/>
              </a:rPr>
              <a:t>i</a:t>
            </a:r>
            <a:r>
              <a:rPr lang="en-US" altLang="en-US" smtClean="0"/>
              <a:t> </a:t>
            </a:r>
          </a:p>
          <a:p>
            <a:pPr eaLnBrk="1" hangingPunct="1">
              <a:buFontTx/>
              <a:buChar char="•"/>
            </a:pPr>
            <a:r>
              <a:rPr lang="en-US" altLang="en-US" smtClean="0"/>
              <a:t>Use the </a:t>
            </a:r>
            <a:r>
              <a:rPr lang="en-US" altLang="en-US" smtClean="0">
                <a:latin typeface="Symbol" panose="05050102010706020507" pitchFamily="18" charset="2"/>
              </a:rPr>
              <a:t>D</a:t>
            </a:r>
            <a:r>
              <a:rPr lang="en-US" altLang="en-US" i="1" smtClean="0">
                <a:latin typeface="Times New Roman" panose="02020603050405020304" pitchFamily="18" charset="0"/>
              </a:rPr>
              <a:t>x</a:t>
            </a:r>
            <a:r>
              <a:rPr lang="en-US" altLang="en-US" i="1" baseline="-25000" smtClean="0">
                <a:latin typeface="Times New Roman" panose="02020603050405020304" pitchFamily="18" charset="0"/>
              </a:rPr>
              <a:t>i</a:t>
            </a:r>
            <a:r>
              <a:rPr lang="en-US" altLang="en-US" smtClean="0"/>
              <a:t> to determine market variables at end of one day</a:t>
            </a:r>
          </a:p>
          <a:p>
            <a:pPr eaLnBrk="1" hangingPunct="1">
              <a:buFontTx/>
              <a:buChar char="•"/>
            </a:pPr>
            <a:r>
              <a:rPr lang="en-US" altLang="en-US" smtClean="0"/>
              <a:t>Revalue the portfolio at the end of day</a:t>
            </a:r>
          </a:p>
        </p:txBody>
      </p:sp>
      <p:sp>
        <p:nvSpPr>
          <p:cNvPr id="44037" name="Slide Number Placeholder 5"/>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spcBef>
                <a:spcPct val="20000"/>
              </a:spcBef>
              <a:buBlip>
                <a:blip r:embed="rId3"/>
              </a:buBlip>
              <a:defRPr sz="3200">
                <a:solidFill>
                  <a:schemeClr val="tx1"/>
                </a:solidFill>
                <a:latin typeface="Tahoma" panose="020B0604030504040204" pitchFamily="34" charset="0"/>
              </a:defRPr>
            </a:lvl1pPr>
            <a:lvl2pPr marL="742950" indent="-285750" eaLnBrk="0" hangingPunct="0">
              <a:spcBef>
                <a:spcPct val="20000"/>
              </a:spcBef>
              <a:buSzPct val="75000"/>
              <a:buBlip>
                <a:blip r:embed="rId4"/>
              </a:buBlip>
              <a:defRPr sz="2800">
                <a:solidFill>
                  <a:schemeClr val="tx1"/>
                </a:solidFill>
                <a:latin typeface="Tahoma" panose="020B0604030504040204" pitchFamily="34" charset="0"/>
              </a:defRPr>
            </a:lvl2pPr>
            <a:lvl3pPr marL="1143000" indent="-228600" eaLnBrk="0" hangingPunct="0">
              <a:spcBef>
                <a:spcPct val="20000"/>
              </a:spcBef>
              <a:buChar char="•"/>
              <a:defRPr sz="2400">
                <a:solidFill>
                  <a:schemeClr val="tx1"/>
                </a:solidFill>
                <a:latin typeface="Tahoma" panose="020B0604030504040204" pitchFamily="34" charset="0"/>
              </a:defRPr>
            </a:lvl3pPr>
            <a:lvl4pPr marL="1600200" indent="-228600" eaLnBrk="0" hangingPunct="0">
              <a:spcBef>
                <a:spcPct val="20000"/>
              </a:spcBef>
              <a:buChar char="–"/>
              <a:defRPr sz="2000">
                <a:solidFill>
                  <a:schemeClr val="tx1"/>
                </a:solidFill>
                <a:latin typeface="Tahoma" panose="020B0604030504040204" pitchFamily="34" charset="0"/>
              </a:defRPr>
            </a:lvl4pPr>
            <a:lvl5pPr marL="2057400" indent="-228600" eaLnBrk="0" hangingPunct="0">
              <a:spcBef>
                <a:spcPct val="20000"/>
              </a:spcBef>
              <a:buClr>
                <a:schemeClr val="tx2"/>
              </a:buClr>
              <a:buChar char="–"/>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tx2"/>
              </a:buClr>
              <a:buChar char="–"/>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tx2"/>
              </a:buClr>
              <a:buChar char="–"/>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tx2"/>
              </a:buClr>
              <a:buChar char="–"/>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tx2"/>
              </a:buClr>
              <a:buChar char="–"/>
              <a:defRPr sz="2000">
                <a:solidFill>
                  <a:schemeClr val="tx1"/>
                </a:solidFill>
                <a:latin typeface="Tahoma" panose="020B0604030504040204" pitchFamily="34" charset="0"/>
              </a:defRPr>
            </a:lvl9pPr>
          </a:lstStyle>
          <a:p>
            <a:pPr eaLnBrk="1" hangingPunct="1">
              <a:spcBef>
                <a:spcPct val="0"/>
              </a:spcBef>
              <a:buFontTx/>
              <a:buNone/>
            </a:pPr>
            <a:fld id="{4A3C0DD6-4920-4A2B-A82D-8954B22A46B5}" type="slidenum">
              <a:rPr lang="en-US" altLang="en-US" sz="1400">
                <a:latin typeface="Arial" panose="020B0604020202020204" pitchFamily="34" charset="0"/>
              </a:rPr>
              <a:pPr eaLnBrk="1" hangingPunct="1">
                <a:spcBef>
                  <a:spcPct val="0"/>
                </a:spcBef>
                <a:buFontTx/>
                <a:buNone/>
              </a:pPr>
              <a:t>39</a:t>
            </a:fld>
            <a:endParaRPr lang="en-US" altLang="en-US" sz="1400">
              <a:latin typeface="Arial" panose="020B0604020202020204" pitchFamily="34" charset="0"/>
            </a:endParaRPr>
          </a:p>
        </p:txBody>
      </p:sp>
    </p:spTree>
  </p:cSld>
  <p:clrMapOvr>
    <a:masterClrMapping/>
  </p:clrMapOvr>
  <p:timing>
    <p:tnLst>
      <p:par>
        <p:cTn id="1" dur="indefinite" restart="never" nodeType="tmRoot"/>
      </p:par>
    </p:tnLst>
  </p:timing>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5058" name="Footer Placeholder 4"/>
          <p:cNvSpPr>
            <a:spLocks noGrp="1"/>
          </p:cNvSpPr>
          <p:nvPr>
            <p:ph type="ftr"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spcBef>
                <a:spcPct val="20000"/>
              </a:spcBef>
              <a:buBlip>
                <a:blip r:embed="rId3"/>
              </a:buBlip>
              <a:defRPr sz="3200">
                <a:solidFill>
                  <a:schemeClr val="tx1"/>
                </a:solidFill>
                <a:latin typeface="Tahoma" panose="020B0604030504040204" pitchFamily="34" charset="0"/>
              </a:defRPr>
            </a:lvl1pPr>
            <a:lvl2pPr marL="742950" indent="-285750" eaLnBrk="0" hangingPunct="0">
              <a:spcBef>
                <a:spcPct val="20000"/>
              </a:spcBef>
              <a:buSzPct val="75000"/>
              <a:buBlip>
                <a:blip r:embed="rId4"/>
              </a:buBlip>
              <a:defRPr sz="2800">
                <a:solidFill>
                  <a:schemeClr val="tx1"/>
                </a:solidFill>
                <a:latin typeface="Tahoma" panose="020B0604030504040204" pitchFamily="34" charset="0"/>
              </a:defRPr>
            </a:lvl2pPr>
            <a:lvl3pPr marL="1143000" indent="-228600" eaLnBrk="0" hangingPunct="0">
              <a:spcBef>
                <a:spcPct val="20000"/>
              </a:spcBef>
              <a:buChar char="•"/>
              <a:defRPr sz="2400">
                <a:solidFill>
                  <a:schemeClr val="tx1"/>
                </a:solidFill>
                <a:latin typeface="Tahoma" panose="020B0604030504040204" pitchFamily="34" charset="0"/>
              </a:defRPr>
            </a:lvl3pPr>
            <a:lvl4pPr marL="1600200" indent="-228600" eaLnBrk="0" hangingPunct="0">
              <a:spcBef>
                <a:spcPct val="20000"/>
              </a:spcBef>
              <a:buChar char="–"/>
              <a:defRPr sz="2000">
                <a:solidFill>
                  <a:schemeClr val="tx1"/>
                </a:solidFill>
                <a:latin typeface="Tahoma" panose="020B0604030504040204" pitchFamily="34" charset="0"/>
              </a:defRPr>
            </a:lvl4pPr>
            <a:lvl5pPr marL="2057400" indent="-228600" eaLnBrk="0" hangingPunct="0">
              <a:spcBef>
                <a:spcPct val="20000"/>
              </a:spcBef>
              <a:buClr>
                <a:schemeClr val="tx2"/>
              </a:buClr>
              <a:buChar char="–"/>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tx2"/>
              </a:buClr>
              <a:buChar char="–"/>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tx2"/>
              </a:buClr>
              <a:buChar char="–"/>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tx2"/>
              </a:buClr>
              <a:buChar char="–"/>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tx2"/>
              </a:buClr>
              <a:buChar char="–"/>
              <a:defRPr sz="2000">
                <a:solidFill>
                  <a:schemeClr val="tx1"/>
                </a:solidFill>
                <a:latin typeface="Tahoma" panose="020B0604030504040204" pitchFamily="34" charset="0"/>
              </a:defRPr>
            </a:lvl9pPr>
          </a:lstStyle>
          <a:p>
            <a:pPr eaLnBrk="1" hangingPunct="1">
              <a:spcBef>
                <a:spcPct val="0"/>
              </a:spcBef>
              <a:buFontTx/>
              <a:buNone/>
            </a:pPr>
            <a:r>
              <a:rPr lang="en-US" altLang="en-US" sz="1400" smtClean="0">
                <a:latin typeface="Arial" panose="020B0604020202020204" pitchFamily="34" charset="0"/>
                <a:cs typeface="Arial" panose="020B0604020202020204" pitchFamily="34" charset="0"/>
              </a:rPr>
              <a:t>Options, Futures, and Other Derivatives,  11th Edition, Copyright © John  C. Hull 2021</a:t>
            </a:r>
          </a:p>
        </p:txBody>
      </p:sp>
      <p:sp>
        <p:nvSpPr>
          <p:cNvPr id="45059" name="Rectangle 2"/>
          <p:cNvSpPr>
            <a:spLocks noGrp="1" noChangeArrowheads="1"/>
          </p:cNvSpPr>
          <p:nvPr>
            <p:ph type="title"/>
          </p:nvPr>
        </p:nvSpPr>
        <p:spPr>
          <a:noFill/>
        </p:spPr>
        <p:txBody>
          <a:bodyPr lIns="92075" tIns="46038" rIns="92075" bIns="46038"/>
          <a:lstStyle/>
          <a:p>
            <a:pPr eaLnBrk="1" hangingPunct="1"/>
            <a:r>
              <a:rPr lang="en-US" altLang="en-US" smtClean="0"/>
              <a:t>Monte Carlo Simulation </a:t>
            </a:r>
            <a:r>
              <a:rPr lang="en-US" altLang="en-US" sz="2800" smtClean="0"/>
              <a:t>continued</a:t>
            </a:r>
          </a:p>
        </p:txBody>
      </p:sp>
      <p:sp>
        <p:nvSpPr>
          <p:cNvPr id="45060" name="Rectangle 3"/>
          <p:cNvSpPr>
            <a:spLocks noGrp="1" noChangeArrowheads="1"/>
          </p:cNvSpPr>
          <p:nvPr>
            <p:ph type="body" idx="1"/>
          </p:nvPr>
        </p:nvSpPr>
        <p:spPr>
          <a:noFill/>
        </p:spPr>
        <p:txBody>
          <a:bodyPr lIns="92075" tIns="46038" rIns="92075" bIns="46038"/>
          <a:lstStyle/>
          <a:p>
            <a:pPr eaLnBrk="1" hangingPunct="1"/>
            <a:r>
              <a:rPr lang="en-US" altLang="en-US" dirty="0" smtClean="0"/>
              <a:t>Calculate </a:t>
            </a:r>
            <a:r>
              <a:rPr lang="en-US" altLang="en-US" dirty="0" smtClean="0">
                <a:latin typeface="Symbol" panose="05050102010706020507" pitchFamily="18" charset="2"/>
              </a:rPr>
              <a:t>D</a:t>
            </a:r>
            <a:r>
              <a:rPr lang="en-US" altLang="en-US" i="1" dirty="0" smtClean="0">
                <a:latin typeface="Times New Roman" panose="02020603050405020304" pitchFamily="18" charset="0"/>
              </a:rPr>
              <a:t>P</a:t>
            </a:r>
          </a:p>
          <a:p>
            <a:pPr eaLnBrk="1" hangingPunct="1"/>
            <a:r>
              <a:rPr lang="en-US" altLang="en-US" dirty="0" smtClean="0"/>
              <a:t>Repeat many times to build up a probability distribution for </a:t>
            </a:r>
            <a:r>
              <a:rPr lang="en-US" altLang="en-US" dirty="0" smtClean="0">
                <a:latin typeface="Symbol" panose="05050102010706020507" pitchFamily="18" charset="2"/>
              </a:rPr>
              <a:t>D</a:t>
            </a:r>
            <a:r>
              <a:rPr lang="en-US" altLang="en-US" i="1" dirty="0" smtClean="0">
                <a:latin typeface="Times New Roman" panose="02020603050405020304" pitchFamily="18" charset="0"/>
              </a:rPr>
              <a:t>P</a:t>
            </a:r>
          </a:p>
          <a:p>
            <a:pPr eaLnBrk="1" hangingPunct="1"/>
            <a:r>
              <a:rPr lang="en-US" altLang="en-US" dirty="0" err="1" smtClean="0"/>
              <a:t>VaR</a:t>
            </a:r>
            <a:r>
              <a:rPr lang="en-US" altLang="en-US" dirty="0" smtClean="0"/>
              <a:t> is the appropriate </a:t>
            </a:r>
            <a:r>
              <a:rPr lang="en-US" altLang="en-US" dirty="0" err="1" smtClean="0"/>
              <a:t>fractile</a:t>
            </a:r>
            <a:r>
              <a:rPr lang="en-US" altLang="en-US" dirty="0" smtClean="0"/>
              <a:t> of the distribution times square root of </a:t>
            </a:r>
            <a:r>
              <a:rPr lang="en-US" altLang="en-US" i="1" dirty="0" smtClean="0">
                <a:latin typeface="Times New Roman" panose="02020603050405020304" pitchFamily="18" charset="0"/>
              </a:rPr>
              <a:t>N</a:t>
            </a:r>
          </a:p>
          <a:p>
            <a:pPr eaLnBrk="1" hangingPunct="1"/>
            <a:r>
              <a:rPr lang="en-US" altLang="en-US" dirty="0" smtClean="0"/>
              <a:t>For example, with 1,000 trials the 1 percentile is the 10th worst case.</a:t>
            </a:r>
          </a:p>
        </p:txBody>
      </p:sp>
      <p:sp>
        <p:nvSpPr>
          <p:cNvPr id="45061" name="Slide Number Placeholder 5"/>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spcBef>
                <a:spcPct val="20000"/>
              </a:spcBef>
              <a:buBlip>
                <a:blip r:embed="rId3"/>
              </a:buBlip>
              <a:defRPr sz="3200">
                <a:solidFill>
                  <a:schemeClr val="tx1"/>
                </a:solidFill>
                <a:latin typeface="Tahoma" panose="020B0604030504040204" pitchFamily="34" charset="0"/>
              </a:defRPr>
            </a:lvl1pPr>
            <a:lvl2pPr marL="742950" indent="-285750" eaLnBrk="0" hangingPunct="0">
              <a:spcBef>
                <a:spcPct val="20000"/>
              </a:spcBef>
              <a:buSzPct val="75000"/>
              <a:buBlip>
                <a:blip r:embed="rId4"/>
              </a:buBlip>
              <a:defRPr sz="2800">
                <a:solidFill>
                  <a:schemeClr val="tx1"/>
                </a:solidFill>
                <a:latin typeface="Tahoma" panose="020B0604030504040204" pitchFamily="34" charset="0"/>
              </a:defRPr>
            </a:lvl2pPr>
            <a:lvl3pPr marL="1143000" indent="-228600" eaLnBrk="0" hangingPunct="0">
              <a:spcBef>
                <a:spcPct val="20000"/>
              </a:spcBef>
              <a:buChar char="•"/>
              <a:defRPr sz="2400">
                <a:solidFill>
                  <a:schemeClr val="tx1"/>
                </a:solidFill>
                <a:latin typeface="Tahoma" panose="020B0604030504040204" pitchFamily="34" charset="0"/>
              </a:defRPr>
            </a:lvl3pPr>
            <a:lvl4pPr marL="1600200" indent="-228600" eaLnBrk="0" hangingPunct="0">
              <a:spcBef>
                <a:spcPct val="20000"/>
              </a:spcBef>
              <a:buChar char="–"/>
              <a:defRPr sz="2000">
                <a:solidFill>
                  <a:schemeClr val="tx1"/>
                </a:solidFill>
                <a:latin typeface="Tahoma" panose="020B0604030504040204" pitchFamily="34" charset="0"/>
              </a:defRPr>
            </a:lvl4pPr>
            <a:lvl5pPr marL="2057400" indent="-228600" eaLnBrk="0" hangingPunct="0">
              <a:spcBef>
                <a:spcPct val="20000"/>
              </a:spcBef>
              <a:buClr>
                <a:schemeClr val="tx2"/>
              </a:buClr>
              <a:buChar char="–"/>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tx2"/>
              </a:buClr>
              <a:buChar char="–"/>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tx2"/>
              </a:buClr>
              <a:buChar char="–"/>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tx2"/>
              </a:buClr>
              <a:buChar char="–"/>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tx2"/>
              </a:buClr>
              <a:buChar char="–"/>
              <a:defRPr sz="2000">
                <a:solidFill>
                  <a:schemeClr val="tx1"/>
                </a:solidFill>
                <a:latin typeface="Tahoma" panose="020B0604030504040204" pitchFamily="34" charset="0"/>
              </a:defRPr>
            </a:lvl9pPr>
          </a:lstStyle>
          <a:p>
            <a:pPr eaLnBrk="1" hangingPunct="1">
              <a:spcBef>
                <a:spcPct val="0"/>
              </a:spcBef>
              <a:buFontTx/>
              <a:buNone/>
            </a:pPr>
            <a:fld id="{D05094A0-19E3-4CC2-A1CA-1B6E89255B47}" type="slidenum">
              <a:rPr lang="en-US" altLang="en-US" sz="1400">
                <a:latin typeface="Arial" panose="020B0604020202020204" pitchFamily="34" charset="0"/>
              </a:rPr>
              <a:pPr eaLnBrk="1" hangingPunct="1">
                <a:spcBef>
                  <a:spcPct val="0"/>
                </a:spcBef>
                <a:buFontTx/>
                <a:buNone/>
              </a:pPr>
              <a:t>40</a:t>
            </a:fld>
            <a:endParaRPr lang="en-US" altLang="en-US" sz="1400">
              <a:latin typeface="Arial" panose="020B0604020202020204" pitchFamily="34" charset="0"/>
            </a:endParaRPr>
          </a:p>
        </p:txBody>
      </p:sp>
    </p:spTree>
  </p:cSld>
  <p:clrMapOvr>
    <a:masterClrMapping/>
  </p:clrMapOvr>
  <p:timing>
    <p:tnLst>
      <p:par>
        <p:cTn id="1" dur="indefinite" restart="never" nodeType="tmRoot"/>
      </p:par>
    </p:tnLst>
  </p:timing>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7106" name="Footer Placeholder 4"/>
          <p:cNvSpPr>
            <a:spLocks noGrp="1"/>
          </p:cNvSpPr>
          <p:nvPr>
            <p:ph type="ftr"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spcBef>
                <a:spcPct val="20000"/>
              </a:spcBef>
              <a:buBlip>
                <a:blip r:embed="rId3"/>
              </a:buBlip>
              <a:defRPr sz="3200">
                <a:solidFill>
                  <a:schemeClr val="tx1"/>
                </a:solidFill>
                <a:latin typeface="Tahoma" panose="020B0604030504040204" pitchFamily="34" charset="0"/>
              </a:defRPr>
            </a:lvl1pPr>
            <a:lvl2pPr marL="742950" indent="-285750" eaLnBrk="0" hangingPunct="0">
              <a:spcBef>
                <a:spcPct val="20000"/>
              </a:spcBef>
              <a:buSzPct val="75000"/>
              <a:buBlip>
                <a:blip r:embed="rId4"/>
              </a:buBlip>
              <a:defRPr sz="2800">
                <a:solidFill>
                  <a:schemeClr val="tx1"/>
                </a:solidFill>
                <a:latin typeface="Tahoma" panose="020B0604030504040204" pitchFamily="34" charset="0"/>
              </a:defRPr>
            </a:lvl2pPr>
            <a:lvl3pPr marL="1143000" indent="-228600" eaLnBrk="0" hangingPunct="0">
              <a:spcBef>
                <a:spcPct val="20000"/>
              </a:spcBef>
              <a:buChar char="•"/>
              <a:defRPr sz="2400">
                <a:solidFill>
                  <a:schemeClr val="tx1"/>
                </a:solidFill>
                <a:latin typeface="Tahoma" panose="020B0604030504040204" pitchFamily="34" charset="0"/>
              </a:defRPr>
            </a:lvl3pPr>
            <a:lvl4pPr marL="1600200" indent="-228600" eaLnBrk="0" hangingPunct="0">
              <a:spcBef>
                <a:spcPct val="20000"/>
              </a:spcBef>
              <a:buChar char="–"/>
              <a:defRPr sz="2000">
                <a:solidFill>
                  <a:schemeClr val="tx1"/>
                </a:solidFill>
                <a:latin typeface="Tahoma" panose="020B0604030504040204" pitchFamily="34" charset="0"/>
              </a:defRPr>
            </a:lvl4pPr>
            <a:lvl5pPr marL="2057400" indent="-228600" eaLnBrk="0" hangingPunct="0">
              <a:spcBef>
                <a:spcPct val="20000"/>
              </a:spcBef>
              <a:buClr>
                <a:schemeClr val="tx2"/>
              </a:buClr>
              <a:buChar char="–"/>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tx2"/>
              </a:buClr>
              <a:buChar char="–"/>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tx2"/>
              </a:buClr>
              <a:buChar char="–"/>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tx2"/>
              </a:buClr>
              <a:buChar char="–"/>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tx2"/>
              </a:buClr>
              <a:buChar char="–"/>
              <a:defRPr sz="2000">
                <a:solidFill>
                  <a:schemeClr val="tx1"/>
                </a:solidFill>
                <a:latin typeface="Tahoma" panose="020B0604030504040204" pitchFamily="34" charset="0"/>
              </a:defRPr>
            </a:lvl9pPr>
          </a:lstStyle>
          <a:p>
            <a:pPr eaLnBrk="1" hangingPunct="1">
              <a:spcBef>
                <a:spcPct val="0"/>
              </a:spcBef>
              <a:buFontTx/>
              <a:buNone/>
            </a:pPr>
            <a:r>
              <a:rPr lang="en-US" altLang="en-US" sz="1400" smtClean="0">
                <a:latin typeface="Arial" panose="020B0604020202020204" pitchFamily="34" charset="0"/>
                <a:cs typeface="Arial" panose="020B0604020202020204" pitchFamily="34" charset="0"/>
              </a:rPr>
              <a:t>Options, Futures, and Other Derivatives,  11th Edition, Copyright © John  C. Hull 2021</a:t>
            </a:r>
          </a:p>
        </p:txBody>
      </p:sp>
      <p:sp>
        <p:nvSpPr>
          <p:cNvPr id="47107" name="Rectangle 2"/>
          <p:cNvSpPr>
            <a:spLocks noGrp="1" noChangeArrowheads="1"/>
          </p:cNvSpPr>
          <p:nvPr>
            <p:ph type="title"/>
          </p:nvPr>
        </p:nvSpPr>
        <p:spPr/>
        <p:txBody>
          <a:bodyPr/>
          <a:lstStyle/>
          <a:p>
            <a:pPr eaLnBrk="1" hangingPunct="1"/>
            <a:r>
              <a:rPr lang="en-US" altLang="en-US" smtClean="0"/>
              <a:t>Speeding up Calculations with the Partial Simulation Approach</a:t>
            </a:r>
            <a:endParaRPr lang="en-CA" altLang="en-US" smtClean="0"/>
          </a:p>
        </p:txBody>
      </p:sp>
      <p:sp>
        <p:nvSpPr>
          <p:cNvPr id="47108" name="Rectangle 3"/>
          <p:cNvSpPr>
            <a:spLocks noGrp="1" noChangeArrowheads="1"/>
          </p:cNvSpPr>
          <p:nvPr>
            <p:ph type="body" idx="1"/>
          </p:nvPr>
        </p:nvSpPr>
        <p:spPr>
          <a:xfrm>
            <a:off x="762000" y="2514600"/>
            <a:ext cx="7772400" cy="4114800"/>
          </a:xfrm>
        </p:spPr>
        <p:txBody>
          <a:bodyPr/>
          <a:lstStyle/>
          <a:p>
            <a:pPr eaLnBrk="1" hangingPunct="1"/>
            <a:r>
              <a:rPr lang="en-US" altLang="en-US" smtClean="0"/>
              <a:t>Use the approximate delta/gamma relationship between </a:t>
            </a:r>
            <a:r>
              <a:rPr lang="en-US" altLang="en-US" smtClean="0">
                <a:latin typeface="Symbol" panose="05050102010706020507" pitchFamily="18" charset="2"/>
              </a:rPr>
              <a:t>D</a:t>
            </a:r>
            <a:r>
              <a:rPr lang="en-US" altLang="en-US" i="1" smtClean="0">
                <a:latin typeface="Times New Roman" panose="02020603050405020304" pitchFamily="18" charset="0"/>
              </a:rPr>
              <a:t>P</a:t>
            </a:r>
            <a:r>
              <a:rPr lang="en-US" altLang="en-US" smtClean="0"/>
              <a:t> and the </a:t>
            </a:r>
            <a:r>
              <a:rPr lang="en-US" altLang="en-US" smtClean="0">
                <a:latin typeface="Symbol" panose="05050102010706020507" pitchFamily="18" charset="2"/>
              </a:rPr>
              <a:t>D</a:t>
            </a:r>
            <a:r>
              <a:rPr lang="en-US" altLang="en-US" i="1" smtClean="0">
                <a:latin typeface="Times New Roman" panose="02020603050405020304" pitchFamily="18" charset="0"/>
              </a:rPr>
              <a:t>x</a:t>
            </a:r>
            <a:r>
              <a:rPr lang="en-US" altLang="en-US" i="1" baseline="-25000" smtClean="0">
                <a:latin typeface="Times New Roman" panose="02020603050405020304" pitchFamily="18" charset="0"/>
              </a:rPr>
              <a:t>i </a:t>
            </a:r>
            <a:r>
              <a:rPr lang="en-US" altLang="en-US" smtClean="0"/>
              <a:t>to calculate the change in value of the portfolio</a:t>
            </a:r>
          </a:p>
          <a:p>
            <a:pPr eaLnBrk="1" hangingPunct="1"/>
            <a:r>
              <a:rPr lang="en-US" altLang="en-US" smtClean="0"/>
              <a:t>This can also be used to speed up the historical simulation approach</a:t>
            </a:r>
            <a:endParaRPr lang="en-CA" altLang="en-US" i="1" smtClean="0">
              <a:latin typeface="Times New Roman" panose="02020603050405020304" pitchFamily="18" charset="0"/>
            </a:endParaRPr>
          </a:p>
        </p:txBody>
      </p:sp>
      <p:sp>
        <p:nvSpPr>
          <p:cNvPr id="47109" name="Slide Number Placeholder 5"/>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spcBef>
                <a:spcPct val="20000"/>
              </a:spcBef>
              <a:buBlip>
                <a:blip r:embed="rId3"/>
              </a:buBlip>
              <a:defRPr sz="3200">
                <a:solidFill>
                  <a:schemeClr val="tx1"/>
                </a:solidFill>
                <a:latin typeface="Tahoma" panose="020B0604030504040204" pitchFamily="34" charset="0"/>
              </a:defRPr>
            </a:lvl1pPr>
            <a:lvl2pPr marL="742950" indent="-285750" eaLnBrk="0" hangingPunct="0">
              <a:spcBef>
                <a:spcPct val="20000"/>
              </a:spcBef>
              <a:buSzPct val="75000"/>
              <a:buBlip>
                <a:blip r:embed="rId4"/>
              </a:buBlip>
              <a:defRPr sz="2800">
                <a:solidFill>
                  <a:schemeClr val="tx1"/>
                </a:solidFill>
                <a:latin typeface="Tahoma" panose="020B0604030504040204" pitchFamily="34" charset="0"/>
              </a:defRPr>
            </a:lvl2pPr>
            <a:lvl3pPr marL="1143000" indent="-228600" eaLnBrk="0" hangingPunct="0">
              <a:spcBef>
                <a:spcPct val="20000"/>
              </a:spcBef>
              <a:buChar char="•"/>
              <a:defRPr sz="2400">
                <a:solidFill>
                  <a:schemeClr val="tx1"/>
                </a:solidFill>
                <a:latin typeface="Tahoma" panose="020B0604030504040204" pitchFamily="34" charset="0"/>
              </a:defRPr>
            </a:lvl3pPr>
            <a:lvl4pPr marL="1600200" indent="-228600" eaLnBrk="0" hangingPunct="0">
              <a:spcBef>
                <a:spcPct val="20000"/>
              </a:spcBef>
              <a:buChar char="–"/>
              <a:defRPr sz="2000">
                <a:solidFill>
                  <a:schemeClr val="tx1"/>
                </a:solidFill>
                <a:latin typeface="Tahoma" panose="020B0604030504040204" pitchFamily="34" charset="0"/>
              </a:defRPr>
            </a:lvl4pPr>
            <a:lvl5pPr marL="2057400" indent="-228600" eaLnBrk="0" hangingPunct="0">
              <a:spcBef>
                <a:spcPct val="20000"/>
              </a:spcBef>
              <a:buClr>
                <a:schemeClr val="tx2"/>
              </a:buClr>
              <a:buChar char="–"/>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tx2"/>
              </a:buClr>
              <a:buChar char="–"/>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tx2"/>
              </a:buClr>
              <a:buChar char="–"/>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tx2"/>
              </a:buClr>
              <a:buChar char="–"/>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tx2"/>
              </a:buClr>
              <a:buChar char="–"/>
              <a:defRPr sz="2000">
                <a:solidFill>
                  <a:schemeClr val="tx1"/>
                </a:solidFill>
                <a:latin typeface="Tahoma" panose="020B0604030504040204" pitchFamily="34" charset="0"/>
              </a:defRPr>
            </a:lvl9pPr>
          </a:lstStyle>
          <a:p>
            <a:pPr eaLnBrk="1" hangingPunct="1">
              <a:spcBef>
                <a:spcPct val="0"/>
              </a:spcBef>
              <a:buFontTx/>
              <a:buNone/>
            </a:pPr>
            <a:fld id="{15D2D86F-BA41-41F1-9169-6EFAA3566230}" type="slidenum">
              <a:rPr lang="en-US" altLang="en-US" sz="1400">
                <a:latin typeface="Arial" panose="020B0604020202020204" pitchFamily="34" charset="0"/>
              </a:rPr>
              <a:pPr eaLnBrk="1" hangingPunct="1">
                <a:spcBef>
                  <a:spcPct val="0"/>
                </a:spcBef>
                <a:buFontTx/>
                <a:buNone/>
              </a:pPr>
              <a:t>41</a:t>
            </a:fld>
            <a:endParaRPr lang="en-US" altLang="en-US" sz="1400">
              <a:latin typeface="Arial" panose="020B0604020202020204" pitchFamily="34" charset="0"/>
            </a:endParaRPr>
          </a:p>
        </p:txBody>
      </p:sp>
    </p:spTree>
  </p:cSld>
  <p:clrMapOvr>
    <a:masterClrMapping/>
  </p:clrMapOvr>
  <p:timing>
    <p:tnLst>
      <p:par>
        <p:cTn id="1" dur="indefinite" restart="never" nodeType="tmRoot"/>
      </p:par>
    </p:tnLst>
  </p:timing>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562" name="Rectangle 2"/>
          <p:cNvSpPr>
            <a:spLocks noGrp="1" noChangeArrowheads="1"/>
          </p:cNvSpPr>
          <p:nvPr>
            <p:ph type="title"/>
          </p:nvPr>
        </p:nvSpPr>
        <p:spPr/>
        <p:txBody>
          <a:bodyPr/>
          <a:lstStyle/>
          <a:p>
            <a:pPr eaLnBrk="1" fontAlgn="auto" hangingPunct="1">
              <a:spcAft>
                <a:spcPts val="0"/>
              </a:spcAft>
              <a:defRPr/>
            </a:pPr>
            <a:r>
              <a:rPr lang="en-CA">
                <a:solidFill>
                  <a:schemeClr val="tx2">
                    <a:satMod val="130000"/>
                  </a:schemeClr>
                </a:solidFill>
              </a:rPr>
              <a:t>Comparison of Approaches</a:t>
            </a:r>
            <a:endParaRPr lang="en-US">
              <a:solidFill>
                <a:schemeClr val="tx2">
                  <a:satMod val="130000"/>
                </a:schemeClr>
              </a:solidFill>
            </a:endParaRPr>
          </a:p>
        </p:txBody>
      </p:sp>
      <p:sp>
        <p:nvSpPr>
          <p:cNvPr id="48131" name="Rectangle 3"/>
          <p:cNvSpPr>
            <a:spLocks noGrp="1" noChangeArrowheads="1"/>
          </p:cNvSpPr>
          <p:nvPr>
            <p:ph idx="1"/>
          </p:nvPr>
        </p:nvSpPr>
        <p:spPr/>
        <p:txBody>
          <a:bodyPr/>
          <a:lstStyle/>
          <a:p>
            <a:pPr eaLnBrk="1" hangingPunct="1"/>
            <a:r>
              <a:rPr lang="en-CA" altLang="en-US" smtClean="0"/>
              <a:t>Model building approach assumes normal distributions for market variables. It tends to give poor results for low delta portfolios</a:t>
            </a:r>
          </a:p>
          <a:p>
            <a:pPr eaLnBrk="1" hangingPunct="1"/>
            <a:r>
              <a:rPr lang="en-CA" altLang="en-US" smtClean="0"/>
              <a:t>Historical simulation lets historical data determine distributions, but is computationally slower </a:t>
            </a:r>
            <a:endParaRPr lang="en-US" altLang="en-US" smtClean="0"/>
          </a:p>
        </p:txBody>
      </p:sp>
      <p:sp>
        <p:nvSpPr>
          <p:cNvPr id="48132" name="Footer Placeholder 4"/>
          <p:cNvSpPr>
            <a:spLocks noGrp="1"/>
          </p:cNvSpPr>
          <p:nvPr>
            <p:ph type="ftr"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spcBef>
                <a:spcPct val="20000"/>
              </a:spcBef>
              <a:buBlip>
                <a:blip r:embed="rId3"/>
              </a:buBlip>
              <a:defRPr sz="3200">
                <a:solidFill>
                  <a:schemeClr val="tx1"/>
                </a:solidFill>
                <a:latin typeface="Tahoma" panose="020B0604030504040204" pitchFamily="34" charset="0"/>
              </a:defRPr>
            </a:lvl1pPr>
            <a:lvl2pPr marL="742950" indent="-285750" eaLnBrk="0" hangingPunct="0">
              <a:spcBef>
                <a:spcPct val="20000"/>
              </a:spcBef>
              <a:buSzPct val="75000"/>
              <a:buBlip>
                <a:blip r:embed="rId4"/>
              </a:buBlip>
              <a:defRPr sz="2800">
                <a:solidFill>
                  <a:schemeClr val="tx1"/>
                </a:solidFill>
                <a:latin typeface="Tahoma" panose="020B0604030504040204" pitchFamily="34" charset="0"/>
              </a:defRPr>
            </a:lvl2pPr>
            <a:lvl3pPr marL="1143000" indent="-228600" eaLnBrk="0" hangingPunct="0">
              <a:spcBef>
                <a:spcPct val="20000"/>
              </a:spcBef>
              <a:buChar char="•"/>
              <a:defRPr sz="2400">
                <a:solidFill>
                  <a:schemeClr val="tx1"/>
                </a:solidFill>
                <a:latin typeface="Tahoma" panose="020B0604030504040204" pitchFamily="34" charset="0"/>
              </a:defRPr>
            </a:lvl3pPr>
            <a:lvl4pPr marL="1600200" indent="-228600" eaLnBrk="0" hangingPunct="0">
              <a:spcBef>
                <a:spcPct val="20000"/>
              </a:spcBef>
              <a:buChar char="–"/>
              <a:defRPr sz="2000">
                <a:solidFill>
                  <a:schemeClr val="tx1"/>
                </a:solidFill>
                <a:latin typeface="Tahoma" panose="020B0604030504040204" pitchFamily="34" charset="0"/>
              </a:defRPr>
            </a:lvl4pPr>
            <a:lvl5pPr marL="2057400" indent="-228600" eaLnBrk="0" hangingPunct="0">
              <a:spcBef>
                <a:spcPct val="20000"/>
              </a:spcBef>
              <a:buClr>
                <a:schemeClr val="tx2"/>
              </a:buClr>
              <a:buChar char="–"/>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tx2"/>
              </a:buClr>
              <a:buChar char="–"/>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tx2"/>
              </a:buClr>
              <a:buChar char="–"/>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tx2"/>
              </a:buClr>
              <a:buChar char="–"/>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tx2"/>
              </a:buClr>
              <a:buChar char="–"/>
              <a:defRPr sz="2000">
                <a:solidFill>
                  <a:schemeClr val="tx1"/>
                </a:solidFill>
                <a:latin typeface="Tahoma" panose="020B0604030504040204" pitchFamily="34" charset="0"/>
              </a:defRPr>
            </a:lvl9pPr>
          </a:lstStyle>
          <a:p>
            <a:pPr eaLnBrk="1" hangingPunct="1">
              <a:spcBef>
                <a:spcPct val="0"/>
              </a:spcBef>
              <a:buFontTx/>
              <a:buNone/>
            </a:pPr>
            <a:r>
              <a:rPr lang="en-US" altLang="en-US" sz="1400" smtClean="0">
                <a:latin typeface="Arial" panose="020B0604020202020204" pitchFamily="34" charset="0"/>
                <a:cs typeface="Arial" panose="020B0604020202020204" pitchFamily="34" charset="0"/>
              </a:rPr>
              <a:t>Options, Futures, and Other Derivatives,  11th Edition, Copyright © John  C. Hull 2021</a:t>
            </a:r>
          </a:p>
        </p:txBody>
      </p:sp>
      <p:sp>
        <p:nvSpPr>
          <p:cNvPr id="48133" name="Slide Number Placeholder 5"/>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spcBef>
                <a:spcPct val="20000"/>
              </a:spcBef>
              <a:buBlip>
                <a:blip r:embed="rId3"/>
              </a:buBlip>
              <a:defRPr sz="3200">
                <a:solidFill>
                  <a:schemeClr val="tx1"/>
                </a:solidFill>
                <a:latin typeface="Tahoma" panose="020B0604030504040204" pitchFamily="34" charset="0"/>
              </a:defRPr>
            </a:lvl1pPr>
            <a:lvl2pPr marL="742950" indent="-285750" eaLnBrk="0" hangingPunct="0">
              <a:spcBef>
                <a:spcPct val="20000"/>
              </a:spcBef>
              <a:buSzPct val="75000"/>
              <a:buBlip>
                <a:blip r:embed="rId4"/>
              </a:buBlip>
              <a:defRPr sz="2800">
                <a:solidFill>
                  <a:schemeClr val="tx1"/>
                </a:solidFill>
                <a:latin typeface="Tahoma" panose="020B0604030504040204" pitchFamily="34" charset="0"/>
              </a:defRPr>
            </a:lvl2pPr>
            <a:lvl3pPr marL="1143000" indent="-228600" eaLnBrk="0" hangingPunct="0">
              <a:spcBef>
                <a:spcPct val="20000"/>
              </a:spcBef>
              <a:buChar char="•"/>
              <a:defRPr sz="2400">
                <a:solidFill>
                  <a:schemeClr val="tx1"/>
                </a:solidFill>
                <a:latin typeface="Tahoma" panose="020B0604030504040204" pitchFamily="34" charset="0"/>
              </a:defRPr>
            </a:lvl3pPr>
            <a:lvl4pPr marL="1600200" indent="-228600" eaLnBrk="0" hangingPunct="0">
              <a:spcBef>
                <a:spcPct val="20000"/>
              </a:spcBef>
              <a:buChar char="–"/>
              <a:defRPr sz="2000">
                <a:solidFill>
                  <a:schemeClr val="tx1"/>
                </a:solidFill>
                <a:latin typeface="Tahoma" panose="020B0604030504040204" pitchFamily="34" charset="0"/>
              </a:defRPr>
            </a:lvl4pPr>
            <a:lvl5pPr marL="2057400" indent="-228600" eaLnBrk="0" hangingPunct="0">
              <a:spcBef>
                <a:spcPct val="20000"/>
              </a:spcBef>
              <a:buClr>
                <a:schemeClr val="tx2"/>
              </a:buClr>
              <a:buChar char="–"/>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tx2"/>
              </a:buClr>
              <a:buChar char="–"/>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tx2"/>
              </a:buClr>
              <a:buChar char="–"/>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tx2"/>
              </a:buClr>
              <a:buChar char="–"/>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tx2"/>
              </a:buClr>
              <a:buChar char="–"/>
              <a:defRPr sz="2000">
                <a:solidFill>
                  <a:schemeClr val="tx1"/>
                </a:solidFill>
                <a:latin typeface="Tahoma" panose="020B0604030504040204" pitchFamily="34" charset="0"/>
              </a:defRPr>
            </a:lvl9pPr>
          </a:lstStyle>
          <a:p>
            <a:pPr eaLnBrk="1" hangingPunct="1">
              <a:spcBef>
                <a:spcPct val="0"/>
              </a:spcBef>
              <a:buFontTx/>
              <a:buNone/>
            </a:pPr>
            <a:fld id="{0200DB33-25CA-4C56-8222-360B938D6504}" type="slidenum">
              <a:rPr lang="en-US" altLang="en-US" sz="1400">
                <a:latin typeface="Arial" panose="020B0604020202020204" pitchFamily="34" charset="0"/>
              </a:rPr>
              <a:pPr eaLnBrk="1" hangingPunct="1">
                <a:spcBef>
                  <a:spcPct val="0"/>
                </a:spcBef>
                <a:buFontTx/>
                <a:buNone/>
              </a:pPr>
              <a:t>42</a:t>
            </a:fld>
            <a:endParaRPr lang="en-US" altLang="en-US" sz="1400">
              <a:latin typeface="Arial" panose="020B0604020202020204" pitchFamily="34" charset="0"/>
            </a:endParaRPr>
          </a:p>
        </p:txBody>
      </p:sp>
    </p:spTree>
  </p:cSld>
  <p:clrMapOvr>
    <a:masterClrMapping/>
  </p:clrMapOvr>
  <p:timing>
    <p:tnLst>
      <p:par>
        <p:cTn id="1" dur="indefinite" restart="never" nodeType="tmRoot"/>
      </p:par>
    </p:tnLst>
  </p:timing>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0050" name="Rectangle 2"/>
          <p:cNvSpPr>
            <a:spLocks noGrp="1" noChangeArrowheads="1"/>
          </p:cNvSpPr>
          <p:nvPr>
            <p:ph type="title"/>
          </p:nvPr>
        </p:nvSpPr>
        <p:spPr/>
        <p:txBody>
          <a:bodyPr lIns="92075" tIns="46038" rIns="92075" bIns="46038">
            <a:normAutofit fontScale="90000"/>
          </a:bodyPr>
          <a:lstStyle/>
          <a:p>
            <a:pPr eaLnBrk="1" fontAlgn="auto" hangingPunct="1">
              <a:spcAft>
                <a:spcPts val="0"/>
              </a:spcAft>
              <a:defRPr/>
            </a:pPr>
            <a:r>
              <a:rPr lang="en-CA">
                <a:solidFill>
                  <a:schemeClr val="tx2">
                    <a:satMod val="130000"/>
                  </a:schemeClr>
                </a:solidFill>
              </a:rPr>
              <a:t/>
            </a:r>
            <a:br>
              <a:rPr lang="en-CA">
                <a:solidFill>
                  <a:schemeClr val="tx2">
                    <a:satMod val="130000"/>
                  </a:schemeClr>
                </a:solidFill>
              </a:rPr>
            </a:br>
            <a:r>
              <a:rPr lang="en-US">
                <a:solidFill>
                  <a:schemeClr val="tx2">
                    <a:satMod val="130000"/>
                  </a:schemeClr>
                </a:solidFill>
              </a:rPr>
              <a:t>Back-Testing </a:t>
            </a:r>
            <a:br>
              <a:rPr lang="en-US">
                <a:solidFill>
                  <a:schemeClr val="tx2">
                    <a:satMod val="130000"/>
                  </a:schemeClr>
                </a:solidFill>
              </a:rPr>
            </a:br>
            <a:endParaRPr lang="en-US">
              <a:solidFill>
                <a:schemeClr val="tx2">
                  <a:satMod val="130000"/>
                </a:schemeClr>
              </a:solidFill>
            </a:endParaRPr>
          </a:p>
        </p:txBody>
      </p:sp>
      <p:sp>
        <p:nvSpPr>
          <p:cNvPr id="50179" name="Rectangle 3"/>
          <p:cNvSpPr>
            <a:spLocks noGrp="1" noChangeArrowheads="1"/>
          </p:cNvSpPr>
          <p:nvPr>
            <p:ph idx="1"/>
          </p:nvPr>
        </p:nvSpPr>
        <p:spPr>
          <a:xfrm>
            <a:off x="1066800" y="2127250"/>
            <a:ext cx="7620000" cy="4003675"/>
          </a:xfrm>
        </p:spPr>
        <p:txBody>
          <a:bodyPr lIns="92075" tIns="46038" rIns="92075" bIns="46038"/>
          <a:lstStyle/>
          <a:p>
            <a:pPr eaLnBrk="1" hangingPunct="1"/>
            <a:r>
              <a:rPr lang="en-US" altLang="en-US" smtClean="0"/>
              <a:t>Tests how well VaR estimates would have performed in the past</a:t>
            </a:r>
          </a:p>
          <a:p>
            <a:pPr eaLnBrk="1" hangingPunct="1"/>
            <a:r>
              <a:rPr lang="en-US" altLang="en-US" smtClean="0"/>
              <a:t>We could ask the question: How often was the actual 1-day loss greater than the 99%/1- day VaR? </a:t>
            </a:r>
          </a:p>
        </p:txBody>
      </p:sp>
      <p:sp>
        <p:nvSpPr>
          <p:cNvPr id="50180" name="Footer Placeholder 4"/>
          <p:cNvSpPr>
            <a:spLocks noGrp="1"/>
          </p:cNvSpPr>
          <p:nvPr>
            <p:ph type="ftr"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spcBef>
                <a:spcPct val="20000"/>
              </a:spcBef>
              <a:buBlip>
                <a:blip r:embed="rId3"/>
              </a:buBlip>
              <a:defRPr sz="3200">
                <a:solidFill>
                  <a:schemeClr val="tx1"/>
                </a:solidFill>
                <a:latin typeface="Tahoma" panose="020B0604030504040204" pitchFamily="34" charset="0"/>
              </a:defRPr>
            </a:lvl1pPr>
            <a:lvl2pPr marL="742950" indent="-285750" eaLnBrk="0" hangingPunct="0">
              <a:spcBef>
                <a:spcPct val="20000"/>
              </a:spcBef>
              <a:buSzPct val="75000"/>
              <a:buBlip>
                <a:blip r:embed="rId4"/>
              </a:buBlip>
              <a:defRPr sz="2800">
                <a:solidFill>
                  <a:schemeClr val="tx1"/>
                </a:solidFill>
                <a:latin typeface="Tahoma" panose="020B0604030504040204" pitchFamily="34" charset="0"/>
              </a:defRPr>
            </a:lvl2pPr>
            <a:lvl3pPr marL="1143000" indent="-228600" eaLnBrk="0" hangingPunct="0">
              <a:spcBef>
                <a:spcPct val="20000"/>
              </a:spcBef>
              <a:buChar char="•"/>
              <a:defRPr sz="2400">
                <a:solidFill>
                  <a:schemeClr val="tx1"/>
                </a:solidFill>
                <a:latin typeface="Tahoma" panose="020B0604030504040204" pitchFamily="34" charset="0"/>
              </a:defRPr>
            </a:lvl3pPr>
            <a:lvl4pPr marL="1600200" indent="-228600" eaLnBrk="0" hangingPunct="0">
              <a:spcBef>
                <a:spcPct val="20000"/>
              </a:spcBef>
              <a:buChar char="–"/>
              <a:defRPr sz="2000">
                <a:solidFill>
                  <a:schemeClr val="tx1"/>
                </a:solidFill>
                <a:latin typeface="Tahoma" panose="020B0604030504040204" pitchFamily="34" charset="0"/>
              </a:defRPr>
            </a:lvl4pPr>
            <a:lvl5pPr marL="2057400" indent="-228600" eaLnBrk="0" hangingPunct="0">
              <a:spcBef>
                <a:spcPct val="20000"/>
              </a:spcBef>
              <a:buClr>
                <a:schemeClr val="tx2"/>
              </a:buClr>
              <a:buChar char="–"/>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tx2"/>
              </a:buClr>
              <a:buChar char="–"/>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tx2"/>
              </a:buClr>
              <a:buChar char="–"/>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tx2"/>
              </a:buClr>
              <a:buChar char="–"/>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tx2"/>
              </a:buClr>
              <a:buChar char="–"/>
              <a:defRPr sz="2000">
                <a:solidFill>
                  <a:schemeClr val="tx1"/>
                </a:solidFill>
                <a:latin typeface="Tahoma" panose="020B0604030504040204" pitchFamily="34" charset="0"/>
              </a:defRPr>
            </a:lvl9pPr>
          </a:lstStyle>
          <a:p>
            <a:pPr eaLnBrk="1" hangingPunct="1">
              <a:spcBef>
                <a:spcPct val="0"/>
              </a:spcBef>
              <a:buFontTx/>
              <a:buNone/>
            </a:pPr>
            <a:r>
              <a:rPr lang="en-US" altLang="en-US" sz="1400" smtClean="0">
                <a:latin typeface="Arial" panose="020B0604020202020204" pitchFamily="34" charset="0"/>
                <a:cs typeface="Arial" panose="020B0604020202020204" pitchFamily="34" charset="0"/>
              </a:rPr>
              <a:t>Options, Futures, and Other Derivatives,  11th Edition, Copyright © John  C. Hull 2021</a:t>
            </a:r>
          </a:p>
        </p:txBody>
      </p:sp>
      <p:sp>
        <p:nvSpPr>
          <p:cNvPr id="50181" name="Slide Number Placeholder 5"/>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spcBef>
                <a:spcPct val="20000"/>
              </a:spcBef>
              <a:buBlip>
                <a:blip r:embed="rId3"/>
              </a:buBlip>
              <a:defRPr sz="3200">
                <a:solidFill>
                  <a:schemeClr val="tx1"/>
                </a:solidFill>
                <a:latin typeface="Tahoma" panose="020B0604030504040204" pitchFamily="34" charset="0"/>
              </a:defRPr>
            </a:lvl1pPr>
            <a:lvl2pPr marL="742950" indent="-285750" eaLnBrk="0" hangingPunct="0">
              <a:spcBef>
                <a:spcPct val="20000"/>
              </a:spcBef>
              <a:buSzPct val="75000"/>
              <a:buBlip>
                <a:blip r:embed="rId4"/>
              </a:buBlip>
              <a:defRPr sz="2800">
                <a:solidFill>
                  <a:schemeClr val="tx1"/>
                </a:solidFill>
                <a:latin typeface="Tahoma" panose="020B0604030504040204" pitchFamily="34" charset="0"/>
              </a:defRPr>
            </a:lvl2pPr>
            <a:lvl3pPr marL="1143000" indent="-228600" eaLnBrk="0" hangingPunct="0">
              <a:spcBef>
                <a:spcPct val="20000"/>
              </a:spcBef>
              <a:buChar char="•"/>
              <a:defRPr sz="2400">
                <a:solidFill>
                  <a:schemeClr val="tx1"/>
                </a:solidFill>
                <a:latin typeface="Tahoma" panose="020B0604030504040204" pitchFamily="34" charset="0"/>
              </a:defRPr>
            </a:lvl3pPr>
            <a:lvl4pPr marL="1600200" indent="-228600" eaLnBrk="0" hangingPunct="0">
              <a:spcBef>
                <a:spcPct val="20000"/>
              </a:spcBef>
              <a:buChar char="–"/>
              <a:defRPr sz="2000">
                <a:solidFill>
                  <a:schemeClr val="tx1"/>
                </a:solidFill>
                <a:latin typeface="Tahoma" panose="020B0604030504040204" pitchFamily="34" charset="0"/>
              </a:defRPr>
            </a:lvl4pPr>
            <a:lvl5pPr marL="2057400" indent="-228600" eaLnBrk="0" hangingPunct="0">
              <a:spcBef>
                <a:spcPct val="20000"/>
              </a:spcBef>
              <a:buClr>
                <a:schemeClr val="tx2"/>
              </a:buClr>
              <a:buChar char="–"/>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tx2"/>
              </a:buClr>
              <a:buChar char="–"/>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tx2"/>
              </a:buClr>
              <a:buChar char="–"/>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tx2"/>
              </a:buClr>
              <a:buChar char="–"/>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tx2"/>
              </a:buClr>
              <a:buChar char="–"/>
              <a:defRPr sz="2000">
                <a:solidFill>
                  <a:schemeClr val="tx1"/>
                </a:solidFill>
                <a:latin typeface="Tahoma" panose="020B0604030504040204" pitchFamily="34" charset="0"/>
              </a:defRPr>
            </a:lvl9pPr>
          </a:lstStyle>
          <a:p>
            <a:pPr eaLnBrk="1" hangingPunct="1">
              <a:spcBef>
                <a:spcPct val="0"/>
              </a:spcBef>
              <a:buFontTx/>
              <a:buNone/>
            </a:pPr>
            <a:fld id="{2956EF28-57D4-4897-8D28-16B494D64C8E}" type="slidenum">
              <a:rPr lang="en-US" altLang="en-US" sz="1400">
                <a:latin typeface="Arial" panose="020B0604020202020204" pitchFamily="34" charset="0"/>
              </a:rPr>
              <a:pPr eaLnBrk="1" hangingPunct="1">
                <a:spcBef>
                  <a:spcPct val="0"/>
                </a:spcBef>
                <a:buFontTx/>
                <a:buNone/>
              </a:pPr>
              <a:t>43</a:t>
            </a:fld>
            <a:endParaRPr lang="en-US" altLang="en-US" sz="1400">
              <a:latin typeface="Arial" panose="020B0604020202020204" pitchFamily="34" charset="0"/>
            </a:endParaRPr>
          </a:p>
        </p:txBody>
      </p:sp>
    </p:spTree>
  </p:cSld>
  <p:clrMapOvr>
    <a:masterClrMapping/>
  </p:clrMapOvr>
  <p:timing>
    <p:tnLst>
      <p:par>
        <p:cTn id="1" dur="indefinite" restart="never" nodeType="tmRoot"/>
      </p:par>
    </p:tnLst>
  </p:timing>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4146" name="Rectangle 2"/>
          <p:cNvSpPr>
            <a:spLocks noGrp="1" noChangeArrowheads="1"/>
          </p:cNvSpPr>
          <p:nvPr>
            <p:ph type="title"/>
          </p:nvPr>
        </p:nvSpPr>
        <p:spPr>
          <a:xfrm>
            <a:off x="1143000" y="1143000"/>
            <a:ext cx="7010400" cy="1066800"/>
          </a:xfrm>
        </p:spPr>
        <p:txBody>
          <a:bodyPr lIns="92075" tIns="46038" rIns="92075" bIns="46038">
            <a:normAutofit fontScale="90000"/>
          </a:bodyPr>
          <a:lstStyle/>
          <a:p>
            <a:pPr eaLnBrk="1" fontAlgn="auto" hangingPunct="1">
              <a:spcAft>
                <a:spcPts val="0"/>
              </a:spcAft>
              <a:defRPr/>
            </a:pPr>
            <a:r>
              <a:rPr lang="en-US" dirty="0">
                <a:solidFill>
                  <a:schemeClr val="tx2">
                    <a:satMod val="130000"/>
                  </a:schemeClr>
                </a:solidFill>
              </a:rPr>
              <a:t>Principal Components Analysis for </a:t>
            </a:r>
            <a:r>
              <a:rPr lang="en-US" dirty="0" smtClean="0">
                <a:solidFill>
                  <a:schemeClr val="tx2">
                    <a:satMod val="130000"/>
                  </a:schemeClr>
                </a:solidFill>
              </a:rPr>
              <a:t>U.S. Treasury Rates</a:t>
            </a:r>
            <a:endParaRPr lang="en-US" sz="2200" dirty="0">
              <a:solidFill>
                <a:schemeClr val="tx2">
                  <a:satMod val="130000"/>
                </a:schemeClr>
              </a:solidFill>
            </a:endParaRPr>
          </a:p>
        </p:txBody>
      </p:sp>
      <p:sp>
        <p:nvSpPr>
          <p:cNvPr id="51203" name="Rectangle 3"/>
          <p:cNvSpPr>
            <a:spLocks noGrp="1" noChangeArrowheads="1"/>
          </p:cNvSpPr>
          <p:nvPr>
            <p:ph idx="1"/>
          </p:nvPr>
        </p:nvSpPr>
        <p:spPr>
          <a:xfrm>
            <a:off x="1435100" y="2743200"/>
            <a:ext cx="7499350" cy="3505200"/>
          </a:xfrm>
        </p:spPr>
        <p:txBody>
          <a:bodyPr lIns="92075" tIns="46038" rIns="92075" bIns="46038"/>
          <a:lstStyle/>
          <a:p>
            <a:pPr eaLnBrk="1" hangingPunct="1"/>
            <a:r>
              <a:rPr lang="en-US" altLang="en-US" dirty="0" smtClean="0"/>
              <a:t>The first factor is a  roughly parallel shift (87.3% of variance in data explained)</a:t>
            </a:r>
          </a:p>
          <a:p>
            <a:pPr eaLnBrk="1" hangingPunct="1"/>
            <a:r>
              <a:rPr lang="en-US" altLang="en-US" dirty="0" smtClean="0"/>
              <a:t>The second factor is a twist (another 8.3% of variance explained)</a:t>
            </a:r>
          </a:p>
          <a:p>
            <a:pPr eaLnBrk="1" hangingPunct="1"/>
            <a:r>
              <a:rPr lang="en-US" altLang="en-US" dirty="0" smtClean="0"/>
              <a:t>The third factor is a bowing (another 2.1% of variation explained)</a:t>
            </a:r>
          </a:p>
          <a:p>
            <a:pPr eaLnBrk="1" hangingPunct="1">
              <a:buFont typeface="Wingdings" panose="05000000000000000000" pitchFamily="2" charset="2"/>
              <a:buNone/>
            </a:pPr>
            <a:r>
              <a:rPr lang="en-US" altLang="en-US" dirty="0" smtClean="0"/>
              <a:t>		</a:t>
            </a:r>
          </a:p>
        </p:txBody>
      </p:sp>
      <p:sp>
        <p:nvSpPr>
          <p:cNvPr id="51204" name="Footer Placeholder 4"/>
          <p:cNvSpPr>
            <a:spLocks noGrp="1"/>
          </p:cNvSpPr>
          <p:nvPr>
            <p:ph type="ftr"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spcBef>
                <a:spcPct val="20000"/>
              </a:spcBef>
              <a:buBlip>
                <a:blip r:embed="rId3"/>
              </a:buBlip>
              <a:defRPr sz="3200">
                <a:solidFill>
                  <a:schemeClr val="tx1"/>
                </a:solidFill>
                <a:latin typeface="Tahoma" panose="020B0604030504040204" pitchFamily="34" charset="0"/>
              </a:defRPr>
            </a:lvl1pPr>
            <a:lvl2pPr marL="742950" indent="-285750" eaLnBrk="0" hangingPunct="0">
              <a:spcBef>
                <a:spcPct val="20000"/>
              </a:spcBef>
              <a:buSzPct val="75000"/>
              <a:buBlip>
                <a:blip r:embed="rId4"/>
              </a:buBlip>
              <a:defRPr sz="2800">
                <a:solidFill>
                  <a:schemeClr val="tx1"/>
                </a:solidFill>
                <a:latin typeface="Tahoma" panose="020B0604030504040204" pitchFamily="34" charset="0"/>
              </a:defRPr>
            </a:lvl2pPr>
            <a:lvl3pPr marL="1143000" indent="-228600" eaLnBrk="0" hangingPunct="0">
              <a:spcBef>
                <a:spcPct val="20000"/>
              </a:spcBef>
              <a:buChar char="•"/>
              <a:defRPr sz="2400">
                <a:solidFill>
                  <a:schemeClr val="tx1"/>
                </a:solidFill>
                <a:latin typeface="Tahoma" panose="020B0604030504040204" pitchFamily="34" charset="0"/>
              </a:defRPr>
            </a:lvl3pPr>
            <a:lvl4pPr marL="1600200" indent="-228600" eaLnBrk="0" hangingPunct="0">
              <a:spcBef>
                <a:spcPct val="20000"/>
              </a:spcBef>
              <a:buChar char="–"/>
              <a:defRPr sz="2000">
                <a:solidFill>
                  <a:schemeClr val="tx1"/>
                </a:solidFill>
                <a:latin typeface="Tahoma" panose="020B0604030504040204" pitchFamily="34" charset="0"/>
              </a:defRPr>
            </a:lvl4pPr>
            <a:lvl5pPr marL="2057400" indent="-228600" eaLnBrk="0" hangingPunct="0">
              <a:spcBef>
                <a:spcPct val="20000"/>
              </a:spcBef>
              <a:buClr>
                <a:schemeClr val="tx2"/>
              </a:buClr>
              <a:buChar char="–"/>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tx2"/>
              </a:buClr>
              <a:buChar char="–"/>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tx2"/>
              </a:buClr>
              <a:buChar char="–"/>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tx2"/>
              </a:buClr>
              <a:buChar char="–"/>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tx2"/>
              </a:buClr>
              <a:buChar char="–"/>
              <a:defRPr sz="2000">
                <a:solidFill>
                  <a:schemeClr val="tx1"/>
                </a:solidFill>
                <a:latin typeface="Tahoma" panose="020B0604030504040204" pitchFamily="34" charset="0"/>
              </a:defRPr>
            </a:lvl9pPr>
          </a:lstStyle>
          <a:p>
            <a:pPr eaLnBrk="1" hangingPunct="1">
              <a:spcBef>
                <a:spcPct val="0"/>
              </a:spcBef>
              <a:buFontTx/>
              <a:buNone/>
            </a:pPr>
            <a:r>
              <a:rPr lang="en-US" altLang="en-US" sz="1400" smtClean="0">
                <a:latin typeface="Arial" panose="020B0604020202020204" pitchFamily="34" charset="0"/>
                <a:cs typeface="Arial" panose="020B0604020202020204" pitchFamily="34" charset="0"/>
              </a:rPr>
              <a:t>Options, Futures, and Other Derivatives,  11th Edition, Copyright © John  C. Hull 2021</a:t>
            </a:r>
          </a:p>
        </p:txBody>
      </p:sp>
      <p:sp>
        <p:nvSpPr>
          <p:cNvPr id="51205" name="Slide Number Placeholder 5"/>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spcBef>
                <a:spcPct val="20000"/>
              </a:spcBef>
              <a:buBlip>
                <a:blip r:embed="rId3"/>
              </a:buBlip>
              <a:defRPr sz="3200">
                <a:solidFill>
                  <a:schemeClr val="tx1"/>
                </a:solidFill>
                <a:latin typeface="Tahoma" panose="020B0604030504040204" pitchFamily="34" charset="0"/>
              </a:defRPr>
            </a:lvl1pPr>
            <a:lvl2pPr marL="742950" indent="-285750" eaLnBrk="0" hangingPunct="0">
              <a:spcBef>
                <a:spcPct val="20000"/>
              </a:spcBef>
              <a:buSzPct val="75000"/>
              <a:buBlip>
                <a:blip r:embed="rId4"/>
              </a:buBlip>
              <a:defRPr sz="2800">
                <a:solidFill>
                  <a:schemeClr val="tx1"/>
                </a:solidFill>
                <a:latin typeface="Tahoma" panose="020B0604030504040204" pitchFamily="34" charset="0"/>
              </a:defRPr>
            </a:lvl2pPr>
            <a:lvl3pPr marL="1143000" indent="-228600" eaLnBrk="0" hangingPunct="0">
              <a:spcBef>
                <a:spcPct val="20000"/>
              </a:spcBef>
              <a:buChar char="•"/>
              <a:defRPr sz="2400">
                <a:solidFill>
                  <a:schemeClr val="tx1"/>
                </a:solidFill>
                <a:latin typeface="Tahoma" panose="020B0604030504040204" pitchFamily="34" charset="0"/>
              </a:defRPr>
            </a:lvl3pPr>
            <a:lvl4pPr marL="1600200" indent="-228600" eaLnBrk="0" hangingPunct="0">
              <a:spcBef>
                <a:spcPct val="20000"/>
              </a:spcBef>
              <a:buChar char="–"/>
              <a:defRPr sz="2000">
                <a:solidFill>
                  <a:schemeClr val="tx1"/>
                </a:solidFill>
                <a:latin typeface="Tahoma" panose="020B0604030504040204" pitchFamily="34" charset="0"/>
              </a:defRPr>
            </a:lvl4pPr>
            <a:lvl5pPr marL="2057400" indent="-228600" eaLnBrk="0" hangingPunct="0">
              <a:spcBef>
                <a:spcPct val="20000"/>
              </a:spcBef>
              <a:buClr>
                <a:schemeClr val="tx2"/>
              </a:buClr>
              <a:buChar char="–"/>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tx2"/>
              </a:buClr>
              <a:buChar char="–"/>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tx2"/>
              </a:buClr>
              <a:buChar char="–"/>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tx2"/>
              </a:buClr>
              <a:buChar char="–"/>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tx2"/>
              </a:buClr>
              <a:buChar char="–"/>
              <a:defRPr sz="2000">
                <a:solidFill>
                  <a:schemeClr val="tx1"/>
                </a:solidFill>
                <a:latin typeface="Tahoma" panose="020B0604030504040204" pitchFamily="34" charset="0"/>
              </a:defRPr>
            </a:lvl9pPr>
          </a:lstStyle>
          <a:p>
            <a:pPr eaLnBrk="1" hangingPunct="1">
              <a:spcBef>
                <a:spcPct val="0"/>
              </a:spcBef>
              <a:buFontTx/>
              <a:buNone/>
            </a:pPr>
            <a:fld id="{03F4E567-5EE0-4856-ADC5-7715B9F70F54}" type="slidenum">
              <a:rPr lang="en-US" altLang="en-US" sz="1400">
                <a:latin typeface="Arial" panose="020B0604020202020204" pitchFamily="34" charset="0"/>
              </a:rPr>
              <a:pPr eaLnBrk="1" hangingPunct="1">
                <a:spcBef>
                  <a:spcPct val="0"/>
                </a:spcBef>
                <a:buFontTx/>
                <a:buNone/>
              </a:pPr>
              <a:t>44</a:t>
            </a:fld>
            <a:endParaRPr lang="en-US" altLang="en-US" sz="1400">
              <a:latin typeface="Arial" panose="020B0604020202020204" pitchFamily="34" charset="0"/>
            </a:endParaRPr>
          </a:p>
        </p:txBody>
      </p:sp>
    </p:spTree>
  </p:cSld>
  <p:clrMapOvr>
    <a:masterClrMapping/>
  </p:clrMapOvr>
  <p:timing>
    <p:tnLst>
      <p:par>
        <p:cTn id="1" dur="indefinite" restart="never" nodeType="tmRoot"/>
      </p:par>
    </p:tnLst>
  </p:timing>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2226" name="Title 1"/>
          <p:cNvSpPr>
            <a:spLocks noGrp="1"/>
          </p:cNvSpPr>
          <p:nvPr>
            <p:ph type="title"/>
          </p:nvPr>
        </p:nvSpPr>
        <p:spPr>
          <a:xfrm>
            <a:off x="246063" y="930275"/>
            <a:ext cx="8135937" cy="1143000"/>
          </a:xfrm>
        </p:spPr>
        <p:txBody>
          <a:bodyPr/>
          <a:lstStyle/>
          <a:p>
            <a:pPr eaLnBrk="1" hangingPunct="1"/>
            <a:r>
              <a:rPr lang="en-CA" altLang="en-US" dirty="0" smtClean="0"/>
              <a:t>The First Three Principal Components </a:t>
            </a:r>
            <a:r>
              <a:rPr lang="en-CA" altLang="en-US" sz="2000" dirty="0" smtClean="0"/>
              <a:t>(Figure 22.6)</a:t>
            </a:r>
            <a:endParaRPr lang="en-US" altLang="en-US" sz="2000" dirty="0" smtClean="0"/>
          </a:p>
        </p:txBody>
      </p:sp>
      <p:sp>
        <p:nvSpPr>
          <p:cNvPr id="52227" name="Footer Placeholder 2"/>
          <p:cNvSpPr>
            <a:spLocks noGrp="1"/>
          </p:cNvSpPr>
          <p:nvPr>
            <p:ph type="ftr"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spcBef>
                <a:spcPct val="20000"/>
              </a:spcBef>
              <a:buBlip>
                <a:blip r:embed="rId3"/>
              </a:buBlip>
              <a:defRPr sz="3200">
                <a:solidFill>
                  <a:schemeClr val="tx1"/>
                </a:solidFill>
                <a:latin typeface="Tahoma" panose="020B0604030504040204" pitchFamily="34" charset="0"/>
              </a:defRPr>
            </a:lvl1pPr>
            <a:lvl2pPr marL="742950" indent="-285750" eaLnBrk="0" hangingPunct="0">
              <a:spcBef>
                <a:spcPct val="20000"/>
              </a:spcBef>
              <a:buSzPct val="75000"/>
              <a:buBlip>
                <a:blip r:embed="rId4"/>
              </a:buBlip>
              <a:defRPr sz="2800">
                <a:solidFill>
                  <a:schemeClr val="tx1"/>
                </a:solidFill>
                <a:latin typeface="Tahoma" panose="020B0604030504040204" pitchFamily="34" charset="0"/>
              </a:defRPr>
            </a:lvl2pPr>
            <a:lvl3pPr marL="1143000" indent="-228600" eaLnBrk="0" hangingPunct="0">
              <a:spcBef>
                <a:spcPct val="20000"/>
              </a:spcBef>
              <a:buChar char="•"/>
              <a:defRPr sz="2400">
                <a:solidFill>
                  <a:schemeClr val="tx1"/>
                </a:solidFill>
                <a:latin typeface="Tahoma" panose="020B0604030504040204" pitchFamily="34" charset="0"/>
              </a:defRPr>
            </a:lvl3pPr>
            <a:lvl4pPr marL="1600200" indent="-228600" eaLnBrk="0" hangingPunct="0">
              <a:spcBef>
                <a:spcPct val="20000"/>
              </a:spcBef>
              <a:buChar char="–"/>
              <a:defRPr sz="2000">
                <a:solidFill>
                  <a:schemeClr val="tx1"/>
                </a:solidFill>
                <a:latin typeface="Tahoma" panose="020B0604030504040204" pitchFamily="34" charset="0"/>
              </a:defRPr>
            </a:lvl4pPr>
            <a:lvl5pPr marL="2057400" indent="-228600" eaLnBrk="0" hangingPunct="0">
              <a:spcBef>
                <a:spcPct val="20000"/>
              </a:spcBef>
              <a:buClr>
                <a:schemeClr val="tx2"/>
              </a:buClr>
              <a:buChar char="–"/>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tx2"/>
              </a:buClr>
              <a:buChar char="–"/>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tx2"/>
              </a:buClr>
              <a:buChar char="–"/>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tx2"/>
              </a:buClr>
              <a:buChar char="–"/>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tx2"/>
              </a:buClr>
              <a:buChar char="–"/>
              <a:defRPr sz="2000">
                <a:solidFill>
                  <a:schemeClr val="tx1"/>
                </a:solidFill>
                <a:latin typeface="Tahoma" panose="020B0604030504040204" pitchFamily="34" charset="0"/>
              </a:defRPr>
            </a:lvl9pPr>
          </a:lstStyle>
          <a:p>
            <a:pPr eaLnBrk="1" hangingPunct="1">
              <a:spcBef>
                <a:spcPct val="0"/>
              </a:spcBef>
              <a:buFontTx/>
              <a:buNone/>
            </a:pPr>
            <a:r>
              <a:rPr lang="en-US" altLang="en-US" sz="1400" smtClean="0">
                <a:latin typeface="Arial" panose="020B0604020202020204" pitchFamily="34" charset="0"/>
                <a:cs typeface="Arial" panose="020B0604020202020204" pitchFamily="34" charset="0"/>
              </a:rPr>
              <a:t>Options, Futures, and Other Derivatives,  11th Edition, Copyright © John  C. Hull 2021</a:t>
            </a:r>
          </a:p>
        </p:txBody>
      </p:sp>
      <p:sp>
        <p:nvSpPr>
          <p:cNvPr id="52228" name="Slide Number Placeholder 3"/>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spcBef>
                <a:spcPct val="20000"/>
              </a:spcBef>
              <a:buBlip>
                <a:blip r:embed="rId3"/>
              </a:buBlip>
              <a:defRPr sz="3200">
                <a:solidFill>
                  <a:schemeClr val="tx1"/>
                </a:solidFill>
                <a:latin typeface="Tahoma" panose="020B0604030504040204" pitchFamily="34" charset="0"/>
              </a:defRPr>
            </a:lvl1pPr>
            <a:lvl2pPr marL="742950" indent="-285750" eaLnBrk="0" hangingPunct="0">
              <a:spcBef>
                <a:spcPct val="20000"/>
              </a:spcBef>
              <a:buSzPct val="75000"/>
              <a:buBlip>
                <a:blip r:embed="rId4"/>
              </a:buBlip>
              <a:defRPr sz="2800">
                <a:solidFill>
                  <a:schemeClr val="tx1"/>
                </a:solidFill>
                <a:latin typeface="Tahoma" panose="020B0604030504040204" pitchFamily="34" charset="0"/>
              </a:defRPr>
            </a:lvl2pPr>
            <a:lvl3pPr marL="1143000" indent="-228600" eaLnBrk="0" hangingPunct="0">
              <a:spcBef>
                <a:spcPct val="20000"/>
              </a:spcBef>
              <a:buChar char="•"/>
              <a:defRPr sz="2400">
                <a:solidFill>
                  <a:schemeClr val="tx1"/>
                </a:solidFill>
                <a:latin typeface="Tahoma" panose="020B0604030504040204" pitchFamily="34" charset="0"/>
              </a:defRPr>
            </a:lvl3pPr>
            <a:lvl4pPr marL="1600200" indent="-228600" eaLnBrk="0" hangingPunct="0">
              <a:spcBef>
                <a:spcPct val="20000"/>
              </a:spcBef>
              <a:buChar char="–"/>
              <a:defRPr sz="2000">
                <a:solidFill>
                  <a:schemeClr val="tx1"/>
                </a:solidFill>
                <a:latin typeface="Tahoma" panose="020B0604030504040204" pitchFamily="34" charset="0"/>
              </a:defRPr>
            </a:lvl4pPr>
            <a:lvl5pPr marL="2057400" indent="-228600" eaLnBrk="0" hangingPunct="0">
              <a:spcBef>
                <a:spcPct val="20000"/>
              </a:spcBef>
              <a:buClr>
                <a:schemeClr val="tx2"/>
              </a:buClr>
              <a:buChar char="–"/>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tx2"/>
              </a:buClr>
              <a:buChar char="–"/>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tx2"/>
              </a:buClr>
              <a:buChar char="–"/>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tx2"/>
              </a:buClr>
              <a:buChar char="–"/>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tx2"/>
              </a:buClr>
              <a:buChar char="–"/>
              <a:defRPr sz="2000">
                <a:solidFill>
                  <a:schemeClr val="tx1"/>
                </a:solidFill>
                <a:latin typeface="Tahoma" panose="020B0604030504040204" pitchFamily="34" charset="0"/>
              </a:defRPr>
            </a:lvl9pPr>
          </a:lstStyle>
          <a:p>
            <a:pPr eaLnBrk="1" hangingPunct="1">
              <a:spcBef>
                <a:spcPct val="0"/>
              </a:spcBef>
              <a:buFontTx/>
              <a:buNone/>
            </a:pPr>
            <a:fld id="{03E646A1-B4DB-4B3A-AB62-C36AB744A994}" type="slidenum">
              <a:rPr lang="en-US" altLang="en-US" sz="1400">
                <a:latin typeface="Arial" panose="020B0604020202020204" pitchFamily="34" charset="0"/>
              </a:rPr>
              <a:pPr eaLnBrk="1" hangingPunct="1">
                <a:spcBef>
                  <a:spcPct val="0"/>
                </a:spcBef>
                <a:buFontTx/>
                <a:buNone/>
              </a:pPr>
              <a:t>45</a:t>
            </a:fld>
            <a:endParaRPr lang="en-US" altLang="en-US" sz="1400">
              <a:latin typeface="Arial" panose="020B0604020202020204" pitchFamily="34" charset="0"/>
            </a:endParaRPr>
          </a:p>
        </p:txBody>
      </p:sp>
      <p:pic>
        <p:nvPicPr>
          <p:cNvPr id="2" name="Picture 1"/>
          <p:cNvPicPr>
            <a:picLocks noChangeAspect="1"/>
          </p:cNvPicPr>
          <p:nvPr/>
        </p:nvPicPr>
        <p:blipFill>
          <a:blip r:embed="rId5"/>
          <a:stretch>
            <a:fillRect/>
          </a:stretch>
        </p:blipFill>
        <p:spPr>
          <a:xfrm>
            <a:off x="962890" y="2192810"/>
            <a:ext cx="6352309" cy="3814328"/>
          </a:xfrm>
          <a:prstGeom prst="rect">
            <a:avLst/>
          </a:prstGeom>
        </p:spPr>
      </p:pic>
    </p:spTree>
  </p:cSld>
  <p:clrMapOvr>
    <a:masterClrMapping/>
  </p:clrMapOvr>
  <p:timing>
    <p:tnLst>
      <p:par>
        <p:cTn id="1" dur="indefinite" restart="never" nodeType="tmRoot"/>
      </p:par>
    </p:tnLst>
  </p:timing>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3250" name="Title 1"/>
          <p:cNvSpPr>
            <a:spLocks noGrp="1"/>
          </p:cNvSpPr>
          <p:nvPr>
            <p:ph type="title"/>
          </p:nvPr>
        </p:nvSpPr>
        <p:spPr/>
        <p:txBody>
          <a:bodyPr/>
          <a:lstStyle/>
          <a:p>
            <a:pPr eaLnBrk="1" hangingPunct="1"/>
            <a:r>
              <a:rPr lang="en-CA" altLang="en-US" dirty="0" smtClean="0"/>
              <a:t>Standard Deviation of Factor Scores (</a:t>
            </a:r>
            <a:r>
              <a:rPr lang="en-CA" altLang="en-US" dirty="0" err="1" smtClean="0"/>
              <a:t>bp</a:t>
            </a:r>
            <a:r>
              <a:rPr lang="en-CA" altLang="en-US" dirty="0" smtClean="0"/>
              <a:t>) </a:t>
            </a:r>
            <a:r>
              <a:rPr lang="en-CA" altLang="en-US" sz="2400" dirty="0" smtClean="0"/>
              <a:t>Table 22.10</a:t>
            </a:r>
            <a:endParaRPr lang="en-US" altLang="en-US" sz="2400" dirty="0" smtClean="0"/>
          </a:p>
        </p:txBody>
      </p:sp>
      <p:sp>
        <p:nvSpPr>
          <p:cNvPr id="53251" name="Footer Placeholder 2"/>
          <p:cNvSpPr>
            <a:spLocks noGrp="1"/>
          </p:cNvSpPr>
          <p:nvPr>
            <p:ph type="ftr"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spcBef>
                <a:spcPct val="20000"/>
              </a:spcBef>
              <a:buBlip>
                <a:blip r:embed="rId3"/>
              </a:buBlip>
              <a:defRPr sz="3200">
                <a:solidFill>
                  <a:schemeClr val="tx1"/>
                </a:solidFill>
                <a:latin typeface="Tahoma" panose="020B0604030504040204" pitchFamily="34" charset="0"/>
              </a:defRPr>
            </a:lvl1pPr>
            <a:lvl2pPr marL="742950" indent="-285750" eaLnBrk="0" hangingPunct="0">
              <a:spcBef>
                <a:spcPct val="20000"/>
              </a:spcBef>
              <a:buSzPct val="75000"/>
              <a:buBlip>
                <a:blip r:embed="rId4"/>
              </a:buBlip>
              <a:defRPr sz="2800">
                <a:solidFill>
                  <a:schemeClr val="tx1"/>
                </a:solidFill>
                <a:latin typeface="Tahoma" panose="020B0604030504040204" pitchFamily="34" charset="0"/>
              </a:defRPr>
            </a:lvl2pPr>
            <a:lvl3pPr marL="1143000" indent="-228600" eaLnBrk="0" hangingPunct="0">
              <a:spcBef>
                <a:spcPct val="20000"/>
              </a:spcBef>
              <a:buChar char="•"/>
              <a:defRPr sz="2400">
                <a:solidFill>
                  <a:schemeClr val="tx1"/>
                </a:solidFill>
                <a:latin typeface="Tahoma" panose="020B0604030504040204" pitchFamily="34" charset="0"/>
              </a:defRPr>
            </a:lvl3pPr>
            <a:lvl4pPr marL="1600200" indent="-228600" eaLnBrk="0" hangingPunct="0">
              <a:spcBef>
                <a:spcPct val="20000"/>
              </a:spcBef>
              <a:buChar char="–"/>
              <a:defRPr sz="2000">
                <a:solidFill>
                  <a:schemeClr val="tx1"/>
                </a:solidFill>
                <a:latin typeface="Tahoma" panose="020B0604030504040204" pitchFamily="34" charset="0"/>
              </a:defRPr>
            </a:lvl4pPr>
            <a:lvl5pPr marL="2057400" indent="-228600" eaLnBrk="0" hangingPunct="0">
              <a:spcBef>
                <a:spcPct val="20000"/>
              </a:spcBef>
              <a:buClr>
                <a:schemeClr val="tx2"/>
              </a:buClr>
              <a:buChar char="–"/>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tx2"/>
              </a:buClr>
              <a:buChar char="–"/>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tx2"/>
              </a:buClr>
              <a:buChar char="–"/>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tx2"/>
              </a:buClr>
              <a:buChar char="–"/>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tx2"/>
              </a:buClr>
              <a:buChar char="–"/>
              <a:defRPr sz="2000">
                <a:solidFill>
                  <a:schemeClr val="tx1"/>
                </a:solidFill>
                <a:latin typeface="Tahoma" panose="020B0604030504040204" pitchFamily="34" charset="0"/>
              </a:defRPr>
            </a:lvl9pPr>
          </a:lstStyle>
          <a:p>
            <a:pPr eaLnBrk="1" hangingPunct="1">
              <a:spcBef>
                <a:spcPct val="0"/>
              </a:spcBef>
              <a:buFontTx/>
              <a:buNone/>
            </a:pPr>
            <a:r>
              <a:rPr lang="en-US" altLang="en-US" sz="1400" smtClean="0">
                <a:latin typeface="Arial" panose="020B0604020202020204" pitchFamily="34" charset="0"/>
                <a:cs typeface="Arial" panose="020B0604020202020204" pitchFamily="34" charset="0"/>
              </a:rPr>
              <a:t>Options, Futures, and Other Derivatives,  11th Edition, Copyright © John  C. Hull 2021</a:t>
            </a:r>
          </a:p>
        </p:txBody>
      </p:sp>
      <p:sp>
        <p:nvSpPr>
          <p:cNvPr id="53252" name="Slide Number Placeholder 3"/>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spcBef>
                <a:spcPct val="20000"/>
              </a:spcBef>
              <a:buBlip>
                <a:blip r:embed="rId3"/>
              </a:buBlip>
              <a:defRPr sz="3200">
                <a:solidFill>
                  <a:schemeClr val="tx1"/>
                </a:solidFill>
                <a:latin typeface="Tahoma" panose="020B0604030504040204" pitchFamily="34" charset="0"/>
              </a:defRPr>
            </a:lvl1pPr>
            <a:lvl2pPr marL="742950" indent="-285750" eaLnBrk="0" hangingPunct="0">
              <a:spcBef>
                <a:spcPct val="20000"/>
              </a:spcBef>
              <a:buSzPct val="75000"/>
              <a:buBlip>
                <a:blip r:embed="rId4"/>
              </a:buBlip>
              <a:defRPr sz="2800">
                <a:solidFill>
                  <a:schemeClr val="tx1"/>
                </a:solidFill>
                <a:latin typeface="Tahoma" panose="020B0604030504040204" pitchFamily="34" charset="0"/>
              </a:defRPr>
            </a:lvl2pPr>
            <a:lvl3pPr marL="1143000" indent="-228600" eaLnBrk="0" hangingPunct="0">
              <a:spcBef>
                <a:spcPct val="20000"/>
              </a:spcBef>
              <a:buChar char="•"/>
              <a:defRPr sz="2400">
                <a:solidFill>
                  <a:schemeClr val="tx1"/>
                </a:solidFill>
                <a:latin typeface="Tahoma" panose="020B0604030504040204" pitchFamily="34" charset="0"/>
              </a:defRPr>
            </a:lvl3pPr>
            <a:lvl4pPr marL="1600200" indent="-228600" eaLnBrk="0" hangingPunct="0">
              <a:spcBef>
                <a:spcPct val="20000"/>
              </a:spcBef>
              <a:buChar char="–"/>
              <a:defRPr sz="2000">
                <a:solidFill>
                  <a:schemeClr val="tx1"/>
                </a:solidFill>
                <a:latin typeface="Tahoma" panose="020B0604030504040204" pitchFamily="34" charset="0"/>
              </a:defRPr>
            </a:lvl4pPr>
            <a:lvl5pPr marL="2057400" indent="-228600" eaLnBrk="0" hangingPunct="0">
              <a:spcBef>
                <a:spcPct val="20000"/>
              </a:spcBef>
              <a:buClr>
                <a:schemeClr val="tx2"/>
              </a:buClr>
              <a:buChar char="–"/>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tx2"/>
              </a:buClr>
              <a:buChar char="–"/>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tx2"/>
              </a:buClr>
              <a:buChar char="–"/>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tx2"/>
              </a:buClr>
              <a:buChar char="–"/>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tx2"/>
              </a:buClr>
              <a:buChar char="–"/>
              <a:defRPr sz="2000">
                <a:solidFill>
                  <a:schemeClr val="tx1"/>
                </a:solidFill>
                <a:latin typeface="Tahoma" panose="020B0604030504040204" pitchFamily="34" charset="0"/>
              </a:defRPr>
            </a:lvl9pPr>
          </a:lstStyle>
          <a:p>
            <a:pPr eaLnBrk="1" hangingPunct="1">
              <a:spcBef>
                <a:spcPct val="0"/>
              </a:spcBef>
              <a:buFontTx/>
              <a:buNone/>
            </a:pPr>
            <a:fld id="{E0BB1BAC-FD03-49E1-B041-79125BA875FC}" type="slidenum">
              <a:rPr lang="en-US" altLang="en-US" sz="1400">
                <a:latin typeface="Arial" panose="020B0604020202020204" pitchFamily="34" charset="0"/>
              </a:rPr>
              <a:pPr eaLnBrk="1" hangingPunct="1">
                <a:spcBef>
                  <a:spcPct val="0"/>
                </a:spcBef>
                <a:buFontTx/>
                <a:buNone/>
              </a:pPr>
              <a:t>46</a:t>
            </a:fld>
            <a:endParaRPr lang="en-US" altLang="en-US" sz="1400">
              <a:latin typeface="Arial" panose="020B0604020202020204" pitchFamily="34" charset="0"/>
            </a:endParaRPr>
          </a:p>
        </p:txBody>
      </p:sp>
      <p:graphicFrame>
        <p:nvGraphicFramePr>
          <p:cNvPr id="5" name="Table 4"/>
          <p:cNvGraphicFramePr>
            <a:graphicFrameLocks noGrp="1"/>
          </p:cNvGraphicFramePr>
          <p:nvPr>
            <p:extLst>
              <p:ext uri="{D42A27DB-BD31-4B8C-83A1-F6EECF244321}">
                <p14:modId xmlns:p14="http://schemas.microsoft.com/office/powerpoint/2010/main" val="974035395"/>
              </p:ext>
            </p:extLst>
          </p:nvPr>
        </p:nvGraphicFramePr>
        <p:xfrm>
          <a:off x="1143000" y="2895600"/>
          <a:ext cx="5334000" cy="1198564"/>
        </p:xfrm>
        <a:graphic>
          <a:graphicData uri="http://schemas.openxmlformats.org/drawingml/2006/table">
            <a:tbl>
              <a:tblPr firstRow="1" bandRow="1">
                <a:tableStyleId>{5940675A-B579-460E-94D1-54222C63F5DA}</a:tableStyleId>
              </a:tblPr>
              <a:tblGrid>
                <a:gridCol w="1066800">
                  <a:extLst>
                    <a:ext uri="{9D8B030D-6E8A-4147-A177-3AD203B41FA5}">
                      <a16:colId xmlns:a16="http://schemas.microsoft.com/office/drawing/2014/main" val="20000"/>
                    </a:ext>
                  </a:extLst>
                </a:gridCol>
                <a:gridCol w="1066800">
                  <a:extLst>
                    <a:ext uri="{9D8B030D-6E8A-4147-A177-3AD203B41FA5}">
                      <a16:colId xmlns:a16="http://schemas.microsoft.com/office/drawing/2014/main" val="20001"/>
                    </a:ext>
                  </a:extLst>
                </a:gridCol>
                <a:gridCol w="1066800">
                  <a:extLst>
                    <a:ext uri="{9D8B030D-6E8A-4147-A177-3AD203B41FA5}">
                      <a16:colId xmlns:a16="http://schemas.microsoft.com/office/drawing/2014/main" val="20002"/>
                    </a:ext>
                  </a:extLst>
                </a:gridCol>
                <a:gridCol w="1066800">
                  <a:extLst>
                    <a:ext uri="{9D8B030D-6E8A-4147-A177-3AD203B41FA5}">
                      <a16:colId xmlns:a16="http://schemas.microsoft.com/office/drawing/2014/main" val="20003"/>
                    </a:ext>
                  </a:extLst>
                </a:gridCol>
                <a:gridCol w="1066800">
                  <a:extLst>
                    <a:ext uri="{9D8B030D-6E8A-4147-A177-3AD203B41FA5}">
                      <a16:colId xmlns:a16="http://schemas.microsoft.com/office/drawing/2014/main" val="20004"/>
                    </a:ext>
                  </a:extLst>
                </a:gridCol>
              </a:tblGrid>
              <a:tr h="599282">
                <a:tc>
                  <a:txBody>
                    <a:bodyPr/>
                    <a:lstStyle/>
                    <a:p>
                      <a:pPr algn="ctr"/>
                      <a:r>
                        <a:rPr lang="en-CA" sz="1800" dirty="0" smtClean="0"/>
                        <a:t>PC1</a:t>
                      </a:r>
                      <a:endParaRPr lang="en-US" sz="1800" dirty="0"/>
                    </a:p>
                  </a:txBody>
                  <a:tcPr marT="45708" marB="45708"/>
                </a:tc>
                <a:tc>
                  <a:txBody>
                    <a:bodyPr/>
                    <a:lstStyle/>
                    <a:p>
                      <a:pPr algn="ctr"/>
                      <a:r>
                        <a:rPr lang="en-CA" sz="1800" dirty="0" smtClean="0"/>
                        <a:t>PC2</a:t>
                      </a:r>
                      <a:endParaRPr lang="en-US" sz="1800" dirty="0"/>
                    </a:p>
                  </a:txBody>
                  <a:tcPr marT="45708" marB="45708"/>
                </a:tc>
                <a:tc>
                  <a:txBody>
                    <a:bodyPr/>
                    <a:lstStyle/>
                    <a:p>
                      <a:pPr algn="ctr"/>
                      <a:r>
                        <a:rPr lang="en-CA" sz="1800" dirty="0" smtClean="0"/>
                        <a:t>PC3</a:t>
                      </a:r>
                      <a:endParaRPr lang="en-US" sz="1800" dirty="0"/>
                    </a:p>
                  </a:txBody>
                  <a:tcPr marT="45708" marB="45708"/>
                </a:tc>
                <a:tc>
                  <a:txBody>
                    <a:bodyPr/>
                    <a:lstStyle/>
                    <a:p>
                      <a:pPr algn="ctr"/>
                      <a:r>
                        <a:rPr lang="en-CA" sz="1800" dirty="0" smtClean="0"/>
                        <a:t>PC4</a:t>
                      </a:r>
                      <a:endParaRPr lang="en-US" sz="1800" dirty="0"/>
                    </a:p>
                  </a:txBody>
                  <a:tcPr marT="45708" marB="45708"/>
                </a:tc>
                <a:tc>
                  <a:txBody>
                    <a:bodyPr/>
                    <a:lstStyle/>
                    <a:p>
                      <a:pPr algn="ctr"/>
                      <a:r>
                        <a:rPr lang="en-CA" sz="1800" dirty="0" smtClean="0"/>
                        <a:t>…..</a:t>
                      </a:r>
                      <a:endParaRPr lang="en-US" sz="1800" dirty="0"/>
                    </a:p>
                  </a:txBody>
                  <a:tcPr marT="45708" marB="45708"/>
                </a:tc>
                <a:extLst>
                  <a:ext uri="{0D108BD9-81ED-4DB2-BD59-A6C34878D82A}">
                    <a16:rowId xmlns:a16="http://schemas.microsoft.com/office/drawing/2014/main" val="10000"/>
                  </a:ext>
                </a:extLst>
              </a:tr>
              <a:tr h="599282">
                <a:tc>
                  <a:txBody>
                    <a:bodyPr/>
                    <a:lstStyle/>
                    <a:p>
                      <a:pPr algn="ctr"/>
                      <a:r>
                        <a:rPr lang="en-CA" sz="1800" dirty="0" smtClean="0"/>
                        <a:t>11.54</a:t>
                      </a:r>
                      <a:endParaRPr lang="en-US" sz="1800" dirty="0"/>
                    </a:p>
                  </a:txBody>
                  <a:tcPr marT="45708" marB="45708"/>
                </a:tc>
                <a:tc>
                  <a:txBody>
                    <a:bodyPr/>
                    <a:lstStyle/>
                    <a:p>
                      <a:pPr algn="ctr"/>
                      <a:r>
                        <a:rPr lang="en-US" sz="1800" dirty="0" smtClean="0"/>
                        <a:t>3.55</a:t>
                      </a:r>
                      <a:endParaRPr lang="en-US" sz="1800" dirty="0"/>
                    </a:p>
                  </a:txBody>
                  <a:tcPr marT="45708" marB="45708"/>
                </a:tc>
                <a:tc>
                  <a:txBody>
                    <a:bodyPr/>
                    <a:lstStyle/>
                    <a:p>
                      <a:pPr algn="ctr"/>
                      <a:r>
                        <a:rPr lang="en-US" sz="1800" dirty="0" smtClean="0"/>
                        <a:t>1.78</a:t>
                      </a:r>
                      <a:endParaRPr lang="en-US" sz="1800" dirty="0"/>
                    </a:p>
                  </a:txBody>
                  <a:tcPr marT="45708" marB="45708"/>
                </a:tc>
                <a:tc>
                  <a:txBody>
                    <a:bodyPr/>
                    <a:lstStyle/>
                    <a:p>
                      <a:pPr algn="ctr"/>
                      <a:r>
                        <a:rPr lang="en-US" sz="1800" dirty="0" smtClean="0"/>
                        <a:t>1.25</a:t>
                      </a:r>
                      <a:endParaRPr lang="en-US" sz="1800" dirty="0"/>
                    </a:p>
                  </a:txBody>
                  <a:tcPr marT="45708" marB="45708"/>
                </a:tc>
                <a:tc>
                  <a:txBody>
                    <a:bodyPr/>
                    <a:lstStyle/>
                    <a:p>
                      <a:pPr algn="ctr"/>
                      <a:r>
                        <a:rPr lang="en-CA" sz="1800" dirty="0" smtClean="0"/>
                        <a:t>….</a:t>
                      </a:r>
                      <a:endParaRPr lang="en-US" sz="1800" dirty="0"/>
                    </a:p>
                  </a:txBody>
                  <a:tcPr marT="45708" marB="45708"/>
                </a:tc>
                <a:extLst>
                  <a:ext uri="{0D108BD9-81ED-4DB2-BD59-A6C34878D82A}">
                    <a16:rowId xmlns:a16="http://schemas.microsoft.com/office/drawing/2014/main" val="10001"/>
                  </a:ext>
                </a:extLst>
              </a:tr>
            </a:tbl>
          </a:graphicData>
        </a:graphic>
      </p:graphicFrame>
    </p:spTree>
  </p:cSld>
  <p:clrMapOvr>
    <a:masterClrMapping/>
  </p:clrMapOvr>
  <p:timing>
    <p:tnLst>
      <p:par>
        <p:cTn id="1" dur="indefinite" restart="never" nodeType="tmRoot"/>
      </p:par>
    </p:tnLst>
  </p:timing>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6610" name="Rectangle 2"/>
          <p:cNvSpPr>
            <a:spLocks noGrp="1" noChangeArrowheads="1"/>
          </p:cNvSpPr>
          <p:nvPr>
            <p:ph type="title"/>
          </p:nvPr>
        </p:nvSpPr>
        <p:spPr/>
        <p:txBody>
          <a:bodyPr/>
          <a:lstStyle/>
          <a:p>
            <a:pPr eaLnBrk="1" fontAlgn="auto" hangingPunct="1">
              <a:spcAft>
                <a:spcPts val="0"/>
              </a:spcAft>
              <a:defRPr/>
            </a:pPr>
            <a:r>
              <a:rPr lang="en-CA" dirty="0">
                <a:solidFill>
                  <a:schemeClr val="tx2">
                    <a:satMod val="130000"/>
                  </a:schemeClr>
                </a:solidFill>
              </a:rPr>
              <a:t>Using PCA to </a:t>
            </a:r>
            <a:r>
              <a:rPr lang="en-CA" dirty="0" smtClean="0">
                <a:solidFill>
                  <a:schemeClr val="tx2">
                    <a:satMod val="130000"/>
                  </a:schemeClr>
                </a:solidFill>
              </a:rPr>
              <a:t>Calculate </a:t>
            </a:r>
            <a:r>
              <a:rPr lang="en-CA" dirty="0" err="1">
                <a:solidFill>
                  <a:schemeClr val="tx2">
                    <a:satMod val="130000"/>
                  </a:schemeClr>
                </a:solidFill>
              </a:rPr>
              <a:t>VaR</a:t>
            </a:r>
            <a:r>
              <a:rPr lang="en-CA" dirty="0">
                <a:solidFill>
                  <a:schemeClr val="tx2">
                    <a:satMod val="130000"/>
                  </a:schemeClr>
                </a:solidFill>
              </a:rPr>
              <a:t> </a:t>
            </a:r>
            <a:r>
              <a:rPr lang="en-CA" sz="2200" dirty="0" smtClean="0">
                <a:solidFill>
                  <a:schemeClr val="tx2">
                    <a:satMod val="130000"/>
                  </a:schemeClr>
                </a:solidFill>
              </a:rPr>
              <a:t>(Table 22.11)</a:t>
            </a:r>
            <a:endParaRPr lang="en-US" sz="2200" dirty="0">
              <a:solidFill>
                <a:schemeClr val="tx2">
                  <a:satMod val="130000"/>
                </a:schemeClr>
              </a:solidFill>
            </a:endParaRPr>
          </a:p>
        </p:txBody>
      </p:sp>
      <p:sp>
        <p:nvSpPr>
          <p:cNvPr id="54275" name="Rectangle 3"/>
          <p:cNvSpPr>
            <a:spLocks noGrp="1" noChangeArrowheads="1"/>
          </p:cNvSpPr>
          <p:nvPr>
            <p:ph idx="1"/>
          </p:nvPr>
        </p:nvSpPr>
        <p:spPr/>
        <p:txBody>
          <a:bodyPr/>
          <a:lstStyle/>
          <a:p>
            <a:pPr eaLnBrk="1" hangingPunct="1">
              <a:buFont typeface="Wingdings" panose="05000000000000000000" pitchFamily="2" charset="2"/>
              <a:buNone/>
            </a:pPr>
            <a:r>
              <a:rPr lang="en-CA" altLang="en-US" dirty="0" smtClean="0"/>
              <a:t>Example: Sensitivity of portfolio to 1 </a:t>
            </a:r>
            <a:r>
              <a:rPr lang="en-CA" altLang="en-US" dirty="0" err="1" smtClean="0"/>
              <a:t>bp</a:t>
            </a:r>
            <a:r>
              <a:rPr lang="en-CA" altLang="en-US" dirty="0" smtClean="0"/>
              <a:t> rate move ($m)</a:t>
            </a:r>
          </a:p>
          <a:p>
            <a:pPr eaLnBrk="1" hangingPunct="1">
              <a:buFont typeface="Wingdings" panose="05000000000000000000" pitchFamily="2" charset="2"/>
              <a:buNone/>
            </a:pPr>
            <a:endParaRPr lang="en-CA" altLang="en-US" dirty="0" smtClean="0"/>
          </a:p>
          <a:p>
            <a:pPr eaLnBrk="1" hangingPunct="1">
              <a:buFont typeface="Wingdings" panose="05000000000000000000" pitchFamily="2" charset="2"/>
              <a:buNone/>
            </a:pPr>
            <a:endParaRPr lang="en-CA" altLang="en-US" dirty="0" smtClean="0"/>
          </a:p>
          <a:p>
            <a:pPr eaLnBrk="1" hangingPunct="1">
              <a:buFont typeface="Wingdings" panose="05000000000000000000" pitchFamily="2" charset="2"/>
              <a:buNone/>
            </a:pPr>
            <a:r>
              <a:rPr lang="en-CA" altLang="en-US" dirty="0" smtClean="0"/>
              <a:t>Sensitivity to first factor is from factor loadings:</a:t>
            </a:r>
          </a:p>
          <a:p>
            <a:pPr eaLnBrk="1" hangingPunct="1">
              <a:buFont typeface="Wingdings" panose="05000000000000000000" pitchFamily="2" charset="2"/>
              <a:buNone/>
            </a:pPr>
            <a:r>
              <a:rPr lang="en-CA" altLang="en-US" sz="2400" dirty="0" smtClean="0"/>
              <a:t>10×0.210 + 4×0.286 − 8×0.386 − 7 ×0.430 +2 ×0.428 </a:t>
            </a:r>
          </a:p>
          <a:p>
            <a:pPr eaLnBrk="1" hangingPunct="1">
              <a:buFont typeface="Wingdings" panose="05000000000000000000" pitchFamily="2" charset="2"/>
              <a:buNone/>
            </a:pPr>
            <a:r>
              <a:rPr lang="en-CA" altLang="en-US" sz="2400" dirty="0" smtClean="0"/>
              <a:t>= −1.99</a:t>
            </a:r>
          </a:p>
          <a:p>
            <a:pPr eaLnBrk="1" hangingPunct="1">
              <a:buFont typeface="Wingdings" panose="05000000000000000000" pitchFamily="2" charset="2"/>
              <a:buNone/>
            </a:pPr>
            <a:r>
              <a:rPr lang="en-CA" altLang="en-US" dirty="0" smtClean="0"/>
              <a:t>Similarly sensitivity to second factor = − 3.06</a:t>
            </a:r>
            <a:endParaRPr lang="en-US" altLang="en-US" dirty="0" smtClean="0"/>
          </a:p>
        </p:txBody>
      </p:sp>
      <p:sp>
        <p:nvSpPr>
          <p:cNvPr id="54276" name="Footer Placeholder 4"/>
          <p:cNvSpPr>
            <a:spLocks noGrp="1"/>
          </p:cNvSpPr>
          <p:nvPr>
            <p:ph type="ftr"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spcBef>
                <a:spcPct val="20000"/>
              </a:spcBef>
              <a:buBlip>
                <a:blip r:embed="rId3"/>
              </a:buBlip>
              <a:defRPr sz="3200">
                <a:solidFill>
                  <a:schemeClr val="tx1"/>
                </a:solidFill>
                <a:latin typeface="Tahoma" panose="020B0604030504040204" pitchFamily="34" charset="0"/>
              </a:defRPr>
            </a:lvl1pPr>
            <a:lvl2pPr marL="742950" indent="-285750" eaLnBrk="0" hangingPunct="0">
              <a:spcBef>
                <a:spcPct val="20000"/>
              </a:spcBef>
              <a:buSzPct val="75000"/>
              <a:buBlip>
                <a:blip r:embed="rId4"/>
              </a:buBlip>
              <a:defRPr sz="2800">
                <a:solidFill>
                  <a:schemeClr val="tx1"/>
                </a:solidFill>
                <a:latin typeface="Tahoma" panose="020B0604030504040204" pitchFamily="34" charset="0"/>
              </a:defRPr>
            </a:lvl2pPr>
            <a:lvl3pPr marL="1143000" indent="-228600" eaLnBrk="0" hangingPunct="0">
              <a:spcBef>
                <a:spcPct val="20000"/>
              </a:spcBef>
              <a:buChar char="•"/>
              <a:defRPr sz="2400">
                <a:solidFill>
                  <a:schemeClr val="tx1"/>
                </a:solidFill>
                <a:latin typeface="Tahoma" panose="020B0604030504040204" pitchFamily="34" charset="0"/>
              </a:defRPr>
            </a:lvl3pPr>
            <a:lvl4pPr marL="1600200" indent="-228600" eaLnBrk="0" hangingPunct="0">
              <a:spcBef>
                <a:spcPct val="20000"/>
              </a:spcBef>
              <a:buChar char="–"/>
              <a:defRPr sz="2000">
                <a:solidFill>
                  <a:schemeClr val="tx1"/>
                </a:solidFill>
                <a:latin typeface="Tahoma" panose="020B0604030504040204" pitchFamily="34" charset="0"/>
              </a:defRPr>
            </a:lvl4pPr>
            <a:lvl5pPr marL="2057400" indent="-228600" eaLnBrk="0" hangingPunct="0">
              <a:spcBef>
                <a:spcPct val="20000"/>
              </a:spcBef>
              <a:buClr>
                <a:schemeClr val="tx2"/>
              </a:buClr>
              <a:buChar char="–"/>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tx2"/>
              </a:buClr>
              <a:buChar char="–"/>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tx2"/>
              </a:buClr>
              <a:buChar char="–"/>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tx2"/>
              </a:buClr>
              <a:buChar char="–"/>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tx2"/>
              </a:buClr>
              <a:buChar char="–"/>
              <a:defRPr sz="2000">
                <a:solidFill>
                  <a:schemeClr val="tx1"/>
                </a:solidFill>
                <a:latin typeface="Tahoma" panose="020B0604030504040204" pitchFamily="34" charset="0"/>
              </a:defRPr>
            </a:lvl9pPr>
          </a:lstStyle>
          <a:p>
            <a:pPr eaLnBrk="1" hangingPunct="1">
              <a:spcBef>
                <a:spcPct val="0"/>
              </a:spcBef>
              <a:buFontTx/>
              <a:buNone/>
            </a:pPr>
            <a:r>
              <a:rPr lang="en-US" altLang="en-US" sz="1400" smtClean="0">
                <a:latin typeface="Arial" panose="020B0604020202020204" pitchFamily="34" charset="0"/>
                <a:cs typeface="Arial" panose="020B0604020202020204" pitchFamily="34" charset="0"/>
              </a:rPr>
              <a:t>Options, Futures, and Other Derivatives,  11th Edition, Copyright © John  C. Hull 2021</a:t>
            </a:r>
          </a:p>
        </p:txBody>
      </p:sp>
      <p:sp>
        <p:nvSpPr>
          <p:cNvPr id="54277" name="Slide Number Placeholder 5"/>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spcBef>
                <a:spcPct val="20000"/>
              </a:spcBef>
              <a:buBlip>
                <a:blip r:embed="rId3"/>
              </a:buBlip>
              <a:defRPr sz="3200">
                <a:solidFill>
                  <a:schemeClr val="tx1"/>
                </a:solidFill>
                <a:latin typeface="Tahoma" panose="020B0604030504040204" pitchFamily="34" charset="0"/>
              </a:defRPr>
            </a:lvl1pPr>
            <a:lvl2pPr marL="742950" indent="-285750" eaLnBrk="0" hangingPunct="0">
              <a:spcBef>
                <a:spcPct val="20000"/>
              </a:spcBef>
              <a:buSzPct val="75000"/>
              <a:buBlip>
                <a:blip r:embed="rId4"/>
              </a:buBlip>
              <a:defRPr sz="2800">
                <a:solidFill>
                  <a:schemeClr val="tx1"/>
                </a:solidFill>
                <a:latin typeface="Tahoma" panose="020B0604030504040204" pitchFamily="34" charset="0"/>
              </a:defRPr>
            </a:lvl2pPr>
            <a:lvl3pPr marL="1143000" indent="-228600" eaLnBrk="0" hangingPunct="0">
              <a:spcBef>
                <a:spcPct val="20000"/>
              </a:spcBef>
              <a:buChar char="•"/>
              <a:defRPr sz="2400">
                <a:solidFill>
                  <a:schemeClr val="tx1"/>
                </a:solidFill>
                <a:latin typeface="Tahoma" panose="020B0604030504040204" pitchFamily="34" charset="0"/>
              </a:defRPr>
            </a:lvl3pPr>
            <a:lvl4pPr marL="1600200" indent="-228600" eaLnBrk="0" hangingPunct="0">
              <a:spcBef>
                <a:spcPct val="20000"/>
              </a:spcBef>
              <a:buChar char="–"/>
              <a:defRPr sz="2000">
                <a:solidFill>
                  <a:schemeClr val="tx1"/>
                </a:solidFill>
                <a:latin typeface="Tahoma" panose="020B0604030504040204" pitchFamily="34" charset="0"/>
              </a:defRPr>
            </a:lvl4pPr>
            <a:lvl5pPr marL="2057400" indent="-228600" eaLnBrk="0" hangingPunct="0">
              <a:spcBef>
                <a:spcPct val="20000"/>
              </a:spcBef>
              <a:buClr>
                <a:schemeClr val="tx2"/>
              </a:buClr>
              <a:buChar char="–"/>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tx2"/>
              </a:buClr>
              <a:buChar char="–"/>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tx2"/>
              </a:buClr>
              <a:buChar char="–"/>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tx2"/>
              </a:buClr>
              <a:buChar char="–"/>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tx2"/>
              </a:buClr>
              <a:buChar char="–"/>
              <a:defRPr sz="2000">
                <a:solidFill>
                  <a:schemeClr val="tx1"/>
                </a:solidFill>
                <a:latin typeface="Tahoma" panose="020B0604030504040204" pitchFamily="34" charset="0"/>
              </a:defRPr>
            </a:lvl9pPr>
          </a:lstStyle>
          <a:p>
            <a:pPr eaLnBrk="1" hangingPunct="1">
              <a:spcBef>
                <a:spcPct val="0"/>
              </a:spcBef>
              <a:buFontTx/>
              <a:buNone/>
            </a:pPr>
            <a:fld id="{E44883D3-D5A8-46D9-ABA7-B93C4FFF7856}" type="slidenum">
              <a:rPr lang="en-US" altLang="en-US" sz="1400">
                <a:latin typeface="Arial" panose="020B0604020202020204" pitchFamily="34" charset="0"/>
              </a:rPr>
              <a:pPr eaLnBrk="1" hangingPunct="1">
                <a:spcBef>
                  <a:spcPct val="0"/>
                </a:spcBef>
                <a:buFontTx/>
                <a:buNone/>
              </a:pPr>
              <a:t>47</a:t>
            </a:fld>
            <a:endParaRPr lang="en-US" altLang="en-US" sz="1400">
              <a:latin typeface="Arial" panose="020B0604020202020204" pitchFamily="34" charset="0"/>
            </a:endParaRPr>
          </a:p>
        </p:txBody>
      </p:sp>
      <p:graphicFrame>
        <p:nvGraphicFramePr>
          <p:cNvPr id="196632" name="Group 24"/>
          <p:cNvGraphicFramePr>
            <a:graphicFrameLocks noGrp="1"/>
          </p:cNvGraphicFramePr>
          <p:nvPr/>
        </p:nvGraphicFramePr>
        <p:xfrm>
          <a:off x="2362200" y="3124200"/>
          <a:ext cx="4876800" cy="1038226"/>
        </p:xfrm>
        <a:graphic>
          <a:graphicData uri="http://schemas.openxmlformats.org/drawingml/2006/table">
            <a:tbl>
              <a:tblPr/>
              <a:tblGrid>
                <a:gridCol w="975360">
                  <a:extLst>
                    <a:ext uri="{9D8B030D-6E8A-4147-A177-3AD203B41FA5}">
                      <a16:colId xmlns:a16="http://schemas.microsoft.com/office/drawing/2014/main" val="20000"/>
                    </a:ext>
                  </a:extLst>
                </a:gridCol>
                <a:gridCol w="975360">
                  <a:extLst>
                    <a:ext uri="{9D8B030D-6E8A-4147-A177-3AD203B41FA5}">
                      <a16:colId xmlns:a16="http://schemas.microsoft.com/office/drawing/2014/main" val="20001"/>
                    </a:ext>
                  </a:extLst>
                </a:gridCol>
                <a:gridCol w="975360">
                  <a:extLst>
                    <a:ext uri="{9D8B030D-6E8A-4147-A177-3AD203B41FA5}">
                      <a16:colId xmlns:a16="http://schemas.microsoft.com/office/drawing/2014/main" val="20002"/>
                    </a:ext>
                  </a:extLst>
                </a:gridCol>
                <a:gridCol w="975360">
                  <a:extLst>
                    <a:ext uri="{9D8B030D-6E8A-4147-A177-3AD203B41FA5}">
                      <a16:colId xmlns:a16="http://schemas.microsoft.com/office/drawing/2014/main" val="20003"/>
                    </a:ext>
                  </a:extLst>
                </a:gridCol>
                <a:gridCol w="975360">
                  <a:extLst>
                    <a:ext uri="{9D8B030D-6E8A-4147-A177-3AD203B41FA5}">
                      <a16:colId xmlns:a16="http://schemas.microsoft.com/office/drawing/2014/main" val="20004"/>
                    </a:ext>
                  </a:extLst>
                </a:gridCol>
              </a:tblGrid>
              <a:tr h="519113">
                <a:tc>
                  <a:txBody>
                    <a:bodyPr/>
                    <a:lstStyle/>
                    <a:p>
                      <a:pPr marL="0" marR="0" lvl="0" indent="0" algn="ctr" defTabSz="914400" rtl="0" eaLnBrk="1" fontAlgn="base" latinLnBrk="0" hangingPunct="1">
                        <a:lnSpc>
                          <a:spcPct val="100000"/>
                        </a:lnSpc>
                        <a:spcBef>
                          <a:spcPct val="20000"/>
                        </a:spcBef>
                        <a:spcAft>
                          <a:spcPct val="0"/>
                        </a:spcAft>
                        <a:buClr>
                          <a:schemeClr val="tx2"/>
                        </a:buClr>
                        <a:buSzPct val="70000"/>
                        <a:buFont typeface="Wingdings" pitchFamily="2" charset="2"/>
                        <a:buNone/>
                        <a:tabLst/>
                      </a:pPr>
                      <a:r>
                        <a:rPr kumimoji="0" lang="en-CA" sz="2800" b="0" i="0" u="none" strike="noStrike" cap="none" normalizeH="0" baseline="0" dirty="0" smtClean="0">
                          <a:ln>
                            <a:noFill/>
                          </a:ln>
                          <a:solidFill>
                            <a:schemeClr val="tx1"/>
                          </a:solidFill>
                          <a:effectLst/>
                          <a:latin typeface="Arial" charset="0"/>
                        </a:rPr>
                        <a:t>1 </a:t>
                      </a:r>
                      <a:r>
                        <a:rPr kumimoji="0" lang="en-CA" sz="2800" b="0" i="0" u="none" strike="noStrike" cap="none" normalizeH="0" baseline="0" dirty="0" err="1" smtClean="0">
                          <a:ln>
                            <a:noFill/>
                          </a:ln>
                          <a:solidFill>
                            <a:schemeClr val="tx1"/>
                          </a:solidFill>
                          <a:effectLst/>
                          <a:latin typeface="Arial" charset="0"/>
                        </a:rPr>
                        <a:t>yr</a:t>
                      </a:r>
                      <a:endParaRPr kumimoji="0" lang="en-US" sz="2800" b="0" i="0" u="none" strike="noStrike" cap="none" normalizeH="0" baseline="0" dirty="0" smtClean="0">
                        <a:ln>
                          <a:noFill/>
                        </a:ln>
                        <a:solidFill>
                          <a:schemeClr val="tx1"/>
                        </a:solidFill>
                        <a:effectLst/>
                        <a:latin typeface="Arial" charset="0"/>
                      </a:endParaRPr>
                    </a:p>
                  </a:txBody>
                  <a:tcPr marL="92075" marR="92075" marT="46066" marB="46066" horzOverflow="overflow">
                    <a:lnL w="28575"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28575"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tx2"/>
                        </a:buClr>
                        <a:buSzPct val="70000"/>
                        <a:buFont typeface="Wingdings" pitchFamily="2" charset="2"/>
                        <a:buNone/>
                        <a:tabLst/>
                      </a:pPr>
                      <a:r>
                        <a:rPr kumimoji="0" lang="en-CA" sz="2800" b="0" i="0" u="none" strike="noStrike" cap="none" normalizeH="0" baseline="0" smtClean="0">
                          <a:ln>
                            <a:noFill/>
                          </a:ln>
                          <a:solidFill>
                            <a:schemeClr val="tx1"/>
                          </a:solidFill>
                          <a:effectLst/>
                          <a:latin typeface="Arial" charset="0"/>
                        </a:rPr>
                        <a:t>2 yr</a:t>
                      </a:r>
                      <a:endParaRPr kumimoji="0" lang="en-US" sz="2800" b="0" i="0" u="none" strike="noStrike" cap="none" normalizeH="0" baseline="0" smtClean="0">
                        <a:ln>
                          <a:noFill/>
                        </a:ln>
                        <a:solidFill>
                          <a:schemeClr val="tx1"/>
                        </a:solidFill>
                        <a:effectLst/>
                        <a:latin typeface="Arial" charset="0"/>
                      </a:endParaRPr>
                    </a:p>
                  </a:txBody>
                  <a:tcPr marL="92075" marR="92075" marT="46066" marB="46066"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28575"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tx2"/>
                        </a:buClr>
                        <a:buSzPct val="70000"/>
                        <a:buFont typeface="Wingdings" pitchFamily="2" charset="2"/>
                        <a:buNone/>
                        <a:tabLst/>
                      </a:pPr>
                      <a:r>
                        <a:rPr kumimoji="0" lang="en-CA" sz="2800" b="0" i="0" u="none" strike="noStrike" cap="none" normalizeH="0" baseline="0" dirty="0" smtClean="0">
                          <a:ln>
                            <a:noFill/>
                          </a:ln>
                          <a:solidFill>
                            <a:schemeClr val="tx1"/>
                          </a:solidFill>
                          <a:effectLst/>
                          <a:latin typeface="Arial" charset="0"/>
                        </a:rPr>
                        <a:t>3 yr</a:t>
                      </a:r>
                      <a:endParaRPr kumimoji="0" lang="en-US" sz="2800" b="0" i="0" u="none" strike="noStrike" cap="none" normalizeH="0" baseline="0" dirty="0" smtClean="0">
                        <a:ln>
                          <a:noFill/>
                        </a:ln>
                        <a:solidFill>
                          <a:schemeClr val="tx1"/>
                        </a:solidFill>
                        <a:effectLst/>
                        <a:latin typeface="Arial" charset="0"/>
                      </a:endParaRPr>
                    </a:p>
                  </a:txBody>
                  <a:tcPr marL="92075" marR="92075" marT="46066" marB="46066"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28575"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tx2"/>
                        </a:buClr>
                        <a:buSzPct val="70000"/>
                        <a:buFont typeface="Wingdings" pitchFamily="2" charset="2"/>
                        <a:buNone/>
                        <a:tabLst/>
                      </a:pPr>
                      <a:r>
                        <a:rPr kumimoji="0" lang="en-CA" sz="2800" b="0" i="0" u="none" strike="noStrike" cap="none" normalizeH="0" baseline="0" smtClean="0">
                          <a:ln>
                            <a:noFill/>
                          </a:ln>
                          <a:solidFill>
                            <a:schemeClr val="tx1"/>
                          </a:solidFill>
                          <a:effectLst/>
                          <a:latin typeface="Arial" charset="0"/>
                        </a:rPr>
                        <a:t>4 yr</a:t>
                      </a:r>
                      <a:endParaRPr kumimoji="0" lang="en-US" sz="2800" b="0" i="0" u="none" strike="noStrike" cap="none" normalizeH="0" baseline="0" smtClean="0">
                        <a:ln>
                          <a:noFill/>
                        </a:ln>
                        <a:solidFill>
                          <a:schemeClr val="tx1"/>
                        </a:solidFill>
                        <a:effectLst/>
                        <a:latin typeface="Arial" charset="0"/>
                      </a:endParaRPr>
                    </a:p>
                  </a:txBody>
                  <a:tcPr marL="92075" marR="92075" marT="46066" marB="46066"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28575"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tx2"/>
                        </a:buClr>
                        <a:buSzPct val="70000"/>
                        <a:buFont typeface="Wingdings" pitchFamily="2" charset="2"/>
                        <a:buNone/>
                        <a:tabLst/>
                      </a:pPr>
                      <a:r>
                        <a:rPr kumimoji="0" lang="en-CA" sz="2800" b="0" i="0" u="none" strike="noStrike" cap="none" normalizeH="0" baseline="0" smtClean="0">
                          <a:ln>
                            <a:noFill/>
                          </a:ln>
                          <a:solidFill>
                            <a:schemeClr val="tx1"/>
                          </a:solidFill>
                          <a:effectLst/>
                          <a:latin typeface="Arial" charset="0"/>
                        </a:rPr>
                        <a:t>5 yr</a:t>
                      </a:r>
                      <a:endParaRPr kumimoji="0" lang="en-US" sz="2800" b="0" i="0" u="none" strike="noStrike" cap="none" normalizeH="0" baseline="0" smtClean="0">
                        <a:ln>
                          <a:noFill/>
                        </a:ln>
                        <a:solidFill>
                          <a:schemeClr val="tx1"/>
                        </a:solidFill>
                        <a:effectLst/>
                        <a:latin typeface="Arial" charset="0"/>
                      </a:endParaRPr>
                    </a:p>
                  </a:txBody>
                  <a:tcPr marL="92075" marR="92075" marT="46066" marB="46066" horzOverflow="overflow">
                    <a:lnL w="12700" cap="flat" cmpd="sng" algn="ctr">
                      <a:solidFill>
                        <a:schemeClr val="tx1"/>
                      </a:solidFill>
                      <a:prstDash val="solid"/>
                      <a:round/>
                      <a:headEnd type="none" w="sm" len="sm"/>
                      <a:tailEnd type="none" w="sm" len="sm"/>
                    </a:lnL>
                    <a:lnR w="28575" cap="flat" cmpd="sng" algn="ctr">
                      <a:solidFill>
                        <a:schemeClr val="tx1"/>
                      </a:solidFill>
                      <a:prstDash val="solid"/>
                      <a:round/>
                      <a:headEnd type="none" w="sm" len="sm"/>
                      <a:tailEnd type="none" w="sm" len="sm"/>
                    </a:lnR>
                    <a:lnT w="28575"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noFill/>
                  </a:tcPr>
                </a:tc>
                <a:extLst>
                  <a:ext uri="{0D108BD9-81ED-4DB2-BD59-A6C34878D82A}">
                    <a16:rowId xmlns:a16="http://schemas.microsoft.com/office/drawing/2014/main" val="10000"/>
                  </a:ext>
                </a:extLst>
              </a:tr>
              <a:tr h="519113">
                <a:tc>
                  <a:txBody>
                    <a:bodyPr/>
                    <a:lstStyle/>
                    <a:p>
                      <a:pPr marL="0" marR="0" lvl="0" indent="0" algn="ctr" defTabSz="914400" rtl="0" eaLnBrk="1" fontAlgn="base" latinLnBrk="0" hangingPunct="1">
                        <a:lnSpc>
                          <a:spcPct val="100000"/>
                        </a:lnSpc>
                        <a:spcBef>
                          <a:spcPct val="20000"/>
                        </a:spcBef>
                        <a:spcAft>
                          <a:spcPct val="0"/>
                        </a:spcAft>
                        <a:buClr>
                          <a:schemeClr val="tx2"/>
                        </a:buClr>
                        <a:buSzPct val="70000"/>
                        <a:buFont typeface="Wingdings" pitchFamily="2" charset="2"/>
                        <a:buNone/>
                        <a:tabLst/>
                      </a:pPr>
                      <a:r>
                        <a:rPr kumimoji="0" lang="en-CA" sz="2800" b="0" i="0" u="none" strike="noStrike" cap="none" normalizeH="0" baseline="0" smtClean="0">
                          <a:ln>
                            <a:noFill/>
                          </a:ln>
                          <a:solidFill>
                            <a:schemeClr val="tx1"/>
                          </a:solidFill>
                          <a:effectLst/>
                          <a:latin typeface="Arial" charset="0"/>
                        </a:rPr>
                        <a:t>+10</a:t>
                      </a:r>
                      <a:endParaRPr kumimoji="0" lang="en-US" sz="2800" b="0" i="0" u="none" strike="noStrike" cap="none" normalizeH="0" baseline="0" smtClean="0">
                        <a:ln>
                          <a:noFill/>
                        </a:ln>
                        <a:solidFill>
                          <a:schemeClr val="tx1"/>
                        </a:solidFill>
                        <a:effectLst/>
                        <a:latin typeface="Arial" charset="0"/>
                      </a:endParaRPr>
                    </a:p>
                  </a:txBody>
                  <a:tcPr marL="92075" marR="92075" marT="46066" marB="46066" horzOverflow="overflow">
                    <a:lnL w="28575"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28575" cap="flat" cmpd="sng" algn="ctr">
                      <a:solidFill>
                        <a:schemeClr val="tx1"/>
                      </a:solidFill>
                      <a:prstDash val="solid"/>
                      <a:round/>
                      <a:headEnd type="none" w="sm" len="sm"/>
                      <a:tailEnd type="none" w="sm" len="sm"/>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tx2"/>
                        </a:buClr>
                        <a:buSzPct val="70000"/>
                        <a:buFont typeface="Wingdings" pitchFamily="2" charset="2"/>
                        <a:buNone/>
                        <a:tabLst/>
                      </a:pPr>
                      <a:r>
                        <a:rPr kumimoji="0" lang="en-CA" sz="2800" b="0" i="0" u="none" strike="noStrike" cap="none" normalizeH="0" baseline="0" smtClean="0">
                          <a:ln>
                            <a:noFill/>
                          </a:ln>
                          <a:solidFill>
                            <a:schemeClr val="tx1"/>
                          </a:solidFill>
                          <a:effectLst/>
                          <a:latin typeface="Arial" charset="0"/>
                        </a:rPr>
                        <a:t>+4</a:t>
                      </a:r>
                      <a:endParaRPr kumimoji="0" lang="en-US" sz="2800" b="0" i="0" u="none" strike="noStrike" cap="none" normalizeH="0" baseline="0" smtClean="0">
                        <a:ln>
                          <a:noFill/>
                        </a:ln>
                        <a:solidFill>
                          <a:schemeClr val="tx1"/>
                        </a:solidFill>
                        <a:effectLst/>
                        <a:latin typeface="Arial" charset="0"/>
                      </a:endParaRPr>
                    </a:p>
                  </a:txBody>
                  <a:tcPr marL="92075" marR="92075" marT="46066" marB="46066"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28575" cap="flat" cmpd="sng" algn="ctr">
                      <a:solidFill>
                        <a:schemeClr val="tx1"/>
                      </a:solidFill>
                      <a:prstDash val="solid"/>
                      <a:round/>
                      <a:headEnd type="none" w="sm" len="sm"/>
                      <a:tailEnd type="none" w="sm" len="sm"/>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tx2"/>
                        </a:buClr>
                        <a:buSzPct val="70000"/>
                        <a:buFont typeface="Wingdings" pitchFamily="2" charset="2"/>
                        <a:buNone/>
                        <a:tabLst/>
                      </a:pPr>
                      <a:r>
                        <a:rPr kumimoji="0" lang="en-CA" sz="2800" b="0" i="0" u="none" strike="noStrike" cap="none" normalizeH="0" baseline="0" smtClean="0">
                          <a:ln>
                            <a:noFill/>
                          </a:ln>
                          <a:solidFill>
                            <a:schemeClr val="tx1"/>
                          </a:solidFill>
                          <a:effectLst/>
                          <a:latin typeface="Arial" charset="0"/>
                        </a:rPr>
                        <a:t>-8</a:t>
                      </a:r>
                      <a:endParaRPr kumimoji="0" lang="en-US" sz="2800" b="0" i="0" u="none" strike="noStrike" cap="none" normalizeH="0" baseline="0" smtClean="0">
                        <a:ln>
                          <a:noFill/>
                        </a:ln>
                        <a:solidFill>
                          <a:schemeClr val="tx1"/>
                        </a:solidFill>
                        <a:effectLst/>
                        <a:latin typeface="Arial" charset="0"/>
                      </a:endParaRPr>
                    </a:p>
                  </a:txBody>
                  <a:tcPr marL="92075" marR="92075" marT="46066" marB="46066"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28575" cap="flat" cmpd="sng" algn="ctr">
                      <a:solidFill>
                        <a:schemeClr val="tx1"/>
                      </a:solidFill>
                      <a:prstDash val="solid"/>
                      <a:round/>
                      <a:headEnd type="none" w="sm" len="sm"/>
                      <a:tailEnd type="none" w="sm" len="sm"/>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tx2"/>
                        </a:buClr>
                        <a:buSzPct val="70000"/>
                        <a:buFont typeface="Wingdings" pitchFamily="2" charset="2"/>
                        <a:buNone/>
                        <a:tabLst/>
                      </a:pPr>
                      <a:r>
                        <a:rPr kumimoji="0" lang="en-CA" sz="2800" b="0" i="0" u="none" strike="noStrike" cap="none" normalizeH="0" baseline="0" dirty="0" smtClean="0">
                          <a:ln>
                            <a:noFill/>
                          </a:ln>
                          <a:solidFill>
                            <a:schemeClr val="tx1"/>
                          </a:solidFill>
                          <a:effectLst/>
                          <a:latin typeface="Arial" charset="0"/>
                        </a:rPr>
                        <a:t>-7</a:t>
                      </a:r>
                      <a:endParaRPr kumimoji="0" lang="en-US" sz="2800" b="0" i="0" u="none" strike="noStrike" cap="none" normalizeH="0" baseline="0" dirty="0" smtClean="0">
                        <a:ln>
                          <a:noFill/>
                        </a:ln>
                        <a:solidFill>
                          <a:schemeClr val="tx1"/>
                        </a:solidFill>
                        <a:effectLst/>
                        <a:latin typeface="Arial" charset="0"/>
                      </a:endParaRPr>
                    </a:p>
                  </a:txBody>
                  <a:tcPr marL="92075" marR="92075" marT="46066" marB="46066"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28575" cap="flat" cmpd="sng" algn="ctr">
                      <a:solidFill>
                        <a:schemeClr val="tx1"/>
                      </a:solidFill>
                      <a:prstDash val="solid"/>
                      <a:round/>
                      <a:headEnd type="none" w="sm" len="sm"/>
                      <a:tailEnd type="none" w="sm" len="sm"/>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tx2"/>
                        </a:buClr>
                        <a:buSzPct val="70000"/>
                        <a:buFont typeface="Wingdings" pitchFamily="2" charset="2"/>
                        <a:buNone/>
                        <a:tabLst/>
                      </a:pPr>
                      <a:r>
                        <a:rPr kumimoji="0" lang="en-CA" sz="2800" b="0" i="0" u="none" strike="noStrike" cap="none" normalizeH="0" baseline="0" dirty="0" smtClean="0">
                          <a:ln>
                            <a:noFill/>
                          </a:ln>
                          <a:solidFill>
                            <a:schemeClr val="tx1"/>
                          </a:solidFill>
                          <a:effectLst/>
                          <a:latin typeface="Arial" charset="0"/>
                        </a:rPr>
                        <a:t>+2</a:t>
                      </a:r>
                      <a:endParaRPr kumimoji="0" lang="en-US" sz="2800" b="0" i="0" u="none" strike="noStrike" cap="none" normalizeH="0" baseline="0" dirty="0" smtClean="0">
                        <a:ln>
                          <a:noFill/>
                        </a:ln>
                        <a:solidFill>
                          <a:schemeClr val="tx1"/>
                        </a:solidFill>
                        <a:effectLst/>
                        <a:latin typeface="Arial" charset="0"/>
                      </a:endParaRPr>
                    </a:p>
                  </a:txBody>
                  <a:tcPr marL="92075" marR="92075" marT="46066" marB="46066" horzOverflow="overflow">
                    <a:lnL w="12700" cap="flat" cmpd="sng" algn="ctr">
                      <a:solidFill>
                        <a:schemeClr val="tx1"/>
                      </a:solidFill>
                      <a:prstDash val="solid"/>
                      <a:round/>
                      <a:headEnd type="none" w="sm" len="sm"/>
                      <a:tailEnd type="none" w="sm" len="sm"/>
                    </a:lnL>
                    <a:lnR w="28575"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28575" cap="flat" cmpd="sng" algn="ctr">
                      <a:solidFill>
                        <a:schemeClr val="tx1"/>
                      </a:solidFill>
                      <a:prstDash val="solid"/>
                      <a:round/>
                      <a:headEnd type="none" w="sm" len="sm"/>
                      <a:tailEnd type="none" w="sm" len="sm"/>
                    </a:lnB>
                    <a:lnTlToBr>
                      <a:noFill/>
                    </a:lnTlToBr>
                    <a:lnBlToTr>
                      <a:noFill/>
                    </a:lnBlToTr>
                    <a:noFill/>
                  </a:tcPr>
                </a:tc>
                <a:extLst>
                  <a:ext uri="{0D108BD9-81ED-4DB2-BD59-A6C34878D82A}">
                    <a16:rowId xmlns:a16="http://schemas.microsoft.com/office/drawing/2014/main" val="10001"/>
                  </a:ext>
                </a:extLst>
              </a:tr>
            </a:tbl>
          </a:graphicData>
        </a:graphic>
      </p:graphicFrame>
    </p:spTree>
  </p:cSld>
  <p:clrMapOvr>
    <a:masterClrMapping/>
  </p:clrMapOvr>
  <p:timing>
    <p:tnLst>
      <p:par>
        <p:cTn id="1" dur="indefinite" restart="never" nodeType="tmRoot"/>
      </p:par>
    </p:tnLst>
  </p:timing>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7634" name="Rectangle 2"/>
          <p:cNvSpPr>
            <a:spLocks noGrp="1" noChangeArrowheads="1"/>
          </p:cNvSpPr>
          <p:nvPr>
            <p:ph type="title"/>
          </p:nvPr>
        </p:nvSpPr>
        <p:spPr/>
        <p:txBody>
          <a:bodyPr/>
          <a:lstStyle/>
          <a:p>
            <a:pPr eaLnBrk="1" fontAlgn="auto" hangingPunct="1">
              <a:spcAft>
                <a:spcPts val="0"/>
              </a:spcAft>
              <a:defRPr/>
            </a:pPr>
            <a:r>
              <a:rPr lang="en-CA">
                <a:solidFill>
                  <a:schemeClr val="tx2">
                    <a:satMod val="130000"/>
                  </a:schemeClr>
                </a:solidFill>
              </a:rPr>
              <a:t>Using PCA to calculate VaR </a:t>
            </a:r>
            <a:r>
              <a:rPr lang="en-CA" sz="2200">
                <a:solidFill>
                  <a:schemeClr val="tx2">
                    <a:satMod val="130000"/>
                  </a:schemeClr>
                </a:solidFill>
              </a:rPr>
              <a:t>continued</a:t>
            </a:r>
            <a:endParaRPr lang="en-US" sz="2200">
              <a:solidFill>
                <a:schemeClr val="tx2">
                  <a:satMod val="130000"/>
                </a:schemeClr>
              </a:solidFill>
            </a:endParaRPr>
          </a:p>
        </p:txBody>
      </p:sp>
      <mc:AlternateContent xmlns:mc="http://schemas.openxmlformats.org/markup-compatibility/2006" xmlns:a14="http://schemas.microsoft.com/office/drawing/2010/main">
        <mc:Choice Requires="a14">
          <p:sp>
            <p:nvSpPr>
              <p:cNvPr id="55299" name="Rectangle 3"/>
              <p:cNvSpPr>
                <a:spLocks noGrp="1" noChangeArrowheads="1"/>
              </p:cNvSpPr>
              <p:nvPr>
                <p:ph idx="1"/>
              </p:nvPr>
            </p:nvSpPr>
            <p:spPr/>
            <p:txBody>
              <a:bodyPr/>
              <a:lstStyle/>
              <a:p>
                <a:pPr eaLnBrk="1" hangingPunct="1">
                  <a:lnSpc>
                    <a:spcPct val="90000"/>
                  </a:lnSpc>
                </a:pPr>
                <a:r>
                  <a:rPr lang="en-CA" altLang="en-US" dirty="0" smtClean="0"/>
                  <a:t>As an approximation</a:t>
                </a:r>
              </a:p>
              <a:p>
                <a:pPr eaLnBrk="1" hangingPunct="1">
                  <a:lnSpc>
                    <a:spcPct val="90000"/>
                  </a:lnSpc>
                </a:pPr>
                <a:endParaRPr lang="en-CA" altLang="en-US" dirty="0" smtClean="0"/>
              </a:p>
              <a:p>
                <a:pPr eaLnBrk="1" hangingPunct="1">
                  <a:lnSpc>
                    <a:spcPct val="90000"/>
                  </a:lnSpc>
                </a:pPr>
                <a:r>
                  <a:rPr lang="en-CA" altLang="en-US" dirty="0" smtClean="0"/>
                  <a:t>The factors are independent in a PCA</a:t>
                </a:r>
              </a:p>
              <a:p>
                <a:pPr eaLnBrk="1" hangingPunct="1">
                  <a:lnSpc>
                    <a:spcPct val="90000"/>
                  </a:lnSpc>
                </a:pPr>
                <a:r>
                  <a:rPr lang="en-CA" altLang="en-US" dirty="0" smtClean="0"/>
                  <a:t>The standard deviation of </a:t>
                </a:r>
                <a:r>
                  <a:rPr lang="en-CA" altLang="en-US" dirty="0" smtClean="0">
                    <a:latin typeface="Symbol" panose="05050102010706020507" pitchFamily="18" charset="2"/>
                  </a:rPr>
                  <a:t>D</a:t>
                </a:r>
                <a:r>
                  <a:rPr lang="en-CA" altLang="en-US" i="1" dirty="0" smtClean="0">
                    <a:latin typeface="Times New Roman" panose="02020603050405020304" pitchFamily="18" charset="0"/>
                  </a:rPr>
                  <a:t>P</a:t>
                </a:r>
                <a:r>
                  <a:rPr lang="en-CA" altLang="en-US" dirty="0" smtClean="0"/>
                  <a:t> is </a:t>
                </a:r>
              </a:p>
              <a:p>
                <a:pPr marL="0" indent="0" eaLnBrk="1" hangingPunct="1">
                  <a:lnSpc>
                    <a:spcPct val="90000"/>
                  </a:lnSpc>
                  <a:buNone/>
                </a:pPr>
                <a14:m>
                  <m:oMath xmlns:m="http://schemas.openxmlformats.org/officeDocument/2006/math">
                    <m:rad>
                      <m:radPr>
                        <m:degHide m:val="on"/>
                        <m:ctrlPr>
                          <a:rPr lang="en-US" altLang="en-US" i="1" smtClean="0">
                            <a:latin typeface="Cambria Math" panose="02040503050406030204" pitchFamily="18" charset="0"/>
                          </a:rPr>
                        </m:ctrlPr>
                      </m:radPr>
                      <m:deg/>
                      <m:e>
                        <m:sSup>
                          <m:sSupPr>
                            <m:ctrlPr>
                              <a:rPr lang="en-US" altLang="en-US" i="1" smtClean="0">
                                <a:latin typeface="Cambria Math" panose="02040503050406030204" pitchFamily="18" charset="0"/>
                              </a:rPr>
                            </m:ctrlPr>
                          </m:sSupPr>
                          <m:e>
                            <m:r>
                              <a:rPr lang="en-US" altLang="en-US" b="0" i="1" smtClean="0">
                                <a:latin typeface="Cambria Math" panose="02040503050406030204" pitchFamily="18" charset="0"/>
                              </a:rPr>
                              <m:t>1.99</m:t>
                            </m:r>
                          </m:e>
                          <m:sup>
                            <m:r>
                              <a:rPr lang="en-US" altLang="en-US" b="0" i="1" smtClean="0">
                                <a:latin typeface="Cambria Math" panose="02040503050406030204" pitchFamily="18" charset="0"/>
                              </a:rPr>
                              <m:t>2</m:t>
                            </m:r>
                          </m:sup>
                        </m:sSup>
                        <m:r>
                          <a:rPr lang="en-US" altLang="en-US" i="1" smtClean="0">
                            <a:latin typeface="Cambria Math" panose="02040503050406030204" pitchFamily="18" charset="0"/>
                            <a:ea typeface="Cambria Math" panose="02040503050406030204" pitchFamily="18" charset="0"/>
                          </a:rPr>
                          <m:t>×</m:t>
                        </m:r>
                        <m:sSup>
                          <m:sSupPr>
                            <m:ctrlPr>
                              <a:rPr lang="en-US" altLang="en-US" i="1" smtClean="0">
                                <a:latin typeface="Cambria Math" panose="02040503050406030204" pitchFamily="18" charset="0"/>
                                <a:ea typeface="Cambria Math" panose="02040503050406030204" pitchFamily="18" charset="0"/>
                              </a:rPr>
                            </m:ctrlPr>
                          </m:sSupPr>
                          <m:e>
                            <m:r>
                              <a:rPr lang="en-US" altLang="en-US" b="0" i="1" smtClean="0">
                                <a:latin typeface="Cambria Math" panose="02040503050406030204" pitchFamily="18" charset="0"/>
                                <a:ea typeface="Cambria Math" panose="02040503050406030204" pitchFamily="18" charset="0"/>
                              </a:rPr>
                              <m:t>11.54</m:t>
                            </m:r>
                          </m:e>
                          <m:sup>
                            <m:r>
                              <a:rPr lang="en-US" altLang="en-US" b="0" i="1" smtClean="0">
                                <a:latin typeface="Cambria Math" panose="02040503050406030204" pitchFamily="18" charset="0"/>
                                <a:ea typeface="Cambria Math" panose="02040503050406030204" pitchFamily="18" charset="0"/>
                              </a:rPr>
                              <m:t>2</m:t>
                            </m:r>
                          </m:sup>
                        </m:sSup>
                        <m:r>
                          <a:rPr lang="en-US" altLang="en-US" b="0" i="1" smtClean="0">
                            <a:latin typeface="Cambria Math" panose="02040503050406030204" pitchFamily="18" charset="0"/>
                            <a:ea typeface="Cambria Math" panose="02040503050406030204" pitchFamily="18" charset="0"/>
                          </a:rPr>
                          <m:t>+</m:t>
                        </m:r>
                        <m:sSup>
                          <m:sSupPr>
                            <m:ctrlPr>
                              <a:rPr lang="en-US" altLang="en-US" b="0" i="1" smtClean="0">
                                <a:latin typeface="Cambria Math" panose="02040503050406030204" pitchFamily="18" charset="0"/>
                                <a:ea typeface="Cambria Math" panose="02040503050406030204" pitchFamily="18" charset="0"/>
                              </a:rPr>
                            </m:ctrlPr>
                          </m:sSupPr>
                          <m:e>
                            <m:r>
                              <a:rPr lang="en-US" altLang="en-US" b="0" i="1" smtClean="0">
                                <a:latin typeface="Cambria Math" panose="02040503050406030204" pitchFamily="18" charset="0"/>
                                <a:ea typeface="Cambria Math" panose="02040503050406030204" pitchFamily="18" charset="0"/>
                              </a:rPr>
                              <m:t>3.06</m:t>
                            </m:r>
                          </m:e>
                          <m:sup>
                            <m:r>
                              <a:rPr lang="en-US" altLang="en-US" b="0" i="1" smtClean="0">
                                <a:latin typeface="Cambria Math" panose="02040503050406030204" pitchFamily="18" charset="0"/>
                                <a:ea typeface="Cambria Math" panose="02040503050406030204" pitchFamily="18" charset="0"/>
                              </a:rPr>
                              <m:t>2</m:t>
                            </m:r>
                          </m:sup>
                        </m:sSup>
                        <m:r>
                          <a:rPr lang="en-US" altLang="en-US" b="0" i="1" smtClean="0">
                            <a:latin typeface="Cambria Math" panose="02040503050406030204" pitchFamily="18" charset="0"/>
                            <a:ea typeface="Cambria Math" panose="02040503050406030204" pitchFamily="18" charset="0"/>
                          </a:rPr>
                          <m:t>×</m:t>
                        </m:r>
                        <m:sSup>
                          <m:sSupPr>
                            <m:ctrlPr>
                              <a:rPr lang="en-US" altLang="en-US" b="0" i="1" smtClean="0">
                                <a:latin typeface="Cambria Math" panose="02040503050406030204" pitchFamily="18" charset="0"/>
                                <a:ea typeface="Cambria Math" panose="02040503050406030204" pitchFamily="18" charset="0"/>
                              </a:rPr>
                            </m:ctrlPr>
                          </m:sSupPr>
                          <m:e>
                            <m:r>
                              <a:rPr lang="en-US" altLang="en-US" b="0" i="1" smtClean="0">
                                <a:latin typeface="Cambria Math" panose="02040503050406030204" pitchFamily="18" charset="0"/>
                                <a:ea typeface="Cambria Math" panose="02040503050406030204" pitchFamily="18" charset="0"/>
                              </a:rPr>
                              <m:t>3.55</m:t>
                            </m:r>
                          </m:e>
                          <m:sup>
                            <m:r>
                              <a:rPr lang="en-US" altLang="en-US" b="0" i="1" smtClean="0">
                                <a:latin typeface="Cambria Math" panose="02040503050406030204" pitchFamily="18" charset="0"/>
                                <a:ea typeface="Cambria Math" panose="02040503050406030204" pitchFamily="18" charset="0"/>
                              </a:rPr>
                              <m:t>2</m:t>
                            </m:r>
                          </m:sup>
                        </m:sSup>
                      </m:e>
                    </m:rad>
                  </m:oMath>
                </a14:m>
                <a:r>
                  <a:rPr lang="en-US" altLang="en-US" dirty="0" smtClean="0"/>
                  <a:t> =25.45</a:t>
                </a:r>
              </a:p>
              <a:p>
                <a:pPr marL="0" indent="0" eaLnBrk="1" hangingPunct="1">
                  <a:lnSpc>
                    <a:spcPct val="90000"/>
                  </a:lnSpc>
                  <a:buNone/>
                </a:pPr>
                <a:endParaRPr lang="en-CA" altLang="en-US" dirty="0" smtClean="0"/>
              </a:p>
              <a:p>
                <a:pPr eaLnBrk="1" hangingPunct="1">
                  <a:lnSpc>
                    <a:spcPct val="90000"/>
                  </a:lnSpc>
                </a:pPr>
                <a:r>
                  <a:rPr lang="en-CA" altLang="en-US" dirty="0" smtClean="0"/>
                  <a:t>The 1 day 99% </a:t>
                </a:r>
                <a:r>
                  <a:rPr lang="en-CA" altLang="en-US" dirty="0" err="1" smtClean="0"/>
                  <a:t>VaR</a:t>
                </a:r>
                <a:r>
                  <a:rPr lang="en-CA" altLang="en-US" dirty="0" smtClean="0"/>
                  <a:t> is 25.45 × 2.326 = 59.2</a:t>
                </a:r>
                <a:endParaRPr lang="en-US" altLang="en-US" dirty="0" smtClean="0"/>
              </a:p>
            </p:txBody>
          </p:sp>
        </mc:Choice>
        <mc:Fallback xmlns="">
          <p:sp>
            <p:nvSpPr>
              <p:cNvPr id="55299" name="Rectangle 3"/>
              <p:cNvSpPr>
                <a:spLocks noGrp="1" noRot="1" noChangeAspect="1" noMove="1" noResize="1" noEditPoints="1" noAdjustHandles="1" noChangeArrowheads="1" noChangeShapeType="1" noTextEdit="1"/>
              </p:cNvSpPr>
              <p:nvPr>
                <p:ph idx="1"/>
              </p:nvPr>
            </p:nvSpPr>
            <p:spPr>
              <a:blipFill>
                <a:blip r:embed="rId4"/>
                <a:stretch>
                  <a:fillRect t="-2519"/>
                </a:stretch>
              </a:blipFill>
            </p:spPr>
            <p:txBody>
              <a:bodyPr/>
              <a:lstStyle/>
              <a:p>
                <a:r>
                  <a:rPr lang="en-CA">
                    <a:noFill/>
                  </a:rPr>
                  <a:t> </a:t>
                </a:r>
              </a:p>
            </p:txBody>
          </p:sp>
        </mc:Fallback>
      </mc:AlternateContent>
      <p:sp>
        <p:nvSpPr>
          <p:cNvPr id="55300" name="Footer Placeholder 4"/>
          <p:cNvSpPr>
            <a:spLocks noGrp="1"/>
          </p:cNvSpPr>
          <p:nvPr>
            <p:ph type="ftr"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spcBef>
                <a:spcPct val="20000"/>
              </a:spcBef>
              <a:buBlip>
                <a:blip r:embed="rId5"/>
              </a:buBlip>
              <a:defRPr sz="3200">
                <a:solidFill>
                  <a:schemeClr val="tx1"/>
                </a:solidFill>
                <a:latin typeface="Tahoma" panose="020B0604030504040204" pitchFamily="34" charset="0"/>
              </a:defRPr>
            </a:lvl1pPr>
            <a:lvl2pPr marL="742950" indent="-285750" eaLnBrk="0" hangingPunct="0">
              <a:spcBef>
                <a:spcPct val="20000"/>
              </a:spcBef>
              <a:buSzPct val="75000"/>
              <a:buBlip>
                <a:blip r:embed="rId6"/>
              </a:buBlip>
              <a:defRPr sz="2800">
                <a:solidFill>
                  <a:schemeClr val="tx1"/>
                </a:solidFill>
                <a:latin typeface="Tahoma" panose="020B0604030504040204" pitchFamily="34" charset="0"/>
              </a:defRPr>
            </a:lvl2pPr>
            <a:lvl3pPr marL="1143000" indent="-228600" eaLnBrk="0" hangingPunct="0">
              <a:spcBef>
                <a:spcPct val="20000"/>
              </a:spcBef>
              <a:buChar char="•"/>
              <a:defRPr sz="2400">
                <a:solidFill>
                  <a:schemeClr val="tx1"/>
                </a:solidFill>
                <a:latin typeface="Tahoma" panose="020B0604030504040204" pitchFamily="34" charset="0"/>
              </a:defRPr>
            </a:lvl3pPr>
            <a:lvl4pPr marL="1600200" indent="-228600" eaLnBrk="0" hangingPunct="0">
              <a:spcBef>
                <a:spcPct val="20000"/>
              </a:spcBef>
              <a:buChar char="–"/>
              <a:defRPr sz="2000">
                <a:solidFill>
                  <a:schemeClr val="tx1"/>
                </a:solidFill>
                <a:latin typeface="Tahoma" panose="020B0604030504040204" pitchFamily="34" charset="0"/>
              </a:defRPr>
            </a:lvl4pPr>
            <a:lvl5pPr marL="2057400" indent="-228600" eaLnBrk="0" hangingPunct="0">
              <a:spcBef>
                <a:spcPct val="20000"/>
              </a:spcBef>
              <a:buClr>
                <a:schemeClr val="tx2"/>
              </a:buClr>
              <a:buChar char="–"/>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tx2"/>
              </a:buClr>
              <a:buChar char="–"/>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tx2"/>
              </a:buClr>
              <a:buChar char="–"/>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tx2"/>
              </a:buClr>
              <a:buChar char="–"/>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tx2"/>
              </a:buClr>
              <a:buChar char="–"/>
              <a:defRPr sz="2000">
                <a:solidFill>
                  <a:schemeClr val="tx1"/>
                </a:solidFill>
                <a:latin typeface="Tahoma" panose="020B0604030504040204" pitchFamily="34" charset="0"/>
              </a:defRPr>
            </a:lvl9pPr>
          </a:lstStyle>
          <a:p>
            <a:pPr eaLnBrk="1" hangingPunct="1">
              <a:spcBef>
                <a:spcPct val="0"/>
              </a:spcBef>
              <a:buFontTx/>
              <a:buNone/>
            </a:pPr>
            <a:r>
              <a:rPr lang="en-US" altLang="en-US" sz="1400" smtClean="0">
                <a:latin typeface="Arial" panose="020B0604020202020204" pitchFamily="34" charset="0"/>
                <a:cs typeface="Arial" panose="020B0604020202020204" pitchFamily="34" charset="0"/>
              </a:rPr>
              <a:t>Options, Futures, and Other Derivatives,  11th Edition, Copyright © John  C. Hull 2021</a:t>
            </a:r>
          </a:p>
        </p:txBody>
      </p:sp>
      <p:sp>
        <p:nvSpPr>
          <p:cNvPr id="55301" name="Slide Number Placeholder 5"/>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spcBef>
                <a:spcPct val="20000"/>
              </a:spcBef>
              <a:buBlip>
                <a:blip r:embed="rId5"/>
              </a:buBlip>
              <a:defRPr sz="3200">
                <a:solidFill>
                  <a:schemeClr val="tx1"/>
                </a:solidFill>
                <a:latin typeface="Tahoma" panose="020B0604030504040204" pitchFamily="34" charset="0"/>
              </a:defRPr>
            </a:lvl1pPr>
            <a:lvl2pPr marL="742950" indent="-285750" eaLnBrk="0" hangingPunct="0">
              <a:spcBef>
                <a:spcPct val="20000"/>
              </a:spcBef>
              <a:buSzPct val="75000"/>
              <a:buBlip>
                <a:blip r:embed="rId6"/>
              </a:buBlip>
              <a:defRPr sz="2800">
                <a:solidFill>
                  <a:schemeClr val="tx1"/>
                </a:solidFill>
                <a:latin typeface="Tahoma" panose="020B0604030504040204" pitchFamily="34" charset="0"/>
              </a:defRPr>
            </a:lvl2pPr>
            <a:lvl3pPr marL="1143000" indent="-228600" eaLnBrk="0" hangingPunct="0">
              <a:spcBef>
                <a:spcPct val="20000"/>
              </a:spcBef>
              <a:buChar char="•"/>
              <a:defRPr sz="2400">
                <a:solidFill>
                  <a:schemeClr val="tx1"/>
                </a:solidFill>
                <a:latin typeface="Tahoma" panose="020B0604030504040204" pitchFamily="34" charset="0"/>
              </a:defRPr>
            </a:lvl3pPr>
            <a:lvl4pPr marL="1600200" indent="-228600" eaLnBrk="0" hangingPunct="0">
              <a:spcBef>
                <a:spcPct val="20000"/>
              </a:spcBef>
              <a:buChar char="–"/>
              <a:defRPr sz="2000">
                <a:solidFill>
                  <a:schemeClr val="tx1"/>
                </a:solidFill>
                <a:latin typeface="Tahoma" panose="020B0604030504040204" pitchFamily="34" charset="0"/>
              </a:defRPr>
            </a:lvl4pPr>
            <a:lvl5pPr marL="2057400" indent="-228600" eaLnBrk="0" hangingPunct="0">
              <a:spcBef>
                <a:spcPct val="20000"/>
              </a:spcBef>
              <a:buClr>
                <a:schemeClr val="tx2"/>
              </a:buClr>
              <a:buChar char="–"/>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tx2"/>
              </a:buClr>
              <a:buChar char="–"/>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tx2"/>
              </a:buClr>
              <a:buChar char="–"/>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tx2"/>
              </a:buClr>
              <a:buChar char="–"/>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tx2"/>
              </a:buClr>
              <a:buChar char="–"/>
              <a:defRPr sz="2000">
                <a:solidFill>
                  <a:schemeClr val="tx1"/>
                </a:solidFill>
                <a:latin typeface="Tahoma" panose="020B0604030504040204" pitchFamily="34" charset="0"/>
              </a:defRPr>
            </a:lvl9pPr>
          </a:lstStyle>
          <a:p>
            <a:pPr eaLnBrk="1" hangingPunct="1">
              <a:spcBef>
                <a:spcPct val="0"/>
              </a:spcBef>
              <a:buFontTx/>
              <a:buNone/>
            </a:pPr>
            <a:fld id="{01133158-05A9-494C-AE1E-008C292DE6FB}" type="slidenum">
              <a:rPr lang="en-US" altLang="en-US" sz="1400">
                <a:latin typeface="Arial" panose="020B0604020202020204" pitchFamily="34" charset="0"/>
              </a:rPr>
              <a:pPr eaLnBrk="1" hangingPunct="1">
                <a:spcBef>
                  <a:spcPct val="0"/>
                </a:spcBef>
                <a:buFontTx/>
                <a:buNone/>
              </a:pPr>
              <a:t>48</a:t>
            </a:fld>
            <a:endParaRPr lang="en-US" altLang="en-US" sz="1400">
              <a:latin typeface="Arial" panose="020B0604020202020204" pitchFamily="34" charset="0"/>
            </a:endParaRPr>
          </a:p>
        </p:txBody>
      </p:sp>
      <p:graphicFrame>
        <p:nvGraphicFramePr>
          <p:cNvPr id="55302" name="Object 4"/>
          <p:cNvGraphicFramePr>
            <a:graphicFrameLocks noChangeAspect="1"/>
          </p:cNvGraphicFramePr>
          <p:nvPr>
            <p:extLst>
              <p:ext uri="{D42A27DB-BD31-4B8C-83A1-F6EECF244321}">
                <p14:modId xmlns:p14="http://schemas.microsoft.com/office/powerpoint/2010/main" val="3381415846"/>
              </p:ext>
            </p:extLst>
          </p:nvPr>
        </p:nvGraphicFramePr>
        <p:xfrm>
          <a:off x="3060700" y="2654300"/>
          <a:ext cx="2944813" cy="485775"/>
        </p:xfrm>
        <a:graphic>
          <a:graphicData uri="http://schemas.openxmlformats.org/presentationml/2006/ole">
            <mc:AlternateContent xmlns:mc="http://schemas.openxmlformats.org/markup-compatibility/2006">
              <mc:Choice xmlns:v="urn:schemas-microsoft-com:vml" Requires="v">
                <p:oleObj spid="_x0000_s55337" name="Equation" r:id="rId7" imgW="1384200" imgH="228600" progId="Equation.DSMT4">
                  <p:embed/>
                </p:oleObj>
              </mc:Choice>
              <mc:Fallback>
                <p:oleObj name="Equation" r:id="rId7" imgW="1384200" imgH="228600" progId="Equation.DSMT4">
                  <p:embed/>
                  <p:pic>
                    <p:nvPicPr>
                      <p:cNvPr id="0" name="Object 4"/>
                      <p:cNvPicPr>
                        <a:picLocks noChangeAspect="1" noChangeArrowheads="1"/>
                      </p:cNvPicPr>
                      <p:nvPr/>
                    </p:nvPicPr>
                    <p:blipFill>
                      <a:blip r:embed="rId8"/>
                      <a:srcRect/>
                      <a:stretch>
                        <a:fillRect/>
                      </a:stretch>
                    </p:blipFill>
                    <p:spPr bwMode="auto">
                      <a:xfrm>
                        <a:off x="3060700" y="2654300"/>
                        <a:ext cx="2944813" cy="48577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Tree>
  </p:cSld>
  <p:clrMapOvr>
    <a:masterClrMapping/>
  </p:clrMapOvr>
  <p:timing>
    <p:tnLst>
      <p:par>
        <p:cTn id="1" dur="indefinite" restart="never" nodeType="tmRoot"/>
      </p:par>
    </p:tnLst>
  </p:timing>
</p:sld>
</file>

<file path=ppt/theme/theme1.xml><?xml version="1.0" encoding="utf-8"?>
<a:theme xmlns:a="http://schemas.openxmlformats.org/drawingml/2006/main" name="Global">
  <a:themeElements>
    <a:clrScheme name="Custom 5">
      <a:dk1>
        <a:srgbClr val="000000"/>
      </a:dk1>
      <a:lt1>
        <a:srgbClr val="FFFFFF"/>
      </a:lt1>
      <a:dk2>
        <a:srgbClr val="3A3015"/>
      </a:dk2>
      <a:lt2>
        <a:srgbClr val="FFFFFF"/>
      </a:lt2>
      <a:accent1>
        <a:srgbClr val="FFFFCC"/>
      </a:accent1>
      <a:accent2>
        <a:srgbClr val="B5E0E3"/>
      </a:accent2>
      <a:accent3>
        <a:srgbClr val="FFFFFF"/>
      </a:accent3>
      <a:accent4>
        <a:srgbClr val="000000"/>
      </a:accent4>
      <a:accent5>
        <a:srgbClr val="FFFFE2"/>
      </a:accent5>
      <a:accent6>
        <a:srgbClr val="A4CBCE"/>
      </a:accent6>
      <a:hlink>
        <a:srgbClr val="E5D093"/>
      </a:hlink>
      <a:folHlink>
        <a:srgbClr val="CCB374"/>
      </a:folHlink>
    </a:clrScheme>
    <a:fontScheme name="Global">
      <a:majorFont>
        <a:latin typeface="Times New Roman"/>
        <a:ea typeface=""/>
        <a:cs typeface=""/>
      </a:majorFont>
      <a:minorFont>
        <a:latin typeface="Tahoma"/>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spPr>
      <a:bodyPr vert="horz" wrap="none" lIns="91440" tIns="45720" rIns="91440" bIns="45720" numCol="1" anchor="t" anchorCtr="0" compatLnSpc="1">
        <a:prstTxWarp prst="textNoShape">
          <a:avLst/>
        </a:prstTxWarp>
      </a:bodyPr>
      <a:lstStyle>
        <a:defPPr marL="0" marR="0" indent="0" algn="l" defTabSz="914400" rtl="0" eaLnBrk="1" fontAlgn="base" latinLnBrk="0" hangingPunct="1">
          <a:lnSpc>
            <a:spcPct val="100000"/>
          </a:lnSpc>
          <a:spcBef>
            <a:spcPct val="0"/>
          </a:spcBef>
          <a:spcAft>
            <a:spcPct val="0"/>
          </a:spcAft>
          <a:buClrTx/>
          <a:buSzTx/>
          <a:buFontTx/>
          <a:buNone/>
          <a:tabLst/>
          <a:defRPr kumimoji="0" lang="en-US" sz="2400" b="0" i="0" u="none" strike="noStrike" cap="none" normalizeH="0" baseline="0" smtClean="0">
            <a:ln>
              <a:noFill/>
            </a:ln>
            <a:solidFill>
              <a:schemeClr val="tx1"/>
            </a:solidFill>
            <a:effectLst/>
            <a:latin typeface="Times New Roman" pitchFamily="18" charset="0"/>
          </a:defRPr>
        </a:defPPr>
      </a:lstStyle>
    </a:spDef>
    <a:ln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spPr>
      <a:bodyPr vert="horz" wrap="none" lIns="91440" tIns="45720" rIns="91440" bIns="45720" numCol="1" anchor="t" anchorCtr="0" compatLnSpc="1">
        <a:prstTxWarp prst="textNoShape">
          <a:avLst/>
        </a:prstTxWarp>
      </a:bodyPr>
      <a:lstStyle>
        <a:defPPr marL="0" marR="0" indent="0" algn="l" defTabSz="914400" rtl="0" eaLnBrk="1" fontAlgn="base" latinLnBrk="0" hangingPunct="1">
          <a:lnSpc>
            <a:spcPct val="100000"/>
          </a:lnSpc>
          <a:spcBef>
            <a:spcPct val="0"/>
          </a:spcBef>
          <a:spcAft>
            <a:spcPct val="0"/>
          </a:spcAft>
          <a:buClrTx/>
          <a:buSzTx/>
          <a:buFontTx/>
          <a:buNone/>
          <a:tabLst/>
          <a:defRPr kumimoji="0" lang="en-US" sz="2400" b="0" i="0" u="none" strike="noStrike" cap="none" normalizeH="0" baseline="0" smtClean="0">
            <a:ln>
              <a:noFill/>
            </a:ln>
            <a:solidFill>
              <a:schemeClr val="tx1"/>
            </a:solidFill>
            <a:effectLst/>
            <a:latin typeface="Times New Roman" pitchFamily="18" charset="0"/>
          </a:defRPr>
        </a:defPPr>
      </a:lstStyle>
    </a:lnDef>
  </a:objectDefaults>
  <a:extraClrSchemeLst>
    <a:extraClrScheme>
      <a:clrScheme name="Global 1">
        <a:dk1>
          <a:srgbClr val="000000"/>
        </a:dk1>
        <a:lt1>
          <a:srgbClr val="FFFFCC"/>
        </a:lt1>
        <a:dk2>
          <a:srgbClr val="4D4D4D"/>
        </a:dk2>
        <a:lt2>
          <a:srgbClr val="FFCC00"/>
        </a:lt2>
        <a:accent1>
          <a:srgbClr val="FF9900"/>
        </a:accent1>
        <a:accent2>
          <a:srgbClr val="CC9900"/>
        </a:accent2>
        <a:accent3>
          <a:srgbClr val="B2B2B2"/>
        </a:accent3>
        <a:accent4>
          <a:srgbClr val="DADAAE"/>
        </a:accent4>
        <a:accent5>
          <a:srgbClr val="FFCAAA"/>
        </a:accent5>
        <a:accent6>
          <a:srgbClr val="B98A00"/>
        </a:accent6>
        <a:hlink>
          <a:srgbClr val="898743"/>
        </a:hlink>
        <a:folHlink>
          <a:srgbClr val="666633"/>
        </a:folHlink>
      </a:clrScheme>
      <a:clrMap bg1="dk2" tx1="lt1" bg2="dk1" tx2="lt2" accent1="accent1" accent2="accent2" accent3="accent3" accent4="accent4" accent5="accent5" accent6="accent6" hlink="hlink" folHlink="folHlink"/>
    </a:extraClrScheme>
    <a:extraClrScheme>
      <a:clrScheme name="Global 2">
        <a:dk1>
          <a:srgbClr val="000000"/>
        </a:dk1>
        <a:lt1>
          <a:srgbClr val="FFFFFF"/>
        </a:lt1>
        <a:dk2>
          <a:srgbClr val="CC6600"/>
        </a:dk2>
        <a:lt2>
          <a:srgbClr val="FFFFFF"/>
        </a:lt2>
        <a:accent1>
          <a:srgbClr val="FFFFCC"/>
        </a:accent1>
        <a:accent2>
          <a:srgbClr val="B5E0E3"/>
        </a:accent2>
        <a:accent3>
          <a:srgbClr val="FFFFFF"/>
        </a:accent3>
        <a:accent4>
          <a:srgbClr val="000000"/>
        </a:accent4>
        <a:accent5>
          <a:srgbClr val="FFFFE2"/>
        </a:accent5>
        <a:accent6>
          <a:srgbClr val="A4CBCE"/>
        </a:accent6>
        <a:hlink>
          <a:srgbClr val="E5D093"/>
        </a:hlink>
        <a:folHlink>
          <a:srgbClr val="CCB374"/>
        </a:folHlink>
      </a:clrScheme>
      <a:clrMap bg1="lt1" tx1="dk1" bg2="lt2" tx2="dk2" accent1="accent1" accent2="accent2" accent3="accent3" accent4="accent4" accent5="accent5" accent6="accent6" hlink="hlink" folHlink="folHlink"/>
    </a:extraClrScheme>
    <a:extraClrScheme>
      <a:clrScheme name="Global 3">
        <a:dk1>
          <a:srgbClr val="000000"/>
        </a:dk1>
        <a:lt1>
          <a:srgbClr val="FFFFFF"/>
        </a:lt1>
        <a:dk2>
          <a:srgbClr val="000000"/>
        </a:dk2>
        <a:lt2>
          <a:srgbClr val="FFFFFF"/>
        </a:lt2>
        <a:accent1>
          <a:srgbClr val="F8F8F8"/>
        </a:accent1>
        <a:accent2>
          <a:srgbClr val="969696"/>
        </a:accent2>
        <a:accent3>
          <a:srgbClr val="FFFFFF"/>
        </a:accent3>
        <a:accent4>
          <a:srgbClr val="000000"/>
        </a:accent4>
        <a:accent5>
          <a:srgbClr val="FBFBFB"/>
        </a:accent5>
        <a:accent6>
          <a:srgbClr val="878787"/>
        </a:accent6>
        <a:hlink>
          <a:srgbClr val="DDDDDD"/>
        </a:hlink>
        <a:folHlink>
          <a:srgbClr val="B2B2B2"/>
        </a:folHlink>
      </a:clrScheme>
      <a:clrMap bg1="lt1" tx1="dk1" bg2="lt2" tx2="dk2" accent1="accent1" accent2="accent2" accent3="accent3" accent4="accent4" accent5="accent5" accent6="accent6" hlink="hlink" folHlink="folHlink"/>
    </a:extraClrScheme>
    <a:extraClrScheme>
      <a:clrScheme name="Global 4">
        <a:dk1>
          <a:srgbClr val="000000"/>
        </a:dk1>
        <a:lt1>
          <a:srgbClr val="FFFFFF"/>
        </a:lt1>
        <a:dk2>
          <a:srgbClr val="000066"/>
        </a:dk2>
        <a:lt2>
          <a:srgbClr val="FFFFFF"/>
        </a:lt2>
        <a:accent1>
          <a:srgbClr val="FFFFCC"/>
        </a:accent1>
        <a:accent2>
          <a:srgbClr val="B5E0E3"/>
        </a:accent2>
        <a:accent3>
          <a:srgbClr val="FFFFFF"/>
        </a:accent3>
        <a:accent4>
          <a:srgbClr val="000000"/>
        </a:accent4>
        <a:accent5>
          <a:srgbClr val="FFFFE2"/>
        </a:accent5>
        <a:accent6>
          <a:srgbClr val="A4CBCE"/>
        </a:accent6>
        <a:hlink>
          <a:srgbClr val="BFDFFF"/>
        </a:hlink>
        <a:folHlink>
          <a:srgbClr val="99CCFF"/>
        </a:folHlink>
      </a:clrScheme>
      <a:clrMap bg1="lt1" tx1="dk1" bg2="lt2" tx2="dk2" accent1="accent1" accent2="accent2" accent3="accent3" accent4="accent4" accent5="accent5" accent6="accent6" hlink="hlink" folHlink="folHlink"/>
    </a:extraClrScheme>
    <a:extraClrScheme>
      <a:clrScheme name="Global 5">
        <a:dk1>
          <a:srgbClr val="000000"/>
        </a:dk1>
        <a:lt1>
          <a:srgbClr val="E9E6D9"/>
        </a:lt1>
        <a:dk2>
          <a:srgbClr val="666633"/>
        </a:dk2>
        <a:lt2>
          <a:srgbClr val="CEC7AA"/>
        </a:lt2>
        <a:accent1>
          <a:srgbClr val="FFFFCC"/>
        </a:accent1>
        <a:accent2>
          <a:srgbClr val="B5E0E3"/>
        </a:accent2>
        <a:accent3>
          <a:srgbClr val="F2F0E9"/>
        </a:accent3>
        <a:accent4>
          <a:srgbClr val="000000"/>
        </a:accent4>
        <a:accent5>
          <a:srgbClr val="FFFFE2"/>
        </a:accent5>
        <a:accent6>
          <a:srgbClr val="A4CBCE"/>
        </a:accent6>
        <a:hlink>
          <a:srgbClr val="B6AB82"/>
        </a:hlink>
        <a:folHlink>
          <a:srgbClr val="A0925E"/>
        </a:folHlink>
      </a:clrScheme>
      <a:clrMap bg1="lt1" tx1="dk1" bg2="lt2" tx2="dk2" accent1="accent1" accent2="accent2" accent3="accent3" accent4="accent4" accent5="accent5" accent6="accent6" hlink="hlink" folHlink="folHlink"/>
    </a:extraClrScheme>
    <a:extraClrScheme>
      <a:clrScheme name="Global 6">
        <a:dk1>
          <a:srgbClr val="1B3753"/>
        </a:dk1>
        <a:lt1>
          <a:srgbClr val="EAEAEA"/>
        </a:lt1>
        <a:dk2>
          <a:srgbClr val="336699"/>
        </a:dk2>
        <a:lt2>
          <a:srgbClr val="FFFFCC"/>
        </a:lt2>
        <a:accent1>
          <a:srgbClr val="BA8E46"/>
        </a:accent1>
        <a:accent2>
          <a:srgbClr val="46C0AF"/>
        </a:accent2>
        <a:accent3>
          <a:srgbClr val="ADB8CA"/>
        </a:accent3>
        <a:accent4>
          <a:srgbClr val="C8C8C8"/>
        </a:accent4>
        <a:accent5>
          <a:srgbClr val="D9C6B0"/>
        </a:accent5>
        <a:accent6>
          <a:srgbClr val="3FAE9E"/>
        </a:accent6>
        <a:hlink>
          <a:srgbClr val="93ACC3"/>
        </a:hlink>
        <a:folHlink>
          <a:srgbClr val="7897B4"/>
        </a:folHlink>
      </a:clrScheme>
      <a:clrMap bg1="dk2" tx1="lt1" bg2="dk1" tx2="lt2" accent1="accent1" accent2="accent2" accent3="accent3" accent4="accent4" accent5="accent5" accent6="accent6" hlink="hlink" folHlink="folHlink"/>
    </a:extraClrScheme>
    <a:extraClrScheme>
      <a:clrScheme name="Global 7">
        <a:dk1>
          <a:srgbClr val="000000"/>
        </a:dk1>
        <a:lt1>
          <a:srgbClr val="FFFFFF"/>
        </a:lt1>
        <a:dk2>
          <a:srgbClr val="000000"/>
        </a:dk2>
        <a:lt2>
          <a:srgbClr val="FFFFFF"/>
        </a:lt2>
        <a:accent1>
          <a:srgbClr val="FFFFCC"/>
        </a:accent1>
        <a:accent2>
          <a:srgbClr val="FFCC99"/>
        </a:accent2>
        <a:accent3>
          <a:srgbClr val="FFFFFF"/>
        </a:accent3>
        <a:accent4>
          <a:srgbClr val="000000"/>
        </a:accent4>
        <a:accent5>
          <a:srgbClr val="FFFFE2"/>
        </a:accent5>
        <a:accent6>
          <a:srgbClr val="E7B98A"/>
        </a:accent6>
        <a:hlink>
          <a:srgbClr val="FF9999"/>
        </a:hlink>
        <a:folHlink>
          <a:srgbClr val="E06360"/>
        </a:folHlink>
      </a:clrScheme>
      <a:clrMap bg1="lt1" tx1="dk1" bg2="lt2" tx2="dk2" accent1="accent1" accent2="accent2" accent3="accent3" accent4="accent4" accent5="accent5" accent6="accent6" hlink="hlink" folHlink="folHlink"/>
    </a:extraClrScheme>
    <a:extraClrScheme>
      <a:clrScheme name="Global 8">
        <a:dk1>
          <a:srgbClr val="000000"/>
        </a:dk1>
        <a:lt1>
          <a:srgbClr val="EAEAEA"/>
        </a:lt1>
        <a:dk2>
          <a:srgbClr val="17118B"/>
        </a:dk2>
        <a:lt2>
          <a:srgbClr val="FFFFCC"/>
        </a:lt2>
        <a:accent1>
          <a:srgbClr val="B2B2B2"/>
        </a:accent1>
        <a:accent2>
          <a:srgbClr val="54ABB2"/>
        </a:accent2>
        <a:accent3>
          <a:srgbClr val="ABAAC4"/>
        </a:accent3>
        <a:accent4>
          <a:srgbClr val="C8C8C8"/>
        </a:accent4>
        <a:accent5>
          <a:srgbClr val="D5D5D5"/>
        </a:accent5>
        <a:accent6>
          <a:srgbClr val="4B9BA1"/>
        </a:accent6>
        <a:hlink>
          <a:srgbClr val="4F49A3"/>
        </a:hlink>
        <a:folHlink>
          <a:srgbClr val="2E2573"/>
        </a:folHlink>
      </a:clrScheme>
      <a:clrMap bg1="dk2" tx1="lt1" bg2="dk1" tx2="lt2" accent1="accent1" accent2="accent2" accent3="accent3" accent4="accent4" accent5="accent5" accent6="accent6" hlink="hlink" folHlink="folHlink"/>
    </a:extraClrScheme>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34DB470C54600C46B1B0C1FE5EDD1D1B" ma:contentTypeVersion="0" ma:contentTypeDescription="Create a new document." ma:contentTypeScope="" ma:versionID="9ec98e71a396c75c5e8fb3166c3ab2c4">
  <xsd:schema xmlns:xsd="http://www.w3.org/2001/XMLSchema" xmlns:xs="http://www.w3.org/2001/XMLSchema" xmlns:p="http://schemas.microsoft.com/office/2006/metadata/properties" targetNamespace="http://schemas.microsoft.com/office/2006/metadata/properties" ma:root="true" ma:fieldsID="500c6692915ba10984c0aabd49f31b22">
    <xsd:element name="properties">
      <xsd:complexType>
        <xsd:sequence>
          <xsd:element name="documentManagement">
            <xsd:complexType>
              <xsd:all/>
            </xsd:complexType>
          </xsd:element>
        </xsd:sequence>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p:properties xmlns:p="http://schemas.microsoft.com/office/2006/metadata/properties" xmlns:xsi="http://www.w3.org/2001/XMLSchema-instance" xmlns:pc="http://schemas.microsoft.com/office/infopath/2007/PartnerControls">
  <documentManagement/>
</p:properties>
</file>

<file path=customXml/itemProps1.xml><?xml version="1.0" encoding="utf-8"?>
<ds:datastoreItem xmlns:ds="http://schemas.openxmlformats.org/officeDocument/2006/customXml" ds:itemID="{74BC2402-E155-4945-81AD-E65E109613F5}"/>
</file>

<file path=customXml/itemProps2.xml><?xml version="1.0" encoding="utf-8"?>
<ds:datastoreItem xmlns:ds="http://schemas.openxmlformats.org/officeDocument/2006/customXml" ds:itemID="{6873CFA8-02E5-4F2D-B8EE-F3C6B21BF777}"/>
</file>

<file path=customXml/itemProps3.xml><?xml version="1.0" encoding="utf-8"?>
<ds:datastoreItem xmlns:ds="http://schemas.openxmlformats.org/officeDocument/2006/customXml" ds:itemID="{EE0FAAD2-3C1D-455C-9C49-1A760F841345}"/>
</file>

<file path=docProps/app.xml><?xml version="1.0" encoding="utf-8"?>
<Properties xmlns="http://schemas.openxmlformats.org/officeDocument/2006/extended-properties" xmlns:vt="http://schemas.openxmlformats.org/officeDocument/2006/docPropsVTypes">
  <Template>Ch20HullOFOD8thEdition</Template>
  <TotalTime>521</TotalTime>
  <Words>2838</Words>
  <Application>Microsoft Office PowerPoint</Application>
  <PresentationFormat>On-screen Show (4:3)</PresentationFormat>
  <Paragraphs>476</Paragraphs>
  <Slides>48</Slides>
  <Notes>46</Notes>
  <HiddenSlides>0</HiddenSlides>
  <MMClips>0</MMClips>
  <ScaleCrop>false</ScaleCrop>
  <HeadingPairs>
    <vt:vector size="8" baseType="variant">
      <vt:variant>
        <vt:lpstr>Fonts Used</vt:lpstr>
      </vt:variant>
      <vt:variant>
        <vt:i4>7</vt:i4>
      </vt:variant>
      <vt:variant>
        <vt:lpstr>Theme</vt:lpstr>
      </vt:variant>
      <vt:variant>
        <vt:i4>1</vt:i4>
      </vt:variant>
      <vt:variant>
        <vt:lpstr>Embedded OLE Servers</vt:lpstr>
      </vt:variant>
      <vt:variant>
        <vt:i4>2</vt:i4>
      </vt:variant>
      <vt:variant>
        <vt:lpstr>Slide Titles</vt:lpstr>
      </vt:variant>
      <vt:variant>
        <vt:i4>48</vt:i4>
      </vt:variant>
    </vt:vector>
  </HeadingPairs>
  <TitlesOfParts>
    <vt:vector size="58" baseType="lpstr">
      <vt:lpstr>Arial</vt:lpstr>
      <vt:lpstr>Calibri</vt:lpstr>
      <vt:lpstr>Cambria Math</vt:lpstr>
      <vt:lpstr>Symbol</vt:lpstr>
      <vt:lpstr>Tahoma</vt:lpstr>
      <vt:lpstr>Times New Roman</vt:lpstr>
      <vt:lpstr>Wingdings</vt:lpstr>
      <vt:lpstr>Global</vt:lpstr>
      <vt:lpstr>Equation</vt:lpstr>
      <vt:lpstr>MathType 7.0 Equation</vt:lpstr>
      <vt:lpstr>Chapter 22 Value at Risk and Expected Shortfall</vt:lpstr>
      <vt:lpstr>The Question Being Asked in VaR</vt:lpstr>
      <vt:lpstr>VaR vs. Expected Shortfall  </vt:lpstr>
      <vt:lpstr>VaR and ES</vt:lpstr>
      <vt:lpstr>Historical Simulation to Calculate the One-Day VaR or ES</vt:lpstr>
      <vt:lpstr>Historical Simulation continued</vt:lpstr>
      <vt:lpstr> Example : Calculation of  1-day, 99% VaR or ES for a Portfolio on July 8, 2020 (Table 22.1)</vt:lpstr>
      <vt:lpstr>Total Return Indices After Adjusting for Exchange Rates (Table 22.2)</vt:lpstr>
      <vt:lpstr>Scenarios Generated (Table 22.3)</vt:lpstr>
      <vt:lpstr>Ranked Losses (Table 22.4, page 499)</vt:lpstr>
      <vt:lpstr>The N-day VaR or ES</vt:lpstr>
      <vt:lpstr>Stressed VaR and Stressed ES</vt:lpstr>
      <vt:lpstr>The Model-Building Approach</vt:lpstr>
      <vt:lpstr>Daily Volatilities</vt:lpstr>
      <vt:lpstr>Daily Volatility continued</vt:lpstr>
      <vt:lpstr>Microsoft Example</vt:lpstr>
      <vt:lpstr>Microsoft Example continued</vt:lpstr>
      <vt:lpstr>AT&amp;T Example</vt:lpstr>
      <vt:lpstr>Portfolio</vt:lpstr>
      <vt:lpstr>S.D. of Portfolio</vt:lpstr>
      <vt:lpstr>VaR for Portfolio</vt:lpstr>
      <vt:lpstr>ES for the Model Building Approach (equation 22.1)</vt:lpstr>
      <vt:lpstr>The Linear Model</vt:lpstr>
      <vt:lpstr>Markowitz Result for Variance of Return on Portfolio</vt:lpstr>
      <vt:lpstr>VaR Result for Variance of Portfolio Value (ai = wiP) equation 22.3</vt:lpstr>
      <vt:lpstr>Covariance Matrix (vari = covii) (Table 22.6)</vt:lpstr>
      <vt:lpstr>Alternative Expressions for sP2 (equation 22.4)</vt:lpstr>
      <vt:lpstr>Alternatives for Handling Interest Rates</vt:lpstr>
      <vt:lpstr>When Linear Model Can be Used</vt:lpstr>
      <vt:lpstr>The Linear Model and Options </vt:lpstr>
      <vt:lpstr>Linear Model and Options  continued</vt:lpstr>
      <vt:lpstr>Example</vt:lpstr>
      <vt:lpstr>But the distribution of the daily return on an option is not normal   </vt:lpstr>
      <vt:lpstr> Impact of gamma (Figure 22.3)</vt:lpstr>
      <vt:lpstr>Translation of Asset Price Change to Price Change for Long Call (Figure 22.4)</vt:lpstr>
      <vt:lpstr>Translation of Asset Price Change to Price Change for Short Call (Figure 22.5)</vt:lpstr>
      <vt:lpstr>Quadratic Model (equation 22.7)  </vt:lpstr>
      <vt:lpstr>Quadratic Model continued (equation 22.8)</vt:lpstr>
      <vt:lpstr>Monte Carlo Simulation</vt:lpstr>
      <vt:lpstr>Monte Carlo Simulation continued</vt:lpstr>
      <vt:lpstr>Speeding up Calculations with the Partial Simulation Approach</vt:lpstr>
      <vt:lpstr>Comparison of Approaches</vt:lpstr>
      <vt:lpstr> Back-Testing  </vt:lpstr>
      <vt:lpstr>Principal Components Analysis for U.S. Treasury Rates</vt:lpstr>
      <vt:lpstr>The First Three Principal Components (Figure 22.6)</vt:lpstr>
      <vt:lpstr>Standard Deviation of Factor Scores (bp) Table 22.10</vt:lpstr>
      <vt:lpstr>Using PCA to Calculate VaR (Table 22.11)</vt:lpstr>
      <vt:lpstr>Using PCA to calculate VaR continued</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Value at Risk</dc:title>
  <dc:subject>Options, Futures, and Other Derivatives, 11e</dc:subject>
  <dc:creator>John C. Hull</dc:creator>
  <cp:keywords>Chapter 22</cp:keywords>
  <dc:description>Copyright 2021 by John C. Hull. All Rights Reserved. Published 2021</dc:description>
  <cp:lastModifiedBy>John Hull</cp:lastModifiedBy>
  <cp:revision>59</cp:revision>
  <dcterms:created xsi:type="dcterms:W3CDTF">2008-05-30T08:49:59Z</dcterms:created>
  <dcterms:modified xsi:type="dcterms:W3CDTF">2021-11-09T20:29:25Z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0x01010034DB470C54600C46B1B0C1FE5EDD1D1B</vt:lpwstr>
  </property>
</Properties>
</file>