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9.xml" ContentType="application/vnd.openxmlformats-officedocument.presentationml.slide+xml"/>
  <Override PartName="/ppt/slides/slide13.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14.xml" ContentType="application/vnd.openxmlformats-officedocument.presentationml.slide+xml"/>
  <Override PartName="/ppt/slides/slide12.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1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3.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2.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17.xml" ContentType="application/vnd.openxmlformats-officedocument.presentationml.notesSlide+xml"/>
  <Override PartName="/ppt/notesSlides/notesSlide13.xml" ContentType="application/vnd.openxmlformats-officedocument.presentationml.notesSlide+xml"/>
  <Override PartName="/ppt/notesSlides/notesSlide26.xml" ContentType="application/vnd.openxmlformats-officedocument.presentationml.notesSlide+xml"/>
  <Override PartName="/ppt/notesSlides/notesSlide22.xml" ContentType="application/vnd.openxmlformats-officedocument.presentationml.notesSlide+xml"/>
  <Override PartName="/ppt/notesSlides/notesSlide25.xml" ContentType="application/vnd.openxmlformats-officedocument.presentationml.notesSlide+xml"/>
  <Override PartName="/ppt/notesSlides/notesSlide28.xml" ContentType="application/vnd.openxmlformats-officedocument.presentationml.notesSlide+xml"/>
  <Override PartName="/ppt/notesSlides/notesSlide24.xml" ContentType="application/vnd.openxmlformats-officedocument.presentationml.notesSlide+xml"/>
  <Override PartName="/ppt/notesSlides/notesSlide18.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7.xml" ContentType="application/vnd.openxmlformats-officedocument.presentationml.notesSlide+xml"/>
  <Override PartName="/ppt/notesSlides/notesSlide23.xml" ContentType="application/vnd.openxmlformats-officedocument.presentationml.notesSlide+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9" r:id="rId1"/>
  </p:sldMasterIdLst>
  <p:notesMasterIdLst>
    <p:notesMasterId r:id="rId31"/>
  </p:notesMasterIdLst>
  <p:sldIdLst>
    <p:sldId id="256" r:id="rId2"/>
    <p:sldId id="281" r:id="rId3"/>
    <p:sldId id="258" r:id="rId4"/>
    <p:sldId id="259" r:id="rId5"/>
    <p:sldId id="283" r:id="rId6"/>
    <p:sldId id="284" r:id="rId7"/>
    <p:sldId id="260" r:id="rId8"/>
    <p:sldId id="285" r:id="rId9"/>
    <p:sldId id="261" r:id="rId10"/>
    <p:sldId id="282" r:id="rId11"/>
    <p:sldId id="262" r:id="rId12"/>
    <p:sldId id="263" r:id="rId13"/>
    <p:sldId id="272" r:id="rId14"/>
    <p:sldId id="273" r:id="rId15"/>
    <p:sldId id="274" r:id="rId16"/>
    <p:sldId id="275" r:id="rId17"/>
    <p:sldId id="276" r:id="rId18"/>
    <p:sldId id="264" r:id="rId19"/>
    <p:sldId id="265" r:id="rId20"/>
    <p:sldId id="266" r:id="rId21"/>
    <p:sldId id="267" r:id="rId22"/>
    <p:sldId id="268" r:id="rId23"/>
    <p:sldId id="269" r:id="rId24"/>
    <p:sldId id="270" r:id="rId25"/>
    <p:sldId id="271" r:id="rId26"/>
    <p:sldId id="277" r:id="rId27"/>
    <p:sldId id="280" r:id="rId28"/>
    <p:sldId id="278" r:id="rId29"/>
    <p:sldId id="279" r:id="rId3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22" y="8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38"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8E53468A-C427-4C29-8F87-8B548D4EF5ED}" type="datetimeFigureOut">
              <a:rPr lang="en-US"/>
              <a:pPr>
                <a:defRPr/>
              </a:pPr>
              <a:t>9/30/2020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D48C9157-FAFC-4194-A994-546AFE474D28}" type="slidenum">
              <a:rPr lang="en-US"/>
              <a:pPr>
                <a:defRPr/>
              </a:pPr>
              <a:t>‹#›</a:t>
            </a:fld>
            <a:endParaRPr lang="en-US"/>
          </a:p>
        </p:txBody>
      </p:sp>
    </p:spTree>
    <p:extLst>
      <p:ext uri="{BB962C8B-B14F-4D97-AF65-F5344CB8AC3E}">
        <p14:creationId xmlns:p14="http://schemas.microsoft.com/office/powerpoint/2010/main" val="185789516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E557D03C-44AC-46A5-8140-9C28B47DE1EE}" type="slidenum">
              <a:rPr lang="en-US" smtClean="0"/>
              <a:pPr>
                <a:defRPr/>
              </a:pPr>
              <a:t>1</a:t>
            </a:fld>
            <a:endParaRPr lang="en-US"/>
          </a:p>
        </p:txBody>
      </p:sp>
    </p:spTree>
    <p:extLst>
      <p:ext uri="{BB962C8B-B14F-4D97-AF65-F5344CB8AC3E}">
        <p14:creationId xmlns:p14="http://schemas.microsoft.com/office/powerpoint/2010/main" val="2422276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p>
            <a:pPr>
              <a:defRPr/>
            </a:pPr>
            <a:fld id="{C2207D5C-326B-4C07-9A8D-BDC60B19450C}" type="slidenum">
              <a:rPr lang="en-US" smtClean="0"/>
              <a:pPr>
                <a:defRPr/>
              </a:pPr>
              <a:t>2</a:t>
            </a:fld>
            <a:endParaRPr lang="en-US"/>
          </a:p>
        </p:txBody>
      </p:sp>
    </p:spTree>
    <p:extLst>
      <p:ext uri="{BB962C8B-B14F-4D97-AF65-F5344CB8AC3E}">
        <p14:creationId xmlns:p14="http://schemas.microsoft.com/office/powerpoint/2010/main" val="1825454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254895A5-155B-433E-AC51-5ED53DE488B4}" type="slidenum">
              <a:rPr lang="en-US" smtClean="0"/>
              <a:pPr fontAlgn="base">
                <a:spcBef>
                  <a:spcPct val="0"/>
                </a:spcBef>
                <a:spcAft>
                  <a:spcPct val="0"/>
                </a:spcAft>
                <a:defRPr/>
              </a:pPr>
              <a:t>3</a:t>
            </a:fld>
            <a:endParaRPr lang="en-US" smtClean="0"/>
          </a:p>
        </p:txBody>
      </p:sp>
      <p:sp>
        <p:nvSpPr>
          <p:cNvPr id="39939" name="Rectangle 2"/>
          <p:cNvSpPr>
            <a:spLocks noGrp="1" noRot="1" noChangeAspect="1" noChangeArrowheads="1" noTextEdit="1"/>
          </p:cNvSpPr>
          <p:nvPr>
            <p:ph type="sldImg"/>
          </p:nvPr>
        </p:nvSpPr>
        <p:spPr bwMode="auto">
          <a:xfrm>
            <a:off x="1144588" y="687388"/>
            <a:ext cx="4568825" cy="3425825"/>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3994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numCol="1" anchor="t" anchorCtr="0" compatLnSpc="1">
            <a:prstTxWarp prst="textNoShape">
              <a:avLst/>
            </a:prstTxWarp>
          </a:bodyPr>
          <a:lstStyle/>
          <a:p>
            <a:pPr eaLnBrk="1" hangingPunct="1">
              <a:spcBef>
                <a:spcPct val="0"/>
              </a:spcBef>
            </a:pPr>
            <a:endParaRPr lang="en-CA" altLang="en-US" sz="2400" smtClean="0"/>
          </a:p>
        </p:txBody>
      </p:sp>
    </p:spTree>
    <p:extLst>
      <p:ext uri="{BB962C8B-B14F-4D97-AF65-F5344CB8AC3E}">
        <p14:creationId xmlns:p14="http://schemas.microsoft.com/office/powerpoint/2010/main" val="32352988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0651B07B-ECC6-425D-BADC-2B4467FC439B}" type="slidenum">
              <a:rPr lang="en-US" smtClean="0"/>
              <a:pPr fontAlgn="base">
                <a:spcBef>
                  <a:spcPct val="0"/>
                </a:spcBef>
                <a:spcAft>
                  <a:spcPct val="0"/>
                </a:spcAft>
                <a:defRPr/>
              </a:pPr>
              <a:t>4</a:t>
            </a:fld>
            <a:endParaRPr lang="en-US" smtClean="0"/>
          </a:p>
        </p:txBody>
      </p:sp>
      <p:sp>
        <p:nvSpPr>
          <p:cNvPr id="40963" name="Rectangle 2"/>
          <p:cNvSpPr>
            <a:spLocks noGrp="1" noRot="1" noChangeAspect="1" noChangeArrowheads="1" noTextEdit="1"/>
          </p:cNvSpPr>
          <p:nvPr>
            <p:ph type="sldImg"/>
          </p:nvPr>
        </p:nvSpPr>
        <p:spPr bwMode="auto">
          <a:xfrm>
            <a:off x="1144588" y="687388"/>
            <a:ext cx="4568825" cy="3425825"/>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4096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numCol="1" anchor="t" anchorCtr="0" compatLnSpc="1">
            <a:prstTxWarp prst="textNoShape">
              <a:avLst/>
            </a:prstTxWarp>
          </a:bodyPr>
          <a:lstStyle/>
          <a:p>
            <a:pPr eaLnBrk="1" hangingPunct="1">
              <a:spcBef>
                <a:spcPct val="0"/>
              </a:spcBef>
            </a:pPr>
            <a:endParaRPr lang="en-CA" altLang="en-US" sz="2400" smtClean="0"/>
          </a:p>
        </p:txBody>
      </p:sp>
    </p:spTree>
    <p:extLst>
      <p:ext uri="{BB962C8B-B14F-4D97-AF65-F5344CB8AC3E}">
        <p14:creationId xmlns:p14="http://schemas.microsoft.com/office/powerpoint/2010/main" val="23090839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p>
            <a:pPr>
              <a:defRPr/>
            </a:pPr>
            <a:fld id="{2A78285F-13D6-458F-A757-128FC6C661E2}" type="slidenum">
              <a:rPr lang="en-US" smtClean="0"/>
              <a:pPr>
                <a:defRPr/>
              </a:pPr>
              <a:t>5</a:t>
            </a:fld>
            <a:endParaRPr lang="en-US"/>
          </a:p>
        </p:txBody>
      </p:sp>
    </p:spTree>
    <p:extLst>
      <p:ext uri="{BB962C8B-B14F-4D97-AF65-F5344CB8AC3E}">
        <p14:creationId xmlns:p14="http://schemas.microsoft.com/office/powerpoint/2010/main" val="25699616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p>
            <a:pPr>
              <a:defRPr/>
            </a:pPr>
            <a:fld id="{CC932522-174F-4E32-9A77-FD59635C794A}" type="slidenum">
              <a:rPr lang="en-US" smtClean="0"/>
              <a:pPr>
                <a:defRPr/>
              </a:pPr>
              <a:t>6</a:t>
            </a:fld>
            <a:endParaRPr lang="en-US"/>
          </a:p>
        </p:txBody>
      </p:sp>
    </p:spTree>
    <p:extLst>
      <p:ext uri="{BB962C8B-B14F-4D97-AF65-F5344CB8AC3E}">
        <p14:creationId xmlns:p14="http://schemas.microsoft.com/office/powerpoint/2010/main" val="37073443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0745067B-1250-4082-B88F-328FA5F86928}" type="slidenum">
              <a:rPr lang="en-US" smtClean="0"/>
              <a:pPr fontAlgn="base">
                <a:spcBef>
                  <a:spcPct val="0"/>
                </a:spcBef>
                <a:spcAft>
                  <a:spcPct val="0"/>
                </a:spcAft>
                <a:defRPr/>
              </a:pPr>
              <a:t>7</a:t>
            </a:fld>
            <a:endParaRPr lang="en-US" smtClean="0"/>
          </a:p>
        </p:txBody>
      </p:sp>
      <p:sp>
        <p:nvSpPr>
          <p:cNvPr id="44035" name="Rectangle 2"/>
          <p:cNvSpPr>
            <a:spLocks noGrp="1" noRot="1" noChangeAspect="1" noChangeArrowheads="1" noTextEdit="1"/>
          </p:cNvSpPr>
          <p:nvPr>
            <p:ph type="sldImg"/>
          </p:nvPr>
        </p:nvSpPr>
        <p:spPr bwMode="auto">
          <a:xfrm>
            <a:off x="1144588" y="687388"/>
            <a:ext cx="4568825" cy="3425825"/>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4403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numCol="1" anchor="t" anchorCtr="0" compatLnSpc="1">
            <a:prstTxWarp prst="textNoShape">
              <a:avLst/>
            </a:prstTxWarp>
          </a:bodyPr>
          <a:lstStyle/>
          <a:p>
            <a:pPr eaLnBrk="1" hangingPunct="1">
              <a:spcBef>
                <a:spcPct val="0"/>
              </a:spcBef>
            </a:pPr>
            <a:endParaRPr lang="en-CA" altLang="en-US" sz="2400" smtClean="0"/>
          </a:p>
        </p:txBody>
      </p:sp>
    </p:spTree>
    <p:extLst>
      <p:ext uri="{BB962C8B-B14F-4D97-AF65-F5344CB8AC3E}">
        <p14:creationId xmlns:p14="http://schemas.microsoft.com/office/powerpoint/2010/main" val="12124549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ABA319C9-594C-48C2-9533-0F3E0D5063DA}" type="slidenum">
              <a:rPr lang="en-US" smtClean="0"/>
              <a:pPr>
                <a:defRPr/>
              </a:pPr>
              <a:t>9</a:t>
            </a:fld>
            <a:endParaRPr lang="en-US"/>
          </a:p>
        </p:txBody>
      </p:sp>
    </p:spTree>
    <p:extLst>
      <p:ext uri="{BB962C8B-B14F-4D97-AF65-F5344CB8AC3E}">
        <p14:creationId xmlns:p14="http://schemas.microsoft.com/office/powerpoint/2010/main" val="31129255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p>
            <a:pPr>
              <a:defRPr/>
            </a:pPr>
            <a:fld id="{C745DBEF-ED3D-4302-A080-DF4112453D35}" type="slidenum">
              <a:rPr lang="en-US" smtClean="0"/>
              <a:pPr>
                <a:defRPr/>
              </a:pPr>
              <a:t>10</a:t>
            </a:fld>
            <a:endParaRPr lang="en-US"/>
          </a:p>
        </p:txBody>
      </p:sp>
    </p:spTree>
    <p:extLst>
      <p:ext uri="{BB962C8B-B14F-4D97-AF65-F5344CB8AC3E}">
        <p14:creationId xmlns:p14="http://schemas.microsoft.com/office/powerpoint/2010/main" val="14825799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AC0A29DD-9F04-4D20-9138-0048EBF1C56D}" type="slidenum">
              <a:rPr lang="en-US" smtClean="0"/>
              <a:pPr fontAlgn="base">
                <a:spcBef>
                  <a:spcPct val="0"/>
                </a:spcBef>
                <a:spcAft>
                  <a:spcPct val="0"/>
                </a:spcAft>
                <a:defRPr/>
              </a:pPr>
              <a:t>11</a:t>
            </a:fld>
            <a:endParaRPr lang="en-US" smtClean="0"/>
          </a:p>
        </p:txBody>
      </p:sp>
      <p:sp>
        <p:nvSpPr>
          <p:cNvPr id="47107" name="Rectangle 2"/>
          <p:cNvSpPr>
            <a:spLocks noGrp="1" noRot="1" noChangeAspect="1" noChangeArrowheads="1" noTextEdit="1"/>
          </p:cNvSpPr>
          <p:nvPr>
            <p:ph type="sldImg"/>
          </p:nvPr>
        </p:nvSpPr>
        <p:spPr bwMode="auto">
          <a:xfrm>
            <a:off x="1144588" y="687388"/>
            <a:ext cx="4568825" cy="3425825"/>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4710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numCol="1" anchor="t" anchorCtr="0" compatLnSpc="1">
            <a:prstTxWarp prst="textNoShape">
              <a:avLst/>
            </a:prstTxWarp>
          </a:bodyPr>
          <a:lstStyle/>
          <a:p>
            <a:pPr eaLnBrk="1" hangingPunct="1">
              <a:spcBef>
                <a:spcPct val="0"/>
              </a:spcBef>
            </a:pPr>
            <a:endParaRPr lang="en-CA" altLang="en-US" sz="2400" smtClean="0"/>
          </a:p>
        </p:txBody>
      </p:sp>
    </p:spTree>
    <p:extLst>
      <p:ext uri="{BB962C8B-B14F-4D97-AF65-F5344CB8AC3E}">
        <p14:creationId xmlns:p14="http://schemas.microsoft.com/office/powerpoint/2010/main" val="37124994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726F2791-C836-4A42-B0B4-22827A79747A}" type="slidenum">
              <a:rPr lang="en-US" smtClean="0"/>
              <a:pPr>
                <a:defRPr/>
              </a:pPr>
              <a:t>12</a:t>
            </a:fld>
            <a:endParaRPr lang="en-US"/>
          </a:p>
        </p:txBody>
      </p:sp>
    </p:spTree>
    <p:extLst>
      <p:ext uri="{BB962C8B-B14F-4D97-AF65-F5344CB8AC3E}">
        <p14:creationId xmlns:p14="http://schemas.microsoft.com/office/powerpoint/2010/main" val="37143154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D91AB1B6-29C2-407D-B05E-73734E504F58}" type="slidenum">
              <a:rPr lang="en-US" smtClean="0"/>
              <a:pPr fontAlgn="base">
                <a:spcBef>
                  <a:spcPct val="0"/>
                </a:spcBef>
                <a:spcAft>
                  <a:spcPct val="0"/>
                </a:spcAft>
                <a:defRPr/>
              </a:pPr>
              <a:t>13</a:t>
            </a:fld>
            <a:endParaRPr lang="en-US" smtClean="0"/>
          </a:p>
        </p:txBody>
      </p:sp>
      <p:sp>
        <p:nvSpPr>
          <p:cNvPr id="57347" name="Rectangle 2"/>
          <p:cNvSpPr>
            <a:spLocks noGrp="1" noRot="1" noChangeAspect="1" noChangeArrowheads="1" noTextEdit="1"/>
          </p:cNvSpPr>
          <p:nvPr>
            <p:ph type="sldImg"/>
          </p:nvPr>
        </p:nvSpPr>
        <p:spPr bwMode="auto">
          <a:xfrm>
            <a:off x="1144588" y="687388"/>
            <a:ext cx="4568825" cy="3425825"/>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5734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numCol="1" anchor="t" anchorCtr="0" compatLnSpc="1">
            <a:prstTxWarp prst="textNoShape">
              <a:avLst/>
            </a:prstTxWarp>
          </a:bodyPr>
          <a:lstStyle/>
          <a:p>
            <a:pPr eaLnBrk="1" hangingPunct="1">
              <a:spcBef>
                <a:spcPct val="0"/>
              </a:spcBef>
            </a:pPr>
            <a:endParaRPr lang="en-CA" altLang="en-US" sz="2400" smtClean="0"/>
          </a:p>
        </p:txBody>
      </p:sp>
    </p:spTree>
    <p:extLst>
      <p:ext uri="{BB962C8B-B14F-4D97-AF65-F5344CB8AC3E}">
        <p14:creationId xmlns:p14="http://schemas.microsoft.com/office/powerpoint/2010/main" val="27157696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072EF6FB-3898-473C-BF8E-E944890B743A}" type="slidenum">
              <a:rPr lang="en-US" smtClean="0"/>
              <a:pPr fontAlgn="base">
                <a:spcBef>
                  <a:spcPct val="0"/>
                </a:spcBef>
                <a:spcAft>
                  <a:spcPct val="0"/>
                </a:spcAft>
                <a:defRPr/>
              </a:pPr>
              <a:t>14</a:t>
            </a:fld>
            <a:endParaRPr lang="en-US" smtClean="0"/>
          </a:p>
        </p:txBody>
      </p:sp>
      <p:sp>
        <p:nvSpPr>
          <p:cNvPr id="58371" name="Rectangle 2"/>
          <p:cNvSpPr>
            <a:spLocks noGrp="1" noRot="1" noChangeAspect="1" noChangeArrowheads="1" noTextEdit="1"/>
          </p:cNvSpPr>
          <p:nvPr>
            <p:ph type="sldImg"/>
          </p:nvPr>
        </p:nvSpPr>
        <p:spPr bwMode="auto">
          <a:xfrm>
            <a:off x="1144588" y="687388"/>
            <a:ext cx="4568825" cy="3425825"/>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5837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numCol="1" anchor="t" anchorCtr="0" compatLnSpc="1">
            <a:prstTxWarp prst="textNoShape">
              <a:avLst/>
            </a:prstTxWarp>
          </a:bodyPr>
          <a:lstStyle/>
          <a:p>
            <a:pPr eaLnBrk="1" hangingPunct="1">
              <a:spcBef>
                <a:spcPct val="0"/>
              </a:spcBef>
            </a:pPr>
            <a:endParaRPr lang="en-CA" altLang="en-US" sz="2400" smtClean="0"/>
          </a:p>
        </p:txBody>
      </p:sp>
    </p:spTree>
    <p:extLst>
      <p:ext uri="{BB962C8B-B14F-4D97-AF65-F5344CB8AC3E}">
        <p14:creationId xmlns:p14="http://schemas.microsoft.com/office/powerpoint/2010/main" val="39096753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FC044944-3CA5-48C6-A20B-4ACE25AFD91E}" type="slidenum">
              <a:rPr lang="en-US" smtClean="0"/>
              <a:pPr fontAlgn="base">
                <a:spcBef>
                  <a:spcPct val="0"/>
                </a:spcBef>
                <a:spcAft>
                  <a:spcPct val="0"/>
                </a:spcAft>
                <a:defRPr/>
              </a:pPr>
              <a:t>15</a:t>
            </a:fld>
            <a:endParaRPr lang="en-US" smtClean="0"/>
          </a:p>
        </p:txBody>
      </p:sp>
      <p:sp>
        <p:nvSpPr>
          <p:cNvPr id="59395" name="Rectangle 2"/>
          <p:cNvSpPr>
            <a:spLocks noGrp="1" noRot="1" noChangeAspect="1" noChangeArrowheads="1" noTextEdit="1"/>
          </p:cNvSpPr>
          <p:nvPr>
            <p:ph type="sldImg"/>
          </p:nvPr>
        </p:nvSpPr>
        <p:spPr bwMode="auto">
          <a:xfrm>
            <a:off x="1144588" y="687388"/>
            <a:ext cx="4568825" cy="3425825"/>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5939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numCol="1" anchor="t" anchorCtr="0" compatLnSpc="1">
            <a:prstTxWarp prst="textNoShape">
              <a:avLst/>
            </a:prstTxWarp>
          </a:bodyPr>
          <a:lstStyle/>
          <a:p>
            <a:pPr eaLnBrk="1" hangingPunct="1">
              <a:spcBef>
                <a:spcPct val="0"/>
              </a:spcBef>
            </a:pPr>
            <a:endParaRPr lang="en-CA" altLang="en-US" sz="2400" smtClean="0"/>
          </a:p>
        </p:txBody>
      </p:sp>
    </p:spTree>
    <p:extLst>
      <p:ext uri="{BB962C8B-B14F-4D97-AF65-F5344CB8AC3E}">
        <p14:creationId xmlns:p14="http://schemas.microsoft.com/office/powerpoint/2010/main" val="17048489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52B0E5EC-06D5-4EB1-9CE5-36FD0FD2D7DA}" type="slidenum">
              <a:rPr lang="en-US" smtClean="0"/>
              <a:pPr>
                <a:defRPr/>
              </a:pPr>
              <a:t>16</a:t>
            </a:fld>
            <a:endParaRPr lang="en-US"/>
          </a:p>
        </p:txBody>
      </p:sp>
    </p:spTree>
    <p:extLst>
      <p:ext uri="{BB962C8B-B14F-4D97-AF65-F5344CB8AC3E}">
        <p14:creationId xmlns:p14="http://schemas.microsoft.com/office/powerpoint/2010/main" val="21793120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B8C2CC97-0EBA-4994-8228-788F90A3C8BD}" type="slidenum">
              <a:rPr lang="en-US" smtClean="0"/>
              <a:pPr>
                <a:defRPr/>
              </a:pPr>
              <a:t>17</a:t>
            </a:fld>
            <a:endParaRPr lang="en-US"/>
          </a:p>
        </p:txBody>
      </p:sp>
    </p:spTree>
    <p:extLst>
      <p:ext uri="{BB962C8B-B14F-4D97-AF65-F5344CB8AC3E}">
        <p14:creationId xmlns:p14="http://schemas.microsoft.com/office/powerpoint/2010/main" val="12861473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1C389D67-FE1E-4EA3-85E1-536BE71CDCA3}" type="slidenum">
              <a:rPr lang="en-US" smtClean="0"/>
              <a:pPr fontAlgn="base">
                <a:spcBef>
                  <a:spcPct val="0"/>
                </a:spcBef>
                <a:spcAft>
                  <a:spcPct val="0"/>
                </a:spcAft>
                <a:defRPr/>
              </a:pPr>
              <a:t>18</a:t>
            </a:fld>
            <a:endParaRPr lang="en-US" smtClean="0"/>
          </a:p>
        </p:txBody>
      </p:sp>
      <p:sp>
        <p:nvSpPr>
          <p:cNvPr id="49155" name="Rectangle 2"/>
          <p:cNvSpPr>
            <a:spLocks noGrp="1" noRot="1" noChangeAspect="1" noChangeArrowheads="1" noTextEdit="1"/>
          </p:cNvSpPr>
          <p:nvPr>
            <p:ph type="sldImg"/>
          </p:nvPr>
        </p:nvSpPr>
        <p:spPr bwMode="auto">
          <a:xfrm>
            <a:off x="1144588" y="687388"/>
            <a:ext cx="4568825" cy="3425825"/>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4915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numCol="1" anchor="t" anchorCtr="0" compatLnSpc="1">
            <a:prstTxWarp prst="textNoShape">
              <a:avLst/>
            </a:prstTxWarp>
          </a:bodyPr>
          <a:lstStyle/>
          <a:p>
            <a:pPr eaLnBrk="1" hangingPunct="1">
              <a:spcBef>
                <a:spcPct val="0"/>
              </a:spcBef>
            </a:pPr>
            <a:endParaRPr lang="en-CA" altLang="en-US" sz="2400" smtClean="0"/>
          </a:p>
        </p:txBody>
      </p:sp>
    </p:spTree>
    <p:extLst>
      <p:ext uri="{BB962C8B-B14F-4D97-AF65-F5344CB8AC3E}">
        <p14:creationId xmlns:p14="http://schemas.microsoft.com/office/powerpoint/2010/main" val="23570396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FC3C0667-90C2-4D93-A90B-629F8D8A7368}" type="slidenum">
              <a:rPr lang="en-US" smtClean="0"/>
              <a:pPr fontAlgn="base">
                <a:spcBef>
                  <a:spcPct val="0"/>
                </a:spcBef>
                <a:spcAft>
                  <a:spcPct val="0"/>
                </a:spcAft>
                <a:defRPr/>
              </a:pPr>
              <a:t>19</a:t>
            </a:fld>
            <a:endParaRPr lang="en-US" smtClean="0"/>
          </a:p>
        </p:txBody>
      </p:sp>
      <p:sp>
        <p:nvSpPr>
          <p:cNvPr id="50179" name="Rectangle 2"/>
          <p:cNvSpPr>
            <a:spLocks noGrp="1" noRot="1" noChangeAspect="1" noChangeArrowheads="1" noTextEdit="1"/>
          </p:cNvSpPr>
          <p:nvPr>
            <p:ph type="sldImg"/>
          </p:nvPr>
        </p:nvSpPr>
        <p:spPr bwMode="auto">
          <a:xfrm>
            <a:off x="1144588" y="687388"/>
            <a:ext cx="4568825" cy="3425825"/>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5018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numCol="1" anchor="t" anchorCtr="0" compatLnSpc="1">
            <a:prstTxWarp prst="textNoShape">
              <a:avLst/>
            </a:prstTxWarp>
          </a:bodyPr>
          <a:lstStyle/>
          <a:p>
            <a:pPr eaLnBrk="1" hangingPunct="1">
              <a:spcBef>
                <a:spcPct val="0"/>
              </a:spcBef>
            </a:pPr>
            <a:endParaRPr lang="en-CA" altLang="en-US" sz="2400" smtClean="0"/>
          </a:p>
        </p:txBody>
      </p:sp>
    </p:spTree>
    <p:extLst>
      <p:ext uri="{BB962C8B-B14F-4D97-AF65-F5344CB8AC3E}">
        <p14:creationId xmlns:p14="http://schemas.microsoft.com/office/powerpoint/2010/main" val="19368195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181BB26F-B065-4FC1-8CFA-9C8C5D84313F}" type="slidenum">
              <a:rPr lang="en-US" smtClean="0"/>
              <a:pPr fontAlgn="base">
                <a:spcBef>
                  <a:spcPct val="0"/>
                </a:spcBef>
                <a:spcAft>
                  <a:spcPct val="0"/>
                </a:spcAft>
                <a:defRPr/>
              </a:pPr>
              <a:t>20</a:t>
            </a:fld>
            <a:endParaRPr lang="en-US" smtClean="0"/>
          </a:p>
        </p:txBody>
      </p:sp>
      <p:sp>
        <p:nvSpPr>
          <p:cNvPr id="51203" name="Rectangle 2"/>
          <p:cNvSpPr>
            <a:spLocks noGrp="1" noRot="1" noChangeAspect="1" noChangeArrowheads="1" noTextEdit="1"/>
          </p:cNvSpPr>
          <p:nvPr>
            <p:ph type="sldImg"/>
          </p:nvPr>
        </p:nvSpPr>
        <p:spPr bwMode="auto">
          <a:xfrm>
            <a:off x="1144588" y="687388"/>
            <a:ext cx="4568825" cy="3425825"/>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numCol="1" anchor="t" anchorCtr="0" compatLnSpc="1">
            <a:prstTxWarp prst="textNoShape">
              <a:avLst/>
            </a:prstTxWarp>
          </a:bodyPr>
          <a:lstStyle/>
          <a:p>
            <a:pPr eaLnBrk="1" hangingPunct="1">
              <a:spcBef>
                <a:spcPct val="0"/>
              </a:spcBef>
            </a:pPr>
            <a:endParaRPr lang="en-CA" altLang="en-US" sz="2400" smtClean="0"/>
          </a:p>
        </p:txBody>
      </p:sp>
    </p:spTree>
    <p:extLst>
      <p:ext uri="{BB962C8B-B14F-4D97-AF65-F5344CB8AC3E}">
        <p14:creationId xmlns:p14="http://schemas.microsoft.com/office/powerpoint/2010/main" val="26141099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F5607B9D-4C4F-4967-80FC-AE3894625D84}" type="slidenum">
              <a:rPr lang="en-US" smtClean="0"/>
              <a:pPr fontAlgn="base">
                <a:spcBef>
                  <a:spcPct val="0"/>
                </a:spcBef>
                <a:spcAft>
                  <a:spcPct val="0"/>
                </a:spcAft>
                <a:defRPr/>
              </a:pPr>
              <a:t>21</a:t>
            </a:fld>
            <a:endParaRPr lang="en-US" smtClean="0"/>
          </a:p>
        </p:txBody>
      </p:sp>
      <p:sp>
        <p:nvSpPr>
          <p:cNvPr id="52227" name="Rectangle 2"/>
          <p:cNvSpPr>
            <a:spLocks noGrp="1" noRot="1" noChangeAspect="1" noChangeArrowheads="1" noTextEdit="1"/>
          </p:cNvSpPr>
          <p:nvPr>
            <p:ph type="sldImg"/>
          </p:nvPr>
        </p:nvSpPr>
        <p:spPr bwMode="auto">
          <a:xfrm>
            <a:off x="1144588" y="687388"/>
            <a:ext cx="4568825" cy="3425825"/>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5222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numCol="1" anchor="t" anchorCtr="0" compatLnSpc="1">
            <a:prstTxWarp prst="textNoShape">
              <a:avLst/>
            </a:prstTxWarp>
          </a:bodyPr>
          <a:lstStyle/>
          <a:p>
            <a:pPr eaLnBrk="1" hangingPunct="1">
              <a:spcBef>
                <a:spcPct val="0"/>
              </a:spcBef>
            </a:pPr>
            <a:endParaRPr lang="en-CA" altLang="en-US" sz="2400" smtClean="0"/>
          </a:p>
        </p:txBody>
      </p:sp>
    </p:spTree>
    <p:extLst>
      <p:ext uri="{BB962C8B-B14F-4D97-AF65-F5344CB8AC3E}">
        <p14:creationId xmlns:p14="http://schemas.microsoft.com/office/powerpoint/2010/main" val="28343018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50BEFFBC-5B88-44A2-9BA8-00E0800BB445}" type="slidenum">
              <a:rPr lang="en-US" smtClean="0"/>
              <a:pPr fontAlgn="base">
                <a:spcBef>
                  <a:spcPct val="0"/>
                </a:spcBef>
                <a:spcAft>
                  <a:spcPct val="0"/>
                </a:spcAft>
                <a:defRPr/>
              </a:pPr>
              <a:t>22</a:t>
            </a:fld>
            <a:endParaRPr lang="en-US" smtClean="0"/>
          </a:p>
        </p:txBody>
      </p:sp>
      <p:sp>
        <p:nvSpPr>
          <p:cNvPr id="53251" name="Rectangle 2"/>
          <p:cNvSpPr>
            <a:spLocks noGrp="1" noRot="1" noChangeAspect="1" noChangeArrowheads="1" noTextEdit="1"/>
          </p:cNvSpPr>
          <p:nvPr>
            <p:ph type="sldImg"/>
          </p:nvPr>
        </p:nvSpPr>
        <p:spPr bwMode="auto">
          <a:xfrm>
            <a:off x="1144588" y="687388"/>
            <a:ext cx="4568825" cy="3425825"/>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5325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numCol="1" anchor="t" anchorCtr="0" compatLnSpc="1">
            <a:prstTxWarp prst="textNoShape">
              <a:avLst/>
            </a:prstTxWarp>
          </a:bodyPr>
          <a:lstStyle/>
          <a:p>
            <a:pPr eaLnBrk="1" hangingPunct="1">
              <a:spcBef>
                <a:spcPct val="0"/>
              </a:spcBef>
            </a:pPr>
            <a:endParaRPr lang="en-CA" altLang="en-US" sz="2400" smtClean="0"/>
          </a:p>
        </p:txBody>
      </p:sp>
    </p:spTree>
    <p:extLst>
      <p:ext uri="{BB962C8B-B14F-4D97-AF65-F5344CB8AC3E}">
        <p14:creationId xmlns:p14="http://schemas.microsoft.com/office/powerpoint/2010/main" val="1313562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0B20B0F2-BEBF-4160-B413-A0D40A17EAFE}" type="slidenum">
              <a:rPr lang="en-US" smtClean="0"/>
              <a:pPr fontAlgn="base">
                <a:spcBef>
                  <a:spcPct val="0"/>
                </a:spcBef>
                <a:spcAft>
                  <a:spcPct val="0"/>
                </a:spcAft>
                <a:defRPr/>
              </a:pPr>
              <a:t>23</a:t>
            </a:fld>
            <a:endParaRPr lang="en-US" smtClean="0"/>
          </a:p>
        </p:txBody>
      </p:sp>
      <p:sp>
        <p:nvSpPr>
          <p:cNvPr id="54275" name="Rectangle 2"/>
          <p:cNvSpPr>
            <a:spLocks noGrp="1" noRot="1" noChangeAspect="1" noChangeArrowheads="1" noTextEdit="1"/>
          </p:cNvSpPr>
          <p:nvPr>
            <p:ph type="sldImg"/>
          </p:nvPr>
        </p:nvSpPr>
        <p:spPr bwMode="auto">
          <a:xfrm>
            <a:off x="1144588" y="687388"/>
            <a:ext cx="4568825" cy="3425825"/>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5427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numCol="1" anchor="t" anchorCtr="0" compatLnSpc="1">
            <a:prstTxWarp prst="textNoShape">
              <a:avLst/>
            </a:prstTxWarp>
          </a:bodyPr>
          <a:lstStyle/>
          <a:p>
            <a:pPr eaLnBrk="1" hangingPunct="1">
              <a:spcBef>
                <a:spcPct val="0"/>
              </a:spcBef>
            </a:pPr>
            <a:endParaRPr lang="en-CA" altLang="en-US" sz="2400" smtClean="0"/>
          </a:p>
        </p:txBody>
      </p:sp>
    </p:spTree>
    <p:extLst>
      <p:ext uri="{BB962C8B-B14F-4D97-AF65-F5344CB8AC3E}">
        <p14:creationId xmlns:p14="http://schemas.microsoft.com/office/powerpoint/2010/main" val="16155231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1D8A34D3-66B3-4E32-B569-5FCB739404B8}" type="slidenum">
              <a:rPr lang="en-US" smtClean="0"/>
              <a:pPr fontAlgn="base">
                <a:spcBef>
                  <a:spcPct val="0"/>
                </a:spcBef>
                <a:spcAft>
                  <a:spcPct val="0"/>
                </a:spcAft>
                <a:defRPr/>
              </a:pPr>
              <a:t>24</a:t>
            </a:fld>
            <a:endParaRPr lang="en-US" smtClean="0"/>
          </a:p>
        </p:txBody>
      </p:sp>
      <p:sp>
        <p:nvSpPr>
          <p:cNvPr id="55299" name="Rectangle 2"/>
          <p:cNvSpPr>
            <a:spLocks noGrp="1" noRot="1" noChangeAspect="1" noChangeArrowheads="1" noTextEdit="1"/>
          </p:cNvSpPr>
          <p:nvPr>
            <p:ph type="sldImg"/>
          </p:nvPr>
        </p:nvSpPr>
        <p:spPr bwMode="auto">
          <a:xfrm>
            <a:off x="1144588" y="687388"/>
            <a:ext cx="4568825" cy="3425825"/>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5530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numCol="1" anchor="t" anchorCtr="0" compatLnSpc="1">
            <a:prstTxWarp prst="textNoShape">
              <a:avLst/>
            </a:prstTxWarp>
          </a:bodyPr>
          <a:lstStyle/>
          <a:p>
            <a:pPr eaLnBrk="1" hangingPunct="1">
              <a:spcBef>
                <a:spcPct val="0"/>
              </a:spcBef>
            </a:pPr>
            <a:endParaRPr lang="en-CA" altLang="en-US" sz="2400" smtClean="0"/>
          </a:p>
        </p:txBody>
      </p:sp>
    </p:spTree>
    <p:extLst>
      <p:ext uri="{BB962C8B-B14F-4D97-AF65-F5344CB8AC3E}">
        <p14:creationId xmlns:p14="http://schemas.microsoft.com/office/powerpoint/2010/main" val="25547519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F554D6F8-F972-40FC-B641-793612B200F3}" type="slidenum">
              <a:rPr lang="en-US" smtClean="0"/>
              <a:pPr fontAlgn="base">
                <a:spcBef>
                  <a:spcPct val="0"/>
                </a:spcBef>
                <a:spcAft>
                  <a:spcPct val="0"/>
                </a:spcAft>
                <a:defRPr/>
              </a:pPr>
              <a:t>25</a:t>
            </a:fld>
            <a:endParaRPr lang="en-US" smtClean="0"/>
          </a:p>
        </p:txBody>
      </p:sp>
      <p:sp>
        <p:nvSpPr>
          <p:cNvPr id="56323" name="Rectangle 2"/>
          <p:cNvSpPr>
            <a:spLocks noGrp="1" noRot="1" noChangeAspect="1" noChangeArrowheads="1" noTextEdit="1"/>
          </p:cNvSpPr>
          <p:nvPr>
            <p:ph type="sldImg"/>
          </p:nvPr>
        </p:nvSpPr>
        <p:spPr bwMode="auto">
          <a:xfrm>
            <a:off x="1144588" y="687388"/>
            <a:ext cx="4568825" cy="3425825"/>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5632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numCol="1" anchor="t" anchorCtr="0" compatLnSpc="1">
            <a:prstTxWarp prst="textNoShape">
              <a:avLst/>
            </a:prstTxWarp>
          </a:bodyPr>
          <a:lstStyle/>
          <a:p>
            <a:pPr eaLnBrk="1" hangingPunct="1">
              <a:spcBef>
                <a:spcPct val="0"/>
              </a:spcBef>
            </a:pPr>
            <a:endParaRPr lang="en-CA" altLang="en-US" sz="2400" smtClean="0"/>
          </a:p>
        </p:txBody>
      </p:sp>
    </p:spTree>
    <p:extLst>
      <p:ext uri="{BB962C8B-B14F-4D97-AF65-F5344CB8AC3E}">
        <p14:creationId xmlns:p14="http://schemas.microsoft.com/office/powerpoint/2010/main" val="36278109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2A7A1E92-4819-4BDD-8A98-A6FB158E73B6}" type="slidenum">
              <a:rPr lang="en-US" smtClean="0"/>
              <a:pPr fontAlgn="base">
                <a:spcBef>
                  <a:spcPct val="0"/>
                </a:spcBef>
                <a:spcAft>
                  <a:spcPct val="0"/>
                </a:spcAft>
                <a:defRPr/>
              </a:pPr>
              <a:t>26</a:t>
            </a:fld>
            <a:endParaRPr lang="en-US" smtClean="0"/>
          </a:p>
        </p:txBody>
      </p:sp>
      <p:sp>
        <p:nvSpPr>
          <p:cNvPr id="62467" name="Rectangle 2"/>
          <p:cNvSpPr>
            <a:spLocks noGrp="1" noRot="1" noChangeAspect="1" noChangeArrowheads="1" noTextEdit="1"/>
          </p:cNvSpPr>
          <p:nvPr>
            <p:ph type="sldImg"/>
          </p:nvPr>
        </p:nvSpPr>
        <p:spPr bwMode="auto">
          <a:xfrm>
            <a:off x="1144588" y="687388"/>
            <a:ext cx="4568825" cy="3425825"/>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6246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numCol="1" anchor="t" anchorCtr="0" compatLnSpc="1">
            <a:prstTxWarp prst="textNoShape">
              <a:avLst/>
            </a:prstTxWarp>
          </a:bodyPr>
          <a:lstStyle/>
          <a:p>
            <a:pPr eaLnBrk="1" hangingPunct="1">
              <a:spcBef>
                <a:spcPct val="0"/>
              </a:spcBef>
            </a:pPr>
            <a:endParaRPr lang="en-CA" altLang="en-US" sz="2400" smtClean="0"/>
          </a:p>
        </p:txBody>
      </p:sp>
    </p:spTree>
    <p:extLst>
      <p:ext uri="{BB962C8B-B14F-4D97-AF65-F5344CB8AC3E}">
        <p14:creationId xmlns:p14="http://schemas.microsoft.com/office/powerpoint/2010/main" val="19628974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70295713-8E70-4E26-9F27-BFA69408F8FE}" type="slidenum">
              <a:rPr lang="en-US" smtClean="0"/>
              <a:pPr>
                <a:defRPr/>
              </a:pPr>
              <a:t>27</a:t>
            </a:fld>
            <a:endParaRPr lang="en-US"/>
          </a:p>
        </p:txBody>
      </p:sp>
    </p:spTree>
    <p:extLst>
      <p:ext uri="{BB962C8B-B14F-4D97-AF65-F5344CB8AC3E}">
        <p14:creationId xmlns:p14="http://schemas.microsoft.com/office/powerpoint/2010/main" val="4829745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48E76184-FD06-483F-91BB-54F666C0819C}" type="slidenum">
              <a:rPr lang="en-US" smtClean="0"/>
              <a:pPr>
                <a:defRPr/>
              </a:pPr>
              <a:t>28</a:t>
            </a:fld>
            <a:endParaRPr lang="en-US"/>
          </a:p>
        </p:txBody>
      </p:sp>
    </p:spTree>
    <p:extLst>
      <p:ext uri="{BB962C8B-B14F-4D97-AF65-F5344CB8AC3E}">
        <p14:creationId xmlns:p14="http://schemas.microsoft.com/office/powerpoint/2010/main" val="10770636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75A9AEE3-221A-48BC-9E08-499261A7DFCB}" type="slidenum">
              <a:rPr lang="en-US" smtClean="0"/>
              <a:pPr fontAlgn="base">
                <a:spcBef>
                  <a:spcPct val="0"/>
                </a:spcBef>
                <a:spcAft>
                  <a:spcPct val="0"/>
                </a:spcAft>
                <a:defRPr/>
              </a:pPr>
              <a:t>29</a:t>
            </a:fld>
            <a:endParaRPr lang="en-US" smtClean="0"/>
          </a:p>
        </p:txBody>
      </p:sp>
      <p:sp>
        <p:nvSpPr>
          <p:cNvPr id="65539" name="Rectangle 2"/>
          <p:cNvSpPr>
            <a:spLocks noGrp="1" noRot="1" noChangeAspect="1" noChangeArrowheads="1" noTextEdit="1"/>
          </p:cNvSpPr>
          <p:nvPr>
            <p:ph type="sldImg"/>
          </p:nvPr>
        </p:nvSpPr>
        <p:spPr bwMode="auto">
          <a:xfrm>
            <a:off x="1144588" y="687388"/>
            <a:ext cx="4568825" cy="3425825"/>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6554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numCol="1" anchor="t" anchorCtr="0" compatLnSpc="1">
            <a:prstTxWarp prst="textNoShape">
              <a:avLst/>
            </a:prstTxWarp>
          </a:bodyPr>
          <a:lstStyle/>
          <a:p>
            <a:pPr eaLnBrk="1" hangingPunct="1">
              <a:spcBef>
                <a:spcPct val="0"/>
              </a:spcBef>
            </a:pPr>
            <a:endParaRPr lang="en-CA" altLang="en-US" sz="2400" smtClean="0"/>
          </a:p>
        </p:txBody>
      </p:sp>
    </p:spTree>
    <p:extLst>
      <p:ext uri="{BB962C8B-B14F-4D97-AF65-F5344CB8AC3E}">
        <p14:creationId xmlns:p14="http://schemas.microsoft.com/office/powerpoint/2010/main" val="41997200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4" name="Group 2"/>
          <p:cNvGrpSpPr>
            <a:grpSpLocks/>
          </p:cNvGrpSpPr>
          <p:nvPr/>
        </p:nvGrpSpPr>
        <p:grpSpPr bwMode="auto">
          <a:xfrm>
            <a:off x="0" y="-19050"/>
            <a:ext cx="9144000" cy="6877050"/>
            <a:chOff x="0" y="-12"/>
            <a:chExt cx="5760" cy="4332"/>
          </a:xfrm>
        </p:grpSpPr>
        <p:sp>
          <p:nvSpPr>
            <p:cNvPr id="5" name="Rectangle 3"/>
            <p:cNvSpPr>
              <a:spLocks noChangeArrowheads="1"/>
            </p:cNvSpPr>
            <p:nvPr userDrawn="1"/>
          </p:nvSpPr>
          <p:spPr bwMode="hidden">
            <a:xfrm>
              <a:off x="1104" y="1008"/>
              <a:ext cx="4656" cy="3312"/>
            </a:xfrm>
            <a:prstGeom prst="rect">
              <a:avLst/>
            </a:prstGeom>
            <a:gradFill rotWithShape="0">
              <a:gsLst>
                <a:gs pos="0">
                  <a:schemeClr val="bg2"/>
                </a:gs>
                <a:gs pos="50000">
                  <a:schemeClr val="bg1"/>
                </a:gs>
                <a:gs pos="100000">
                  <a:schemeClr val="bg2"/>
                </a:gs>
              </a:gsLst>
              <a:lin ang="2700000" scaled="1"/>
            </a:gradFill>
            <a:ln w="9525">
              <a:noFill/>
              <a:miter lim="800000"/>
              <a:headEnd/>
              <a:tailEnd/>
            </a:ln>
            <a:effectLst/>
          </p:spPr>
          <p:txBody>
            <a:bodyPr wrap="none" anchor="ctr"/>
            <a:lstStyle/>
            <a:p>
              <a:pPr>
                <a:defRPr/>
              </a:pPr>
              <a:endParaRPr lang="en-US"/>
            </a:p>
          </p:txBody>
        </p:sp>
        <p:grpSp>
          <p:nvGrpSpPr>
            <p:cNvPr id="6" name="Group 4"/>
            <p:cNvGrpSpPr>
              <a:grpSpLocks/>
            </p:cNvGrpSpPr>
            <p:nvPr userDrawn="1"/>
          </p:nvGrpSpPr>
          <p:grpSpPr bwMode="auto">
            <a:xfrm>
              <a:off x="-1261" y="-157"/>
              <a:ext cx="7021" cy="1190"/>
              <a:chOff x="-1261" y="-154"/>
              <a:chExt cx="7021" cy="1190"/>
            </a:xfrm>
          </p:grpSpPr>
          <p:sp>
            <p:nvSpPr>
              <p:cNvPr id="8" name="Freeform 5"/>
              <p:cNvSpPr>
                <a:spLocks/>
              </p:cNvSpPr>
              <p:nvPr userDrawn="1"/>
            </p:nvSpPr>
            <p:spPr bwMode="ltGray">
              <a:xfrm>
                <a:off x="0" y="4"/>
                <a:ext cx="5760" cy="1032"/>
              </a:xfrm>
              <a:custGeom>
                <a:avLst/>
                <a:gdLst>
                  <a:gd name="T0" fmla="*/ 4848 w 4848"/>
                  <a:gd name="T1" fmla="*/ 432 h 432"/>
                  <a:gd name="T2" fmla="*/ 0 w 4848"/>
                  <a:gd name="T3" fmla="*/ 432 h 432"/>
                  <a:gd name="T4" fmla="*/ 0 w 4848"/>
                  <a:gd name="T5" fmla="*/ 0 h 432"/>
                  <a:gd name="T6" fmla="*/ 4848 w 4848"/>
                  <a:gd name="T7" fmla="*/ 0 h 432"/>
                  <a:gd name="T8" fmla="*/ 4848 w 4848"/>
                  <a:gd name="T9" fmla="*/ 432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48" h="432">
                    <a:moveTo>
                      <a:pt x="4848" y="432"/>
                    </a:moveTo>
                    <a:lnTo>
                      <a:pt x="0" y="432"/>
                    </a:lnTo>
                    <a:lnTo>
                      <a:pt x="0" y="0"/>
                    </a:lnTo>
                    <a:lnTo>
                      <a:pt x="4848" y="0"/>
                    </a:lnTo>
                    <a:lnTo>
                      <a:pt x="4848" y="432"/>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9" name="Group 6"/>
              <p:cNvGrpSpPr>
                <a:grpSpLocks/>
              </p:cNvGrpSpPr>
              <p:nvPr userDrawn="1"/>
            </p:nvGrpSpPr>
            <p:grpSpPr bwMode="auto">
              <a:xfrm>
                <a:off x="333" y="-9"/>
                <a:ext cx="5176" cy="1044"/>
                <a:chOff x="333" y="-9"/>
                <a:chExt cx="5176" cy="1044"/>
              </a:xfrm>
            </p:grpSpPr>
            <p:sp>
              <p:nvSpPr>
                <p:cNvPr id="38" name="Freeform 7"/>
                <p:cNvSpPr>
                  <a:spLocks/>
                </p:cNvSpPr>
                <p:nvPr userDrawn="1"/>
              </p:nvSpPr>
              <p:spPr bwMode="ltGray">
                <a:xfrm>
                  <a:off x="3230" y="949"/>
                  <a:ext cx="17" cy="20"/>
                </a:xfrm>
                <a:custGeom>
                  <a:avLst/>
                  <a:gdLst>
                    <a:gd name="T0" fmla="*/ 5 w 15"/>
                    <a:gd name="T1" fmla="*/ 11 h 23"/>
                    <a:gd name="T2" fmla="*/ 15 w 15"/>
                    <a:gd name="T3" fmla="*/ 5 h 23"/>
                    <a:gd name="T4" fmla="*/ 13 w 15"/>
                    <a:gd name="T5" fmla="*/ 17 h 23"/>
                    <a:gd name="T6" fmla="*/ 5 w 15"/>
                    <a:gd name="T7" fmla="*/ 1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39" name="Freeform 8"/>
                <p:cNvSpPr>
                  <a:spLocks/>
                </p:cNvSpPr>
                <p:nvPr userDrawn="1"/>
              </p:nvSpPr>
              <p:spPr bwMode="ltGray">
                <a:xfrm>
                  <a:off x="3406" y="1015"/>
                  <a:ext cx="21" cy="20"/>
                </a:xfrm>
                <a:custGeom>
                  <a:avLst/>
                  <a:gdLst>
                    <a:gd name="T0" fmla="*/ 3 w 20"/>
                    <a:gd name="T1" fmla="*/ 13 h 23"/>
                    <a:gd name="T2" fmla="*/ 11 w 20"/>
                    <a:gd name="T3" fmla="*/ 3 h 23"/>
                    <a:gd name="T4" fmla="*/ 7 w 20"/>
                    <a:gd name="T5" fmla="*/ 19 h 23"/>
                    <a:gd name="T6" fmla="*/ 3 w 20"/>
                    <a:gd name="T7" fmla="*/ 13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0" name="Freeform 9"/>
                <p:cNvSpPr>
                  <a:spLocks/>
                </p:cNvSpPr>
                <p:nvPr userDrawn="1"/>
              </p:nvSpPr>
              <p:spPr bwMode="ltGray">
                <a:xfrm>
                  <a:off x="2909" y="908"/>
                  <a:ext cx="31" cy="34"/>
                </a:xfrm>
                <a:custGeom>
                  <a:avLst/>
                  <a:gdLst>
                    <a:gd name="T0" fmla="*/ 16 w 30"/>
                    <a:gd name="T1" fmla="*/ 33 h 42"/>
                    <a:gd name="T2" fmla="*/ 8 w 30"/>
                    <a:gd name="T3" fmla="*/ 21 h 42"/>
                    <a:gd name="T4" fmla="*/ 0 w 30"/>
                    <a:gd name="T5" fmla="*/ 9 h 42"/>
                    <a:gd name="T6" fmla="*/ 16 w 30"/>
                    <a:gd name="T7" fmla="*/ 3 h 42"/>
                    <a:gd name="T8" fmla="*/ 30 w 30"/>
                    <a:gd name="T9" fmla="*/ 23 h 42"/>
                    <a:gd name="T10" fmla="*/ 28 w 30"/>
                    <a:gd name="T11" fmla="*/ 31 h 42"/>
                    <a:gd name="T12" fmla="*/ 16 w 30"/>
                    <a:gd name="T13" fmla="*/ 33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1" name="Freeform 10"/>
                <p:cNvSpPr>
                  <a:spLocks/>
                </p:cNvSpPr>
                <p:nvPr userDrawn="1"/>
              </p:nvSpPr>
              <p:spPr bwMode="ltGray">
                <a:xfrm>
                  <a:off x="2551" y="940"/>
                  <a:ext cx="25" cy="12"/>
                </a:xfrm>
                <a:custGeom>
                  <a:avLst/>
                  <a:gdLst>
                    <a:gd name="T0" fmla="*/ 15 w 25"/>
                    <a:gd name="T1" fmla="*/ 16 h 16"/>
                    <a:gd name="T2" fmla="*/ 3 w 25"/>
                    <a:gd name="T3" fmla="*/ 8 h 16"/>
                    <a:gd name="T4" fmla="*/ 15 w 25"/>
                    <a:gd name="T5" fmla="*/ 0 h 16"/>
                    <a:gd name="T6" fmla="*/ 15 w 25"/>
                    <a:gd name="T7" fmla="*/ 16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2" name="Freeform 11"/>
                <p:cNvSpPr>
                  <a:spLocks/>
                </p:cNvSpPr>
                <p:nvPr userDrawn="1"/>
              </p:nvSpPr>
              <p:spPr bwMode="ltGray">
                <a:xfrm>
                  <a:off x="2443" y="954"/>
                  <a:ext cx="65" cy="39"/>
                </a:xfrm>
                <a:custGeom>
                  <a:avLst/>
                  <a:gdLst>
                    <a:gd name="T0" fmla="*/ 14 w 65"/>
                    <a:gd name="T1" fmla="*/ 24 h 46"/>
                    <a:gd name="T2" fmla="*/ 30 w 65"/>
                    <a:gd name="T3" fmla="*/ 4 h 46"/>
                    <a:gd name="T4" fmla="*/ 42 w 65"/>
                    <a:gd name="T5" fmla="*/ 0 h 46"/>
                    <a:gd name="T6" fmla="*/ 58 w 65"/>
                    <a:gd name="T7" fmla="*/ 12 h 46"/>
                    <a:gd name="T8" fmla="*/ 32 w 65"/>
                    <a:gd name="T9" fmla="*/ 26 h 46"/>
                    <a:gd name="T10" fmla="*/ 12 w 65"/>
                    <a:gd name="T11" fmla="*/ 46 h 46"/>
                    <a:gd name="T12" fmla="*/ 8 w 65"/>
                    <a:gd name="T13" fmla="*/ 20 h 46"/>
                    <a:gd name="T14" fmla="*/ 12 w 65"/>
                    <a:gd name="T15" fmla="*/ 14 h 46"/>
                    <a:gd name="T16" fmla="*/ 14 w 65"/>
                    <a:gd name="T17" fmla="*/ 24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3" name="Freeform 12"/>
                <p:cNvSpPr>
                  <a:spLocks/>
                </p:cNvSpPr>
                <p:nvPr userDrawn="1"/>
              </p:nvSpPr>
              <p:spPr bwMode="ltGray">
                <a:xfrm>
                  <a:off x="2375" y="952"/>
                  <a:ext cx="68" cy="39"/>
                </a:xfrm>
                <a:custGeom>
                  <a:avLst/>
                  <a:gdLst>
                    <a:gd name="T0" fmla="*/ 0 w 69"/>
                    <a:gd name="T1" fmla="*/ 31 h 47"/>
                    <a:gd name="T2" fmla="*/ 18 w 69"/>
                    <a:gd name="T3" fmla="*/ 25 h 47"/>
                    <a:gd name="T4" fmla="*/ 52 w 69"/>
                    <a:gd name="T5" fmla="*/ 1 h 47"/>
                    <a:gd name="T6" fmla="*/ 64 w 69"/>
                    <a:gd name="T7" fmla="*/ 3 h 47"/>
                    <a:gd name="T8" fmla="*/ 50 w 69"/>
                    <a:gd name="T9" fmla="*/ 19 h 47"/>
                    <a:gd name="T10" fmla="*/ 28 w 69"/>
                    <a:gd name="T11" fmla="*/ 33 h 47"/>
                    <a:gd name="T12" fmla="*/ 22 w 69"/>
                    <a:gd name="T13" fmla="*/ 47 h 47"/>
                    <a:gd name="T14" fmla="*/ 16 w 69"/>
                    <a:gd name="T15" fmla="*/ 45 h 47"/>
                    <a:gd name="T16" fmla="*/ 12 w 69"/>
                    <a:gd name="T17" fmla="*/ 39 h 47"/>
                    <a:gd name="T18" fmla="*/ 0 w 69"/>
                    <a:gd name="T19" fmla="*/ 35 h 47"/>
                    <a:gd name="T20" fmla="*/ 0 w 69"/>
                    <a:gd name="T21" fmla="*/ 31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4" name="Freeform 13"/>
                <p:cNvSpPr>
                  <a:spLocks/>
                </p:cNvSpPr>
                <p:nvPr userDrawn="1"/>
              </p:nvSpPr>
              <p:spPr bwMode="ltGray">
                <a:xfrm>
                  <a:off x="2007" y="739"/>
                  <a:ext cx="354" cy="228"/>
                </a:xfrm>
                <a:custGeom>
                  <a:avLst/>
                  <a:gdLst>
                    <a:gd name="T0" fmla="*/ 10 w 355"/>
                    <a:gd name="T1" fmla="*/ 4 h 277"/>
                    <a:gd name="T2" fmla="*/ 36 w 355"/>
                    <a:gd name="T3" fmla="*/ 18 h 277"/>
                    <a:gd name="T4" fmla="*/ 46 w 355"/>
                    <a:gd name="T5" fmla="*/ 30 h 277"/>
                    <a:gd name="T6" fmla="*/ 76 w 355"/>
                    <a:gd name="T7" fmla="*/ 52 h 277"/>
                    <a:gd name="T8" fmla="*/ 92 w 355"/>
                    <a:gd name="T9" fmla="*/ 66 h 277"/>
                    <a:gd name="T10" fmla="*/ 122 w 355"/>
                    <a:gd name="T11" fmla="*/ 98 h 277"/>
                    <a:gd name="T12" fmla="*/ 136 w 355"/>
                    <a:gd name="T13" fmla="*/ 128 h 277"/>
                    <a:gd name="T14" fmla="*/ 148 w 355"/>
                    <a:gd name="T15" fmla="*/ 132 h 277"/>
                    <a:gd name="T16" fmla="*/ 154 w 355"/>
                    <a:gd name="T17" fmla="*/ 150 h 277"/>
                    <a:gd name="T18" fmla="*/ 176 w 355"/>
                    <a:gd name="T19" fmla="*/ 152 h 277"/>
                    <a:gd name="T20" fmla="*/ 170 w 355"/>
                    <a:gd name="T21" fmla="*/ 196 h 277"/>
                    <a:gd name="T22" fmla="*/ 180 w 355"/>
                    <a:gd name="T23" fmla="*/ 224 h 277"/>
                    <a:gd name="T24" fmla="*/ 198 w 355"/>
                    <a:gd name="T25" fmla="*/ 232 h 277"/>
                    <a:gd name="T26" fmla="*/ 216 w 355"/>
                    <a:gd name="T27" fmla="*/ 234 h 277"/>
                    <a:gd name="T28" fmla="*/ 236 w 355"/>
                    <a:gd name="T29" fmla="*/ 242 h 277"/>
                    <a:gd name="T30" fmla="*/ 254 w 355"/>
                    <a:gd name="T31" fmla="*/ 236 h 277"/>
                    <a:gd name="T32" fmla="*/ 272 w 355"/>
                    <a:gd name="T33" fmla="*/ 248 h 277"/>
                    <a:gd name="T34" fmla="*/ 296 w 355"/>
                    <a:gd name="T35" fmla="*/ 256 h 277"/>
                    <a:gd name="T36" fmla="*/ 314 w 355"/>
                    <a:gd name="T37" fmla="*/ 264 h 277"/>
                    <a:gd name="T38" fmla="*/ 352 w 355"/>
                    <a:gd name="T39" fmla="*/ 266 h 277"/>
                    <a:gd name="T40" fmla="*/ 342 w 355"/>
                    <a:gd name="T41" fmla="*/ 274 h 277"/>
                    <a:gd name="T42" fmla="*/ 322 w 355"/>
                    <a:gd name="T43" fmla="*/ 272 h 277"/>
                    <a:gd name="T44" fmla="*/ 300 w 355"/>
                    <a:gd name="T45" fmla="*/ 270 h 277"/>
                    <a:gd name="T46" fmla="*/ 288 w 355"/>
                    <a:gd name="T47" fmla="*/ 266 h 277"/>
                    <a:gd name="T48" fmla="*/ 252 w 355"/>
                    <a:gd name="T49" fmla="*/ 264 h 277"/>
                    <a:gd name="T50" fmla="*/ 234 w 355"/>
                    <a:gd name="T51" fmla="*/ 260 h 277"/>
                    <a:gd name="T52" fmla="*/ 172 w 355"/>
                    <a:gd name="T53" fmla="*/ 242 h 277"/>
                    <a:gd name="T54" fmla="*/ 160 w 355"/>
                    <a:gd name="T55" fmla="*/ 216 h 277"/>
                    <a:gd name="T56" fmla="*/ 126 w 355"/>
                    <a:gd name="T57" fmla="*/ 200 h 277"/>
                    <a:gd name="T58" fmla="*/ 108 w 355"/>
                    <a:gd name="T59" fmla="*/ 186 h 277"/>
                    <a:gd name="T60" fmla="*/ 94 w 355"/>
                    <a:gd name="T61" fmla="*/ 158 h 277"/>
                    <a:gd name="T62" fmla="*/ 68 w 355"/>
                    <a:gd name="T63" fmla="*/ 108 h 277"/>
                    <a:gd name="T64" fmla="*/ 64 w 355"/>
                    <a:gd name="T65" fmla="*/ 102 h 277"/>
                    <a:gd name="T66" fmla="*/ 58 w 355"/>
                    <a:gd name="T67" fmla="*/ 100 h 277"/>
                    <a:gd name="T68" fmla="*/ 54 w 355"/>
                    <a:gd name="T69" fmla="*/ 88 h 277"/>
                    <a:gd name="T70" fmla="*/ 38 w 355"/>
                    <a:gd name="T71" fmla="*/ 58 h 277"/>
                    <a:gd name="T72" fmla="*/ 20 w 355"/>
                    <a:gd name="T73" fmla="*/ 40 h 277"/>
                    <a:gd name="T74" fmla="*/ 4 w 355"/>
                    <a:gd name="T75" fmla="*/ 22 h 277"/>
                    <a:gd name="T76" fmla="*/ 10 w 355"/>
                    <a:gd name="T77" fmla="*/ 2 h 277"/>
                    <a:gd name="T78" fmla="*/ 10 w 355"/>
                    <a:gd name="T79" fmla="*/ 4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5" name="Freeform 14"/>
                <p:cNvSpPr>
                  <a:spLocks/>
                </p:cNvSpPr>
                <p:nvPr userDrawn="1"/>
              </p:nvSpPr>
              <p:spPr bwMode="ltGray">
                <a:xfrm>
                  <a:off x="2222" y="724"/>
                  <a:ext cx="157" cy="167"/>
                </a:xfrm>
                <a:custGeom>
                  <a:avLst/>
                  <a:gdLst>
                    <a:gd name="T0" fmla="*/ 54 w 156"/>
                    <a:gd name="T1" fmla="*/ 66 h 206"/>
                    <a:gd name="T2" fmla="*/ 66 w 156"/>
                    <a:gd name="T3" fmla="*/ 58 h 206"/>
                    <a:gd name="T4" fmla="*/ 68 w 156"/>
                    <a:gd name="T5" fmla="*/ 52 h 206"/>
                    <a:gd name="T6" fmla="*/ 80 w 156"/>
                    <a:gd name="T7" fmla="*/ 44 h 206"/>
                    <a:gd name="T8" fmla="*/ 106 w 156"/>
                    <a:gd name="T9" fmla="*/ 22 h 206"/>
                    <a:gd name="T10" fmla="*/ 112 w 156"/>
                    <a:gd name="T11" fmla="*/ 4 h 206"/>
                    <a:gd name="T12" fmla="*/ 124 w 156"/>
                    <a:gd name="T13" fmla="*/ 0 h 206"/>
                    <a:gd name="T14" fmla="*/ 150 w 156"/>
                    <a:gd name="T15" fmla="*/ 28 h 206"/>
                    <a:gd name="T16" fmla="*/ 146 w 156"/>
                    <a:gd name="T17" fmla="*/ 44 h 206"/>
                    <a:gd name="T18" fmla="*/ 126 w 156"/>
                    <a:gd name="T19" fmla="*/ 64 h 206"/>
                    <a:gd name="T20" fmla="*/ 132 w 156"/>
                    <a:gd name="T21" fmla="*/ 94 h 206"/>
                    <a:gd name="T22" fmla="*/ 142 w 156"/>
                    <a:gd name="T23" fmla="*/ 110 h 206"/>
                    <a:gd name="T24" fmla="*/ 146 w 156"/>
                    <a:gd name="T25" fmla="*/ 128 h 206"/>
                    <a:gd name="T26" fmla="*/ 128 w 156"/>
                    <a:gd name="T27" fmla="*/ 128 h 206"/>
                    <a:gd name="T28" fmla="*/ 116 w 156"/>
                    <a:gd name="T29" fmla="*/ 146 h 206"/>
                    <a:gd name="T30" fmla="*/ 104 w 156"/>
                    <a:gd name="T31" fmla="*/ 156 h 206"/>
                    <a:gd name="T32" fmla="*/ 100 w 156"/>
                    <a:gd name="T33" fmla="*/ 198 h 206"/>
                    <a:gd name="T34" fmla="*/ 88 w 156"/>
                    <a:gd name="T35" fmla="*/ 202 h 206"/>
                    <a:gd name="T36" fmla="*/ 82 w 156"/>
                    <a:gd name="T37" fmla="*/ 206 h 206"/>
                    <a:gd name="T38" fmla="*/ 76 w 156"/>
                    <a:gd name="T39" fmla="*/ 202 h 206"/>
                    <a:gd name="T40" fmla="*/ 72 w 156"/>
                    <a:gd name="T41" fmla="*/ 190 h 206"/>
                    <a:gd name="T42" fmla="*/ 60 w 156"/>
                    <a:gd name="T43" fmla="*/ 186 h 206"/>
                    <a:gd name="T44" fmla="*/ 42 w 156"/>
                    <a:gd name="T45" fmla="*/ 194 h 206"/>
                    <a:gd name="T46" fmla="*/ 28 w 156"/>
                    <a:gd name="T47" fmla="*/ 186 h 206"/>
                    <a:gd name="T48" fmla="*/ 10 w 156"/>
                    <a:gd name="T49" fmla="*/ 148 h 206"/>
                    <a:gd name="T50" fmla="*/ 4 w 156"/>
                    <a:gd name="T51" fmla="*/ 130 h 206"/>
                    <a:gd name="T52" fmla="*/ 0 w 156"/>
                    <a:gd name="T53" fmla="*/ 118 h 206"/>
                    <a:gd name="T54" fmla="*/ 20 w 156"/>
                    <a:gd name="T55" fmla="*/ 96 h 206"/>
                    <a:gd name="T56" fmla="*/ 32 w 156"/>
                    <a:gd name="T57" fmla="*/ 104 h 206"/>
                    <a:gd name="T58" fmla="*/ 34 w 156"/>
                    <a:gd name="T59" fmla="*/ 80 h 206"/>
                    <a:gd name="T60" fmla="*/ 52 w 156"/>
                    <a:gd name="T61" fmla="*/ 70 h 206"/>
                    <a:gd name="T62" fmla="*/ 54 w 156"/>
                    <a:gd name="T63" fmla="*/ 66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6" name="Freeform 15"/>
                <p:cNvSpPr>
                  <a:spLocks/>
                </p:cNvSpPr>
                <p:nvPr userDrawn="1"/>
              </p:nvSpPr>
              <p:spPr bwMode="ltGray">
                <a:xfrm>
                  <a:off x="2375" y="800"/>
                  <a:ext cx="110" cy="32"/>
                </a:xfrm>
                <a:custGeom>
                  <a:avLst/>
                  <a:gdLst>
                    <a:gd name="T0" fmla="*/ 4 w 109"/>
                    <a:gd name="T1" fmla="*/ 32 h 38"/>
                    <a:gd name="T2" fmla="*/ 18 w 109"/>
                    <a:gd name="T3" fmla="*/ 10 h 38"/>
                    <a:gd name="T4" fmla="*/ 46 w 109"/>
                    <a:gd name="T5" fmla="*/ 20 h 38"/>
                    <a:gd name="T6" fmla="*/ 72 w 109"/>
                    <a:gd name="T7" fmla="*/ 14 h 38"/>
                    <a:gd name="T8" fmla="*/ 90 w 109"/>
                    <a:gd name="T9" fmla="*/ 0 h 38"/>
                    <a:gd name="T10" fmla="*/ 76 w 109"/>
                    <a:gd name="T11" fmla="*/ 26 h 38"/>
                    <a:gd name="T12" fmla="*/ 60 w 109"/>
                    <a:gd name="T13" fmla="*/ 38 h 38"/>
                    <a:gd name="T14" fmla="*/ 42 w 109"/>
                    <a:gd name="T15" fmla="*/ 32 h 38"/>
                    <a:gd name="T16" fmla="*/ 14 w 109"/>
                    <a:gd name="T17" fmla="*/ 30 h 38"/>
                    <a:gd name="T18" fmla="*/ 4 w 109"/>
                    <a:gd name="T19" fmla="*/ 32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7" name="Freeform 16"/>
                <p:cNvSpPr>
                  <a:spLocks/>
                </p:cNvSpPr>
                <p:nvPr userDrawn="1"/>
              </p:nvSpPr>
              <p:spPr bwMode="ltGray">
                <a:xfrm>
                  <a:off x="2370" y="839"/>
                  <a:ext cx="75" cy="84"/>
                </a:xfrm>
                <a:custGeom>
                  <a:avLst/>
                  <a:gdLst>
                    <a:gd name="T0" fmla="*/ 8 w 76"/>
                    <a:gd name="T1" fmla="*/ 18 h 104"/>
                    <a:gd name="T2" fmla="*/ 18 w 76"/>
                    <a:gd name="T3" fmla="*/ 0 h 104"/>
                    <a:gd name="T4" fmla="*/ 34 w 76"/>
                    <a:gd name="T5" fmla="*/ 18 h 104"/>
                    <a:gd name="T6" fmla="*/ 62 w 76"/>
                    <a:gd name="T7" fmla="*/ 4 h 104"/>
                    <a:gd name="T8" fmla="*/ 46 w 76"/>
                    <a:gd name="T9" fmla="*/ 34 h 104"/>
                    <a:gd name="T10" fmla="*/ 54 w 76"/>
                    <a:gd name="T11" fmla="*/ 48 h 104"/>
                    <a:gd name="T12" fmla="*/ 58 w 76"/>
                    <a:gd name="T13" fmla="*/ 60 h 104"/>
                    <a:gd name="T14" fmla="*/ 46 w 76"/>
                    <a:gd name="T15" fmla="*/ 74 h 104"/>
                    <a:gd name="T16" fmla="*/ 34 w 76"/>
                    <a:gd name="T17" fmla="*/ 60 h 104"/>
                    <a:gd name="T18" fmla="*/ 22 w 76"/>
                    <a:gd name="T19" fmla="*/ 48 h 104"/>
                    <a:gd name="T20" fmla="*/ 28 w 76"/>
                    <a:gd name="T21" fmla="*/ 68 h 104"/>
                    <a:gd name="T22" fmla="*/ 30 w 76"/>
                    <a:gd name="T23" fmla="*/ 74 h 104"/>
                    <a:gd name="T24" fmla="*/ 20 w 76"/>
                    <a:gd name="T25" fmla="*/ 104 h 104"/>
                    <a:gd name="T26" fmla="*/ 12 w 76"/>
                    <a:gd name="T27" fmla="*/ 102 h 104"/>
                    <a:gd name="T28" fmla="*/ 8 w 76"/>
                    <a:gd name="T29" fmla="*/ 90 h 104"/>
                    <a:gd name="T30" fmla="*/ 0 w 76"/>
                    <a:gd name="T31" fmla="*/ 54 h 104"/>
                    <a:gd name="T32" fmla="*/ 2 w 76"/>
                    <a:gd name="T33" fmla="*/ 30 h 104"/>
                    <a:gd name="T34" fmla="*/ 8 w 76"/>
                    <a:gd name="T35" fmla="*/ 18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8" name="Freeform 17"/>
                <p:cNvSpPr>
                  <a:spLocks/>
                </p:cNvSpPr>
                <p:nvPr userDrawn="1"/>
              </p:nvSpPr>
              <p:spPr bwMode="ltGray">
                <a:xfrm>
                  <a:off x="2497" y="793"/>
                  <a:ext cx="37" cy="49"/>
                </a:xfrm>
                <a:custGeom>
                  <a:avLst/>
                  <a:gdLst>
                    <a:gd name="T0" fmla="*/ 3 w 37"/>
                    <a:gd name="T1" fmla="*/ 28 h 61"/>
                    <a:gd name="T2" fmla="*/ 13 w 37"/>
                    <a:gd name="T3" fmla="*/ 0 h 61"/>
                    <a:gd name="T4" fmla="*/ 15 w 37"/>
                    <a:gd name="T5" fmla="*/ 28 h 61"/>
                    <a:gd name="T6" fmla="*/ 37 w 37"/>
                    <a:gd name="T7" fmla="*/ 38 h 61"/>
                    <a:gd name="T8" fmla="*/ 19 w 37"/>
                    <a:gd name="T9" fmla="*/ 44 h 61"/>
                    <a:gd name="T10" fmla="*/ 5 w 37"/>
                    <a:gd name="T11" fmla="*/ 58 h 61"/>
                    <a:gd name="T12" fmla="*/ 1 w 37"/>
                    <a:gd name="T13" fmla="*/ 34 h 61"/>
                    <a:gd name="T14" fmla="*/ 3 w 37"/>
                    <a:gd name="T15" fmla="*/ 28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9" name="Freeform 18"/>
                <p:cNvSpPr>
                  <a:spLocks/>
                </p:cNvSpPr>
                <p:nvPr userDrawn="1"/>
              </p:nvSpPr>
              <p:spPr bwMode="ltGray">
                <a:xfrm>
                  <a:off x="2506" y="869"/>
                  <a:ext cx="47" cy="24"/>
                </a:xfrm>
                <a:custGeom>
                  <a:avLst/>
                  <a:gdLst>
                    <a:gd name="T0" fmla="*/ 7 w 49"/>
                    <a:gd name="T1" fmla="*/ 0 h 29"/>
                    <a:gd name="T2" fmla="*/ 29 w 49"/>
                    <a:gd name="T3" fmla="*/ 0 h 29"/>
                    <a:gd name="T4" fmla="*/ 49 w 49"/>
                    <a:gd name="T5" fmla="*/ 16 h 29"/>
                    <a:gd name="T6" fmla="*/ 35 w 49"/>
                    <a:gd name="T7" fmla="*/ 14 h 29"/>
                    <a:gd name="T8" fmla="*/ 3 w 49"/>
                    <a:gd name="T9" fmla="*/ 16 h 29"/>
                    <a:gd name="T10" fmla="*/ 7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0" name="Freeform 19"/>
                <p:cNvSpPr>
                  <a:spLocks/>
                </p:cNvSpPr>
                <p:nvPr userDrawn="1"/>
              </p:nvSpPr>
              <p:spPr bwMode="ltGray">
                <a:xfrm>
                  <a:off x="2555" y="832"/>
                  <a:ext cx="61" cy="42"/>
                </a:xfrm>
                <a:custGeom>
                  <a:avLst/>
                  <a:gdLst>
                    <a:gd name="T0" fmla="*/ 21 w 61"/>
                    <a:gd name="T1" fmla="*/ 38 h 48"/>
                    <a:gd name="T2" fmla="*/ 15 w 61"/>
                    <a:gd name="T3" fmla="*/ 26 h 48"/>
                    <a:gd name="T4" fmla="*/ 3 w 61"/>
                    <a:gd name="T5" fmla="*/ 22 h 48"/>
                    <a:gd name="T6" fmla="*/ 13 w 61"/>
                    <a:gd name="T7" fmla="*/ 8 h 48"/>
                    <a:gd name="T8" fmla="*/ 25 w 61"/>
                    <a:gd name="T9" fmla="*/ 0 h 48"/>
                    <a:gd name="T10" fmla="*/ 49 w 61"/>
                    <a:gd name="T11" fmla="*/ 10 h 48"/>
                    <a:gd name="T12" fmla="*/ 53 w 61"/>
                    <a:gd name="T13" fmla="*/ 20 h 48"/>
                    <a:gd name="T14" fmla="*/ 61 w 61"/>
                    <a:gd name="T15" fmla="*/ 32 h 48"/>
                    <a:gd name="T16" fmla="*/ 41 w 61"/>
                    <a:gd name="T17" fmla="*/ 38 h 48"/>
                    <a:gd name="T18" fmla="*/ 23 w 61"/>
                    <a:gd name="T19" fmla="*/ 44 h 48"/>
                    <a:gd name="T20" fmla="*/ 21 w 61"/>
                    <a:gd name="T21" fmla="*/ 38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1" name="Freeform 20"/>
                <p:cNvSpPr>
                  <a:spLocks/>
                </p:cNvSpPr>
                <p:nvPr userDrawn="1"/>
              </p:nvSpPr>
              <p:spPr bwMode="ltGray">
                <a:xfrm>
                  <a:off x="2572" y="852"/>
                  <a:ext cx="286" cy="149"/>
                </a:xfrm>
                <a:custGeom>
                  <a:avLst/>
                  <a:gdLst>
                    <a:gd name="T0" fmla="*/ 46 w 286"/>
                    <a:gd name="T1" fmla="*/ 28 h 182"/>
                    <a:gd name="T2" fmla="*/ 36 w 286"/>
                    <a:gd name="T3" fmla="*/ 14 h 182"/>
                    <a:gd name="T4" fmla="*/ 26 w 286"/>
                    <a:gd name="T5" fmla="*/ 30 h 182"/>
                    <a:gd name="T6" fmla="*/ 0 w 286"/>
                    <a:gd name="T7" fmla="*/ 24 h 182"/>
                    <a:gd name="T8" fmla="*/ 10 w 286"/>
                    <a:gd name="T9" fmla="*/ 42 h 182"/>
                    <a:gd name="T10" fmla="*/ 16 w 286"/>
                    <a:gd name="T11" fmla="*/ 62 h 182"/>
                    <a:gd name="T12" fmla="*/ 24 w 286"/>
                    <a:gd name="T13" fmla="*/ 48 h 182"/>
                    <a:gd name="T14" fmla="*/ 30 w 286"/>
                    <a:gd name="T15" fmla="*/ 44 h 182"/>
                    <a:gd name="T16" fmla="*/ 48 w 286"/>
                    <a:gd name="T17" fmla="*/ 56 h 182"/>
                    <a:gd name="T18" fmla="*/ 70 w 286"/>
                    <a:gd name="T19" fmla="*/ 62 h 182"/>
                    <a:gd name="T20" fmla="*/ 88 w 286"/>
                    <a:gd name="T21" fmla="*/ 72 h 182"/>
                    <a:gd name="T22" fmla="*/ 106 w 286"/>
                    <a:gd name="T23" fmla="*/ 102 h 182"/>
                    <a:gd name="T24" fmla="*/ 104 w 286"/>
                    <a:gd name="T25" fmla="*/ 122 h 182"/>
                    <a:gd name="T26" fmla="*/ 98 w 286"/>
                    <a:gd name="T27" fmla="*/ 134 h 182"/>
                    <a:gd name="T28" fmla="*/ 122 w 286"/>
                    <a:gd name="T29" fmla="*/ 128 h 182"/>
                    <a:gd name="T30" fmla="*/ 140 w 286"/>
                    <a:gd name="T31" fmla="*/ 140 h 182"/>
                    <a:gd name="T32" fmla="*/ 168 w 286"/>
                    <a:gd name="T33" fmla="*/ 148 h 182"/>
                    <a:gd name="T34" fmla="*/ 174 w 286"/>
                    <a:gd name="T35" fmla="*/ 146 h 182"/>
                    <a:gd name="T36" fmla="*/ 168 w 286"/>
                    <a:gd name="T37" fmla="*/ 134 h 182"/>
                    <a:gd name="T38" fmla="*/ 178 w 286"/>
                    <a:gd name="T39" fmla="*/ 136 h 182"/>
                    <a:gd name="T40" fmla="*/ 186 w 286"/>
                    <a:gd name="T41" fmla="*/ 118 h 182"/>
                    <a:gd name="T42" fmla="*/ 202 w 286"/>
                    <a:gd name="T43" fmla="*/ 122 h 182"/>
                    <a:gd name="T44" fmla="*/ 214 w 286"/>
                    <a:gd name="T45" fmla="*/ 130 h 182"/>
                    <a:gd name="T46" fmla="*/ 244 w 286"/>
                    <a:gd name="T47" fmla="*/ 168 h 182"/>
                    <a:gd name="T48" fmla="*/ 262 w 286"/>
                    <a:gd name="T49" fmla="*/ 178 h 182"/>
                    <a:gd name="T50" fmla="*/ 284 w 286"/>
                    <a:gd name="T51" fmla="*/ 170 h 182"/>
                    <a:gd name="T52" fmla="*/ 268 w 286"/>
                    <a:gd name="T53" fmla="*/ 160 h 182"/>
                    <a:gd name="T54" fmla="*/ 256 w 286"/>
                    <a:gd name="T55" fmla="*/ 138 h 182"/>
                    <a:gd name="T56" fmla="*/ 250 w 286"/>
                    <a:gd name="T57" fmla="*/ 132 h 182"/>
                    <a:gd name="T58" fmla="*/ 248 w 286"/>
                    <a:gd name="T59" fmla="*/ 122 h 182"/>
                    <a:gd name="T60" fmla="*/ 236 w 286"/>
                    <a:gd name="T61" fmla="*/ 116 h 182"/>
                    <a:gd name="T62" fmla="*/ 240 w 286"/>
                    <a:gd name="T63" fmla="*/ 96 h 182"/>
                    <a:gd name="T64" fmla="*/ 220 w 286"/>
                    <a:gd name="T65" fmla="*/ 86 h 182"/>
                    <a:gd name="T66" fmla="*/ 210 w 286"/>
                    <a:gd name="T67" fmla="*/ 70 h 182"/>
                    <a:gd name="T68" fmla="*/ 190 w 286"/>
                    <a:gd name="T69" fmla="*/ 54 h 182"/>
                    <a:gd name="T70" fmla="*/ 168 w 286"/>
                    <a:gd name="T71" fmla="*/ 38 h 182"/>
                    <a:gd name="T72" fmla="*/ 156 w 286"/>
                    <a:gd name="T73" fmla="*/ 34 h 182"/>
                    <a:gd name="T74" fmla="*/ 120 w 286"/>
                    <a:gd name="T75" fmla="*/ 16 h 182"/>
                    <a:gd name="T76" fmla="*/ 102 w 286"/>
                    <a:gd name="T77" fmla="*/ 4 h 182"/>
                    <a:gd name="T78" fmla="*/ 96 w 286"/>
                    <a:gd name="T79" fmla="*/ 0 h 182"/>
                    <a:gd name="T80" fmla="*/ 70 w 286"/>
                    <a:gd name="T81" fmla="*/ 10 h 182"/>
                    <a:gd name="T82" fmla="*/ 56 w 286"/>
                    <a:gd name="T83" fmla="*/ 32 h 182"/>
                    <a:gd name="T84" fmla="*/ 46 w 286"/>
                    <a:gd name="T85" fmla="*/ 28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2" name="Freeform 21"/>
                <p:cNvSpPr>
                  <a:spLocks/>
                </p:cNvSpPr>
                <p:nvPr userDrawn="1"/>
              </p:nvSpPr>
              <p:spPr bwMode="ltGray">
                <a:xfrm>
                  <a:off x="2820" y="866"/>
                  <a:ext cx="78" cy="64"/>
                </a:xfrm>
                <a:custGeom>
                  <a:avLst/>
                  <a:gdLst>
                    <a:gd name="T0" fmla="*/ 1 w 78"/>
                    <a:gd name="T1" fmla="*/ 58 h 78"/>
                    <a:gd name="T2" fmla="*/ 27 w 78"/>
                    <a:gd name="T3" fmla="*/ 60 h 78"/>
                    <a:gd name="T4" fmla="*/ 45 w 78"/>
                    <a:gd name="T5" fmla="*/ 48 h 78"/>
                    <a:gd name="T6" fmla="*/ 57 w 78"/>
                    <a:gd name="T7" fmla="*/ 30 h 78"/>
                    <a:gd name="T8" fmla="*/ 43 w 78"/>
                    <a:gd name="T9" fmla="*/ 14 h 78"/>
                    <a:gd name="T10" fmla="*/ 43 w 78"/>
                    <a:gd name="T11" fmla="*/ 4 h 78"/>
                    <a:gd name="T12" fmla="*/ 71 w 78"/>
                    <a:gd name="T13" fmla="*/ 26 h 78"/>
                    <a:gd name="T14" fmla="*/ 67 w 78"/>
                    <a:gd name="T15" fmla="*/ 54 h 78"/>
                    <a:gd name="T16" fmla="*/ 33 w 78"/>
                    <a:gd name="T17" fmla="*/ 78 h 78"/>
                    <a:gd name="T18" fmla="*/ 9 w 78"/>
                    <a:gd name="T19" fmla="*/ 66 h 78"/>
                    <a:gd name="T20" fmla="*/ 3 w 78"/>
                    <a:gd name="T21" fmla="*/ 62 h 78"/>
                    <a:gd name="T22" fmla="*/ 1 w 78"/>
                    <a:gd name="T23" fmla="*/ 58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3" name="Freeform 22"/>
                <p:cNvSpPr>
                  <a:spLocks/>
                </p:cNvSpPr>
                <p:nvPr userDrawn="1"/>
              </p:nvSpPr>
              <p:spPr bwMode="ltGray">
                <a:xfrm>
                  <a:off x="2984" y="732"/>
                  <a:ext cx="19" cy="14"/>
                </a:xfrm>
                <a:custGeom>
                  <a:avLst/>
                  <a:gdLst>
                    <a:gd name="T0" fmla="*/ 3 w 17"/>
                    <a:gd name="T1" fmla="*/ 4 h 18"/>
                    <a:gd name="T2" fmla="*/ 3 w 17"/>
                    <a:gd name="T3" fmla="*/ 14 h 18"/>
                    <a:gd name="T4" fmla="*/ 3 w 17"/>
                    <a:gd name="T5" fmla="*/ 4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4" name="Freeform 23"/>
                <p:cNvSpPr>
                  <a:spLocks/>
                </p:cNvSpPr>
                <p:nvPr userDrawn="1"/>
              </p:nvSpPr>
              <p:spPr bwMode="ltGray">
                <a:xfrm>
                  <a:off x="3083" y="830"/>
                  <a:ext cx="26" cy="19"/>
                </a:xfrm>
                <a:custGeom>
                  <a:avLst/>
                  <a:gdLst>
                    <a:gd name="T0" fmla="*/ 8 w 26"/>
                    <a:gd name="T1" fmla="*/ 14 h 22"/>
                    <a:gd name="T2" fmla="*/ 14 w 26"/>
                    <a:gd name="T3" fmla="*/ 0 h 22"/>
                    <a:gd name="T4" fmla="*/ 14 w 26"/>
                    <a:gd name="T5" fmla="*/ 22 h 22"/>
                    <a:gd name="T6" fmla="*/ 8 w 26"/>
                    <a:gd name="T7" fmla="*/ 14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5" name="Freeform 24"/>
                <p:cNvSpPr>
                  <a:spLocks/>
                </p:cNvSpPr>
                <p:nvPr userDrawn="1"/>
              </p:nvSpPr>
              <p:spPr bwMode="ltGray">
                <a:xfrm>
                  <a:off x="2766" y="610"/>
                  <a:ext cx="19" cy="12"/>
                </a:xfrm>
                <a:custGeom>
                  <a:avLst/>
                  <a:gdLst>
                    <a:gd name="T0" fmla="*/ 7 w 20"/>
                    <a:gd name="T1" fmla="*/ 12 h 15"/>
                    <a:gd name="T2" fmla="*/ 17 w 20"/>
                    <a:gd name="T3" fmla="*/ 2 h 15"/>
                    <a:gd name="T4" fmla="*/ 9 w 20"/>
                    <a:gd name="T5" fmla="*/ 12 h 15"/>
                    <a:gd name="T6" fmla="*/ 7 w 20"/>
                    <a:gd name="T7" fmla="*/ 1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6" name="Freeform 25"/>
                <p:cNvSpPr>
                  <a:spLocks/>
                </p:cNvSpPr>
                <p:nvPr userDrawn="1"/>
              </p:nvSpPr>
              <p:spPr bwMode="ltGray">
                <a:xfrm>
                  <a:off x="2600" y="712"/>
                  <a:ext cx="19" cy="12"/>
                </a:xfrm>
                <a:custGeom>
                  <a:avLst/>
                  <a:gdLst>
                    <a:gd name="T0" fmla="*/ 7 w 20"/>
                    <a:gd name="T1" fmla="*/ 12 h 15"/>
                    <a:gd name="T2" fmla="*/ 15 w 20"/>
                    <a:gd name="T3" fmla="*/ 2 h 15"/>
                    <a:gd name="T4" fmla="*/ 15 w 20"/>
                    <a:gd name="T5" fmla="*/ 14 h 15"/>
                    <a:gd name="T6" fmla="*/ 7 w 20"/>
                    <a:gd name="T7" fmla="*/ 1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7" name="Freeform 26"/>
                <p:cNvSpPr>
                  <a:spLocks/>
                </p:cNvSpPr>
                <p:nvPr userDrawn="1"/>
              </p:nvSpPr>
              <p:spPr bwMode="ltGray">
                <a:xfrm>
                  <a:off x="2417" y="680"/>
                  <a:ext cx="80" cy="66"/>
                </a:xfrm>
                <a:custGeom>
                  <a:avLst/>
                  <a:gdLst>
                    <a:gd name="T0" fmla="*/ 0 w 80"/>
                    <a:gd name="T1" fmla="*/ 50 h 80"/>
                    <a:gd name="T2" fmla="*/ 14 w 80"/>
                    <a:gd name="T3" fmla="*/ 24 h 80"/>
                    <a:gd name="T4" fmla="*/ 26 w 80"/>
                    <a:gd name="T5" fmla="*/ 20 h 80"/>
                    <a:gd name="T6" fmla="*/ 48 w 80"/>
                    <a:gd name="T7" fmla="*/ 18 h 80"/>
                    <a:gd name="T8" fmla="*/ 58 w 80"/>
                    <a:gd name="T9" fmla="*/ 0 h 80"/>
                    <a:gd name="T10" fmla="*/ 80 w 80"/>
                    <a:gd name="T11" fmla="*/ 40 h 80"/>
                    <a:gd name="T12" fmla="*/ 70 w 80"/>
                    <a:gd name="T13" fmla="*/ 56 h 80"/>
                    <a:gd name="T14" fmla="*/ 54 w 80"/>
                    <a:gd name="T15" fmla="*/ 62 h 80"/>
                    <a:gd name="T16" fmla="*/ 48 w 80"/>
                    <a:gd name="T17" fmla="*/ 80 h 80"/>
                    <a:gd name="T18" fmla="*/ 32 w 80"/>
                    <a:gd name="T19" fmla="*/ 68 h 80"/>
                    <a:gd name="T20" fmla="*/ 38 w 80"/>
                    <a:gd name="T21" fmla="*/ 52 h 80"/>
                    <a:gd name="T22" fmla="*/ 30 w 80"/>
                    <a:gd name="T23" fmla="*/ 28 h 80"/>
                    <a:gd name="T24" fmla="*/ 20 w 80"/>
                    <a:gd name="T25" fmla="*/ 48 h 80"/>
                    <a:gd name="T26" fmla="*/ 8 w 80"/>
                    <a:gd name="T27" fmla="*/ 56 h 80"/>
                    <a:gd name="T28" fmla="*/ 0 w 80"/>
                    <a:gd name="T29" fmla="*/ 5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8" name="Freeform 27"/>
                <p:cNvSpPr>
                  <a:spLocks/>
                </p:cNvSpPr>
                <p:nvPr userDrawn="1"/>
              </p:nvSpPr>
              <p:spPr bwMode="ltGray">
                <a:xfrm>
                  <a:off x="2391" y="541"/>
                  <a:ext cx="94" cy="142"/>
                </a:xfrm>
                <a:custGeom>
                  <a:avLst/>
                  <a:gdLst>
                    <a:gd name="T0" fmla="*/ 14 w 94"/>
                    <a:gd name="T1" fmla="*/ 96 h 174"/>
                    <a:gd name="T2" fmla="*/ 26 w 94"/>
                    <a:gd name="T3" fmla="*/ 128 h 174"/>
                    <a:gd name="T4" fmla="*/ 32 w 94"/>
                    <a:gd name="T5" fmla="*/ 108 h 174"/>
                    <a:gd name="T6" fmla="*/ 52 w 94"/>
                    <a:gd name="T7" fmla="*/ 100 h 174"/>
                    <a:gd name="T8" fmla="*/ 46 w 94"/>
                    <a:gd name="T9" fmla="*/ 124 h 174"/>
                    <a:gd name="T10" fmla="*/ 66 w 94"/>
                    <a:gd name="T11" fmla="*/ 126 h 174"/>
                    <a:gd name="T12" fmla="*/ 76 w 94"/>
                    <a:gd name="T13" fmla="*/ 142 h 174"/>
                    <a:gd name="T14" fmla="*/ 58 w 94"/>
                    <a:gd name="T15" fmla="*/ 148 h 174"/>
                    <a:gd name="T16" fmla="*/ 74 w 94"/>
                    <a:gd name="T17" fmla="*/ 174 h 174"/>
                    <a:gd name="T18" fmla="*/ 84 w 94"/>
                    <a:gd name="T19" fmla="*/ 154 h 174"/>
                    <a:gd name="T20" fmla="*/ 82 w 94"/>
                    <a:gd name="T21" fmla="*/ 112 h 174"/>
                    <a:gd name="T22" fmla="*/ 60 w 94"/>
                    <a:gd name="T23" fmla="*/ 106 h 174"/>
                    <a:gd name="T24" fmla="*/ 50 w 94"/>
                    <a:gd name="T25" fmla="*/ 82 h 174"/>
                    <a:gd name="T26" fmla="*/ 34 w 94"/>
                    <a:gd name="T27" fmla="*/ 82 h 174"/>
                    <a:gd name="T28" fmla="*/ 30 w 94"/>
                    <a:gd name="T29" fmla="*/ 70 h 174"/>
                    <a:gd name="T30" fmla="*/ 42 w 94"/>
                    <a:gd name="T31" fmla="*/ 42 h 174"/>
                    <a:gd name="T32" fmla="*/ 30 w 94"/>
                    <a:gd name="T33" fmla="*/ 0 h 174"/>
                    <a:gd name="T34" fmla="*/ 18 w 94"/>
                    <a:gd name="T35" fmla="*/ 22 h 174"/>
                    <a:gd name="T36" fmla="*/ 4 w 94"/>
                    <a:gd name="T37" fmla="*/ 46 h 174"/>
                    <a:gd name="T38" fmla="*/ 14 w 94"/>
                    <a:gd name="T39" fmla="*/ 76 h 174"/>
                    <a:gd name="T40" fmla="*/ 14 w 94"/>
                    <a:gd name="T41" fmla="*/ 96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9" name="Freeform 28"/>
                <p:cNvSpPr>
                  <a:spLocks/>
                </p:cNvSpPr>
                <p:nvPr userDrawn="1"/>
              </p:nvSpPr>
              <p:spPr bwMode="ltGray">
                <a:xfrm>
                  <a:off x="2415" y="644"/>
                  <a:ext cx="32" cy="41"/>
                </a:xfrm>
                <a:custGeom>
                  <a:avLst/>
                  <a:gdLst>
                    <a:gd name="T0" fmla="*/ 6 w 32"/>
                    <a:gd name="T1" fmla="*/ 24 h 50"/>
                    <a:gd name="T2" fmla="*/ 12 w 32"/>
                    <a:gd name="T3" fmla="*/ 0 h 50"/>
                    <a:gd name="T4" fmla="*/ 20 w 32"/>
                    <a:gd name="T5" fmla="*/ 16 h 50"/>
                    <a:gd name="T6" fmla="*/ 22 w 32"/>
                    <a:gd name="T7" fmla="*/ 24 h 50"/>
                    <a:gd name="T8" fmla="*/ 28 w 32"/>
                    <a:gd name="T9" fmla="*/ 26 h 50"/>
                    <a:gd name="T10" fmla="*/ 32 w 32"/>
                    <a:gd name="T11" fmla="*/ 38 h 50"/>
                    <a:gd name="T12" fmla="*/ 18 w 32"/>
                    <a:gd name="T13" fmla="*/ 50 h 50"/>
                    <a:gd name="T14" fmla="*/ 6 w 32"/>
                    <a:gd name="T15" fmla="*/ 24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0" name="Freeform 29"/>
                <p:cNvSpPr>
                  <a:spLocks/>
                </p:cNvSpPr>
                <p:nvPr userDrawn="1"/>
              </p:nvSpPr>
              <p:spPr bwMode="ltGray">
                <a:xfrm>
                  <a:off x="2349" y="654"/>
                  <a:ext cx="45" cy="41"/>
                </a:xfrm>
                <a:custGeom>
                  <a:avLst/>
                  <a:gdLst>
                    <a:gd name="T0" fmla="*/ 0 w 43"/>
                    <a:gd name="T1" fmla="*/ 44 h 50"/>
                    <a:gd name="T2" fmla="*/ 22 w 43"/>
                    <a:gd name="T3" fmla="*/ 20 h 50"/>
                    <a:gd name="T4" fmla="*/ 36 w 43"/>
                    <a:gd name="T5" fmla="*/ 0 h 50"/>
                    <a:gd name="T6" fmla="*/ 24 w 43"/>
                    <a:gd name="T7" fmla="*/ 28 h 50"/>
                    <a:gd name="T8" fmla="*/ 2 w 43"/>
                    <a:gd name="T9" fmla="*/ 50 h 50"/>
                    <a:gd name="T10" fmla="*/ 0 w 43"/>
                    <a:gd name="T11" fmla="*/ 44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1" name="Freeform 30"/>
                <p:cNvSpPr>
                  <a:spLocks/>
                </p:cNvSpPr>
                <p:nvPr userDrawn="1"/>
              </p:nvSpPr>
              <p:spPr bwMode="ltGray">
                <a:xfrm>
                  <a:off x="4808" y="597"/>
                  <a:ext cx="701" cy="438"/>
                </a:xfrm>
                <a:custGeom>
                  <a:avLst/>
                  <a:gdLst>
                    <a:gd name="T0" fmla="*/ 21 w 471"/>
                    <a:gd name="T1" fmla="*/ 280 h 281"/>
                    <a:gd name="T2" fmla="*/ 24 w 471"/>
                    <a:gd name="T3" fmla="*/ 250 h 281"/>
                    <a:gd name="T4" fmla="*/ 22 w 471"/>
                    <a:gd name="T5" fmla="*/ 245 h 281"/>
                    <a:gd name="T6" fmla="*/ 16 w 471"/>
                    <a:gd name="T7" fmla="*/ 218 h 281"/>
                    <a:gd name="T8" fmla="*/ 4 w 471"/>
                    <a:gd name="T9" fmla="*/ 215 h 281"/>
                    <a:gd name="T10" fmla="*/ 0 w 471"/>
                    <a:gd name="T11" fmla="*/ 191 h 281"/>
                    <a:gd name="T12" fmla="*/ 12 w 471"/>
                    <a:gd name="T13" fmla="*/ 180 h 281"/>
                    <a:gd name="T14" fmla="*/ 6 w 471"/>
                    <a:gd name="T15" fmla="*/ 165 h 281"/>
                    <a:gd name="T16" fmla="*/ 2 w 471"/>
                    <a:gd name="T17" fmla="*/ 160 h 281"/>
                    <a:gd name="T18" fmla="*/ 28 w 471"/>
                    <a:gd name="T19" fmla="*/ 120 h 281"/>
                    <a:gd name="T20" fmla="*/ 44 w 471"/>
                    <a:gd name="T21" fmla="*/ 96 h 281"/>
                    <a:gd name="T22" fmla="*/ 42 w 471"/>
                    <a:gd name="T23" fmla="*/ 70 h 281"/>
                    <a:gd name="T24" fmla="*/ 24 w 471"/>
                    <a:gd name="T25" fmla="*/ 43 h 281"/>
                    <a:gd name="T26" fmla="*/ 20 w 471"/>
                    <a:gd name="T27" fmla="*/ 32 h 281"/>
                    <a:gd name="T28" fmla="*/ 26 w 471"/>
                    <a:gd name="T29" fmla="*/ 36 h 281"/>
                    <a:gd name="T30" fmla="*/ 48 w 471"/>
                    <a:gd name="T31" fmla="*/ 35 h 281"/>
                    <a:gd name="T32" fmla="*/ 64 w 471"/>
                    <a:gd name="T33" fmla="*/ 11 h 281"/>
                    <a:gd name="T34" fmla="*/ 82 w 471"/>
                    <a:gd name="T35" fmla="*/ 0 h 281"/>
                    <a:gd name="T36" fmla="*/ 88 w 471"/>
                    <a:gd name="T37" fmla="*/ 2 h 281"/>
                    <a:gd name="T38" fmla="*/ 92 w 471"/>
                    <a:gd name="T39" fmla="*/ 9 h 281"/>
                    <a:gd name="T40" fmla="*/ 98 w 471"/>
                    <a:gd name="T41" fmla="*/ 5 h 281"/>
                    <a:gd name="T42" fmla="*/ 110 w 471"/>
                    <a:gd name="T43" fmla="*/ 8 h 281"/>
                    <a:gd name="T44" fmla="*/ 116 w 471"/>
                    <a:gd name="T45" fmla="*/ 9 h 281"/>
                    <a:gd name="T46" fmla="*/ 141 w 471"/>
                    <a:gd name="T47" fmla="*/ 14 h 281"/>
                    <a:gd name="T48" fmla="*/ 155 w 471"/>
                    <a:gd name="T49" fmla="*/ 24 h 281"/>
                    <a:gd name="T50" fmla="*/ 167 w 471"/>
                    <a:gd name="T51" fmla="*/ 17 h 281"/>
                    <a:gd name="T52" fmla="*/ 173 w 471"/>
                    <a:gd name="T53" fmla="*/ 14 h 281"/>
                    <a:gd name="T54" fmla="*/ 195 w 471"/>
                    <a:gd name="T55" fmla="*/ 14 h 281"/>
                    <a:gd name="T56" fmla="*/ 211 w 471"/>
                    <a:gd name="T57" fmla="*/ 32 h 281"/>
                    <a:gd name="T58" fmla="*/ 231 w 471"/>
                    <a:gd name="T59" fmla="*/ 59 h 281"/>
                    <a:gd name="T60" fmla="*/ 245 w 471"/>
                    <a:gd name="T61" fmla="*/ 70 h 281"/>
                    <a:gd name="T62" fmla="*/ 257 w 471"/>
                    <a:gd name="T63" fmla="*/ 68 h 281"/>
                    <a:gd name="T64" fmla="*/ 270 w 471"/>
                    <a:gd name="T65" fmla="*/ 65 h 281"/>
                    <a:gd name="T66" fmla="*/ 290 w 471"/>
                    <a:gd name="T67" fmla="*/ 71 h 281"/>
                    <a:gd name="T68" fmla="*/ 300 w 471"/>
                    <a:gd name="T69" fmla="*/ 81 h 281"/>
                    <a:gd name="T70" fmla="*/ 308 w 471"/>
                    <a:gd name="T71" fmla="*/ 90 h 281"/>
                    <a:gd name="T72" fmla="*/ 318 w 471"/>
                    <a:gd name="T73" fmla="*/ 111 h 281"/>
                    <a:gd name="T74" fmla="*/ 322 w 471"/>
                    <a:gd name="T75" fmla="*/ 120 h 281"/>
                    <a:gd name="T76" fmla="*/ 324 w 471"/>
                    <a:gd name="T77" fmla="*/ 125 h 281"/>
                    <a:gd name="T78" fmla="*/ 310 w 471"/>
                    <a:gd name="T79" fmla="*/ 142 h 281"/>
                    <a:gd name="T80" fmla="*/ 322 w 471"/>
                    <a:gd name="T81" fmla="*/ 141 h 281"/>
                    <a:gd name="T82" fmla="*/ 342 w 471"/>
                    <a:gd name="T83" fmla="*/ 155 h 281"/>
                    <a:gd name="T84" fmla="*/ 364 w 471"/>
                    <a:gd name="T85" fmla="*/ 157 h 281"/>
                    <a:gd name="T86" fmla="*/ 380 w 471"/>
                    <a:gd name="T87" fmla="*/ 168 h 281"/>
                    <a:gd name="T88" fmla="*/ 382 w 471"/>
                    <a:gd name="T89" fmla="*/ 172 h 281"/>
                    <a:gd name="T90" fmla="*/ 382 w 471"/>
                    <a:gd name="T91" fmla="*/ 176 h 281"/>
                    <a:gd name="T92" fmla="*/ 394 w 471"/>
                    <a:gd name="T93" fmla="*/ 172 h 281"/>
                    <a:gd name="T94" fmla="*/ 400 w 471"/>
                    <a:gd name="T95" fmla="*/ 171 h 281"/>
                    <a:gd name="T96" fmla="*/ 439 w 471"/>
                    <a:gd name="T97" fmla="*/ 185 h 281"/>
                    <a:gd name="T98" fmla="*/ 447 w 471"/>
                    <a:gd name="T99" fmla="*/ 199 h 281"/>
                    <a:gd name="T100" fmla="*/ 465 w 471"/>
                    <a:gd name="T101" fmla="*/ 201 h 281"/>
                    <a:gd name="T102" fmla="*/ 471 w 471"/>
                    <a:gd name="T103" fmla="*/ 215 h 281"/>
                    <a:gd name="T104" fmla="*/ 451 w 471"/>
                    <a:gd name="T105" fmla="*/ 258 h 281"/>
                    <a:gd name="T106" fmla="*/ 435 w 471"/>
                    <a:gd name="T107" fmla="*/ 281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2" name="Freeform 31"/>
                <p:cNvSpPr>
                  <a:spLocks/>
                </p:cNvSpPr>
                <p:nvPr userDrawn="1"/>
              </p:nvSpPr>
              <p:spPr bwMode="ltGray">
                <a:xfrm>
                  <a:off x="3880" y="-7"/>
                  <a:ext cx="984" cy="692"/>
                </a:xfrm>
                <a:custGeom>
                  <a:avLst/>
                  <a:gdLst>
                    <a:gd name="T0" fmla="*/ 406 w 984"/>
                    <a:gd name="T1" fmla="*/ 6 h 844"/>
                    <a:gd name="T2" fmla="*/ 502 w 984"/>
                    <a:gd name="T3" fmla="*/ 34 h 844"/>
                    <a:gd name="T4" fmla="*/ 550 w 984"/>
                    <a:gd name="T5" fmla="*/ 38 h 844"/>
                    <a:gd name="T6" fmla="*/ 578 w 984"/>
                    <a:gd name="T7" fmla="*/ 130 h 844"/>
                    <a:gd name="T8" fmla="*/ 586 w 984"/>
                    <a:gd name="T9" fmla="*/ 90 h 844"/>
                    <a:gd name="T10" fmla="*/ 606 w 984"/>
                    <a:gd name="T11" fmla="*/ 70 h 844"/>
                    <a:gd name="T12" fmla="*/ 642 w 984"/>
                    <a:gd name="T13" fmla="*/ 126 h 844"/>
                    <a:gd name="T14" fmla="*/ 682 w 984"/>
                    <a:gd name="T15" fmla="*/ 98 h 844"/>
                    <a:gd name="T16" fmla="*/ 706 w 984"/>
                    <a:gd name="T17" fmla="*/ 86 h 844"/>
                    <a:gd name="T18" fmla="*/ 762 w 984"/>
                    <a:gd name="T19" fmla="*/ 2 h 844"/>
                    <a:gd name="T20" fmla="*/ 798 w 984"/>
                    <a:gd name="T21" fmla="*/ 70 h 844"/>
                    <a:gd name="T22" fmla="*/ 798 w 984"/>
                    <a:gd name="T23" fmla="*/ 130 h 844"/>
                    <a:gd name="T24" fmla="*/ 790 w 984"/>
                    <a:gd name="T25" fmla="*/ 158 h 844"/>
                    <a:gd name="T26" fmla="*/ 766 w 984"/>
                    <a:gd name="T27" fmla="*/ 162 h 844"/>
                    <a:gd name="T28" fmla="*/ 762 w 984"/>
                    <a:gd name="T29" fmla="*/ 186 h 844"/>
                    <a:gd name="T30" fmla="*/ 802 w 984"/>
                    <a:gd name="T31" fmla="*/ 226 h 844"/>
                    <a:gd name="T32" fmla="*/ 786 w 984"/>
                    <a:gd name="T33" fmla="*/ 322 h 844"/>
                    <a:gd name="T34" fmla="*/ 830 w 984"/>
                    <a:gd name="T35" fmla="*/ 414 h 844"/>
                    <a:gd name="T36" fmla="*/ 854 w 984"/>
                    <a:gd name="T37" fmla="*/ 450 h 844"/>
                    <a:gd name="T38" fmla="*/ 830 w 984"/>
                    <a:gd name="T39" fmla="*/ 450 h 844"/>
                    <a:gd name="T40" fmla="*/ 746 w 984"/>
                    <a:gd name="T41" fmla="*/ 378 h 844"/>
                    <a:gd name="T42" fmla="*/ 678 w 984"/>
                    <a:gd name="T43" fmla="*/ 402 h 844"/>
                    <a:gd name="T44" fmla="*/ 590 w 984"/>
                    <a:gd name="T45" fmla="*/ 442 h 844"/>
                    <a:gd name="T46" fmla="*/ 642 w 984"/>
                    <a:gd name="T47" fmla="*/ 578 h 844"/>
                    <a:gd name="T48" fmla="*/ 710 w 984"/>
                    <a:gd name="T49" fmla="*/ 610 h 844"/>
                    <a:gd name="T50" fmla="*/ 738 w 984"/>
                    <a:gd name="T51" fmla="*/ 550 h 844"/>
                    <a:gd name="T52" fmla="*/ 774 w 984"/>
                    <a:gd name="T53" fmla="*/ 570 h 844"/>
                    <a:gd name="T54" fmla="*/ 766 w 984"/>
                    <a:gd name="T55" fmla="*/ 630 h 844"/>
                    <a:gd name="T56" fmla="*/ 802 w 984"/>
                    <a:gd name="T57" fmla="*/ 670 h 844"/>
                    <a:gd name="T58" fmla="*/ 838 w 984"/>
                    <a:gd name="T59" fmla="*/ 658 h 844"/>
                    <a:gd name="T60" fmla="*/ 922 w 984"/>
                    <a:gd name="T61" fmla="*/ 806 h 844"/>
                    <a:gd name="T62" fmla="*/ 942 w 984"/>
                    <a:gd name="T63" fmla="*/ 826 h 844"/>
                    <a:gd name="T64" fmla="*/ 874 w 984"/>
                    <a:gd name="T65" fmla="*/ 810 h 844"/>
                    <a:gd name="T66" fmla="*/ 830 w 984"/>
                    <a:gd name="T67" fmla="*/ 758 h 844"/>
                    <a:gd name="T68" fmla="*/ 778 w 984"/>
                    <a:gd name="T69" fmla="*/ 710 h 844"/>
                    <a:gd name="T70" fmla="*/ 702 w 984"/>
                    <a:gd name="T71" fmla="*/ 662 h 844"/>
                    <a:gd name="T72" fmla="*/ 614 w 984"/>
                    <a:gd name="T73" fmla="*/ 646 h 844"/>
                    <a:gd name="T74" fmla="*/ 506 w 984"/>
                    <a:gd name="T75" fmla="*/ 594 h 844"/>
                    <a:gd name="T76" fmla="*/ 462 w 984"/>
                    <a:gd name="T77" fmla="*/ 506 h 844"/>
                    <a:gd name="T78" fmla="*/ 430 w 984"/>
                    <a:gd name="T79" fmla="*/ 462 h 844"/>
                    <a:gd name="T80" fmla="*/ 382 w 984"/>
                    <a:gd name="T81" fmla="*/ 430 h 844"/>
                    <a:gd name="T82" fmla="*/ 342 w 984"/>
                    <a:gd name="T83" fmla="*/ 370 h 844"/>
                    <a:gd name="T84" fmla="*/ 354 w 984"/>
                    <a:gd name="T85" fmla="*/ 414 h 844"/>
                    <a:gd name="T86" fmla="*/ 418 w 984"/>
                    <a:gd name="T87" fmla="*/ 494 h 844"/>
                    <a:gd name="T88" fmla="*/ 422 w 984"/>
                    <a:gd name="T89" fmla="*/ 526 h 844"/>
                    <a:gd name="T90" fmla="*/ 394 w 984"/>
                    <a:gd name="T91" fmla="*/ 498 h 844"/>
                    <a:gd name="T92" fmla="*/ 354 w 984"/>
                    <a:gd name="T93" fmla="*/ 466 h 844"/>
                    <a:gd name="T94" fmla="*/ 314 w 984"/>
                    <a:gd name="T95" fmla="*/ 402 h 844"/>
                    <a:gd name="T96" fmla="*/ 266 w 984"/>
                    <a:gd name="T97" fmla="*/ 346 h 844"/>
                    <a:gd name="T98" fmla="*/ 210 w 984"/>
                    <a:gd name="T99" fmla="*/ 314 h 844"/>
                    <a:gd name="T100" fmla="*/ 154 w 984"/>
                    <a:gd name="T101" fmla="*/ 238 h 844"/>
                    <a:gd name="T102" fmla="*/ 66 w 984"/>
                    <a:gd name="T103" fmla="*/ 66 h 844"/>
                    <a:gd name="T104" fmla="*/ 34 w 984"/>
                    <a:gd name="T105" fmla="*/ 38 h 844"/>
                    <a:gd name="T106" fmla="*/ 46 w 984"/>
                    <a:gd name="T107" fmla="*/ 22 h 844"/>
                    <a:gd name="T108" fmla="*/ 102 w 984"/>
                    <a:gd name="T109" fmla="*/ 70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3" name="Freeform 32"/>
                <p:cNvSpPr>
                  <a:spLocks/>
                </p:cNvSpPr>
                <p:nvPr userDrawn="1"/>
              </p:nvSpPr>
              <p:spPr bwMode="ltGray">
                <a:xfrm>
                  <a:off x="3577" y="490"/>
                  <a:ext cx="36" cy="39"/>
                </a:xfrm>
                <a:custGeom>
                  <a:avLst/>
                  <a:gdLst>
                    <a:gd name="T0" fmla="*/ 6 w 36"/>
                    <a:gd name="T1" fmla="*/ 28 h 48"/>
                    <a:gd name="T2" fmla="*/ 10 w 36"/>
                    <a:gd name="T3" fmla="*/ 48 h 48"/>
                    <a:gd name="T4" fmla="*/ 6 w 36"/>
                    <a:gd name="T5" fmla="*/ 28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4" name="Freeform 33"/>
                <p:cNvSpPr>
                  <a:spLocks/>
                </p:cNvSpPr>
                <p:nvPr userDrawn="1"/>
              </p:nvSpPr>
              <p:spPr bwMode="ltGray">
                <a:xfrm>
                  <a:off x="3549" y="475"/>
                  <a:ext cx="38" cy="29"/>
                </a:xfrm>
                <a:custGeom>
                  <a:avLst/>
                  <a:gdLst>
                    <a:gd name="T0" fmla="*/ 0 w 36"/>
                    <a:gd name="T1" fmla="*/ 5 h 37"/>
                    <a:gd name="T2" fmla="*/ 12 w 36"/>
                    <a:gd name="T3" fmla="*/ 1 h 37"/>
                    <a:gd name="T4" fmla="*/ 36 w 36"/>
                    <a:gd name="T5" fmla="*/ 17 h 37"/>
                    <a:gd name="T6" fmla="*/ 8 w 36"/>
                    <a:gd name="T7" fmla="*/ 17 h 37"/>
                    <a:gd name="T8" fmla="*/ 0 w 36"/>
                    <a:gd name="T9" fmla="*/ 5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5" name="Freeform 34"/>
                <p:cNvSpPr>
                  <a:spLocks/>
                </p:cNvSpPr>
                <p:nvPr userDrawn="1"/>
              </p:nvSpPr>
              <p:spPr bwMode="ltGray">
                <a:xfrm>
                  <a:off x="4686" y="394"/>
                  <a:ext cx="171" cy="81"/>
                </a:xfrm>
                <a:custGeom>
                  <a:avLst/>
                  <a:gdLst>
                    <a:gd name="T0" fmla="*/ 0 w 170"/>
                    <a:gd name="T1" fmla="*/ 49 h 96"/>
                    <a:gd name="T2" fmla="*/ 28 w 170"/>
                    <a:gd name="T3" fmla="*/ 25 h 96"/>
                    <a:gd name="T4" fmla="*/ 56 w 170"/>
                    <a:gd name="T5" fmla="*/ 21 h 96"/>
                    <a:gd name="T6" fmla="*/ 80 w 170"/>
                    <a:gd name="T7" fmla="*/ 9 h 96"/>
                    <a:gd name="T8" fmla="*/ 64 w 170"/>
                    <a:gd name="T9" fmla="*/ 25 h 96"/>
                    <a:gd name="T10" fmla="*/ 124 w 170"/>
                    <a:gd name="T11" fmla="*/ 49 h 96"/>
                    <a:gd name="T12" fmla="*/ 160 w 170"/>
                    <a:gd name="T13" fmla="*/ 65 h 96"/>
                    <a:gd name="T14" fmla="*/ 116 w 170"/>
                    <a:gd name="T15" fmla="*/ 77 h 96"/>
                    <a:gd name="T16" fmla="*/ 88 w 170"/>
                    <a:gd name="T17" fmla="*/ 57 h 96"/>
                    <a:gd name="T18" fmla="*/ 76 w 170"/>
                    <a:gd name="T19" fmla="*/ 53 h 96"/>
                    <a:gd name="T20" fmla="*/ 24 w 170"/>
                    <a:gd name="T21" fmla="*/ 41 h 96"/>
                    <a:gd name="T22" fmla="*/ 0 w 170"/>
                    <a:gd name="T23" fmla="*/ 49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6" name="Freeform 35"/>
                <p:cNvSpPr>
                  <a:spLocks/>
                </p:cNvSpPr>
                <p:nvPr userDrawn="1"/>
              </p:nvSpPr>
              <p:spPr bwMode="ltGray">
                <a:xfrm>
                  <a:off x="4867" y="460"/>
                  <a:ext cx="138" cy="37"/>
                </a:xfrm>
                <a:custGeom>
                  <a:avLst/>
                  <a:gdLst>
                    <a:gd name="T0" fmla="*/ 0 w 138"/>
                    <a:gd name="T1" fmla="*/ 0 h 44"/>
                    <a:gd name="T2" fmla="*/ 52 w 138"/>
                    <a:gd name="T3" fmla="*/ 4 h 44"/>
                    <a:gd name="T4" fmla="*/ 88 w 138"/>
                    <a:gd name="T5" fmla="*/ 24 h 44"/>
                    <a:gd name="T6" fmla="*/ 112 w 138"/>
                    <a:gd name="T7" fmla="*/ 20 h 44"/>
                    <a:gd name="T8" fmla="*/ 108 w 138"/>
                    <a:gd name="T9" fmla="*/ 44 h 44"/>
                    <a:gd name="T10" fmla="*/ 64 w 138"/>
                    <a:gd name="T11" fmla="*/ 40 h 44"/>
                    <a:gd name="T12" fmla="*/ 0 w 138"/>
                    <a:gd name="T13" fmla="*/ 36 h 44"/>
                    <a:gd name="T14" fmla="*/ 28 w 138"/>
                    <a:gd name="T15" fmla="*/ 20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7" name="Freeform 36"/>
                <p:cNvSpPr>
                  <a:spLocks/>
                </p:cNvSpPr>
                <p:nvPr userDrawn="1"/>
              </p:nvSpPr>
              <p:spPr bwMode="ltGray">
                <a:xfrm>
                  <a:off x="4794" y="480"/>
                  <a:ext cx="56" cy="34"/>
                </a:xfrm>
                <a:custGeom>
                  <a:avLst/>
                  <a:gdLst>
                    <a:gd name="T0" fmla="*/ 17 w 57"/>
                    <a:gd name="T1" fmla="*/ 25 h 42"/>
                    <a:gd name="T2" fmla="*/ 37 w 57"/>
                    <a:gd name="T3" fmla="*/ 13 h 42"/>
                    <a:gd name="T4" fmla="*/ 17 w 57"/>
                    <a:gd name="T5" fmla="*/ 25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8" name="Freeform 37"/>
                <p:cNvSpPr>
                  <a:spLocks/>
                </p:cNvSpPr>
                <p:nvPr userDrawn="1"/>
              </p:nvSpPr>
              <p:spPr bwMode="ltGray">
                <a:xfrm>
                  <a:off x="4757" y="375"/>
                  <a:ext cx="37" cy="44"/>
                </a:xfrm>
                <a:custGeom>
                  <a:avLst/>
                  <a:gdLst>
                    <a:gd name="T0" fmla="*/ 19 w 39"/>
                    <a:gd name="T1" fmla="*/ 32 h 52"/>
                    <a:gd name="T2" fmla="*/ 19 w 39"/>
                    <a:gd name="T3" fmla="*/ 0 h 52"/>
                    <a:gd name="T4" fmla="*/ 19 w 39"/>
                    <a:gd name="T5" fmla="*/ 32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9" name="Freeform 38"/>
                <p:cNvSpPr>
                  <a:spLocks/>
                </p:cNvSpPr>
                <p:nvPr userDrawn="1"/>
              </p:nvSpPr>
              <p:spPr bwMode="ltGray">
                <a:xfrm>
                  <a:off x="5054" y="507"/>
                  <a:ext cx="45" cy="66"/>
                </a:xfrm>
                <a:custGeom>
                  <a:avLst/>
                  <a:gdLst>
                    <a:gd name="T0" fmla="*/ 4 w 44"/>
                    <a:gd name="T1" fmla="*/ 9 h 80"/>
                    <a:gd name="T2" fmla="*/ 20 w 44"/>
                    <a:gd name="T3" fmla="*/ 33 h 80"/>
                    <a:gd name="T4" fmla="*/ 24 w 44"/>
                    <a:gd name="T5" fmla="*/ 49 h 80"/>
                    <a:gd name="T6" fmla="*/ 36 w 44"/>
                    <a:gd name="T7" fmla="*/ 53 h 80"/>
                    <a:gd name="T8" fmla="*/ 24 w 44"/>
                    <a:gd name="T9" fmla="*/ 73 h 80"/>
                    <a:gd name="T10" fmla="*/ 0 w 44"/>
                    <a:gd name="T11" fmla="*/ 21 h 80"/>
                    <a:gd name="T12" fmla="*/ 4 w 44"/>
                    <a:gd name="T13" fmla="*/ 9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0" name="Freeform 39"/>
                <p:cNvSpPr>
                  <a:spLocks/>
                </p:cNvSpPr>
                <p:nvPr userDrawn="1"/>
              </p:nvSpPr>
              <p:spPr bwMode="ltGray">
                <a:xfrm>
                  <a:off x="4260" y="6"/>
                  <a:ext cx="480" cy="100"/>
                </a:xfrm>
                <a:custGeom>
                  <a:avLst/>
                  <a:gdLst>
                    <a:gd name="T0" fmla="*/ 220 w 323"/>
                    <a:gd name="T1" fmla="*/ 1 h 64"/>
                    <a:gd name="T2" fmla="*/ 231 w 323"/>
                    <a:gd name="T3" fmla="*/ 8 h 64"/>
                    <a:gd name="T4" fmla="*/ 235 w 323"/>
                    <a:gd name="T5" fmla="*/ 0 h 64"/>
                    <a:gd name="T6" fmla="*/ 265 w 323"/>
                    <a:gd name="T7" fmla="*/ 0 h 64"/>
                    <a:gd name="T8" fmla="*/ 287 w 323"/>
                    <a:gd name="T9" fmla="*/ 17 h 64"/>
                    <a:gd name="T10" fmla="*/ 319 w 323"/>
                    <a:gd name="T11" fmla="*/ 10 h 64"/>
                    <a:gd name="T12" fmla="*/ 314 w 323"/>
                    <a:gd name="T13" fmla="*/ 29 h 64"/>
                    <a:gd name="T14" fmla="*/ 298 w 323"/>
                    <a:gd name="T15" fmla="*/ 46 h 64"/>
                    <a:gd name="T16" fmla="*/ 295 w 323"/>
                    <a:gd name="T17" fmla="*/ 29 h 64"/>
                    <a:gd name="T18" fmla="*/ 287 w 323"/>
                    <a:gd name="T19" fmla="*/ 31 h 64"/>
                    <a:gd name="T20" fmla="*/ 279 w 323"/>
                    <a:gd name="T21" fmla="*/ 29 h 64"/>
                    <a:gd name="T22" fmla="*/ 263 w 323"/>
                    <a:gd name="T23" fmla="*/ 21 h 64"/>
                    <a:gd name="T24" fmla="*/ 228 w 323"/>
                    <a:gd name="T25" fmla="*/ 38 h 64"/>
                    <a:gd name="T26" fmla="*/ 201 w 323"/>
                    <a:gd name="T27" fmla="*/ 44 h 64"/>
                    <a:gd name="T28" fmla="*/ 212 w 323"/>
                    <a:gd name="T29" fmla="*/ 57 h 64"/>
                    <a:gd name="T30" fmla="*/ 188 w 323"/>
                    <a:gd name="T31" fmla="*/ 63 h 64"/>
                    <a:gd name="T32" fmla="*/ 169 w 323"/>
                    <a:gd name="T33" fmla="*/ 61 h 64"/>
                    <a:gd name="T34" fmla="*/ 177 w 323"/>
                    <a:gd name="T35" fmla="*/ 57 h 64"/>
                    <a:gd name="T36" fmla="*/ 171 w 323"/>
                    <a:gd name="T37" fmla="*/ 40 h 64"/>
                    <a:gd name="T38" fmla="*/ 169 w 323"/>
                    <a:gd name="T39" fmla="*/ 31 h 64"/>
                    <a:gd name="T40" fmla="*/ 158 w 323"/>
                    <a:gd name="T41" fmla="*/ 23 h 64"/>
                    <a:gd name="T42" fmla="*/ 142 w 323"/>
                    <a:gd name="T43" fmla="*/ 27 h 64"/>
                    <a:gd name="T44" fmla="*/ 134 w 323"/>
                    <a:gd name="T45" fmla="*/ 27 h 64"/>
                    <a:gd name="T46" fmla="*/ 123 w 323"/>
                    <a:gd name="T47" fmla="*/ 25 h 64"/>
                    <a:gd name="T48" fmla="*/ 83 w 323"/>
                    <a:gd name="T49" fmla="*/ 2 h 64"/>
                    <a:gd name="T50" fmla="*/ 59 w 323"/>
                    <a:gd name="T51" fmla="*/ 14 h 64"/>
                    <a:gd name="T52" fmla="*/ 1 w 323"/>
                    <a:gd name="T53" fmla="*/ 0 h 64"/>
                    <a:gd name="T54" fmla="*/ 220 w 323"/>
                    <a:gd name="T55" fmla="*/ 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1" name="Freeform 40"/>
                <p:cNvSpPr>
                  <a:spLocks/>
                </p:cNvSpPr>
                <p:nvPr userDrawn="1"/>
              </p:nvSpPr>
              <p:spPr bwMode="ltGray">
                <a:xfrm>
                  <a:off x="3835" y="3"/>
                  <a:ext cx="446" cy="49"/>
                </a:xfrm>
                <a:custGeom>
                  <a:avLst/>
                  <a:gdLst>
                    <a:gd name="T0" fmla="*/ 105 w 300"/>
                    <a:gd name="T1" fmla="*/ 31 h 31"/>
                    <a:gd name="T2" fmla="*/ 30 w 300"/>
                    <a:gd name="T3" fmla="*/ 1 h 31"/>
                    <a:gd name="T4" fmla="*/ 285 w 300"/>
                    <a:gd name="T5" fmla="*/ 0 h 31"/>
                    <a:gd name="T6" fmla="*/ 296 w 300"/>
                    <a:gd name="T7" fmla="*/ 14 h 31"/>
                    <a:gd name="T8" fmla="*/ 264 w 300"/>
                    <a:gd name="T9" fmla="*/ 16 h 31"/>
                    <a:gd name="T10" fmla="*/ 105 w 300"/>
                    <a:gd name="T11" fmla="*/ 31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2" name="Freeform 41"/>
                <p:cNvSpPr>
                  <a:spLocks/>
                </p:cNvSpPr>
                <p:nvPr userDrawn="1"/>
              </p:nvSpPr>
              <p:spPr bwMode="ltGray">
                <a:xfrm>
                  <a:off x="2853" y="74"/>
                  <a:ext cx="42" cy="25"/>
                </a:xfrm>
                <a:custGeom>
                  <a:avLst/>
                  <a:gdLst>
                    <a:gd name="T0" fmla="*/ 0 w 41"/>
                    <a:gd name="T1" fmla="*/ 25 h 29"/>
                    <a:gd name="T2" fmla="*/ 12 w 41"/>
                    <a:gd name="T3" fmla="*/ 29 h 29"/>
                    <a:gd name="T4" fmla="*/ 0 w 41"/>
                    <a:gd name="T5" fmla="*/ 25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3" name="Freeform 42"/>
                <p:cNvSpPr>
                  <a:spLocks/>
                </p:cNvSpPr>
                <p:nvPr userDrawn="1"/>
              </p:nvSpPr>
              <p:spPr bwMode="ltGray">
                <a:xfrm>
                  <a:off x="1704" y="3"/>
                  <a:ext cx="1022" cy="372"/>
                </a:xfrm>
                <a:custGeom>
                  <a:avLst/>
                  <a:gdLst>
                    <a:gd name="T0" fmla="*/ 73 w 436"/>
                    <a:gd name="T1" fmla="*/ 1 h 152"/>
                    <a:gd name="T2" fmla="*/ 436 w 436"/>
                    <a:gd name="T3" fmla="*/ 0 h 152"/>
                    <a:gd name="T4" fmla="*/ 416 w 436"/>
                    <a:gd name="T5" fmla="*/ 54 h 152"/>
                    <a:gd name="T6" fmla="*/ 397 w 436"/>
                    <a:gd name="T7" fmla="*/ 68 h 152"/>
                    <a:gd name="T8" fmla="*/ 392 w 436"/>
                    <a:gd name="T9" fmla="*/ 70 h 152"/>
                    <a:gd name="T10" fmla="*/ 375 w 436"/>
                    <a:gd name="T11" fmla="*/ 73 h 152"/>
                    <a:gd name="T12" fmla="*/ 361 w 436"/>
                    <a:gd name="T13" fmla="*/ 88 h 152"/>
                    <a:gd name="T14" fmla="*/ 362 w 436"/>
                    <a:gd name="T15" fmla="*/ 99 h 152"/>
                    <a:gd name="T16" fmla="*/ 364 w 436"/>
                    <a:gd name="T17" fmla="*/ 107 h 152"/>
                    <a:gd name="T18" fmla="*/ 366 w 436"/>
                    <a:gd name="T19" fmla="*/ 113 h 152"/>
                    <a:gd name="T20" fmla="*/ 362 w 436"/>
                    <a:gd name="T21" fmla="*/ 122 h 152"/>
                    <a:gd name="T22" fmla="*/ 351 w 436"/>
                    <a:gd name="T23" fmla="*/ 120 h 152"/>
                    <a:gd name="T24" fmla="*/ 342 w 436"/>
                    <a:gd name="T25" fmla="*/ 129 h 152"/>
                    <a:gd name="T26" fmla="*/ 347 w 436"/>
                    <a:gd name="T27" fmla="*/ 105 h 152"/>
                    <a:gd name="T28" fmla="*/ 338 w 436"/>
                    <a:gd name="T29" fmla="*/ 100 h 152"/>
                    <a:gd name="T30" fmla="*/ 344 w 436"/>
                    <a:gd name="T31" fmla="*/ 93 h 152"/>
                    <a:gd name="T32" fmla="*/ 342 w 436"/>
                    <a:gd name="T33" fmla="*/ 89 h 152"/>
                    <a:gd name="T34" fmla="*/ 320 w 436"/>
                    <a:gd name="T35" fmla="*/ 94 h 152"/>
                    <a:gd name="T36" fmla="*/ 317 w 436"/>
                    <a:gd name="T37" fmla="*/ 85 h 152"/>
                    <a:gd name="T38" fmla="*/ 297 w 436"/>
                    <a:gd name="T39" fmla="*/ 94 h 152"/>
                    <a:gd name="T40" fmla="*/ 320 w 436"/>
                    <a:gd name="T41" fmla="*/ 103 h 152"/>
                    <a:gd name="T42" fmla="*/ 305 w 436"/>
                    <a:gd name="T43" fmla="*/ 117 h 152"/>
                    <a:gd name="T44" fmla="*/ 311 w 436"/>
                    <a:gd name="T45" fmla="*/ 126 h 152"/>
                    <a:gd name="T46" fmla="*/ 315 w 436"/>
                    <a:gd name="T47" fmla="*/ 138 h 152"/>
                    <a:gd name="T48" fmla="*/ 309 w 436"/>
                    <a:gd name="T49" fmla="*/ 139 h 152"/>
                    <a:gd name="T50" fmla="*/ 314 w 436"/>
                    <a:gd name="T51" fmla="*/ 144 h 152"/>
                    <a:gd name="T52" fmla="*/ 307 w 436"/>
                    <a:gd name="T53" fmla="*/ 152 h 152"/>
                    <a:gd name="T54" fmla="*/ 0 w 436"/>
                    <a:gd name="T55" fmla="*/ 149 h 152"/>
                    <a:gd name="T56" fmla="*/ 73 w 436"/>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4" name="Freeform 43"/>
                <p:cNvSpPr>
                  <a:spLocks/>
                </p:cNvSpPr>
                <p:nvPr userDrawn="1"/>
              </p:nvSpPr>
              <p:spPr bwMode="ltGray">
                <a:xfrm>
                  <a:off x="2729" y="-9"/>
                  <a:ext cx="47" cy="134"/>
                </a:xfrm>
                <a:custGeom>
                  <a:avLst/>
                  <a:gdLst>
                    <a:gd name="T0" fmla="*/ 5 w 47"/>
                    <a:gd name="T1" fmla="*/ 156 h 165"/>
                    <a:gd name="T2" fmla="*/ 15 w 47"/>
                    <a:gd name="T3" fmla="*/ 108 h 165"/>
                    <a:gd name="T4" fmla="*/ 17 w 47"/>
                    <a:gd name="T5" fmla="*/ 68 h 165"/>
                    <a:gd name="T6" fmla="*/ 11 w 47"/>
                    <a:gd name="T7" fmla="*/ 40 h 165"/>
                    <a:gd name="T8" fmla="*/ 17 w 47"/>
                    <a:gd name="T9" fmla="*/ 12 h 165"/>
                    <a:gd name="T10" fmla="*/ 21 w 47"/>
                    <a:gd name="T11" fmla="*/ 0 h 165"/>
                    <a:gd name="T12" fmla="*/ 31 w 47"/>
                    <a:gd name="T13" fmla="*/ 30 h 165"/>
                    <a:gd name="T14" fmla="*/ 47 w 47"/>
                    <a:gd name="T15" fmla="*/ 98 h 165"/>
                    <a:gd name="T16" fmla="*/ 31 w 47"/>
                    <a:gd name="T17" fmla="*/ 108 h 165"/>
                    <a:gd name="T18" fmla="*/ 23 w 47"/>
                    <a:gd name="T19" fmla="*/ 126 h 165"/>
                    <a:gd name="T20" fmla="*/ 21 w 47"/>
                    <a:gd name="T21" fmla="*/ 132 h 165"/>
                    <a:gd name="T22" fmla="*/ 27 w 47"/>
                    <a:gd name="T23" fmla="*/ 134 h 165"/>
                    <a:gd name="T24" fmla="*/ 31 w 47"/>
                    <a:gd name="T25" fmla="*/ 146 h 165"/>
                    <a:gd name="T26" fmla="*/ 13 w 47"/>
                    <a:gd name="T27" fmla="*/ 148 h 165"/>
                    <a:gd name="T28" fmla="*/ 7 w 47"/>
                    <a:gd name="T29" fmla="*/ 160 h 165"/>
                    <a:gd name="T30" fmla="*/ 3 w 47"/>
                    <a:gd name="T31" fmla="*/ 154 h 165"/>
                    <a:gd name="T32" fmla="*/ 5 w 47"/>
                    <a:gd name="T33" fmla="*/ 156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5" name="Freeform 44"/>
                <p:cNvSpPr>
                  <a:spLocks/>
                </p:cNvSpPr>
                <p:nvPr userDrawn="1"/>
              </p:nvSpPr>
              <p:spPr bwMode="ltGray">
                <a:xfrm>
                  <a:off x="2701" y="103"/>
                  <a:ext cx="138" cy="84"/>
                </a:xfrm>
                <a:custGeom>
                  <a:avLst/>
                  <a:gdLst>
                    <a:gd name="T0" fmla="*/ 26 w 138"/>
                    <a:gd name="T1" fmla="*/ 61 h 103"/>
                    <a:gd name="T2" fmla="*/ 30 w 138"/>
                    <a:gd name="T3" fmla="*/ 43 h 103"/>
                    <a:gd name="T4" fmla="*/ 50 w 138"/>
                    <a:gd name="T5" fmla="*/ 33 h 103"/>
                    <a:gd name="T6" fmla="*/ 54 w 138"/>
                    <a:gd name="T7" fmla="*/ 45 h 103"/>
                    <a:gd name="T8" fmla="*/ 66 w 138"/>
                    <a:gd name="T9" fmla="*/ 49 h 103"/>
                    <a:gd name="T10" fmla="*/ 80 w 138"/>
                    <a:gd name="T11" fmla="*/ 55 h 103"/>
                    <a:gd name="T12" fmla="*/ 116 w 138"/>
                    <a:gd name="T13" fmla="*/ 33 h 103"/>
                    <a:gd name="T14" fmla="*/ 130 w 138"/>
                    <a:gd name="T15" fmla="*/ 17 h 103"/>
                    <a:gd name="T16" fmla="*/ 138 w 138"/>
                    <a:gd name="T17" fmla="*/ 11 h 103"/>
                    <a:gd name="T18" fmla="*/ 106 w 138"/>
                    <a:gd name="T19" fmla="*/ 49 h 103"/>
                    <a:gd name="T20" fmla="*/ 84 w 138"/>
                    <a:gd name="T21" fmla="*/ 67 h 103"/>
                    <a:gd name="T22" fmla="*/ 66 w 138"/>
                    <a:gd name="T23" fmla="*/ 81 h 103"/>
                    <a:gd name="T24" fmla="*/ 48 w 138"/>
                    <a:gd name="T25" fmla="*/ 103 h 103"/>
                    <a:gd name="T26" fmla="*/ 26 w 138"/>
                    <a:gd name="T27" fmla="*/ 89 h 103"/>
                    <a:gd name="T28" fmla="*/ 20 w 138"/>
                    <a:gd name="T29" fmla="*/ 87 h 103"/>
                    <a:gd name="T30" fmla="*/ 22 w 138"/>
                    <a:gd name="T31" fmla="*/ 97 h 103"/>
                    <a:gd name="T32" fmla="*/ 0 w 138"/>
                    <a:gd name="T33" fmla="*/ 97 h 103"/>
                    <a:gd name="T34" fmla="*/ 10 w 138"/>
                    <a:gd name="T35" fmla="*/ 79 h 103"/>
                    <a:gd name="T36" fmla="*/ 26 w 138"/>
                    <a:gd name="T37" fmla="*/ 61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6" name="Freeform 45"/>
                <p:cNvSpPr>
                  <a:spLocks/>
                </p:cNvSpPr>
                <p:nvPr userDrawn="1"/>
              </p:nvSpPr>
              <p:spPr bwMode="ltGray">
                <a:xfrm>
                  <a:off x="2553" y="182"/>
                  <a:ext cx="187" cy="176"/>
                </a:xfrm>
                <a:custGeom>
                  <a:avLst/>
                  <a:gdLst>
                    <a:gd name="T0" fmla="*/ 158 w 188"/>
                    <a:gd name="T1" fmla="*/ 24 h 214"/>
                    <a:gd name="T2" fmla="*/ 160 w 188"/>
                    <a:gd name="T3" fmla="*/ 6 h 214"/>
                    <a:gd name="T4" fmla="*/ 170 w 188"/>
                    <a:gd name="T5" fmla="*/ 0 h 214"/>
                    <a:gd name="T6" fmla="*/ 182 w 188"/>
                    <a:gd name="T7" fmla="*/ 24 h 214"/>
                    <a:gd name="T8" fmla="*/ 188 w 188"/>
                    <a:gd name="T9" fmla="*/ 42 h 214"/>
                    <a:gd name="T10" fmla="*/ 178 w 188"/>
                    <a:gd name="T11" fmla="*/ 58 h 214"/>
                    <a:gd name="T12" fmla="*/ 170 w 188"/>
                    <a:gd name="T13" fmla="*/ 76 h 214"/>
                    <a:gd name="T14" fmla="*/ 162 w 188"/>
                    <a:gd name="T15" fmla="*/ 126 h 214"/>
                    <a:gd name="T16" fmla="*/ 144 w 188"/>
                    <a:gd name="T17" fmla="*/ 136 h 214"/>
                    <a:gd name="T18" fmla="*/ 120 w 188"/>
                    <a:gd name="T19" fmla="*/ 138 h 214"/>
                    <a:gd name="T20" fmla="*/ 112 w 188"/>
                    <a:gd name="T21" fmla="*/ 124 h 214"/>
                    <a:gd name="T22" fmla="*/ 102 w 188"/>
                    <a:gd name="T23" fmla="*/ 146 h 214"/>
                    <a:gd name="T24" fmla="*/ 90 w 188"/>
                    <a:gd name="T25" fmla="*/ 150 h 214"/>
                    <a:gd name="T26" fmla="*/ 80 w 188"/>
                    <a:gd name="T27" fmla="*/ 132 h 214"/>
                    <a:gd name="T28" fmla="*/ 58 w 188"/>
                    <a:gd name="T29" fmla="*/ 144 h 214"/>
                    <a:gd name="T30" fmla="*/ 76 w 188"/>
                    <a:gd name="T31" fmla="*/ 142 h 214"/>
                    <a:gd name="T32" fmla="*/ 78 w 188"/>
                    <a:gd name="T33" fmla="*/ 160 h 214"/>
                    <a:gd name="T34" fmla="*/ 58 w 188"/>
                    <a:gd name="T35" fmla="*/ 166 h 214"/>
                    <a:gd name="T36" fmla="*/ 34 w 188"/>
                    <a:gd name="T37" fmla="*/ 166 h 214"/>
                    <a:gd name="T38" fmla="*/ 36 w 188"/>
                    <a:gd name="T39" fmla="*/ 154 h 214"/>
                    <a:gd name="T40" fmla="*/ 46 w 188"/>
                    <a:gd name="T41" fmla="*/ 144 h 214"/>
                    <a:gd name="T42" fmla="*/ 34 w 188"/>
                    <a:gd name="T43" fmla="*/ 148 h 214"/>
                    <a:gd name="T44" fmla="*/ 26 w 188"/>
                    <a:gd name="T45" fmla="*/ 166 h 214"/>
                    <a:gd name="T46" fmla="*/ 30 w 188"/>
                    <a:gd name="T47" fmla="*/ 190 h 214"/>
                    <a:gd name="T48" fmla="*/ 14 w 188"/>
                    <a:gd name="T49" fmla="*/ 200 h 214"/>
                    <a:gd name="T50" fmla="*/ 0 w 188"/>
                    <a:gd name="T51" fmla="*/ 214 h 214"/>
                    <a:gd name="T52" fmla="*/ 8 w 188"/>
                    <a:gd name="T53" fmla="*/ 188 h 214"/>
                    <a:gd name="T54" fmla="*/ 0 w 188"/>
                    <a:gd name="T55" fmla="*/ 164 h 214"/>
                    <a:gd name="T56" fmla="*/ 14 w 188"/>
                    <a:gd name="T57" fmla="*/ 152 h 214"/>
                    <a:gd name="T58" fmla="*/ 32 w 188"/>
                    <a:gd name="T59" fmla="*/ 134 h 214"/>
                    <a:gd name="T60" fmla="*/ 44 w 188"/>
                    <a:gd name="T61" fmla="*/ 118 h 214"/>
                    <a:gd name="T62" fmla="*/ 72 w 188"/>
                    <a:gd name="T63" fmla="*/ 116 h 214"/>
                    <a:gd name="T64" fmla="*/ 84 w 188"/>
                    <a:gd name="T65" fmla="*/ 112 h 214"/>
                    <a:gd name="T66" fmla="*/ 114 w 188"/>
                    <a:gd name="T67" fmla="*/ 78 h 214"/>
                    <a:gd name="T68" fmla="*/ 120 w 188"/>
                    <a:gd name="T69" fmla="*/ 92 h 214"/>
                    <a:gd name="T70" fmla="*/ 132 w 188"/>
                    <a:gd name="T71" fmla="*/ 76 h 214"/>
                    <a:gd name="T72" fmla="*/ 150 w 188"/>
                    <a:gd name="T73" fmla="*/ 54 h 214"/>
                    <a:gd name="T74" fmla="*/ 154 w 188"/>
                    <a:gd name="T75" fmla="*/ 42 h 214"/>
                    <a:gd name="T76" fmla="*/ 148 w 188"/>
                    <a:gd name="T77" fmla="*/ 38 h 214"/>
                    <a:gd name="T78" fmla="*/ 152 w 188"/>
                    <a:gd name="T79" fmla="*/ 32 h 214"/>
                    <a:gd name="T80" fmla="*/ 158 w 188"/>
                    <a:gd name="T81" fmla="*/ 24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7" name="Freeform 46"/>
                <p:cNvSpPr>
                  <a:spLocks/>
                </p:cNvSpPr>
                <p:nvPr userDrawn="1"/>
              </p:nvSpPr>
              <p:spPr bwMode="ltGray">
                <a:xfrm>
                  <a:off x="2677" y="233"/>
                  <a:ext cx="14" cy="10"/>
                </a:xfrm>
                <a:custGeom>
                  <a:avLst/>
                  <a:gdLst>
                    <a:gd name="T0" fmla="*/ 0 w 13"/>
                    <a:gd name="T1" fmla="*/ 9 h 13"/>
                    <a:gd name="T2" fmla="*/ 4 w 13"/>
                    <a:gd name="T3" fmla="*/ 13 h 13"/>
                    <a:gd name="T4" fmla="*/ 0 w 13"/>
                    <a:gd name="T5" fmla="*/ 9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8" name="Freeform 47"/>
                <p:cNvSpPr>
                  <a:spLocks/>
                </p:cNvSpPr>
                <p:nvPr userDrawn="1"/>
              </p:nvSpPr>
              <p:spPr bwMode="ltGray">
                <a:xfrm>
                  <a:off x="1627" y="353"/>
                  <a:ext cx="813" cy="462"/>
                </a:xfrm>
                <a:custGeom>
                  <a:avLst/>
                  <a:gdLst>
                    <a:gd name="T0" fmla="*/ 812 w 812"/>
                    <a:gd name="T1" fmla="*/ 26 h 564"/>
                    <a:gd name="T2" fmla="*/ 778 w 812"/>
                    <a:gd name="T3" fmla="*/ 78 h 564"/>
                    <a:gd name="T4" fmla="*/ 748 w 812"/>
                    <a:gd name="T5" fmla="*/ 122 h 564"/>
                    <a:gd name="T6" fmla="*/ 722 w 812"/>
                    <a:gd name="T7" fmla="*/ 142 h 564"/>
                    <a:gd name="T8" fmla="*/ 634 w 812"/>
                    <a:gd name="T9" fmla="*/ 180 h 564"/>
                    <a:gd name="T10" fmla="*/ 632 w 812"/>
                    <a:gd name="T11" fmla="*/ 210 h 564"/>
                    <a:gd name="T12" fmla="*/ 604 w 812"/>
                    <a:gd name="T13" fmla="*/ 230 h 564"/>
                    <a:gd name="T14" fmla="*/ 620 w 812"/>
                    <a:gd name="T15" fmla="*/ 178 h 564"/>
                    <a:gd name="T16" fmla="*/ 576 w 812"/>
                    <a:gd name="T17" fmla="*/ 188 h 564"/>
                    <a:gd name="T18" fmla="*/ 556 w 812"/>
                    <a:gd name="T19" fmla="*/ 218 h 564"/>
                    <a:gd name="T20" fmla="*/ 596 w 812"/>
                    <a:gd name="T21" fmla="*/ 280 h 564"/>
                    <a:gd name="T22" fmla="*/ 594 w 812"/>
                    <a:gd name="T23" fmla="*/ 368 h 564"/>
                    <a:gd name="T24" fmla="*/ 542 w 812"/>
                    <a:gd name="T25" fmla="*/ 406 h 564"/>
                    <a:gd name="T26" fmla="*/ 522 w 812"/>
                    <a:gd name="T27" fmla="*/ 386 h 564"/>
                    <a:gd name="T28" fmla="*/ 482 w 812"/>
                    <a:gd name="T29" fmla="*/ 348 h 564"/>
                    <a:gd name="T30" fmla="*/ 462 w 812"/>
                    <a:gd name="T31" fmla="*/ 348 h 564"/>
                    <a:gd name="T32" fmla="*/ 450 w 812"/>
                    <a:gd name="T33" fmla="*/ 394 h 564"/>
                    <a:gd name="T34" fmla="*/ 500 w 812"/>
                    <a:gd name="T35" fmla="*/ 464 h 564"/>
                    <a:gd name="T36" fmla="*/ 510 w 812"/>
                    <a:gd name="T37" fmla="*/ 524 h 564"/>
                    <a:gd name="T38" fmla="*/ 526 w 812"/>
                    <a:gd name="T39" fmla="*/ 560 h 564"/>
                    <a:gd name="T40" fmla="*/ 492 w 812"/>
                    <a:gd name="T41" fmla="*/ 544 h 564"/>
                    <a:gd name="T42" fmla="*/ 470 w 812"/>
                    <a:gd name="T43" fmla="*/ 518 h 564"/>
                    <a:gd name="T44" fmla="*/ 422 w 812"/>
                    <a:gd name="T45" fmla="*/ 424 h 564"/>
                    <a:gd name="T46" fmla="*/ 426 w 812"/>
                    <a:gd name="T47" fmla="*/ 310 h 564"/>
                    <a:gd name="T48" fmla="*/ 422 w 812"/>
                    <a:gd name="T49" fmla="*/ 268 h 564"/>
                    <a:gd name="T50" fmla="*/ 412 w 812"/>
                    <a:gd name="T51" fmla="*/ 276 h 564"/>
                    <a:gd name="T52" fmla="*/ 386 w 812"/>
                    <a:gd name="T53" fmla="*/ 266 h 564"/>
                    <a:gd name="T54" fmla="*/ 360 w 812"/>
                    <a:gd name="T55" fmla="*/ 170 h 564"/>
                    <a:gd name="T56" fmla="*/ 330 w 812"/>
                    <a:gd name="T57" fmla="*/ 166 h 564"/>
                    <a:gd name="T58" fmla="*/ 288 w 812"/>
                    <a:gd name="T59" fmla="*/ 172 h 564"/>
                    <a:gd name="T60" fmla="*/ 242 w 812"/>
                    <a:gd name="T61" fmla="*/ 232 h 564"/>
                    <a:gd name="T62" fmla="*/ 196 w 812"/>
                    <a:gd name="T63" fmla="*/ 268 h 564"/>
                    <a:gd name="T64" fmla="*/ 184 w 812"/>
                    <a:gd name="T65" fmla="*/ 274 h 564"/>
                    <a:gd name="T66" fmla="*/ 160 w 812"/>
                    <a:gd name="T67" fmla="*/ 328 h 564"/>
                    <a:gd name="T68" fmla="*/ 152 w 812"/>
                    <a:gd name="T69" fmla="*/ 354 h 564"/>
                    <a:gd name="T70" fmla="*/ 128 w 812"/>
                    <a:gd name="T71" fmla="*/ 404 h 564"/>
                    <a:gd name="T72" fmla="*/ 94 w 812"/>
                    <a:gd name="T73" fmla="*/ 392 h 564"/>
                    <a:gd name="T74" fmla="*/ 66 w 812"/>
                    <a:gd name="T75" fmla="*/ 258 h 564"/>
                    <a:gd name="T76" fmla="*/ 72 w 812"/>
                    <a:gd name="T77" fmla="*/ 156 h 564"/>
                    <a:gd name="T78" fmla="*/ 44 w 812"/>
                    <a:gd name="T79" fmla="*/ 180 h 564"/>
                    <a:gd name="T80" fmla="*/ 20 w 812"/>
                    <a:gd name="T81" fmla="*/ 150 h 564"/>
                    <a:gd name="T82" fmla="*/ 24 w 812"/>
                    <a:gd name="T83" fmla="*/ 138 h 564"/>
                    <a:gd name="T84" fmla="*/ 0 w 812"/>
                    <a:gd name="T85" fmla="*/ 92 h 564"/>
                    <a:gd name="T86" fmla="*/ 798 w 812"/>
                    <a:gd name="T87" fmla="*/ 6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9" name="Freeform 48"/>
                <p:cNvSpPr>
                  <a:spLocks/>
                </p:cNvSpPr>
                <p:nvPr userDrawn="1"/>
              </p:nvSpPr>
              <p:spPr bwMode="ltGray">
                <a:xfrm>
                  <a:off x="1770" y="671"/>
                  <a:ext cx="45" cy="71"/>
                </a:xfrm>
                <a:custGeom>
                  <a:avLst/>
                  <a:gdLst>
                    <a:gd name="T0" fmla="*/ 7 w 43"/>
                    <a:gd name="T1" fmla="*/ 11 h 85"/>
                    <a:gd name="T2" fmla="*/ 17 w 43"/>
                    <a:gd name="T3" fmla="*/ 3 h 85"/>
                    <a:gd name="T4" fmla="*/ 37 w 43"/>
                    <a:gd name="T5" fmla="*/ 33 h 85"/>
                    <a:gd name="T6" fmla="*/ 19 w 43"/>
                    <a:gd name="T7" fmla="*/ 85 h 85"/>
                    <a:gd name="T8" fmla="*/ 1 w 43"/>
                    <a:gd name="T9" fmla="*/ 69 h 85"/>
                    <a:gd name="T10" fmla="*/ 7 w 43"/>
                    <a:gd name="T11" fmla="*/ 11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0" name="Freeform 49"/>
                <p:cNvSpPr>
                  <a:spLocks/>
                </p:cNvSpPr>
                <p:nvPr userDrawn="1"/>
              </p:nvSpPr>
              <p:spPr bwMode="ltGray">
                <a:xfrm>
                  <a:off x="2394" y="431"/>
                  <a:ext cx="42" cy="59"/>
                </a:xfrm>
                <a:custGeom>
                  <a:avLst/>
                  <a:gdLst>
                    <a:gd name="T0" fmla="*/ 13 w 44"/>
                    <a:gd name="T1" fmla="*/ 28 h 74"/>
                    <a:gd name="T2" fmla="*/ 29 w 44"/>
                    <a:gd name="T3" fmla="*/ 2 h 74"/>
                    <a:gd name="T4" fmla="*/ 43 w 44"/>
                    <a:gd name="T5" fmla="*/ 4 h 74"/>
                    <a:gd name="T6" fmla="*/ 39 w 44"/>
                    <a:gd name="T7" fmla="*/ 26 h 74"/>
                    <a:gd name="T8" fmla="*/ 13 w 44"/>
                    <a:gd name="T9" fmla="*/ 74 h 74"/>
                    <a:gd name="T10" fmla="*/ 7 w 44"/>
                    <a:gd name="T11" fmla="*/ 60 h 74"/>
                    <a:gd name="T12" fmla="*/ 3 w 44"/>
                    <a:gd name="T13" fmla="*/ 36 h 74"/>
                    <a:gd name="T14" fmla="*/ 13 w 44"/>
                    <a:gd name="T15" fmla="*/ 28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1" name="Freeform 50"/>
                <p:cNvSpPr>
                  <a:spLocks/>
                </p:cNvSpPr>
                <p:nvPr userDrawn="1"/>
              </p:nvSpPr>
              <p:spPr bwMode="ltGray">
                <a:xfrm>
                  <a:off x="2513" y="402"/>
                  <a:ext cx="21" cy="24"/>
                </a:xfrm>
                <a:custGeom>
                  <a:avLst/>
                  <a:gdLst>
                    <a:gd name="T0" fmla="*/ 7 w 20"/>
                    <a:gd name="T1" fmla="*/ 16 h 30"/>
                    <a:gd name="T2" fmla="*/ 5 w 20"/>
                    <a:gd name="T3" fmla="*/ 30 h 30"/>
                    <a:gd name="T4" fmla="*/ 7 w 20"/>
                    <a:gd name="T5" fmla="*/ 16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2" name="Freeform 51"/>
                <p:cNvSpPr>
                  <a:spLocks/>
                </p:cNvSpPr>
                <p:nvPr userDrawn="1"/>
              </p:nvSpPr>
              <p:spPr bwMode="ltGray">
                <a:xfrm>
                  <a:off x="333" y="169"/>
                  <a:ext cx="1015" cy="866"/>
                </a:xfrm>
                <a:custGeom>
                  <a:avLst/>
                  <a:gdLst>
                    <a:gd name="T0" fmla="*/ 481 w 682"/>
                    <a:gd name="T1" fmla="*/ 464 h 557"/>
                    <a:gd name="T2" fmla="*/ 486 w 682"/>
                    <a:gd name="T3" fmla="*/ 451 h 557"/>
                    <a:gd name="T4" fmla="*/ 500 w 682"/>
                    <a:gd name="T5" fmla="*/ 413 h 557"/>
                    <a:gd name="T6" fmla="*/ 309 w 682"/>
                    <a:gd name="T7" fmla="*/ 287 h 557"/>
                    <a:gd name="T8" fmla="*/ 282 w 682"/>
                    <a:gd name="T9" fmla="*/ 346 h 557"/>
                    <a:gd name="T10" fmla="*/ 303 w 682"/>
                    <a:gd name="T11" fmla="*/ 556 h 557"/>
                    <a:gd name="T12" fmla="*/ 282 w 682"/>
                    <a:gd name="T13" fmla="*/ 494 h 557"/>
                    <a:gd name="T14" fmla="*/ 242 w 682"/>
                    <a:gd name="T15" fmla="*/ 439 h 557"/>
                    <a:gd name="T16" fmla="*/ 245 w 682"/>
                    <a:gd name="T17" fmla="*/ 413 h 557"/>
                    <a:gd name="T18" fmla="*/ 247 w 682"/>
                    <a:gd name="T19" fmla="*/ 394 h 557"/>
                    <a:gd name="T20" fmla="*/ 220 w 682"/>
                    <a:gd name="T21" fmla="*/ 375 h 557"/>
                    <a:gd name="T22" fmla="*/ 194 w 682"/>
                    <a:gd name="T23" fmla="*/ 346 h 557"/>
                    <a:gd name="T24" fmla="*/ 148 w 682"/>
                    <a:gd name="T25" fmla="*/ 354 h 557"/>
                    <a:gd name="T26" fmla="*/ 126 w 682"/>
                    <a:gd name="T27" fmla="*/ 365 h 557"/>
                    <a:gd name="T28" fmla="*/ 78 w 682"/>
                    <a:gd name="T29" fmla="*/ 365 h 557"/>
                    <a:gd name="T30" fmla="*/ 22 w 682"/>
                    <a:gd name="T31" fmla="*/ 312 h 557"/>
                    <a:gd name="T32" fmla="*/ 11 w 682"/>
                    <a:gd name="T33" fmla="*/ 295 h 557"/>
                    <a:gd name="T34" fmla="*/ 0 w 682"/>
                    <a:gd name="T35" fmla="*/ 264 h 557"/>
                    <a:gd name="T36" fmla="*/ 24 w 682"/>
                    <a:gd name="T37" fmla="*/ 213 h 557"/>
                    <a:gd name="T38" fmla="*/ 32 w 682"/>
                    <a:gd name="T39" fmla="*/ 181 h 557"/>
                    <a:gd name="T40" fmla="*/ 51 w 682"/>
                    <a:gd name="T41" fmla="*/ 143 h 557"/>
                    <a:gd name="T42" fmla="*/ 81 w 682"/>
                    <a:gd name="T43" fmla="*/ 116 h 557"/>
                    <a:gd name="T44" fmla="*/ 167 w 682"/>
                    <a:gd name="T45" fmla="*/ 67 h 557"/>
                    <a:gd name="T46" fmla="*/ 220 w 682"/>
                    <a:gd name="T47" fmla="*/ 30 h 557"/>
                    <a:gd name="T48" fmla="*/ 258 w 682"/>
                    <a:gd name="T49" fmla="*/ 6 h 557"/>
                    <a:gd name="T50" fmla="*/ 363 w 682"/>
                    <a:gd name="T51" fmla="*/ 2 h 557"/>
                    <a:gd name="T52" fmla="*/ 398 w 682"/>
                    <a:gd name="T53" fmla="*/ 0 h 557"/>
                    <a:gd name="T54" fmla="*/ 384 w 682"/>
                    <a:gd name="T55" fmla="*/ 34 h 557"/>
                    <a:gd name="T56" fmla="*/ 443 w 682"/>
                    <a:gd name="T57" fmla="*/ 84 h 557"/>
                    <a:gd name="T58" fmla="*/ 497 w 682"/>
                    <a:gd name="T59" fmla="*/ 74 h 557"/>
                    <a:gd name="T60" fmla="*/ 529 w 682"/>
                    <a:gd name="T61" fmla="*/ 82 h 557"/>
                    <a:gd name="T62" fmla="*/ 559 w 682"/>
                    <a:gd name="T63" fmla="*/ 97 h 557"/>
                    <a:gd name="T64" fmla="*/ 572 w 682"/>
                    <a:gd name="T65" fmla="*/ 188 h 557"/>
                    <a:gd name="T66" fmla="*/ 572 w 682"/>
                    <a:gd name="T67" fmla="*/ 240 h 557"/>
                    <a:gd name="T68" fmla="*/ 599 w 682"/>
                    <a:gd name="T69" fmla="*/ 283 h 557"/>
                    <a:gd name="T70" fmla="*/ 645 w 682"/>
                    <a:gd name="T71" fmla="*/ 300 h 557"/>
                    <a:gd name="T72" fmla="*/ 680 w 682"/>
                    <a:gd name="T73" fmla="*/ 295 h 557"/>
                    <a:gd name="T74" fmla="*/ 664 w 682"/>
                    <a:gd name="T75" fmla="*/ 340 h 557"/>
                    <a:gd name="T76" fmla="*/ 599 w 682"/>
                    <a:gd name="T77" fmla="*/ 407 h 557"/>
                    <a:gd name="T78" fmla="*/ 548 w 682"/>
                    <a:gd name="T79" fmla="*/ 485 h 557"/>
                    <a:gd name="T80" fmla="*/ 556 w 682"/>
                    <a:gd name="T81" fmla="*/ 508 h 557"/>
                    <a:gd name="T82" fmla="*/ 435 w 682"/>
                    <a:gd name="T83" fmla="*/ 556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3" name="Freeform 52"/>
                <p:cNvSpPr>
                  <a:spLocks/>
                </p:cNvSpPr>
                <p:nvPr userDrawn="1"/>
              </p:nvSpPr>
              <p:spPr bwMode="ltGray">
                <a:xfrm>
                  <a:off x="727" y="495"/>
                  <a:ext cx="382" cy="540"/>
                </a:xfrm>
                <a:custGeom>
                  <a:avLst/>
                  <a:gdLst>
                    <a:gd name="T0" fmla="*/ 243 w 257"/>
                    <a:gd name="T1" fmla="*/ 347 h 347"/>
                    <a:gd name="T2" fmla="*/ 233 w 257"/>
                    <a:gd name="T3" fmla="*/ 301 h 347"/>
                    <a:gd name="T4" fmla="*/ 217 w 257"/>
                    <a:gd name="T5" fmla="*/ 288 h 347"/>
                    <a:gd name="T6" fmla="*/ 215 w 257"/>
                    <a:gd name="T7" fmla="*/ 269 h 347"/>
                    <a:gd name="T8" fmla="*/ 209 w 257"/>
                    <a:gd name="T9" fmla="*/ 254 h 347"/>
                    <a:gd name="T10" fmla="*/ 209 w 257"/>
                    <a:gd name="T11" fmla="*/ 229 h 347"/>
                    <a:gd name="T12" fmla="*/ 207 w 257"/>
                    <a:gd name="T13" fmla="*/ 214 h 347"/>
                    <a:gd name="T14" fmla="*/ 228 w 257"/>
                    <a:gd name="T15" fmla="*/ 202 h 347"/>
                    <a:gd name="T16" fmla="*/ 257 w 257"/>
                    <a:gd name="T17" fmla="*/ 197 h 347"/>
                    <a:gd name="T18" fmla="*/ 257 w 257"/>
                    <a:gd name="T19" fmla="*/ 136 h 347"/>
                    <a:gd name="T20" fmla="*/ 54 w 257"/>
                    <a:gd name="T21" fmla="*/ 96 h 347"/>
                    <a:gd name="T22" fmla="*/ 32 w 257"/>
                    <a:gd name="T23" fmla="*/ 98 h 347"/>
                    <a:gd name="T24" fmla="*/ 16 w 257"/>
                    <a:gd name="T25" fmla="*/ 102 h 347"/>
                    <a:gd name="T26" fmla="*/ 0 w 257"/>
                    <a:gd name="T27" fmla="*/ 149 h 347"/>
                    <a:gd name="T28" fmla="*/ 93 w 257"/>
                    <a:gd name="T29" fmla="*/ 346 h 347"/>
                    <a:gd name="T30" fmla="*/ 243 w 257"/>
                    <a:gd name="T31" fmla="*/ 347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4" name="Freeform 53"/>
                <p:cNvSpPr>
                  <a:spLocks/>
                </p:cNvSpPr>
                <p:nvPr userDrawn="1"/>
              </p:nvSpPr>
              <p:spPr bwMode="ltGray">
                <a:xfrm>
                  <a:off x="1400" y="896"/>
                  <a:ext cx="16" cy="29"/>
                </a:xfrm>
                <a:custGeom>
                  <a:avLst/>
                  <a:gdLst>
                    <a:gd name="T0" fmla="*/ 7 w 19"/>
                    <a:gd name="T1" fmla="*/ 25 h 37"/>
                    <a:gd name="T2" fmla="*/ 19 w 19"/>
                    <a:gd name="T3" fmla="*/ 21 h 37"/>
                    <a:gd name="T4" fmla="*/ 7 w 19"/>
                    <a:gd name="T5" fmla="*/ 25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5" name="Freeform 54"/>
                <p:cNvSpPr>
                  <a:spLocks/>
                </p:cNvSpPr>
                <p:nvPr userDrawn="1"/>
              </p:nvSpPr>
              <p:spPr bwMode="ltGray">
                <a:xfrm>
                  <a:off x="1379" y="617"/>
                  <a:ext cx="21" cy="17"/>
                </a:xfrm>
                <a:custGeom>
                  <a:avLst/>
                  <a:gdLst>
                    <a:gd name="T0" fmla="*/ 12 w 22"/>
                    <a:gd name="T1" fmla="*/ 12 h 20"/>
                    <a:gd name="T2" fmla="*/ 16 w 22"/>
                    <a:gd name="T3" fmla="*/ 0 h 20"/>
                    <a:gd name="T4" fmla="*/ 20 w 22"/>
                    <a:gd name="T5" fmla="*/ 12 h 20"/>
                    <a:gd name="T6" fmla="*/ 8 w 22"/>
                    <a:gd name="T7" fmla="*/ 20 h 20"/>
                    <a:gd name="T8" fmla="*/ 12 w 22"/>
                    <a:gd name="T9" fmla="*/ 12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6" name="Freeform 55"/>
                <p:cNvSpPr>
                  <a:spLocks/>
                </p:cNvSpPr>
                <p:nvPr userDrawn="1"/>
              </p:nvSpPr>
              <p:spPr bwMode="ltGray">
                <a:xfrm>
                  <a:off x="453" y="275"/>
                  <a:ext cx="58" cy="24"/>
                </a:xfrm>
                <a:custGeom>
                  <a:avLst/>
                  <a:gdLst>
                    <a:gd name="T0" fmla="*/ 24 w 57"/>
                    <a:gd name="T1" fmla="*/ 18 h 30"/>
                    <a:gd name="T2" fmla="*/ 32 w 57"/>
                    <a:gd name="T3" fmla="*/ 6 h 30"/>
                    <a:gd name="T4" fmla="*/ 36 w 57"/>
                    <a:gd name="T5" fmla="*/ 30 h 30"/>
                    <a:gd name="T6" fmla="*/ 24 w 57"/>
                    <a:gd name="T7" fmla="*/ 18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7" name="Freeform 56"/>
                <p:cNvSpPr>
                  <a:spLocks/>
                </p:cNvSpPr>
                <p:nvPr userDrawn="1"/>
              </p:nvSpPr>
              <p:spPr bwMode="ltGray">
                <a:xfrm>
                  <a:off x="1161" y="50"/>
                  <a:ext cx="691" cy="569"/>
                </a:xfrm>
                <a:custGeom>
                  <a:avLst/>
                  <a:gdLst>
                    <a:gd name="T0" fmla="*/ 473 w 693"/>
                    <a:gd name="T1" fmla="*/ 464 h 696"/>
                    <a:gd name="T2" fmla="*/ 393 w 693"/>
                    <a:gd name="T3" fmla="*/ 452 h 696"/>
                    <a:gd name="T4" fmla="*/ 325 w 693"/>
                    <a:gd name="T5" fmla="*/ 412 h 696"/>
                    <a:gd name="T6" fmla="*/ 265 w 693"/>
                    <a:gd name="T7" fmla="*/ 400 h 696"/>
                    <a:gd name="T8" fmla="*/ 237 w 693"/>
                    <a:gd name="T9" fmla="*/ 416 h 696"/>
                    <a:gd name="T10" fmla="*/ 261 w 693"/>
                    <a:gd name="T11" fmla="*/ 428 h 696"/>
                    <a:gd name="T12" fmla="*/ 293 w 693"/>
                    <a:gd name="T13" fmla="*/ 468 h 696"/>
                    <a:gd name="T14" fmla="*/ 321 w 693"/>
                    <a:gd name="T15" fmla="*/ 476 h 696"/>
                    <a:gd name="T16" fmla="*/ 333 w 693"/>
                    <a:gd name="T17" fmla="*/ 536 h 696"/>
                    <a:gd name="T18" fmla="*/ 313 w 693"/>
                    <a:gd name="T19" fmla="*/ 552 h 696"/>
                    <a:gd name="T20" fmla="*/ 261 w 693"/>
                    <a:gd name="T21" fmla="*/ 616 h 696"/>
                    <a:gd name="T22" fmla="*/ 225 w 693"/>
                    <a:gd name="T23" fmla="*/ 628 h 696"/>
                    <a:gd name="T24" fmla="*/ 97 w 693"/>
                    <a:gd name="T25" fmla="*/ 696 h 696"/>
                    <a:gd name="T26" fmla="*/ 77 w 693"/>
                    <a:gd name="T27" fmla="*/ 616 h 696"/>
                    <a:gd name="T28" fmla="*/ 45 w 693"/>
                    <a:gd name="T29" fmla="*/ 524 h 696"/>
                    <a:gd name="T30" fmla="*/ 33 w 693"/>
                    <a:gd name="T31" fmla="*/ 448 h 696"/>
                    <a:gd name="T32" fmla="*/ 53 w 693"/>
                    <a:gd name="T33" fmla="*/ 344 h 696"/>
                    <a:gd name="T34" fmla="*/ 17 w 693"/>
                    <a:gd name="T35" fmla="*/ 392 h 696"/>
                    <a:gd name="T36" fmla="*/ 81 w 693"/>
                    <a:gd name="T37" fmla="*/ 280 h 696"/>
                    <a:gd name="T38" fmla="*/ 113 w 693"/>
                    <a:gd name="T39" fmla="*/ 204 h 696"/>
                    <a:gd name="T40" fmla="*/ 37 w 693"/>
                    <a:gd name="T41" fmla="*/ 204 h 696"/>
                    <a:gd name="T42" fmla="*/ 1 w 693"/>
                    <a:gd name="T43" fmla="*/ 196 h 696"/>
                    <a:gd name="T44" fmla="*/ 25 w 693"/>
                    <a:gd name="T45" fmla="*/ 140 h 696"/>
                    <a:gd name="T46" fmla="*/ 97 w 693"/>
                    <a:gd name="T47" fmla="*/ 112 h 696"/>
                    <a:gd name="T48" fmla="*/ 221 w 693"/>
                    <a:gd name="T49" fmla="*/ 124 h 696"/>
                    <a:gd name="T50" fmla="*/ 229 w 693"/>
                    <a:gd name="T51" fmla="*/ 64 h 696"/>
                    <a:gd name="T52" fmla="*/ 261 w 693"/>
                    <a:gd name="T53" fmla="*/ 0 h 696"/>
                    <a:gd name="T54" fmla="*/ 357 w 693"/>
                    <a:gd name="T55" fmla="*/ 44 h 696"/>
                    <a:gd name="T56" fmla="*/ 329 w 693"/>
                    <a:gd name="T57" fmla="*/ 88 h 696"/>
                    <a:gd name="T58" fmla="*/ 301 w 693"/>
                    <a:gd name="T59" fmla="*/ 176 h 696"/>
                    <a:gd name="T60" fmla="*/ 361 w 693"/>
                    <a:gd name="T61" fmla="*/ 192 h 696"/>
                    <a:gd name="T62" fmla="*/ 373 w 693"/>
                    <a:gd name="T63" fmla="*/ 136 h 696"/>
                    <a:gd name="T64" fmla="*/ 417 w 693"/>
                    <a:gd name="T65" fmla="*/ 92 h 696"/>
                    <a:gd name="T66" fmla="*/ 497 w 693"/>
                    <a:gd name="T67" fmla="*/ 88 h 696"/>
                    <a:gd name="T68" fmla="*/ 529 w 693"/>
                    <a:gd name="T69" fmla="*/ 52 h 696"/>
                    <a:gd name="T70" fmla="*/ 541 w 693"/>
                    <a:gd name="T71" fmla="*/ 46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8" name="Freeform 57"/>
                <p:cNvSpPr>
                  <a:spLocks/>
                </p:cNvSpPr>
                <p:nvPr userDrawn="1"/>
              </p:nvSpPr>
              <p:spPr bwMode="ltGray">
                <a:xfrm>
                  <a:off x="689" y="6"/>
                  <a:ext cx="1386" cy="232"/>
                </a:xfrm>
                <a:custGeom>
                  <a:avLst/>
                  <a:gdLst>
                    <a:gd name="T0" fmla="*/ 825 w 931"/>
                    <a:gd name="T1" fmla="*/ 0 h 149"/>
                    <a:gd name="T2" fmla="*/ 143 w 931"/>
                    <a:gd name="T3" fmla="*/ 29 h 149"/>
                    <a:gd name="T4" fmla="*/ 91 w 931"/>
                    <a:gd name="T5" fmla="*/ 42 h 149"/>
                    <a:gd name="T6" fmla="*/ 62 w 931"/>
                    <a:gd name="T7" fmla="*/ 42 h 149"/>
                    <a:gd name="T8" fmla="*/ 22 w 931"/>
                    <a:gd name="T9" fmla="*/ 77 h 149"/>
                    <a:gd name="T10" fmla="*/ 0 w 931"/>
                    <a:gd name="T11" fmla="*/ 105 h 149"/>
                    <a:gd name="T12" fmla="*/ 59 w 931"/>
                    <a:gd name="T13" fmla="*/ 115 h 149"/>
                    <a:gd name="T14" fmla="*/ 97 w 931"/>
                    <a:gd name="T15" fmla="*/ 96 h 149"/>
                    <a:gd name="T16" fmla="*/ 108 w 931"/>
                    <a:gd name="T17" fmla="*/ 84 h 149"/>
                    <a:gd name="T18" fmla="*/ 167 w 931"/>
                    <a:gd name="T19" fmla="*/ 52 h 149"/>
                    <a:gd name="T20" fmla="*/ 215 w 931"/>
                    <a:gd name="T21" fmla="*/ 46 h 149"/>
                    <a:gd name="T22" fmla="*/ 237 w 931"/>
                    <a:gd name="T23" fmla="*/ 94 h 149"/>
                    <a:gd name="T24" fmla="*/ 188 w 931"/>
                    <a:gd name="T25" fmla="*/ 109 h 149"/>
                    <a:gd name="T26" fmla="*/ 231 w 931"/>
                    <a:gd name="T27" fmla="*/ 113 h 149"/>
                    <a:gd name="T28" fmla="*/ 250 w 931"/>
                    <a:gd name="T29" fmla="*/ 90 h 149"/>
                    <a:gd name="T30" fmla="*/ 266 w 931"/>
                    <a:gd name="T31" fmla="*/ 92 h 149"/>
                    <a:gd name="T32" fmla="*/ 253 w 931"/>
                    <a:gd name="T33" fmla="*/ 54 h 149"/>
                    <a:gd name="T34" fmla="*/ 266 w 931"/>
                    <a:gd name="T35" fmla="*/ 44 h 149"/>
                    <a:gd name="T36" fmla="*/ 277 w 931"/>
                    <a:gd name="T37" fmla="*/ 88 h 149"/>
                    <a:gd name="T38" fmla="*/ 266 w 931"/>
                    <a:gd name="T39" fmla="*/ 113 h 149"/>
                    <a:gd name="T40" fmla="*/ 296 w 931"/>
                    <a:gd name="T41" fmla="*/ 130 h 149"/>
                    <a:gd name="T42" fmla="*/ 299 w 931"/>
                    <a:gd name="T43" fmla="*/ 92 h 149"/>
                    <a:gd name="T44" fmla="*/ 331 w 931"/>
                    <a:gd name="T45" fmla="*/ 103 h 149"/>
                    <a:gd name="T46" fmla="*/ 382 w 931"/>
                    <a:gd name="T47" fmla="*/ 73 h 149"/>
                    <a:gd name="T48" fmla="*/ 409 w 931"/>
                    <a:gd name="T49" fmla="*/ 50 h 149"/>
                    <a:gd name="T50" fmla="*/ 439 w 931"/>
                    <a:gd name="T51" fmla="*/ 56 h 149"/>
                    <a:gd name="T52" fmla="*/ 455 w 931"/>
                    <a:gd name="T53" fmla="*/ 50 h 149"/>
                    <a:gd name="T54" fmla="*/ 431 w 931"/>
                    <a:gd name="T55" fmla="*/ 44 h 149"/>
                    <a:gd name="T56" fmla="*/ 474 w 931"/>
                    <a:gd name="T57" fmla="*/ 35 h 149"/>
                    <a:gd name="T58" fmla="*/ 544 w 931"/>
                    <a:gd name="T59" fmla="*/ 54 h 149"/>
                    <a:gd name="T60" fmla="*/ 581 w 931"/>
                    <a:gd name="T61" fmla="*/ 42 h 149"/>
                    <a:gd name="T62" fmla="*/ 584 w 931"/>
                    <a:gd name="T63" fmla="*/ 63 h 149"/>
                    <a:gd name="T64" fmla="*/ 568 w 931"/>
                    <a:gd name="T65" fmla="*/ 101 h 149"/>
                    <a:gd name="T66" fmla="*/ 611 w 931"/>
                    <a:gd name="T67" fmla="*/ 88 h 149"/>
                    <a:gd name="T68" fmla="*/ 624 w 931"/>
                    <a:gd name="T69" fmla="*/ 80 h 149"/>
                    <a:gd name="T70" fmla="*/ 648 w 931"/>
                    <a:gd name="T71" fmla="*/ 61 h 149"/>
                    <a:gd name="T72" fmla="*/ 794 w 931"/>
                    <a:gd name="T73" fmla="*/ 84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9" name="Freeform 58"/>
                <p:cNvSpPr>
                  <a:spLocks/>
                </p:cNvSpPr>
                <p:nvPr userDrawn="1"/>
              </p:nvSpPr>
              <p:spPr bwMode="ltGray">
                <a:xfrm>
                  <a:off x="971" y="91"/>
                  <a:ext cx="30" cy="25"/>
                </a:xfrm>
                <a:custGeom>
                  <a:avLst/>
                  <a:gdLst>
                    <a:gd name="T0" fmla="*/ 3 w 31"/>
                    <a:gd name="T1" fmla="*/ 28 h 30"/>
                    <a:gd name="T2" fmla="*/ 31 w 31"/>
                    <a:gd name="T3" fmla="*/ 0 h 30"/>
                    <a:gd name="T4" fmla="*/ 19 w 31"/>
                    <a:gd name="T5" fmla="*/ 24 h 30"/>
                    <a:gd name="T6" fmla="*/ 3 w 31"/>
                    <a:gd name="T7" fmla="*/ 28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0" name="Freeform 59"/>
                <p:cNvSpPr>
                  <a:spLocks/>
                </p:cNvSpPr>
                <p:nvPr userDrawn="1"/>
              </p:nvSpPr>
              <p:spPr bwMode="ltGray">
                <a:xfrm>
                  <a:off x="935" y="125"/>
                  <a:ext cx="45" cy="27"/>
                </a:xfrm>
                <a:custGeom>
                  <a:avLst/>
                  <a:gdLst>
                    <a:gd name="T0" fmla="*/ 6 w 44"/>
                    <a:gd name="T1" fmla="*/ 32 h 32"/>
                    <a:gd name="T2" fmla="*/ 22 w 44"/>
                    <a:gd name="T3" fmla="*/ 0 h 32"/>
                    <a:gd name="T4" fmla="*/ 38 w 44"/>
                    <a:gd name="T5" fmla="*/ 4 h 32"/>
                    <a:gd name="T6" fmla="*/ 6 w 44"/>
                    <a:gd name="T7" fmla="*/ 32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1" name="Freeform 60"/>
                <p:cNvSpPr>
                  <a:spLocks/>
                </p:cNvSpPr>
                <p:nvPr userDrawn="1"/>
              </p:nvSpPr>
              <p:spPr bwMode="ltGray">
                <a:xfrm>
                  <a:off x="1081" y="226"/>
                  <a:ext cx="75" cy="14"/>
                </a:xfrm>
                <a:custGeom>
                  <a:avLst/>
                  <a:gdLst>
                    <a:gd name="T0" fmla="*/ 37 w 76"/>
                    <a:gd name="T1" fmla="*/ 18 h 18"/>
                    <a:gd name="T2" fmla="*/ 25 w 76"/>
                    <a:gd name="T3" fmla="*/ 2 h 18"/>
                    <a:gd name="T4" fmla="*/ 37 w 76"/>
                    <a:gd name="T5" fmla="*/ 18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2" name="Freeform 61"/>
                <p:cNvSpPr>
                  <a:spLocks/>
                </p:cNvSpPr>
                <p:nvPr userDrawn="1"/>
              </p:nvSpPr>
              <p:spPr bwMode="ltGray">
                <a:xfrm>
                  <a:off x="1210" y="223"/>
                  <a:ext cx="42" cy="37"/>
                </a:xfrm>
                <a:custGeom>
                  <a:avLst/>
                  <a:gdLst>
                    <a:gd name="T0" fmla="*/ 0 w 42"/>
                    <a:gd name="T1" fmla="*/ 21 h 44"/>
                    <a:gd name="T2" fmla="*/ 12 w 42"/>
                    <a:gd name="T3" fmla="*/ 9 h 44"/>
                    <a:gd name="T4" fmla="*/ 0 w 42"/>
                    <a:gd name="T5" fmla="*/ 21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3" name="Freeform 62"/>
                <p:cNvSpPr>
                  <a:spLocks/>
                </p:cNvSpPr>
                <p:nvPr userDrawn="1"/>
              </p:nvSpPr>
              <p:spPr bwMode="ltGray">
                <a:xfrm>
                  <a:off x="865" y="123"/>
                  <a:ext cx="33" cy="24"/>
                </a:xfrm>
                <a:custGeom>
                  <a:avLst/>
                  <a:gdLst>
                    <a:gd name="T0" fmla="*/ 7 w 31"/>
                    <a:gd name="T1" fmla="*/ 22 h 30"/>
                    <a:gd name="T2" fmla="*/ 31 w 31"/>
                    <a:gd name="T3" fmla="*/ 10 h 30"/>
                    <a:gd name="T4" fmla="*/ 7 w 31"/>
                    <a:gd name="T5" fmla="*/ 22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 name="Group 63"/>
              <p:cNvGrpSpPr>
                <a:grpSpLocks/>
              </p:cNvGrpSpPr>
              <p:nvPr userDrawn="1"/>
            </p:nvGrpSpPr>
            <p:grpSpPr bwMode="auto">
              <a:xfrm>
                <a:off x="7" y="-154"/>
                <a:ext cx="5739" cy="418"/>
                <a:chOff x="1056" y="111"/>
                <a:chExt cx="2448" cy="418"/>
              </a:xfrm>
            </p:grpSpPr>
            <p:sp>
              <p:nvSpPr>
                <p:cNvPr id="27" name="Line 64"/>
                <p:cNvSpPr>
                  <a:spLocks noChangeShapeType="1"/>
                </p:cNvSpPr>
                <p:nvPr/>
              </p:nvSpPr>
              <p:spPr bwMode="white">
                <a:xfrm>
                  <a:off x="1056" y="332"/>
                  <a:ext cx="244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 name="Line 65"/>
                <p:cNvSpPr>
                  <a:spLocks noChangeShapeType="1"/>
                </p:cNvSpPr>
                <p:nvPr/>
              </p:nvSpPr>
              <p:spPr bwMode="white">
                <a:xfrm>
                  <a:off x="125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 name="Line 66"/>
                <p:cNvSpPr>
                  <a:spLocks noChangeShapeType="1"/>
                </p:cNvSpPr>
                <p:nvPr/>
              </p:nvSpPr>
              <p:spPr bwMode="white">
                <a:xfrm>
                  <a:off x="148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 name="Line 67"/>
                <p:cNvSpPr>
                  <a:spLocks noChangeShapeType="1"/>
                </p:cNvSpPr>
                <p:nvPr/>
              </p:nvSpPr>
              <p:spPr bwMode="white">
                <a:xfrm>
                  <a:off x="171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 name="Line 68"/>
                <p:cNvSpPr>
                  <a:spLocks noChangeShapeType="1"/>
                </p:cNvSpPr>
                <p:nvPr/>
              </p:nvSpPr>
              <p:spPr bwMode="white">
                <a:xfrm>
                  <a:off x="193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 name="Line 69"/>
                <p:cNvSpPr>
                  <a:spLocks noChangeShapeType="1"/>
                </p:cNvSpPr>
                <p:nvPr/>
              </p:nvSpPr>
              <p:spPr bwMode="white">
                <a:xfrm>
                  <a:off x="216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 name="Line 70"/>
                <p:cNvSpPr>
                  <a:spLocks noChangeShapeType="1"/>
                </p:cNvSpPr>
                <p:nvPr/>
              </p:nvSpPr>
              <p:spPr bwMode="white">
                <a:xfrm>
                  <a:off x="239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 name="Line 71"/>
                <p:cNvSpPr>
                  <a:spLocks noChangeShapeType="1"/>
                </p:cNvSpPr>
                <p:nvPr/>
              </p:nvSpPr>
              <p:spPr bwMode="white">
                <a:xfrm>
                  <a:off x="262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 name="Line 72"/>
                <p:cNvSpPr>
                  <a:spLocks noChangeShapeType="1"/>
                </p:cNvSpPr>
                <p:nvPr/>
              </p:nvSpPr>
              <p:spPr bwMode="white">
                <a:xfrm>
                  <a:off x="285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 name="Line 73"/>
                <p:cNvSpPr>
                  <a:spLocks noChangeShapeType="1"/>
                </p:cNvSpPr>
                <p:nvPr/>
              </p:nvSpPr>
              <p:spPr bwMode="white">
                <a:xfrm>
                  <a:off x="307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 name="Line 74"/>
                <p:cNvSpPr>
                  <a:spLocks noChangeShapeType="1"/>
                </p:cNvSpPr>
                <p:nvPr/>
              </p:nvSpPr>
              <p:spPr bwMode="white">
                <a:xfrm>
                  <a:off x="330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1" name="Group 75"/>
              <p:cNvGrpSpPr>
                <a:grpSpLocks/>
              </p:cNvGrpSpPr>
              <p:nvPr userDrawn="1"/>
            </p:nvGrpSpPr>
            <p:grpSpPr bwMode="auto">
              <a:xfrm>
                <a:off x="-1261" y="-1"/>
                <a:ext cx="2098" cy="1030"/>
                <a:chOff x="1208" y="109"/>
                <a:chExt cx="2098" cy="423"/>
              </a:xfrm>
            </p:grpSpPr>
            <p:sp>
              <p:nvSpPr>
                <p:cNvPr id="12" name="Line 76"/>
                <p:cNvSpPr>
                  <a:spLocks noChangeShapeType="1"/>
                </p:cNvSpPr>
                <p:nvPr/>
              </p:nvSpPr>
              <p:spPr bwMode="ltGray">
                <a:xfrm>
                  <a:off x="2850" y="110"/>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77"/>
                <p:cNvSpPr>
                  <a:spLocks noChangeShapeType="1"/>
                </p:cNvSpPr>
                <p:nvPr/>
              </p:nvSpPr>
              <p:spPr bwMode="ltGray">
                <a:xfrm>
                  <a:off x="2972" y="332"/>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 name="Line 78"/>
                <p:cNvSpPr>
                  <a:spLocks noChangeShapeType="1"/>
                </p:cNvSpPr>
                <p:nvPr/>
              </p:nvSpPr>
              <p:spPr bwMode="ltGray">
                <a:xfrm>
                  <a:off x="3078" y="350"/>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 name="Line 79"/>
                <p:cNvSpPr>
                  <a:spLocks noChangeShapeType="1"/>
                </p:cNvSpPr>
                <p:nvPr/>
              </p:nvSpPr>
              <p:spPr bwMode="ltGray">
                <a:xfrm>
                  <a:off x="3306" y="450"/>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 name="Line 80"/>
                <p:cNvSpPr>
                  <a:spLocks noChangeShapeType="1"/>
                </p:cNvSpPr>
                <p:nvPr/>
              </p:nvSpPr>
              <p:spPr bwMode="ltGray">
                <a:xfrm>
                  <a:off x="2166" y="114"/>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 name="Line 81"/>
                <p:cNvSpPr>
                  <a:spLocks noChangeShapeType="1"/>
                </p:cNvSpPr>
                <p:nvPr/>
              </p:nvSpPr>
              <p:spPr bwMode="ltGray">
                <a:xfrm>
                  <a:off x="1938" y="111"/>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82"/>
                <p:cNvSpPr>
                  <a:spLocks noChangeShapeType="1"/>
                </p:cNvSpPr>
                <p:nvPr/>
              </p:nvSpPr>
              <p:spPr bwMode="ltGray">
                <a:xfrm flipH="1">
                  <a:off x="1912" y="332"/>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 name="Line 83"/>
                <p:cNvSpPr>
                  <a:spLocks noChangeShapeType="1"/>
                </p:cNvSpPr>
                <p:nvPr/>
              </p:nvSpPr>
              <p:spPr bwMode="ltGray">
                <a:xfrm>
                  <a:off x="1778" y="332"/>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 name="Line 84"/>
                <p:cNvSpPr>
                  <a:spLocks noChangeShapeType="1"/>
                </p:cNvSpPr>
                <p:nvPr/>
              </p:nvSpPr>
              <p:spPr bwMode="ltGray">
                <a:xfrm flipH="1">
                  <a:off x="1578" y="332"/>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 name="Line 85"/>
                <p:cNvSpPr>
                  <a:spLocks noChangeShapeType="1"/>
                </p:cNvSpPr>
                <p:nvPr/>
              </p:nvSpPr>
              <p:spPr bwMode="ltGray">
                <a:xfrm>
                  <a:off x="1208" y="332"/>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 name="Line 86"/>
                <p:cNvSpPr>
                  <a:spLocks noChangeShapeType="1"/>
                </p:cNvSpPr>
                <p:nvPr/>
              </p:nvSpPr>
              <p:spPr bwMode="ltGray">
                <a:xfrm>
                  <a:off x="1480" y="234"/>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 name="Line 87"/>
                <p:cNvSpPr>
                  <a:spLocks noChangeShapeType="1"/>
                </p:cNvSpPr>
                <p:nvPr/>
              </p:nvSpPr>
              <p:spPr bwMode="ltGray">
                <a:xfrm>
                  <a:off x="1254" y="252"/>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 name="Line 88"/>
                <p:cNvSpPr>
                  <a:spLocks noChangeShapeType="1"/>
                </p:cNvSpPr>
                <p:nvPr/>
              </p:nvSpPr>
              <p:spPr bwMode="ltGray">
                <a:xfrm flipH="1" flipV="1">
                  <a:off x="1482" y="109"/>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 name="Line 89"/>
                <p:cNvSpPr>
                  <a:spLocks noChangeShapeType="1"/>
                </p:cNvSpPr>
                <p:nvPr/>
              </p:nvSpPr>
              <p:spPr bwMode="ltGray">
                <a:xfrm>
                  <a:off x="1710" y="180"/>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 name="Line 90"/>
                <p:cNvSpPr>
                  <a:spLocks noChangeShapeType="1"/>
                </p:cNvSpPr>
                <p:nvPr/>
              </p:nvSpPr>
              <p:spPr bwMode="ltGray">
                <a:xfrm flipV="1">
                  <a:off x="1710" y="111"/>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pic>
          <p:nvPicPr>
            <p:cNvPr id="7" name="Picture 91" descr="earth"/>
            <p:cNvPicPr>
              <a:picLocks noChangeAspect="1" noChangeArrowheads="1"/>
            </p:cNvPicPr>
            <p:nvPr userDrawn="1"/>
          </p:nvPicPr>
          <p:blipFill>
            <a:blip r:embed="rId2">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gray">
            <a:xfrm>
              <a:off x="336" y="1566"/>
              <a:ext cx="690" cy="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212" name="Rectangle 92"/>
          <p:cNvSpPr>
            <a:spLocks noGrp="1" noChangeArrowheads="1"/>
          </p:cNvSpPr>
          <p:nvPr>
            <p:ph type="ctrTitle"/>
          </p:nvPr>
        </p:nvSpPr>
        <p:spPr>
          <a:xfrm>
            <a:off x="1828800" y="1828800"/>
            <a:ext cx="6934200" cy="2362200"/>
          </a:xfrm>
        </p:spPr>
        <p:txBody>
          <a:bodyPr/>
          <a:lstStyle>
            <a:lvl1pPr>
              <a:defRPr b="1"/>
            </a:lvl1pPr>
          </a:lstStyle>
          <a:p>
            <a:r>
              <a:rPr lang="en-US" smtClean="0"/>
              <a:t>Click to edit Master title style</a:t>
            </a:r>
            <a:endParaRPr lang="en-US" dirty="0"/>
          </a:p>
        </p:txBody>
      </p:sp>
      <p:sp>
        <p:nvSpPr>
          <p:cNvPr id="5213" name="Rectangle 93"/>
          <p:cNvSpPr>
            <a:spLocks noGrp="1" noChangeArrowheads="1"/>
          </p:cNvSpPr>
          <p:nvPr>
            <p:ph type="subTitle" idx="1"/>
          </p:nvPr>
        </p:nvSpPr>
        <p:spPr>
          <a:xfrm>
            <a:off x="1828800" y="4572000"/>
            <a:ext cx="6934200" cy="1295400"/>
          </a:xfrm>
        </p:spPr>
        <p:txBody>
          <a:bodyPr/>
          <a:lstStyle>
            <a:lvl1pPr marL="0" indent="0">
              <a:buFontTx/>
              <a:buNone/>
              <a:defRPr/>
            </a:lvl1pPr>
          </a:lstStyle>
          <a:p>
            <a:r>
              <a:rPr lang="en-US" smtClean="0"/>
              <a:t>Click to edit Master subtitle style</a:t>
            </a:r>
            <a:endParaRPr lang="en-US"/>
          </a:p>
        </p:txBody>
      </p:sp>
      <p:sp>
        <p:nvSpPr>
          <p:cNvPr id="94" name="Rectangle 94"/>
          <p:cNvSpPr>
            <a:spLocks noGrp="1" noChangeArrowheads="1"/>
          </p:cNvSpPr>
          <p:nvPr>
            <p:ph type="dt" sz="half" idx="10"/>
          </p:nvPr>
        </p:nvSpPr>
        <p:spPr>
          <a:xfrm>
            <a:off x="533400" y="6324600"/>
            <a:ext cx="1905000" cy="457200"/>
          </a:xfrm>
        </p:spPr>
        <p:txBody>
          <a:bodyPr/>
          <a:lstStyle>
            <a:lvl1pPr>
              <a:defRPr smtClean="0"/>
            </a:lvl1pPr>
          </a:lstStyle>
          <a:p>
            <a:pPr>
              <a:defRPr/>
            </a:pPr>
            <a:fld id="{9AA0035E-E50D-4BB9-AA26-2B4776F0FE33}" type="datetime1">
              <a:rPr lang="en-US" smtClean="0"/>
              <a:t>9/30/2020</a:t>
            </a:fld>
            <a:endParaRPr lang="en-US"/>
          </a:p>
        </p:txBody>
      </p:sp>
      <p:sp>
        <p:nvSpPr>
          <p:cNvPr id="95" name="Rectangle 95"/>
          <p:cNvSpPr>
            <a:spLocks noGrp="1" noChangeArrowheads="1"/>
          </p:cNvSpPr>
          <p:nvPr>
            <p:ph type="ftr" sz="quarter" idx="11"/>
          </p:nvPr>
        </p:nvSpPr>
        <p:spPr>
          <a:xfrm>
            <a:off x="2057400" y="6324600"/>
            <a:ext cx="4343400" cy="457200"/>
          </a:xfrm>
        </p:spPr>
        <p:txBody>
          <a:bodyPr/>
          <a:lstStyle>
            <a:lvl1pPr>
              <a:defRPr smtClean="0"/>
            </a:lvl1pPr>
          </a:lstStyle>
          <a:p>
            <a:pPr>
              <a:defRPr/>
            </a:pPr>
            <a:r>
              <a:rPr lang="en-US" smtClean="0"/>
              <a:t>Options, Futures, and Other Derivatives,  11th Edition, Copyright © John  C. Hull 2021</a:t>
            </a:r>
            <a:endParaRPr lang="en-US"/>
          </a:p>
        </p:txBody>
      </p:sp>
      <p:sp>
        <p:nvSpPr>
          <p:cNvPr id="96" name="Rectangle 96"/>
          <p:cNvSpPr>
            <a:spLocks noGrp="1" noChangeArrowheads="1"/>
          </p:cNvSpPr>
          <p:nvPr>
            <p:ph type="sldNum" sz="quarter" idx="12"/>
          </p:nvPr>
        </p:nvSpPr>
        <p:spPr>
          <a:xfrm>
            <a:off x="6858000" y="6324600"/>
            <a:ext cx="1905000" cy="457200"/>
          </a:xfrm>
        </p:spPr>
        <p:txBody>
          <a:bodyPr/>
          <a:lstStyle>
            <a:lvl1pPr>
              <a:defRPr/>
            </a:lvl1pPr>
          </a:lstStyle>
          <a:p>
            <a:pPr>
              <a:defRPr/>
            </a:pPr>
            <a:fld id="{9741EC63-46A4-4490-8409-2CD445F03C97}" type="slidenum">
              <a:rPr lang="en-US"/>
              <a:pPr>
                <a:defRPr/>
              </a:pPr>
              <a:t>‹#›</a:t>
            </a:fld>
            <a:endParaRPr lang="en-US"/>
          </a:p>
        </p:txBody>
      </p:sp>
    </p:spTree>
    <p:extLst>
      <p:ext uri="{BB962C8B-B14F-4D97-AF65-F5344CB8AC3E}">
        <p14:creationId xmlns:p14="http://schemas.microsoft.com/office/powerpoint/2010/main" val="2826977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1pPr>
              <a:defRPr sz="2800">
                <a:latin typeface="Arial" pitchFamily="34" charset="0"/>
                <a:cs typeface="Arial" pitchFamily="34" charset="0"/>
              </a:defRPr>
            </a:lvl1pPr>
            <a:lvl2pPr>
              <a:defRPr sz="2400">
                <a:latin typeface="Arial" pitchFamily="34" charset="0"/>
                <a:cs typeface="Arial" pitchFamily="34" charset="0"/>
              </a:defRPr>
            </a:lvl2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smtClean="0"/>
            </a:lvl1pPr>
          </a:lstStyle>
          <a:p>
            <a:pPr>
              <a:defRPr/>
            </a:pPr>
            <a:fld id="{395743BA-2824-4C08-8674-B3124883A814}" type="datetime1">
              <a:rPr lang="en-US" smtClean="0"/>
              <a:t>9/30/2020</a:t>
            </a:fld>
            <a:endParaRPr lang="en-US"/>
          </a:p>
        </p:txBody>
      </p:sp>
      <p:sp>
        <p:nvSpPr>
          <p:cNvPr id="5" name="Footer Placeholder 4"/>
          <p:cNvSpPr>
            <a:spLocks noGrp="1"/>
          </p:cNvSpPr>
          <p:nvPr>
            <p:ph type="ftr" sz="quarter" idx="11"/>
          </p:nvPr>
        </p:nvSpPr>
        <p:spPr>
          <a:xfrm>
            <a:off x="1600200" y="6248400"/>
            <a:ext cx="5029200" cy="457200"/>
          </a:xfrm>
        </p:spPr>
        <p:txBody>
          <a:bodyPr/>
          <a:lstStyle>
            <a:lvl1pPr>
              <a:defRPr smtClean="0"/>
            </a:lvl1pPr>
          </a:lstStyle>
          <a:p>
            <a:pPr>
              <a:defRPr/>
            </a:pPr>
            <a:r>
              <a:rPr lang="en-US" smtClean="0"/>
              <a:t>Options, Futures, and Other Derivatives,  11th Edition, Copyright © John  C. Hull 2021</a:t>
            </a:r>
            <a:endParaRPr lang="en-US"/>
          </a:p>
        </p:txBody>
      </p:sp>
      <p:sp>
        <p:nvSpPr>
          <p:cNvPr id="6" name="Slide Number Placeholder 5"/>
          <p:cNvSpPr>
            <a:spLocks noGrp="1"/>
          </p:cNvSpPr>
          <p:nvPr>
            <p:ph type="sldNum" sz="quarter" idx="12"/>
          </p:nvPr>
        </p:nvSpPr>
        <p:spPr/>
        <p:txBody>
          <a:bodyPr/>
          <a:lstStyle>
            <a:lvl1pPr>
              <a:defRPr/>
            </a:lvl1pPr>
          </a:lstStyle>
          <a:p>
            <a:pPr>
              <a:defRPr/>
            </a:pPr>
            <a:fld id="{320B0D45-DCE5-49B6-9F1B-63E7480BA690}" type="slidenum">
              <a:rPr lang="en-US"/>
              <a:pPr>
                <a:defRPr/>
              </a:pPr>
              <a:t>‹#›</a:t>
            </a:fld>
            <a:endParaRPr lang="en-US"/>
          </a:p>
        </p:txBody>
      </p:sp>
    </p:spTree>
    <p:extLst>
      <p:ext uri="{BB962C8B-B14F-4D97-AF65-F5344CB8AC3E}">
        <p14:creationId xmlns:p14="http://schemas.microsoft.com/office/powerpoint/2010/main" val="15208431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4ACAF7C2-C0EA-45CE-B686-F3515F758E3C}" type="datetime1">
              <a:rPr lang="en-US" smtClean="0"/>
              <a:t>9/30/2020</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860C65B-5A0D-4B36-A148-0287F5EFB5D2}" type="slidenum">
              <a:rPr lang="en-US"/>
              <a:pPr>
                <a:defRPr/>
              </a:pPr>
              <a:t>‹#›</a:t>
            </a:fld>
            <a:endParaRPr lang="en-US"/>
          </a:p>
        </p:txBody>
      </p:sp>
    </p:spTree>
    <p:extLst>
      <p:ext uri="{BB962C8B-B14F-4D97-AF65-F5344CB8AC3E}">
        <p14:creationId xmlns:p14="http://schemas.microsoft.com/office/powerpoint/2010/main" val="2780844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21478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21478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fld id="{01149B7F-F1F7-4AA5-B925-8281A98794A5}" type="datetime1">
              <a:rPr lang="en-US" smtClean="0"/>
              <a:t>9/30/2020</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58209A8-31EE-4AAE-AF1E-67878C72DC1D}" type="slidenum">
              <a:rPr lang="en-US"/>
              <a:pPr>
                <a:defRPr/>
              </a:pPr>
              <a:t>‹#›</a:t>
            </a:fld>
            <a:endParaRPr lang="en-US"/>
          </a:p>
        </p:txBody>
      </p:sp>
    </p:spTree>
    <p:extLst>
      <p:ext uri="{BB962C8B-B14F-4D97-AF65-F5344CB8AC3E}">
        <p14:creationId xmlns:p14="http://schemas.microsoft.com/office/powerpoint/2010/main" val="36548116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fld id="{C56ECD9D-00A9-4159-8930-7B864DA021D4}" type="datetime1">
              <a:rPr lang="en-US" smtClean="0"/>
              <a:t>9/30/2020</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677D737A-09F8-439C-A16C-765E99EEF898}" type="slidenum">
              <a:rPr lang="en-US"/>
              <a:pPr>
                <a:defRPr/>
              </a:pPr>
              <a:t>‹#›</a:t>
            </a:fld>
            <a:endParaRPr lang="en-US"/>
          </a:p>
        </p:txBody>
      </p:sp>
    </p:spTree>
    <p:extLst>
      <p:ext uri="{BB962C8B-B14F-4D97-AF65-F5344CB8AC3E}">
        <p14:creationId xmlns:p14="http://schemas.microsoft.com/office/powerpoint/2010/main" val="744729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smtClean="0"/>
            </a:lvl1pPr>
          </a:lstStyle>
          <a:p>
            <a:pPr>
              <a:defRPr/>
            </a:pPr>
            <a:fld id="{6909EACC-7AE2-4F78-87F8-0EC239C0ACD4}" type="datetime1">
              <a:rPr lang="en-US" smtClean="0"/>
              <a:t>9/30/2020</a:t>
            </a:fld>
            <a:endParaRPr lang="en-US"/>
          </a:p>
        </p:txBody>
      </p:sp>
      <p:sp>
        <p:nvSpPr>
          <p:cNvPr id="4" name="Footer Placeholder 3"/>
          <p:cNvSpPr>
            <a:spLocks noGrp="1"/>
          </p:cNvSpPr>
          <p:nvPr>
            <p:ph type="ftr" sz="quarter" idx="11"/>
          </p:nvPr>
        </p:nvSpPr>
        <p:spPr>
          <a:xfrm>
            <a:off x="2133600" y="6324600"/>
            <a:ext cx="4800600" cy="457200"/>
          </a:xfrm>
        </p:spPr>
        <p:txBody>
          <a:bodyPr/>
          <a:lstStyle>
            <a:lvl1pPr>
              <a:defRPr smtClean="0"/>
            </a:lvl1pPr>
          </a:lstStyle>
          <a:p>
            <a:pPr>
              <a:defRPr/>
            </a:pPr>
            <a:r>
              <a:rPr lang="en-US" smtClean="0"/>
              <a:t>Options, Futures, and Other Derivatives,  11th Edition, Copyright © John  C. Hull 2021</a:t>
            </a:r>
            <a:endParaRPr lang="en-US"/>
          </a:p>
        </p:txBody>
      </p:sp>
      <p:sp>
        <p:nvSpPr>
          <p:cNvPr id="5" name="Slide Number Placeholder 4"/>
          <p:cNvSpPr>
            <a:spLocks noGrp="1"/>
          </p:cNvSpPr>
          <p:nvPr>
            <p:ph type="sldNum" sz="quarter" idx="12"/>
          </p:nvPr>
        </p:nvSpPr>
        <p:spPr/>
        <p:txBody>
          <a:bodyPr/>
          <a:lstStyle>
            <a:lvl1pPr>
              <a:defRPr/>
            </a:lvl1pPr>
          </a:lstStyle>
          <a:p>
            <a:pPr>
              <a:defRPr/>
            </a:pPr>
            <a:fld id="{56B10F9C-41C7-42BF-BBE4-A6CB84C1302F}" type="slidenum">
              <a:rPr lang="en-US"/>
              <a:pPr>
                <a:defRPr/>
              </a:pPr>
              <a:t>‹#›</a:t>
            </a:fld>
            <a:endParaRPr lang="en-US"/>
          </a:p>
        </p:txBody>
      </p:sp>
    </p:spTree>
    <p:extLst>
      <p:ext uri="{BB962C8B-B14F-4D97-AF65-F5344CB8AC3E}">
        <p14:creationId xmlns:p14="http://schemas.microsoft.com/office/powerpoint/2010/main" val="32391804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6DAC340F-CB5F-4764-A879-216872F76E83}" type="datetime1">
              <a:rPr lang="en-US" smtClean="0"/>
              <a:t>9/30/2020</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F1CD117D-ABA6-4DAB-983E-E1343A19604F}" type="slidenum">
              <a:rPr lang="en-US"/>
              <a:pPr>
                <a:defRPr/>
              </a:pPr>
              <a:t>‹#›</a:t>
            </a:fld>
            <a:endParaRPr lang="en-US"/>
          </a:p>
        </p:txBody>
      </p:sp>
    </p:spTree>
    <p:extLst>
      <p:ext uri="{BB962C8B-B14F-4D97-AF65-F5344CB8AC3E}">
        <p14:creationId xmlns:p14="http://schemas.microsoft.com/office/powerpoint/2010/main" val="1768988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7DA9CFA5-A11A-479F-879F-69F0DA1E40DE}" type="datetime1">
              <a:rPr lang="en-US" smtClean="0"/>
              <a:t>9/30/2020</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B598A8E-9E4E-4198-B09B-C5F5E6230B4D}" type="slidenum">
              <a:rPr lang="en-US"/>
              <a:pPr>
                <a:defRPr/>
              </a:pPr>
              <a:t>‹#›</a:t>
            </a:fld>
            <a:endParaRPr lang="en-US"/>
          </a:p>
        </p:txBody>
      </p:sp>
    </p:spTree>
    <p:extLst>
      <p:ext uri="{BB962C8B-B14F-4D97-AF65-F5344CB8AC3E}">
        <p14:creationId xmlns:p14="http://schemas.microsoft.com/office/powerpoint/2010/main" val="17821516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A8617AA6-108A-483C-8C95-3B3F9853F2C5}" type="datetime1">
              <a:rPr lang="en-US" smtClean="0"/>
              <a:t>9/30/2020</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95A9F06-21D3-4A9B-9BE9-3EE649CC3418}" type="slidenum">
              <a:rPr lang="en-US"/>
              <a:pPr>
                <a:defRPr/>
              </a:pPr>
              <a:t>‹#›</a:t>
            </a:fld>
            <a:endParaRPr lang="en-US"/>
          </a:p>
        </p:txBody>
      </p:sp>
    </p:spTree>
    <p:extLst>
      <p:ext uri="{BB962C8B-B14F-4D97-AF65-F5344CB8AC3E}">
        <p14:creationId xmlns:p14="http://schemas.microsoft.com/office/powerpoint/2010/main" val="15474368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A1D2DD1F-994E-4E81-A772-D01226A19A66}" type="datetime1">
              <a:rPr lang="en-US" smtClean="0"/>
              <a:t>9/30/2020</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BB6BF65-9D75-4E38-8D19-BDDB797600BF}" type="slidenum">
              <a:rPr lang="en-US"/>
              <a:pPr>
                <a:defRPr/>
              </a:pPr>
              <a:t>‹#›</a:t>
            </a:fld>
            <a:endParaRPr lang="en-US"/>
          </a:p>
        </p:txBody>
      </p:sp>
    </p:spTree>
    <p:extLst>
      <p:ext uri="{BB962C8B-B14F-4D97-AF65-F5344CB8AC3E}">
        <p14:creationId xmlns:p14="http://schemas.microsoft.com/office/powerpoint/2010/main" val="2198065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05563" y="930275"/>
            <a:ext cx="2052637" cy="533241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46063" y="930275"/>
            <a:ext cx="6007100" cy="533241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A3075D0D-3EC4-40B5-8232-1568D738E84C}" type="datetime1">
              <a:rPr lang="en-US" smtClean="0"/>
              <a:t>9/30/2020</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9AA840B-47D7-45A9-85BA-34B5324C3075}" type="slidenum">
              <a:rPr lang="en-US"/>
              <a:pPr>
                <a:defRPr/>
              </a:pPr>
              <a:t>‹#›</a:t>
            </a:fld>
            <a:endParaRPr lang="en-US"/>
          </a:p>
        </p:txBody>
      </p:sp>
    </p:spTree>
    <p:extLst>
      <p:ext uri="{BB962C8B-B14F-4D97-AF65-F5344CB8AC3E}">
        <p14:creationId xmlns:p14="http://schemas.microsoft.com/office/powerpoint/2010/main" val="42060909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719263"/>
            <a:ext cx="4038600" cy="44116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19263"/>
            <a:ext cx="4038600" cy="44116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248400"/>
            <a:ext cx="2133600" cy="457200"/>
          </a:xfrm>
        </p:spPr>
        <p:txBody>
          <a:bodyPr/>
          <a:lstStyle>
            <a:lvl1pPr>
              <a:defRPr smtClean="0"/>
            </a:lvl1pPr>
          </a:lstStyle>
          <a:p>
            <a:pPr>
              <a:defRPr/>
            </a:pPr>
            <a:fld id="{6EF2A087-8154-4A86-AA8C-6C769B721956}" type="datetime1">
              <a:rPr lang="en-US" smtClean="0"/>
              <a:t>9/30/2020</a:t>
            </a:fld>
            <a:endParaRPr lang="en-US"/>
          </a:p>
        </p:txBody>
      </p:sp>
      <p:sp>
        <p:nvSpPr>
          <p:cNvPr id="6" name="Footer Placeholder 5"/>
          <p:cNvSpPr>
            <a:spLocks noGrp="1"/>
          </p:cNvSpPr>
          <p:nvPr>
            <p:ph type="ftr" sz="quarter" idx="11"/>
          </p:nvPr>
        </p:nvSpPr>
        <p:spPr>
          <a:xfrm>
            <a:off x="250825" y="6248400"/>
            <a:ext cx="7561263" cy="457200"/>
          </a:xfrm>
        </p:spPr>
        <p:txBody>
          <a:bodyPr/>
          <a:lstStyle>
            <a:lvl1pPr>
              <a:defRPr smtClean="0"/>
            </a:lvl1pPr>
          </a:lstStyle>
          <a:p>
            <a:pPr>
              <a:defRPr/>
            </a:pPr>
            <a:r>
              <a:rPr lang="en-US" smtClean="0"/>
              <a:t>Options, Futures, and Other Derivatives,  11th Edition, Copyright © John  C. Hull 2021</a:t>
            </a:r>
            <a:endParaRPr lang="en-US"/>
          </a:p>
        </p:txBody>
      </p:sp>
      <p:sp>
        <p:nvSpPr>
          <p:cNvPr id="7" name="Slide Number Placeholder 6"/>
          <p:cNvSpPr>
            <a:spLocks noGrp="1"/>
          </p:cNvSpPr>
          <p:nvPr>
            <p:ph type="sldNum" sz="quarter" idx="12"/>
          </p:nvPr>
        </p:nvSpPr>
        <p:spPr>
          <a:xfrm>
            <a:off x="6553200" y="6248400"/>
            <a:ext cx="2133600" cy="457200"/>
          </a:xfrm>
        </p:spPr>
        <p:txBody>
          <a:bodyPr/>
          <a:lstStyle>
            <a:lvl1pPr>
              <a:defRPr/>
            </a:lvl1pPr>
          </a:lstStyle>
          <a:p>
            <a:pPr>
              <a:defRPr/>
            </a:pPr>
            <a:fld id="{3BA09A64-ED55-454B-B21D-2A1106333404}" type="slidenum">
              <a:rPr lang="en-US"/>
              <a:pPr>
                <a:defRPr/>
              </a:pPr>
              <a:t>‹#›</a:t>
            </a:fld>
            <a:endParaRPr lang="en-US"/>
          </a:p>
        </p:txBody>
      </p:sp>
    </p:spTree>
    <p:extLst>
      <p:ext uri="{BB962C8B-B14F-4D97-AF65-F5344CB8AC3E}">
        <p14:creationId xmlns:p14="http://schemas.microsoft.com/office/powerpoint/2010/main" val="32370279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719263"/>
            <a:ext cx="4038600" cy="44116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719263"/>
            <a:ext cx="4038600" cy="21288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4000500"/>
            <a:ext cx="4038600" cy="21304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5"/>
          <p:cNvSpPr>
            <a:spLocks noGrp="1"/>
          </p:cNvSpPr>
          <p:nvPr>
            <p:ph type="dt" sz="half" idx="10"/>
          </p:nvPr>
        </p:nvSpPr>
        <p:spPr>
          <a:xfrm>
            <a:off x="457200" y="6248400"/>
            <a:ext cx="2133600" cy="457200"/>
          </a:xfrm>
        </p:spPr>
        <p:txBody>
          <a:bodyPr/>
          <a:lstStyle>
            <a:lvl1pPr>
              <a:defRPr smtClean="0"/>
            </a:lvl1pPr>
          </a:lstStyle>
          <a:p>
            <a:pPr>
              <a:defRPr/>
            </a:pPr>
            <a:fld id="{C26CDACA-570B-4B04-A7D5-F50D399C26AA}" type="datetime1">
              <a:rPr lang="en-US" smtClean="0"/>
              <a:t>9/30/2020</a:t>
            </a:fld>
            <a:endParaRPr lang="en-US"/>
          </a:p>
        </p:txBody>
      </p:sp>
      <p:sp>
        <p:nvSpPr>
          <p:cNvPr id="7" name="Footer Placeholder 6"/>
          <p:cNvSpPr>
            <a:spLocks noGrp="1"/>
          </p:cNvSpPr>
          <p:nvPr>
            <p:ph type="ftr" sz="quarter" idx="11"/>
          </p:nvPr>
        </p:nvSpPr>
        <p:spPr>
          <a:xfrm>
            <a:off x="250825" y="6248400"/>
            <a:ext cx="7561263" cy="457200"/>
          </a:xfrm>
        </p:spPr>
        <p:txBody>
          <a:bodyPr/>
          <a:lstStyle>
            <a:lvl1pPr>
              <a:defRPr smtClean="0"/>
            </a:lvl1pPr>
          </a:lstStyle>
          <a:p>
            <a:pPr>
              <a:defRPr/>
            </a:pPr>
            <a:r>
              <a:rPr lang="en-US" smtClean="0"/>
              <a:t>Options, Futures, and Other Derivatives,  11th Edition, Copyright © John  C. Hull 2021</a:t>
            </a:r>
            <a:endParaRPr lang="en-US"/>
          </a:p>
        </p:txBody>
      </p:sp>
      <p:sp>
        <p:nvSpPr>
          <p:cNvPr id="8" name="Slide Number Placeholder 7"/>
          <p:cNvSpPr>
            <a:spLocks noGrp="1"/>
          </p:cNvSpPr>
          <p:nvPr>
            <p:ph type="sldNum" sz="quarter" idx="12"/>
          </p:nvPr>
        </p:nvSpPr>
        <p:spPr>
          <a:xfrm>
            <a:off x="6553200" y="6248400"/>
            <a:ext cx="2133600" cy="457200"/>
          </a:xfrm>
        </p:spPr>
        <p:txBody>
          <a:bodyPr/>
          <a:lstStyle>
            <a:lvl1pPr>
              <a:defRPr/>
            </a:lvl1pPr>
          </a:lstStyle>
          <a:p>
            <a:pPr>
              <a:defRPr/>
            </a:pPr>
            <a:fld id="{7C307815-F4E3-4070-91C7-4487B619F666}" type="slidenum">
              <a:rPr lang="en-US"/>
              <a:pPr>
                <a:defRPr/>
              </a:pPr>
              <a:t>‹#›</a:t>
            </a:fld>
            <a:endParaRPr lang="en-US"/>
          </a:p>
        </p:txBody>
      </p:sp>
    </p:spTree>
    <p:extLst>
      <p:ext uri="{BB962C8B-B14F-4D97-AF65-F5344CB8AC3E}">
        <p14:creationId xmlns:p14="http://schemas.microsoft.com/office/powerpoint/2010/main" val="29749801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50000">
              <a:schemeClr val="bg1"/>
            </a:gs>
            <a:gs pos="100000">
              <a:schemeClr val="bg2"/>
            </a:gs>
          </a:gsLst>
          <a:lin ang="27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6063" y="93027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85800" y="2147888"/>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100" name="Rectangle 4"/>
          <p:cNvSpPr>
            <a:spLocks noGrp="1" noChangeArrowheads="1"/>
          </p:cNvSpPr>
          <p:nvPr>
            <p:ph type="dt" sz="half" idx="2"/>
          </p:nvPr>
        </p:nvSpPr>
        <p:spPr bwMode="auto">
          <a:xfrm>
            <a:off x="685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smtClean="0"/>
            </a:lvl1pPr>
          </a:lstStyle>
          <a:p>
            <a:pPr>
              <a:defRPr/>
            </a:pPr>
            <a:fld id="{D67A520B-1C64-4DFE-9E2E-31BF2B3E7B35}" type="datetime1">
              <a:rPr lang="en-US" smtClean="0"/>
              <a:t>9/30/2020</a:t>
            </a:fld>
            <a:endParaRPr lang="en-US"/>
          </a:p>
        </p:txBody>
      </p:sp>
      <p:sp>
        <p:nvSpPr>
          <p:cNvPr id="4101" name="Rectangle 5"/>
          <p:cNvSpPr>
            <a:spLocks noGrp="1" noChangeArrowheads="1"/>
          </p:cNvSpPr>
          <p:nvPr>
            <p:ph type="ftr" sz="quarter" idx="3"/>
          </p:nvPr>
        </p:nvSpPr>
        <p:spPr bwMode="auto">
          <a:xfrm>
            <a:off x="2667000" y="6324600"/>
            <a:ext cx="4419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smtClean="0"/>
            </a:lvl1pPr>
          </a:lstStyle>
          <a:p>
            <a:pPr>
              <a:defRPr/>
            </a:pPr>
            <a:r>
              <a:rPr lang="en-US" smtClean="0"/>
              <a:t>Options, Futures, and Other Derivatives,  11th Edition, Copyright © John  C. Hull 2021</a:t>
            </a:r>
            <a:endParaRPr lang="en-US"/>
          </a:p>
        </p:txBody>
      </p:sp>
      <p:sp>
        <p:nvSpPr>
          <p:cNvPr id="4102" name="Rectangle 6"/>
          <p:cNvSpPr>
            <a:spLocks noGrp="1" noChangeArrowheads="1"/>
          </p:cNvSpPr>
          <p:nvPr>
            <p:ph type="sldNum" sz="quarter" idx="4"/>
          </p:nvPr>
        </p:nvSpPr>
        <p:spPr bwMode="auto">
          <a:xfrm>
            <a:off x="65532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lvl1pPr>
          </a:lstStyle>
          <a:p>
            <a:pPr>
              <a:defRPr/>
            </a:pPr>
            <a:fld id="{266620EB-380C-420A-BB29-BFC321CC6E34}" type="slidenum">
              <a:rPr lang="en-US"/>
              <a:pPr>
                <a:defRPr/>
              </a:pPr>
              <a:t>‹#›</a:t>
            </a:fld>
            <a:endParaRPr lang="en-US"/>
          </a:p>
        </p:txBody>
      </p:sp>
      <p:grpSp>
        <p:nvGrpSpPr>
          <p:cNvPr id="1031" name="Group 7"/>
          <p:cNvGrpSpPr>
            <a:grpSpLocks/>
          </p:cNvGrpSpPr>
          <p:nvPr/>
        </p:nvGrpSpPr>
        <p:grpSpPr bwMode="auto">
          <a:xfrm>
            <a:off x="261938" y="87313"/>
            <a:ext cx="8488362" cy="831850"/>
            <a:chOff x="165" y="55"/>
            <a:chExt cx="5347" cy="524"/>
          </a:xfrm>
        </p:grpSpPr>
        <p:grpSp>
          <p:nvGrpSpPr>
            <p:cNvPr id="1032" name="Group 8"/>
            <p:cNvGrpSpPr>
              <a:grpSpLocks/>
            </p:cNvGrpSpPr>
            <p:nvPr userDrawn="1"/>
          </p:nvGrpSpPr>
          <p:grpSpPr bwMode="auto">
            <a:xfrm>
              <a:off x="664" y="104"/>
              <a:ext cx="4848" cy="432"/>
              <a:chOff x="664" y="104"/>
              <a:chExt cx="4848" cy="432"/>
            </a:xfrm>
          </p:grpSpPr>
          <p:sp>
            <p:nvSpPr>
              <p:cNvPr id="1034" name="Freeform 9"/>
              <p:cNvSpPr>
                <a:spLocks/>
              </p:cNvSpPr>
              <p:nvPr/>
            </p:nvSpPr>
            <p:spPr bwMode="ltGray">
              <a:xfrm>
                <a:off x="664" y="104"/>
                <a:ext cx="4848" cy="432"/>
              </a:xfrm>
              <a:custGeom>
                <a:avLst/>
                <a:gdLst>
                  <a:gd name="T0" fmla="*/ 4848 w 4848"/>
                  <a:gd name="T1" fmla="*/ 48 h 432"/>
                  <a:gd name="T2" fmla="*/ 4848 w 4848"/>
                  <a:gd name="T3" fmla="*/ 432 h 432"/>
                  <a:gd name="T4" fmla="*/ 0 w 4848"/>
                  <a:gd name="T5" fmla="*/ 432 h 432"/>
                  <a:gd name="T6" fmla="*/ 0 w 4848"/>
                  <a:gd name="T7" fmla="*/ 0 h 432"/>
                  <a:gd name="T8" fmla="*/ 4848 w 4848"/>
                  <a:gd name="T9" fmla="*/ 0 h 432"/>
                  <a:gd name="T10" fmla="*/ 4848 w 4848"/>
                  <a:gd name="T11" fmla="*/ 48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48" h="432">
                    <a:moveTo>
                      <a:pt x="4848" y="48"/>
                    </a:moveTo>
                    <a:lnTo>
                      <a:pt x="4848" y="432"/>
                    </a:lnTo>
                    <a:cubicBezTo>
                      <a:pt x="4848" y="432"/>
                      <a:pt x="2424" y="432"/>
                      <a:pt x="0" y="432"/>
                    </a:cubicBezTo>
                    <a:cubicBezTo>
                      <a:pt x="161" y="345"/>
                      <a:pt x="169" y="61"/>
                      <a:pt x="0" y="0"/>
                    </a:cubicBezTo>
                    <a:cubicBezTo>
                      <a:pt x="2424" y="0"/>
                      <a:pt x="4848" y="0"/>
                      <a:pt x="4848" y="0"/>
                    </a:cubicBezTo>
                    <a:lnTo>
                      <a:pt x="4848" y="48"/>
                    </a:lnTo>
                    <a:close/>
                  </a:path>
                </a:pathLst>
              </a:custGeom>
              <a:solidFill>
                <a:schemeClr val="hlink"/>
              </a:solidFill>
              <a:ln w="9525">
                <a:solidFill>
                  <a:schemeClr val="bg2"/>
                </a:solidFill>
                <a:round/>
                <a:headEnd/>
                <a:tailEnd/>
              </a:ln>
            </p:spPr>
            <p:txBody>
              <a:bodyPr wrap="none" anchor="ctr"/>
              <a:lstStyle/>
              <a:p>
                <a:endParaRPr lang="en-US"/>
              </a:p>
            </p:txBody>
          </p:sp>
          <p:grpSp>
            <p:nvGrpSpPr>
              <p:cNvPr id="1035" name="Group 10"/>
              <p:cNvGrpSpPr>
                <a:grpSpLocks/>
              </p:cNvGrpSpPr>
              <p:nvPr/>
            </p:nvGrpSpPr>
            <p:grpSpPr bwMode="auto">
              <a:xfrm>
                <a:off x="1195" y="104"/>
                <a:ext cx="3827" cy="429"/>
                <a:chOff x="1021" y="240"/>
                <a:chExt cx="3827" cy="429"/>
              </a:xfrm>
            </p:grpSpPr>
            <p:grpSp>
              <p:nvGrpSpPr>
                <p:cNvPr id="1084" name="Group 11"/>
                <p:cNvGrpSpPr>
                  <a:grpSpLocks/>
                </p:cNvGrpSpPr>
                <p:nvPr/>
              </p:nvGrpSpPr>
              <p:grpSpPr bwMode="auto">
                <a:xfrm>
                  <a:off x="1021" y="241"/>
                  <a:ext cx="2208" cy="427"/>
                  <a:chOff x="1021" y="241"/>
                  <a:chExt cx="2208" cy="427"/>
                </a:xfrm>
              </p:grpSpPr>
              <p:sp>
                <p:nvSpPr>
                  <p:cNvPr id="1128" name="Freeform 12"/>
                  <p:cNvSpPr>
                    <a:spLocks/>
                  </p:cNvSpPr>
                  <p:nvPr/>
                </p:nvSpPr>
                <p:spPr bwMode="ltGray">
                  <a:xfrm>
                    <a:off x="2257" y="633"/>
                    <a:ext cx="7" cy="8"/>
                  </a:xfrm>
                  <a:custGeom>
                    <a:avLst/>
                    <a:gdLst>
                      <a:gd name="T0" fmla="*/ 5 w 15"/>
                      <a:gd name="T1" fmla="*/ 11 h 23"/>
                      <a:gd name="T2" fmla="*/ 15 w 15"/>
                      <a:gd name="T3" fmla="*/ 5 h 23"/>
                      <a:gd name="T4" fmla="*/ 13 w 15"/>
                      <a:gd name="T5" fmla="*/ 17 h 23"/>
                      <a:gd name="T6" fmla="*/ 5 w 15"/>
                      <a:gd name="T7" fmla="*/ 1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9" name="Freeform 13"/>
                  <p:cNvSpPr>
                    <a:spLocks/>
                  </p:cNvSpPr>
                  <p:nvPr/>
                </p:nvSpPr>
                <p:spPr bwMode="ltGray">
                  <a:xfrm>
                    <a:off x="2332" y="660"/>
                    <a:ext cx="9" cy="8"/>
                  </a:xfrm>
                  <a:custGeom>
                    <a:avLst/>
                    <a:gdLst>
                      <a:gd name="T0" fmla="*/ 3 w 20"/>
                      <a:gd name="T1" fmla="*/ 13 h 23"/>
                      <a:gd name="T2" fmla="*/ 11 w 20"/>
                      <a:gd name="T3" fmla="*/ 3 h 23"/>
                      <a:gd name="T4" fmla="*/ 7 w 20"/>
                      <a:gd name="T5" fmla="*/ 19 h 23"/>
                      <a:gd name="T6" fmla="*/ 3 w 20"/>
                      <a:gd name="T7" fmla="*/ 13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0" name="Freeform 14"/>
                  <p:cNvSpPr>
                    <a:spLocks/>
                  </p:cNvSpPr>
                  <p:nvPr/>
                </p:nvSpPr>
                <p:spPr bwMode="ltGray">
                  <a:xfrm>
                    <a:off x="2120" y="616"/>
                    <a:ext cx="13" cy="14"/>
                  </a:xfrm>
                  <a:custGeom>
                    <a:avLst/>
                    <a:gdLst>
                      <a:gd name="T0" fmla="*/ 16 w 30"/>
                      <a:gd name="T1" fmla="*/ 33 h 42"/>
                      <a:gd name="T2" fmla="*/ 8 w 30"/>
                      <a:gd name="T3" fmla="*/ 21 h 42"/>
                      <a:gd name="T4" fmla="*/ 0 w 30"/>
                      <a:gd name="T5" fmla="*/ 9 h 42"/>
                      <a:gd name="T6" fmla="*/ 16 w 30"/>
                      <a:gd name="T7" fmla="*/ 3 h 42"/>
                      <a:gd name="T8" fmla="*/ 30 w 30"/>
                      <a:gd name="T9" fmla="*/ 23 h 42"/>
                      <a:gd name="T10" fmla="*/ 28 w 30"/>
                      <a:gd name="T11" fmla="*/ 31 h 42"/>
                      <a:gd name="T12" fmla="*/ 16 w 30"/>
                      <a:gd name="T13" fmla="*/ 33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1" name="Freeform 15"/>
                  <p:cNvSpPr>
                    <a:spLocks/>
                  </p:cNvSpPr>
                  <p:nvPr/>
                </p:nvSpPr>
                <p:spPr bwMode="ltGray">
                  <a:xfrm>
                    <a:off x="1967" y="629"/>
                    <a:ext cx="11" cy="5"/>
                  </a:xfrm>
                  <a:custGeom>
                    <a:avLst/>
                    <a:gdLst>
                      <a:gd name="T0" fmla="*/ 15 w 25"/>
                      <a:gd name="T1" fmla="*/ 16 h 16"/>
                      <a:gd name="T2" fmla="*/ 3 w 25"/>
                      <a:gd name="T3" fmla="*/ 8 h 16"/>
                      <a:gd name="T4" fmla="*/ 15 w 25"/>
                      <a:gd name="T5" fmla="*/ 0 h 16"/>
                      <a:gd name="T6" fmla="*/ 15 w 25"/>
                      <a:gd name="T7" fmla="*/ 16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2" name="Freeform 16"/>
                  <p:cNvSpPr>
                    <a:spLocks/>
                  </p:cNvSpPr>
                  <p:nvPr/>
                </p:nvSpPr>
                <p:spPr bwMode="ltGray">
                  <a:xfrm>
                    <a:off x="1921" y="635"/>
                    <a:ext cx="28" cy="16"/>
                  </a:xfrm>
                  <a:custGeom>
                    <a:avLst/>
                    <a:gdLst>
                      <a:gd name="T0" fmla="*/ 14 w 65"/>
                      <a:gd name="T1" fmla="*/ 24 h 46"/>
                      <a:gd name="T2" fmla="*/ 30 w 65"/>
                      <a:gd name="T3" fmla="*/ 4 h 46"/>
                      <a:gd name="T4" fmla="*/ 42 w 65"/>
                      <a:gd name="T5" fmla="*/ 0 h 46"/>
                      <a:gd name="T6" fmla="*/ 58 w 65"/>
                      <a:gd name="T7" fmla="*/ 12 h 46"/>
                      <a:gd name="T8" fmla="*/ 32 w 65"/>
                      <a:gd name="T9" fmla="*/ 26 h 46"/>
                      <a:gd name="T10" fmla="*/ 12 w 65"/>
                      <a:gd name="T11" fmla="*/ 46 h 46"/>
                      <a:gd name="T12" fmla="*/ 8 w 65"/>
                      <a:gd name="T13" fmla="*/ 20 h 46"/>
                      <a:gd name="T14" fmla="*/ 12 w 65"/>
                      <a:gd name="T15" fmla="*/ 14 h 46"/>
                      <a:gd name="T16" fmla="*/ 14 w 65"/>
                      <a:gd name="T17" fmla="*/ 24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3" name="Freeform 17"/>
                  <p:cNvSpPr>
                    <a:spLocks/>
                  </p:cNvSpPr>
                  <p:nvPr/>
                </p:nvSpPr>
                <p:spPr bwMode="ltGray">
                  <a:xfrm>
                    <a:off x="1892" y="634"/>
                    <a:ext cx="29" cy="16"/>
                  </a:xfrm>
                  <a:custGeom>
                    <a:avLst/>
                    <a:gdLst>
                      <a:gd name="T0" fmla="*/ 0 w 69"/>
                      <a:gd name="T1" fmla="*/ 31 h 47"/>
                      <a:gd name="T2" fmla="*/ 18 w 69"/>
                      <a:gd name="T3" fmla="*/ 25 h 47"/>
                      <a:gd name="T4" fmla="*/ 52 w 69"/>
                      <a:gd name="T5" fmla="*/ 1 h 47"/>
                      <a:gd name="T6" fmla="*/ 64 w 69"/>
                      <a:gd name="T7" fmla="*/ 3 h 47"/>
                      <a:gd name="T8" fmla="*/ 50 w 69"/>
                      <a:gd name="T9" fmla="*/ 19 h 47"/>
                      <a:gd name="T10" fmla="*/ 28 w 69"/>
                      <a:gd name="T11" fmla="*/ 33 h 47"/>
                      <a:gd name="T12" fmla="*/ 22 w 69"/>
                      <a:gd name="T13" fmla="*/ 47 h 47"/>
                      <a:gd name="T14" fmla="*/ 16 w 69"/>
                      <a:gd name="T15" fmla="*/ 45 h 47"/>
                      <a:gd name="T16" fmla="*/ 12 w 69"/>
                      <a:gd name="T17" fmla="*/ 39 h 47"/>
                      <a:gd name="T18" fmla="*/ 0 w 69"/>
                      <a:gd name="T19" fmla="*/ 35 h 47"/>
                      <a:gd name="T20" fmla="*/ 0 w 69"/>
                      <a:gd name="T21" fmla="*/ 31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4" name="Freeform 18"/>
                  <p:cNvSpPr>
                    <a:spLocks/>
                  </p:cNvSpPr>
                  <p:nvPr/>
                </p:nvSpPr>
                <p:spPr bwMode="ltGray">
                  <a:xfrm>
                    <a:off x="1735" y="547"/>
                    <a:ext cx="151" cy="93"/>
                  </a:xfrm>
                  <a:custGeom>
                    <a:avLst/>
                    <a:gdLst>
                      <a:gd name="T0" fmla="*/ 10 w 355"/>
                      <a:gd name="T1" fmla="*/ 4 h 277"/>
                      <a:gd name="T2" fmla="*/ 36 w 355"/>
                      <a:gd name="T3" fmla="*/ 18 h 277"/>
                      <a:gd name="T4" fmla="*/ 46 w 355"/>
                      <a:gd name="T5" fmla="*/ 30 h 277"/>
                      <a:gd name="T6" fmla="*/ 76 w 355"/>
                      <a:gd name="T7" fmla="*/ 52 h 277"/>
                      <a:gd name="T8" fmla="*/ 92 w 355"/>
                      <a:gd name="T9" fmla="*/ 66 h 277"/>
                      <a:gd name="T10" fmla="*/ 122 w 355"/>
                      <a:gd name="T11" fmla="*/ 98 h 277"/>
                      <a:gd name="T12" fmla="*/ 136 w 355"/>
                      <a:gd name="T13" fmla="*/ 128 h 277"/>
                      <a:gd name="T14" fmla="*/ 148 w 355"/>
                      <a:gd name="T15" fmla="*/ 132 h 277"/>
                      <a:gd name="T16" fmla="*/ 154 w 355"/>
                      <a:gd name="T17" fmla="*/ 150 h 277"/>
                      <a:gd name="T18" fmla="*/ 176 w 355"/>
                      <a:gd name="T19" fmla="*/ 152 h 277"/>
                      <a:gd name="T20" fmla="*/ 170 w 355"/>
                      <a:gd name="T21" fmla="*/ 196 h 277"/>
                      <a:gd name="T22" fmla="*/ 180 w 355"/>
                      <a:gd name="T23" fmla="*/ 224 h 277"/>
                      <a:gd name="T24" fmla="*/ 198 w 355"/>
                      <a:gd name="T25" fmla="*/ 232 h 277"/>
                      <a:gd name="T26" fmla="*/ 216 w 355"/>
                      <a:gd name="T27" fmla="*/ 234 h 277"/>
                      <a:gd name="T28" fmla="*/ 236 w 355"/>
                      <a:gd name="T29" fmla="*/ 242 h 277"/>
                      <a:gd name="T30" fmla="*/ 254 w 355"/>
                      <a:gd name="T31" fmla="*/ 236 h 277"/>
                      <a:gd name="T32" fmla="*/ 272 w 355"/>
                      <a:gd name="T33" fmla="*/ 248 h 277"/>
                      <a:gd name="T34" fmla="*/ 296 w 355"/>
                      <a:gd name="T35" fmla="*/ 256 h 277"/>
                      <a:gd name="T36" fmla="*/ 314 w 355"/>
                      <a:gd name="T37" fmla="*/ 264 h 277"/>
                      <a:gd name="T38" fmla="*/ 352 w 355"/>
                      <a:gd name="T39" fmla="*/ 266 h 277"/>
                      <a:gd name="T40" fmla="*/ 342 w 355"/>
                      <a:gd name="T41" fmla="*/ 274 h 277"/>
                      <a:gd name="T42" fmla="*/ 322 w 355"/>
                      <a:gd name="T43" fmla="*/ 272 h 277"/>
                      <a:gd name="T44" fmla="*/ 300 w 355"/>
                      <a:gd name="T45" fmla="*/ 270 h 277"/>
                      <a:gd name="T46" fmla="*/ 288 w 355"/>
                      <a:gd name="T47" fmla="*/ 266 h 277"/>
                      <a:gd name="T48" fmla="*/ 252 w 355"/>
                      <a:gd name="T49" fmla="*/ 264 h 277"/>
                      <a:gd name="T50" fmla="*/ 234 w 355"/>
                      <a:gd name="T51" fmla="*/ 260 h 277"/>
                      <a:gd name="T52" fmla="*/ 172 w 355"/>
                      <a:gd name="T53" fmla="*/ 242 h 277"/>
                      <a:gd name="T54" fmla="*/ 160 w 355"/>
                      <a:gd name="T55" fmla="*/ 216 h 277"/>
                      <a:gd name="T56" fmla="*/ 126 w 355"/>
                      <a:gd name="T57" fmla="*/ 200 h 277"/>
                      <a:gd name="T58" fmla="*/ 108 w 355"/>
                      <a:gd name="T59" fmla="*/ 186 h 277"/>
                      <a:gd name="T60" fmla="*/ 94 w 355"/>
                      <a:gd name="T61" fmla="*/ 158 h 277"/>
                      <a:gd name="T62" fmla="*/ 68 w 355"/>
                      <a:gd name="T63" fmla="*/ 108 h 277"/>
                      <a:gd name="T64" fmla="*/ 64 w 355"/>
                      <a:gd name="T65" fmla="*/ 102 h 277"/>
                      <a:gd name="T66" fmla="*/ 58 w 355"/>
                      <a:gd name="T67" fmla="*/ 100 h 277"/>
                      <a:gd name="T68" fmla="*/ 54 w 355"/>
                      <a:gd name="T69" fmla="*/ 88 h 277"/>
                      <a:gd name="T70" fmla="*/ 38 w 355"/>
                      <a:gd name="T71" fmla="*/ 58 h 277"/>
                      <a:gd name="T72" fmla="*/ 20 w 355"/>
                      <a:gd name="T73" fmla="*/ 40 h 277"/>
                      <a:gd name="T74" fmla="*/ 4 w 355"/>
                      <a:gd name="T75" fmla="*/ 22 h 277"/>
                      <a:gd name="T76" fmla="*/ 10 w 355"/>
                      <a:gd name="T77" fmla="*/ 2 h 277"/>
                      <a:gd name="T78" fmla="*/ 10 w 355"/>
                      <a:gd name="T79" fmla="*/ 4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5" name="Freeform 19"/>
                  <p:cNvSpPr>
                    <a:spLocks/>
                  </p:cNvSpPr>
                  <p:nvPr/>
                </p:nvSpPr>
                <p:spPr bwMode="ltGray">
                  <a:xfrm>
                    <a:off x="1827" y="541"/>
                    <a:ext cx="67" cy="68"/>
                  </a:xfrm>
                  <a:custGeom>
                    <a:avLst/>
                    <a:gdLst>
                      <a:gd name="T0" fmla="*/ 54 w 156"/>
                      <a:gd name="T1" fmla="*/ 66 h 206"/>
                      <a:gd name="T2" fmla="*/ 66 w 156"/>
                      <a:gd name="T3" fmla="*/ 58 h 206"/>
                      <a:gd name="T4" fmla="*/ 68 w 156"/>
                      <a:gd name="T5" fmla="*/ 52 h 206"/>
                      <a:gd name="T6" fmla="*/ 80 w 156"/>
                      <a:gd name="T7" fmla="*/ 44 h 206"/>
                      <a:gd name="T8" fmla="*/ 106 w 156"/>
                      <a:gd name="T9" fmla="*/ 22 h 206"/>
                      <a:gd name="T10" fmla="*/ 112 w 156"/>
                      <a:gd name="T11" fmla="*/ 4 h 206"/>
                      <a:gd name="T12" fmla="*/ 124 w 156"/>
                      <a:gd name="T13" fmla="*/ 0 h 206"/>
                      <a:gd name="T14" fmla="*/ 150 w 156"/>
                      <a:gd name="T15" fmla="*/ 28 h 206"/>
                      <a:gd name="T16" fmla="*/ 146 w 156"/>
                      <a:gd name="T17" fmla="*/ 44 h 206"/>
                      <a:gd name="T18" fmla="*/ 126 w 156"/>
                      <a:gd name="T19" fmla="*/ 64 h 206"/>
                      <a:gd name="T20" fmla="*/ 132 w 156"/>
                      <a:gd name="T21" fmla="*/ 94 h 206"/>
                      <a:gd name="T22" fmla="*/ 142 w 156"/>
                      <a:gd name="T23" fmla="*/ 110 h 206"/>
                      <a:gd name="T24" fmla="*/ 146 w 156"/>
                      <a:gd name="T25" fmla="*/ 128 h 206"/>
                      <a:gd name="T26" fmla="*/ 128 w 156"/>
                      <a:gd name="T27" fmla="*/ 128 h 206"/>
                      <a:gd name="T28" fmla="*/ 116 w 156"/>
                      <a:gd name="T29" fmla="*/ 146 h 206"/>
                      <a:gd name="T30" fmla="*/ 104 w 156"/>
                      <a:gd name="T31" fmla="*/ 156 h 206"/>
                      <a:gd name="T32" fmla="*/ 100 w 156"/>
                      <a:gd name="T33" fmla="*/ 198 h 206"/>
                      <a:gd name="T34" fmla="*/ 88 w 156"/>
                      <a:gd name="T35" fmla="*/ 202 h 206"/>
                      <a:gd name="T36" fmla="*/ 82 w 156"/>
                      <a:gd name="T37" fmla="*/ 206 h 206"/>
                      <a:gd name="T38" fmla="*/ 76 w 156"/>
                      <a:gd name="T39" fmla="*/ 202 h 206"/>
                      <a:gd name="T40" fmla="*/ 72 w 156"/>
                      <a:gd name="T41" fmla="*/ 190 h 206"/>
                      <a:gd name="T42" fmla="*/ 60 w 156"/>
                      <a:gd name="T43" fmla="*/ 186 h 206"/>
                      <a:gd name="T44" fmla="*/ 42 w 156"/>
                      <a:gd name="T45" fmla="*/ 194 h 206"/>
                      <a:gd name="T46" fmla="*/ 28 w 156"/>
                      <a:gd name="T47" fmla="*/ 186 h 206"/>
                      <a:gd name="T48" fmla="*/ 10 w 156"/>
                      <a:gd name="T49" fmla="*/ 148 h 206"/>
                      <a:gd name="T50" fmla="*/ 4 w 156"/>
                      <a:gd name="T51" fmla="*/ 130 h 206"/>
                      <a:gd name="T52" fmla="*/ 0 w 156"/>
                      <a:gd name="T53" fmla="*/ 118 h 206"/>
                      <a:gd name="T54" fmla="*/ 20 w 156"/>
                      <a:gd name="T55" fmla="*/ 96 h 206"/>
                      <a:gd name="T56" fmla="*/ 32 w 156"/>
                      <a:gd name="T57" fmla="*/ 104 h 206"/>
                      <a:gd name="T58" fmla="*/ 34 w 156"/>
                      <a:gd name="T59" fmla="*/ 80 h 206"/>
                      <a:gd name="T60" fmla="*/ 52 w 156"/>
                      <a:gd name="T61" fmla="*/ 70 h 206"/>
                      <a:gd name="T62" fmla="*/ 54 w 156"/>
                      <a:gd name="T63" fmla="*/ 66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6" name="Freeform 20"/>
                  <p:cNvSpPr>
                    <a:spLocks/>
                  </p:cNvSpPr>
                  <p:nvPr/>
                </p:nvSpPr>
                <p:spPr bwMode="ltGray">
                  <a:xfrm>
                    <a:off x="1892" y="572"/>
                    <a:ext cx="47" cy="13"/>
                  </a:xfrm>
                  <a:custGeom>
                    <a:avLst/>
                    <a:gdLst>
                      <a:gd name="T0" fmla="*/ 4 w 109"/>
                      <a:gd name="T1" fmla="*/ 32 h 38"/>
                      <a:gd name="T2" fmla="*/ 18 w 109"/>
                      <a:gd name="T3" fmla="*/ 10 h 38"/>
                      <a:gd name="T4" fmla="*/ 46 w 109"/>
                      <a:gd name="T5" fmla="*/ 20 h 38"/>
                      <a:gd name="T6" fmla="*/ 72 w 109"/>
                      <a:gd name="T7" fmla="*/ 14 h 38"/>
                      <a:gd name="T8" fmla="*/ 90 w 109"/>
                      <a:gd name="T9" fmla="*/ 0 h 38"/>
                      <a:gd name="T10" fmla="*/ 76 w 109"/>
                      <a:gd name="T11" fmla="*/ 26 h 38"/>
                      <a:gd name="T12" fmla="*/ 60 w 109"/>
                      <a:gd name="T13" fmla="*/ 38 h 38"/>
                      <a:gd name="T14" fmla="*/ 42 w 109"/>
                      <a:gd name="T15" fmla="*/ 32 h 38"/>
                      <a:gd name="T16" fmla="*/ 14 w 109"/>
                      <a:gd name="T17" fmla="*/ 30 h 38"/>
                      <a:gd name="T18" fmla="*/ 4 w 109"/>
                      <a:gd name="T19" fmla="*/ 32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7" name="Freeform 21"/>
                  <p:cNvSpPr>
                    <a:spLocks/>
                  </p:cNvSpPr>
                  <p:nvPr/>
                </p:nvSpPr>
                <p:spPr bwMode="ltGray">
                  <a:xfrm>
                    <a:off x="1890" y="588"/>
                    <a:ext cx="32" cy="34"/>
                  </a:xfrm>
                  <a:custGeom>
                    <a:avLst/>
                    <a:gdLst>
                      <a:gd name="T0" fmla="*/ 8 w 76"/>
                      <a:gd name="T1" fmla="*/ 18 h 104"/>
                      <a:gd name="T2" fmla="*/ 18 w 76"/>
                      <a:gd name="T3" fmla="*/ 0 h 104"/>
                      <a:gd name="T4" fmla="*/ 34 w 76"/>
                      <a:gd name="T5" fmla="*/ 18 h 104"/>
                      <a:gd name="T6" fmla="*/ 62 w 76"/>
                      <a:gd name="T7" fmla="*/ 4 h 104"/>
                      <a:gd name="T8" fmla="*/ 46 w 76"/>
                      <a:gd name="T9" fmla="*/ 34 h 104"/>
                      <a:gd name="T10" fmla="*/ 54 w 76"/>
                      <a:gd name="T11" fmla="*/ 48 h 104"/>
                      <a:gd name="T12" fmla="*/ 58 w 76"/>
                      <a:gd name="T13" fmla="*/ 60 h 104"/>
                      <a:gd name="T14" fmla="*/ 46 w 76"/>
                      <a:gd name="T15" fmla="*/ 74 h 104"/>
                      <a:gd name="T16" fmla="*/ 34 w 76"/>
                      <a:gd name="T17" fmla="*/ 60 h 104"/>
                      <a:gd name="T18" fmla="*/ 22 w 76"/>
                      <a:gd name="T19" fmla="*/ 48 h 104"/>
                      <a:gd name="T20" fmla="*/ 28 w 76"/>
                      <a:gd name="T21" fmla="*/ 68 h 104"/>
                      <a:gd name="T22" fmla="*/ 30 w 76"/>
                      <a:gd name="T23" fmla="*/ 74 h 104"/>
                      <a:gd name="T24" fmla="*/ 20 w 76"/>
                      <a:gd name="T25" fmla="*/ 104 h 104"/>
                      <a:gd name="T26" fmla="*/ 12 w 76"/>
                      <a:gd name="T27" fmla="*/ 102 h 104"/>
                      <a:gd name="T28" fmla="*/ 8 w 76"/>
                      <a:gd name="T29" fmla="*/ 90 h 104"/>
                      <a:gd name="T30" fmla="*/ 0 w 76"/>
                      <a:gd name="T31" fmla="*/ 54 h 104"/>
                      <a:gd name="T32" fmla="*/ 2 w 76"/>
                      <a:gd name="T33" fmla="*/ 30 h 104"/>
                      <a:gd name="T34" fmla="*/ 8 w 76"/>
                      <a:gd name="T35" fmla="*/ 18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8" name="Freeform 22"/>
                  <p:cNvSpPr>
                    <a:spLocks/>
                  </p:cNvSpPr>
                  <p:nvPr/>
                </p:nvSpPr>
                <p:spPr bwMode="ltGray">
                  <a:xfrm>
                    <a:off x="1944" y="569"/>
                    <a:ext cx="16" cy="20"/>
                  </a:xfrm>
                  <a:custGeom>
                    <a:avLst/>
                    <a:gdLst>
                      <a:gd name="T0" fmla="*/ 3 w 37"/>
                      <a:gd name="T1" fmla="*/ 28 h 61"/>
                      <a:gd name="T2" fmla="*/ 13 w 37"/>
                      <a:gd name="T3" fmla="*/ 0 h 61"/>
                      <a:gd name="T4" fmla="*/ 15 w 37"/>
                      <a:gd name="T5" fmla="*/ 28 h 61"/>
                      <a:gd name="T6" fmla="*/ 37 w 37"/>
                      <a:gd name="T7" fmla="*/ 38 h 61"/>
                      <a:gd name="T8" fmla="*/ 19 w 37"/>
                      <a:gd name="T9" fmla="*/ 44 h 61"/>
                      <a:gd name="T10" fmla="*/ 5 w 37"/>
                      <a:gd name="T11" fmla="*/ 58 h 61"/>
                      <a:gd name="T12" fmla="*/ 1 w 37"/>
                      <a:gd name="T13" fmla="*/ 34 h 61"/>
                      <a:gd name="T14" fmla="*/ 3 w 37"/>
                      <a:gd name="T15" fmla="*/ 28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9" name="Freeform 23"/>
                  <p:cNvSpPr>
                    <a:spLocks/>
                  </p:cNvSpPr>
                  <p:nvPr/>
                </p:nvSpPr>
                <p:spPr bwMode="ltGray">
                  <a:xfrm>
                    <a:off x="1948" y="600"/>
                    <a:ext cx="20" cy="10"/>
                  </a:xfrm>
                  <a:custGeom>
                    <a:avLst/>
                    <a:gdLst>
                      <a:gd name="T0" fmla="*/ 7 w 49"/>
                      <a:gd name="T1" fmla="*/ 0 h 29"/>
                      <a:gd name="T2" fmla="*/ 29 w 49"/>
                      <a:gd name="T3" fmla="*/ 0 h 29"/>
                      <a:gd name="T4" fmla="*/ 49 w 49"/>
                      <a:gd name="T5" fmla="*/ 16 h 29"/>
                      <a:gd name="T6" fmla="*/ 35 w 49"/>
                      <a:gd name="T7" fmla="*/ 14 h 29"/>
                      <a:gd name="T8" fmla="*/ 3 w 49"/>
                      <a:gd name="T9" fmla="*/ 16 h 29"/>
                      <a:gd name="T10" fmla="*/ 7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0" name="Freeform 24"/>
                  <p:cNvSpPr>
                    <a:spLocks/>
                  </p:cNvSpPr>
                  <p:nvPr/>
                </p:nvSpPr>
                <p:spPr bwMode="ltGray">
                  <a:xfrm>
                    <a:off x="1969" y="585"/>
                    <a:ext cx="26" cy="17"/>
                  </a:xfrm>
                  <a:custGeom>
                    <a:avLst/>
                    <a:gdLst>
                      <a:gd name="T0" fmla="*/ 21 w 61"/>
                      <a:gd name="T1" fmla="*/ 38 h 48"/>
                      <a:gd name="T2" fmla="*/ 15 w 61"/>
                      <a:gd name="T3" fmla="*/ 26 h 48"/>
                      <a:gd name="T4" fmla="*/ 3 w 61"/>
                      <a:gd name="T5" fmla="*/ 22 h 48"/>
                      <a:gd name="T6" fmla="*/ 13 w 61"/>
                      <a:gd name="T7" fmla="*/ 8 h 48"/>
                      <a:gd name="T8" fmla="*/ 25 w 61"/>
                      <a:gd name="T9" fmla="*/ 0 h 48"/>
                      <a:gd name="T10" fmla="*/ 49 w 61"/>
                      <a:gd name="T11" fmla="*/ 10 h 48"/>
                      <a:gd name="T12" fmla="*/ 53 w 61"/>
                      <a:gd name="T13" fmla="*/ 20 h 48"/>
                      <a:gd name="T14" fmla="*/ 61 w 61"/>
                      <a:gd name="T15" fmla="*/ 32 h 48"/>
                      <a:gd name="T16" fmla="*/ 41 w 61"/>
                      <a:gd name="T17" fmla="*/ 38 h 48"/>
                      <a:gd name="T18" fmla="*/ 23 w 61"/>
                      <a:gd name="T19" fmla="*/ 44 h 48"/>
                      <a:gd name="T20" fmla="*/ 21 w 61"/>
                      <a:gd name="T21" fmla="*/ 38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1" name="Freeform 25"/>
                  <p:cNvSpPr>
                    <a:spLocks/>
                  </p:cNvSpPr>
                  <p:nvPr/>
                </p:nvSpPr>
                <p:spPr bwMode="ltGray">
                  <a:xfrm>
                    <a:off x="1976" y="593"/>
                    <a:ext cx="122" cy="61"/>
                  </a:xfrm>
                  <a:custGeom>
                    <a:avLst/>
                    <a:gdLst>
                      <a:gd name="T0" fmla="*/ 46 w 286"/>
                      <a:gd name="T1" fmla="*/ 28 h 182"/>
                      <a:gd name="T2" fmla="*/ 36 w 286"/>
                      <a:gd name="T3" fmla="*/ 14 h 182"/>
                      <a:gd name="T4" fmla="*/ 26 w 286"/>
                      <a:gd name="T5" fmla="*/ 30 h 182"/>
                      <a:gd name="T6" fmla="*/ 0 w 286"/>
                      <a:gd name="T7" fmla="*/ 24 h 182"/>
                      <a:gd name="T8" fmla="*/ 10 w 286"/>
                      <a:gd name="T9" fmla="*/ 42 h 182"/>
                      <a:gd name="T10" fmla="*/ 16 w 286"/>
                      <a:gd name="T11" fmla="*/ 62 h 182"/>
                      <a:gd name="T12" fmla="*/ 24 w 286"/>
                      <a:gd name="T13" fmla="*/ 48 h 182"/>
                      <a:gd name="T14" fmla="*/ 30 w 286"/>
                      <a:gd name="T15" fmla="*/ 44 h 182"/>
                      <a:gd name="T16" fmla="*/ 48 w 286"/>
                      <a:gd name="T17" fmla="*/ 56 h 182"/>
                      <a:gd name="T18" fmla="*/ 70 w 286"/>
                      <a:gd name="T19" fmla="*/ 62 h 182"/>
                      <a:gd name="T20" fmla="*/ 88 w 286"/>
                      <a:gd name="T21" fmla="*/ 72 h 182"/>
                      <a:gd name="T22" fmla="*/ 106 w 286"/>
                      <a:gd name="T23" fmla="*/ 102 h 182"/>
                      <a:gd name="T24" fmla="*/ 104 w 286"/>
                      <a:gd name="T25" fmla="*/ 122 h 182"/>
                      <a:gd name="T26" fmla="*/ 98 w 286"/>
                      <a:gd name="T27" fmla="*/ 134 h 182"/>
                      <a:gd name="T28" fmla="*/ 122 w 286"/>
                      <a:gd name="T29" fmla="*/ 128 h 182"/>
                      <a:gd name="T30" fmla="*/ 140 w 286"/>
                      <a:gd name="T31" fmla="*/ 140 h 182"/>
                      <a:gd name="T32" fmla="*/ 168 w 286"/>
                      <a:gd name="T33" fmla="*/ 148 h 182"/>
                      <a:gd name="T34" fmla="*/ 174 w 286"/>
                      <a:gd name="T35" fmla="*/ 146 h 182"/>
                      <a:gd name="T36" fmla="*/ 168 w 286"/>
                      <a:gd name="T37" fmla="*/ 134 h 182"/>
                      <a:gd name="T38" fmla="*/ 178 w 286"/>
                      <a:gd name="T39" fmla="*/ 136 h 182"/>
                      <a:gd name="T40" fmla="*/ 186 w 286"/>
                      <a:gd name="T41" fmla="*/ 118 h 182"/>
                      <a:gd name="T42" fmla="*/ 202 w 286"/>
                      <a:gd name="T43" fmla="*/ 122 h 182"/>
                      <a:gd name="T44" fmla="*/ 214 w 286"/>
                      <a:gd name="T45" fmla="*/ 130 h 182"/>
                      <a:gd name="T46" fmla="*/ 244 w 286"/>
                      <a:gd name="T47" fmla="*/ 168 h 182"/>
                      <a:gd name="T48" fmla="*/ 262 w 286"/>
                      <a:gd name="T49" fmla="*/ 178 h 182"/>
                      <a:gd name="T50" fmla="*/ 284 w 286"/>
                      <a:gd name="T51" fmla="*/ 170 h 182"/>
                      <a:gd name="T52" fmla="*/ 268 w 286"/>
                      <a:gd name="T53" fmla="*/ 160 h 182"/>
                      <a:gd name="T54" fmla="*/ 256 w 286"/>
                      <a:gd name="T55" fmla="*/ 138 h 182"/>
                      <a:gd name="T56" fmla="*/ 250 w 286"/>
                      <a:gd name="T57" fmla="*/ 132 h 182"/>
                      <a:gd name="T58" fmla="*/ 248 w 286"/>
                      <a:gd name="T59" fmla="*/ 122 h 182"/>
                      <a:gd name="T60" fmla="*/ 236 w 286"/>
                      <a:gd name="T61" fmla="*/ 116 h 182"/>
                      <a:gd name="T62" fmla="*/ 240 w 286"/>
                      <a:gd name="T63" fmla="*/ 96 h 182"/>
                      <a:gd name="T64" fmla="*/ 220 w 286"/>
                      <a:gd name="T65" fmla="*/ 86 h 182"/>
                      <a:gd name="T66" fmla="*/ 210 w 286"/>
                      <a:gd name="T67" fmla="*/ 70 h 182"/>
                      <a:gd name="T68" fmla="*/ 190 w 286"/>
                      <a:gd name="T69" fmla="*/ 54 h 182"/>
                      <a:gd name="T70" fmla="*/ 168 w 286"/>
                      <a:gd name="T71" fmla="*/ 38 h 182"/>
                      <a:gd name="T72" fmla="*/ 156 w 286"/>
                      <a:gd name="T73" fmla="*/ 34 h 182"/>
                      <a:gd name="T74" fmla="*/ 120 w 286"/>
                      <a:gd name="T75" fmla="*/ 16 h 182"/>
                      <a:gd name="T76" fmla="*/ 102 w 286"/>
                      <a:gd name="T77" fmla="*/ 4 h 182"/>
                      <a:gd name="T78" fmla="*/ 96 w 286"/>
                      <a:gd name="T79" fmla="*/ 0 h 182"/>
                      <a:gd name="T80" fmla="*/ 70 w 286"/>
                      <a:gd name="T81" fmla="*/ 10 h 182"/>
                      <a:gd name="T82" fmla="*/ 56 w 286"/>
                      <a:gd name="T83" fmla="*/ 32 h 182"/>
                      <a:gd name="T84" fmla="*/ 46 w 286"/>
                      <a:gd name="T85" fmla="*/ 28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2" name="Freeform 26"/>
                  <p:cNvSpPr>
                    <a:spLocks/>
                  </p:cNvSpPr>
                  <p:nvPr/>
                </p:nvSpPr>
                <p:spPr bwMode="ltGray">
                  <a:xfrm>
                    <a:off x="2082" y="599"/>
                    <a:ext cx="33" cy="26"/>
                  </a:xfrm>
                  <a:custGeom>
                    <a:avLst/>
                    <a:gdLst>
                      <a:gd name="T0" fmla="*/ 1 w 78"/>
                      <a:gd name="T1" fmla="*/ 58 h 78"/>
                      <a:gd name="T2" fmla="*/ 27 w 78"/>
                      <a:gd name="T3" fmla="*/ 60 h 78"/>
                      <a:gd name="T4" fmla="*/ 45 w 78"/>
                      <a:gd name="T5" fmla="*/ 48 h 78"/>
                      <a:gd name="T6" fmla="*/ 57 w 78"/>
                      <a:gd name="T7" fmla="*/ 30 h 78"/>
                      <a:gd name="T8" fmla="*/ 43 w 78"/>
                      <a:gd name="T9" fmla="*/ 14 h 78"/>
                      <a:gd name="T10" fmla="*/ 43 w 78"/>
                      <a:gd name="T11" fmla="*/ 4 h 78"/>
                      <a:gd name="T12" fmla="*/ 71 w 78"/>
                      <a:gd name="T13" fmla="*/ 26 h 78"/>
                      <a:gd name="T14" fmla="*/ 67 w 78"/>
                      <a:gd name="T15" fmla="*/ 54 h 78"/>
                      <a:gd name="T16" fmla="*/ 33 w 78"/>
                      <a:gd name="T17" fmla="*/ 78 h 78"/>
                      <a:gd name="T18" fmla="*/ 9 w 78"/>
                      <a:gd name="T19" fmla="*/ 66 h 78"/>
                      <a:gd name="T20" fmla="*/ 3 w 78"/>
                      <a:gd name="T21" fmla="*/ 62 h 78"/>
                      <a:gd name="T22" fmla="*/ 1 w 78"/>
                      <a:gd name="T23" fmla="*/ 58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3" name="Freeform 27"/>
                  <p:cNvSpPr>
                    <a:spLocks/>
                  </p:cNvSpPr>
                  <p:nvPr/>
                </p:nvSpPr>
                <p:spPr bwMode="ltGray">
                  <a:xfrm>
                    <a:off x="2152" y="544"/>
                    <a:ext cx="8" cy="6"/>
                  </a:xfrm>
                  <a:custGeom>
                    <a:avLst/>
                    <a:gdLst>
                      <a:gd name="T0" fmla="*/ 3 w 17"/>
                      <a:gd name="T1" fmla="*/ 4 h 18"/>
                      <a:gd name="T2" fmla="*/ 3 w 17"/>
                      <a:gd name="T3" fmla="*/ 14 h 18"/>
                      <a:gd name="T4" fmla="*/ 3 w 17"/>
                      <a:gd name="T5" fmla="*/ 4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4" name="Freeform 28"/>
                  <p:cNvSpPr>
                    <a:spLocks/>
                  </p:cNvSpPr>
                  <p:nvPr/>
                </p:nvSpPr>
                <p:spPr bwMode="ltGray">
                  <a:xfrm>
                    <a:off x="2194" y="584"/>
                    <a:ext cx="11" cy="8"/>
                  </a:xfrm>
                  <a:custGeom>
                    <a:avLst/>
                    <a:gdLst>
                      <a:gd name="T0" fmla="*/ 8 w 26"/>
                      <a:gd name="T1" fmla="*/ 14 h 22"/>
                      <a:gd name="T2" fmla="*/ 14 w 26"/>
                      <a:gd name="T3" fmla="*/ 0 h 22"/>
                      <a:gd name="T4" fmla="*/ 14 w 26"/>
                      <a:gd name="T5" fmla="*/ 22 h 22"/>
                      <a:gd name="T6" fmla="*/ 8 w 26"/>
                      <a:gd name="T7" fmla="*/ 14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5" name="Freeform 29"/>
                  <p:cNvSpPr>
                    <a:spLocks/>
                  </p:cNvSpPr>
                  <p:nvPr/>
                </p:nvSpPr>
                <p:spPr bwMode="ltGray">
                  <a:xfrm>
                    <a:off x="2059" y="494"/>
                    <a:ext cx="8" cy="5"/>
                  </a:xfrm>
                  <a:custGeom>
                    <a:avLst/>
                    <a:gdLst>
                      <a:gd name="T0" fmla="*/ 7 w 20"/>
                      <a:gd name="T1" fmla="*/ 12 h 15"/>
                      <a:gd name="T2" fmla="*/ 17 w 20"/>
                      <a:gd name="T3" fmla="*/ 2 h 15"/>
                      <a:gd name="T4" fmla="*/ 9 w 20"/>
                      <a:gd name="T5" fmla="*/ 12 h 15"/>
                      <a:gd name="T6" fmla="*/ 7 w 20"/>
                      <a:gd name="T7" fmla="*/ 1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6" name="Freeform 30"/>
                  <p:cNvSpPr>
                    <a:spLocks/>
                  </p:cNvSpPr>
                  <p:nvPr/>
                </p:nvSpPr>
                <p:spPr bwMode="ltGray">
                  <a:xfrm>
                    <a:off x="1988" y="536"/>
                    <a:ext cx="8" cy="5"/>
                  </a:xfrm>
                  <a:custGeom>
                    <a:avLst/>
                    <a:gdLst>
                      <a:gd name="T0" fmla="*/ 7 w 20"/>
                      <a:gd name="T1" fmla="*/ 12 h 15"/>
                      <a:gd name="T2" fmla="*/ 15 w 20"/>
                      <a:gd name="T3" fmla="*/ 2 h 15"/>
                      <a:gd name="T4" fmla="*/ 15 w 20"/>
                      <a:gd name="T5" fmla="*/ 14 h 15"/>
                      <a:gd name="T6" fmla="*/ 7 w 20"/>
                      <a:gd name="T7" fmla="*/ 1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7" name="Freeform 31"/>
                  <p:cNvSpPr>
                    <a:spLocks/>
                  </p:cNvSpPr>
                  <p:nvPr/>
                </p:nvSpPr>
                <p:spPr bwMode="ltGray">
                  <a:xfrm>
                    <a:off x="1910" y="523"/>
                    <a:ext cx="34" cy="27"/>
                  </a:xfrm>
                  <a:custGeom>
                    <a:avLst/>
                    <a:gdLst>
                      <a:gd name="T0" fmla="*/ 0 w 80"/>
                      <a:gd name="T1" fmla="*/ 50 h 80"/>
                      <a:gd name="T2" fmla="*/ 14 w 80"/>
                      <a:gd name="T3" fmla="*/ 24 h 80"/>
                      <a:gd name="T4" fmla="*/ 26 w 80"/>
                      <a:gd name="T5" fmla="*/ 20 h 80"/>
                      <a:gd name="T6" fmla="*/ 48 w 80"/>
                      <a:gd name="T7" fmla="*/ 18 h 80"/>
                      <a:gd name="T8" fmla="*/ 58 w 80"/>
                      <a:gd name="T9" fmla="*/ 0 h 80"/>
                      <a:gd name="T10" fmla="*/ 80 w 80"/>
                      <a:gd name="T11" fmla="*/ 40 h 80"/>
                      <a:gd name="T12" fmla="*/ 70 w 80"/>
                      <a:gd name="T13" fmla="*/ 56 h 80"/>
                      <a:gd name="T14" fmla="*/ 54 w 80"/>
                      <a:gd name="T15" fmla="*/ 62 h 80"/>
                      <a:gd name="T16" fmla="*/ 48 w 80"/>
                      <a:gd name="T17" fmla="*/ 80 h 80"/>
                      <a:gd name="T18" fmla="*/ 32 w 80"/>
                      <a:gd name="T19" fmla="*/ 68 h 80"/>
                      <a:gd name="T20" fmla="*/ 38 w 80"/>
                      <a:gd name="T21" fmla="*/ 52 h 80"/>
                      <a:gd name="T22" fmla="*/ 30 w 80"/>
                      <a:gd name="T23" fmla="*/ 28 h 80"/>
                      <a:gd name="T24" fmla="*/ 20 w 80"/>
                      <a:gd name="T25" fmla="*/ 48 h 80"/>
                      <a:gd name="T26" fmla="*/ 8 w 80"/>
                      <a:gd name="T27" fmla="*/ 56 h 80"/>
                      <a:gd name="T28" fmla="*/ 0 w 80"/>
                      <a:gd name="T29" fmla="*/ 5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8" name="Freeform 32"/>
                  <p:cNvSpPr>
                    <a:spLocks/>
                  </p:cNvSpPr>
                  <p:nvPr/>
                </p:nvSpPr>
                <p:spPr bwMode="ltGray">
                  <a:xfrm>
                    <a:off x="1899" y="466"/>
                    <a:ext cx="40" cy="58"/>
                  </a:xfrm>
                  <a:custGeom>
                    <a:avLst/>
                    <a:gdLst>
                      <a:gd name="T0" fmla="*/ 14 w 94"/>
                      <a:gd name="T1" fmla="*/ 96 h 174"/>
                      <a:gd name="T2" fmla="*/ 26 w 94"/>
                      <a:gd name="T3" fmla="*/ 128 h 174"/>
                      <a:gd name="T4" fmla="*/ 32 w 94"/>
                      <a:gd name="T5" fmla="*/ 108 h 174"/>
                      <a:gd name="T6" fmla="*/ 52 w 94"/>
                      <a:gd name="T7" fmla="*/ 100 h 174"/>
                      <a:gd name="T8" fmla="*/ 46 w 94"/>
                      <a:gd name="T9" fmla="*/ 124 h 174"/>
                      <a:gd name="T10" fmla="*/ 66 w 94"/>
                      <a:gd name="T11" fmla="*/ 126 h 174"/>
                      <a:gd name="T12" fmla="*/ 76 w 94"/>
                      <a:gd name="T13" fmla="*/ 142 h 174"/>
                      <a:gd name="T14" fmla="*/ 58 w 94"/>
                      <a:gd name="T15" fmla="*/ 148 h 174"/>
                      <a:gd name="T16" fmla="*/ 74 w 94"/>
                      <a:gd name="T17" fmla="*/ 174 h 174"/>
                      <a:gd name="T18" fmla="*/ 84 w 94"/>
                      <a:gd name="T19" fmla="*/ 154 h 174"/>
                      <a:gd name="T20" fmla="*/ 82 w 94"/>
                      <a:gd name="T21" fmla="*/ 112 h 174"/>
                      <a:gd name="T22" fmla="*/ 60 w 94"/>
                      <a:gd name="T23" fmla="*/ 106 h 174"/>
                      <a:gd name="T24" fmla="*/ 50 w 94"/>
                      <a:gd name="T25" fmla="*/ 82 h 174"/>
                      <a:gd name="T26" fmla="*/ 34 w 94"/>
                      <a:gd name="T27" fmla="*/ 82 h 174"/>
                      <a:gd name="T28" fmla="*/ 30 w 94"/>
                      <a:gd name="T29" fmla="*/ 70 h 174"/>
                      <a:gd name="T30" fmla="*/ 42 w 94"/>
                      <a:gd name="T31" fmla="*/ 42 h 174"/>
                      <a:gd name="T32" fmla="*/ 30 w 94"/>
                      <a:gd name="T33" fmla="*/ 0 h 174"/>
                      <a:gd name="T34" fmla="*/ 18 w 94"/>
                      <a:gd name="T35" fmla="*/ 22 h 174"/>
                      <a:gd name="T36" fmla="*/ 4 w 94"/>
                      <a:gd name="T37" fmla="*/ 46 h 174"/>
                      <a:gd name="T38" fmla="*/ 14 w 94"/>
                      <a:gd name="T39" fmla="*/ 76 h 174"/>
                      <a:gd name="T40" fmla="*/ 14 w 94"/>
                      <a:gd name="T41" fmla="*/ 96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9" name="Freeform 33"/>
                  <p:cNvSpPr>
                    <a:spLocks/>
                  </p:cNvSpPr>
                  <p:nvPr/>
                </p:nvSpPr>
                <p:spPr bwMode="ltGray">
                  <a:xfrm>
                    <a:off x="1909" y="508"/>
                    <a:ext cx="14" cy="17"/>
                  </a:xfrm>
                  <a:custGeom>
                    <a:avLst/>
                    <a:gdLst>
                      <a:gd name="T0" fmla="*/ 6 w 32"/>
                      <a:gd name="T1" fmla="*/ 24 h 50"/>
                      <a:gd name="T2" fmla="*/ 12 w 32"/>
                      <a:gd name="T3" fmla="*/ 0 h 50"/>
                      <a:gd name="T4" fmla="*/ 20 w 32"/>
                      <a:gd name="T5" fmla="*/ 16 h 50"/>
                      <a:gd name="T6" fmla="*/ 22 w 32"/>
                      <a:gd name="T7" fmla="*/ 24 h 50"/>
                      <a:gd name="T8" fmla="*/ 28 w 32"/>
                      <a:gd name="T9" fmla="*/ 26 h 50"/>
                      <a:gd name="T10" fmla="*/ 32 w 32"/>
                      <a:gd name="T11" fmla="*/ 38 h 50"/>
                      <a:gd name="T12" fmla="*/ 18 w 32"/>
                      <a:gd name="T13" fmla="*/ 50 h 50"/>
                      <a:gd name="T14" fmla="*/ 6 w 32"/>
                      <a:gd name="T15" fmla="*/ 24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0" name="Freeform 34"/>
                  <p:cNvSpPr>
                    <a:spLocks/>
                  </p:cNvSpPr>
                  <p:nvPr/>
                </p:nvSpPr>
                <p:spPr bwMode="ltGray">
                  <a:xfrm>
                    <a:off x="1881" y="512"/>
                    <a:ext cx="19" cy="17"/>
                  </a:xfrm>
                  <a:custGeom>
                    <a:avLst/>
                    <a:gdLst>
                      <a:gd name="T0" fmla="*/ 0 w 43"/>
                      <a:gd name="T1" fmla="*/ 44 h 50"/>
                      <a:gd name="T2" fmla="*/ 22 w 43"/>
                      <a:gd name="T3" fmla="*/ 20 h 50"/>
                      <a:gd name="T4" fmla="*/ 36 w 43"/>
                      <a:gd name="T5" fmla="*/ 0 h 50"/>
                      <a:gd name="T6" fmla="*/ 24 w 43"/>
                      <a:gd name="T7" fmla="*/ 28 h 50"/>
                      <a:gd name="T8" fmla="*/ 2 w 43"/>
                      <a:gd name="T9" fmla="*/ 50 h 50"/>
                      <a:gd name="T10" fmla="*/ 0 w 43"/>
                      <a:gd name="T11" fmla="*/ 44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1" name="Freeform 35"/>
                  <p:cNvSpPr>
                    <a:spLocks/>
                  </p:cNvSpPr>
                  <p:nvPr/>
                </p:nvSpPr>
                <p:spPr bwMode="ltGray">
                  <a:xfrm>
                    <a:off x="2930" y="489"/>
                    <a:ext cx="299" cy="179"/>
                  </a:xfrm>
                  <a:custGeom>
                    <a:avLst/>
                    <a:gdLst>
                      <a:gd name="T0" fmla="*/ 21 w 471"/>
                      <a:gd name="T1" fmla="*/ 280 h 281"/>
                      <a:gd name="T2" fmla="*/ 24 w 471"/>
                      <a:gd name="T3" fmla="*/ 250 h 281"/>
                      <a:gd name="T4" fmla="*/ 22 w 471"/>
                      <a:gd name="T5" fmla="*/ 245 h 281"/>
                      <a:gd name="T6" fmla="*/ 16 w 471"/>
                      <a:gd name="T7" fmla="*/ 218 h 281"/>
                      <a:gd name="T8" fmla="*/ 4 w 471"/>
                      <a:gd name="T9" fmla="*/ 215 h 281"/>
                      <a:gd name="T10" fmla="*/ 0 w 471"/>
                      <a:gd name="T11" fmla="*/ 191 h 281"/>
                      <a:gd name="T12" fmla="*/ 12 w 471"/>
                      <a:gd name="T13" fmla="*/ 180 h 281"/>
                      <a:gd name="T14" fmla="*/ 6 w 471"/>
                      <a:gd name="T15" fmla="*/ 165 h 281"/>
                      <a:gd name="T16" fmla="*/ 2 w 471"/>
                      <a:gd name="T17" fmla="*/ 160 h 281"/>
                      <a:gd name="T18" fmla="*/ 28 w 471"/>
                      <a:gd name="T19" fmla="*/ 120 h 281"/>
                      <a:gd name="T20" fmla="*/ 44 w 471"/>
                      <a:gd name="T21" fmla="*/ 96 h 281"/>
                      <a:gd name="T22" fmla="*/ 42 w 471"/>
                      <a:gd name="T23" fmla="*/ 70 h 281"/>
                      <a:gd name="T24" fmla="*/ 24 w 471"/>
                      <a:gd name="T25" fmla="*/ 43 h 281"/>
                      <a:gd name="T26" fmla="*/ 20 w 471"/>
                      <a:gd name="T27" fmla="*/ 32 h 281"/>
                      <a:gd name="T28" fmla="*/ 26 w 471"/>
                      <a:gd name="T29" fmla="*/ 36 h 281"/>
                      <a:gd name="T30" fmla="*/ 48 w 471"/>
                      <a:gd name="T31" fmla="*/ 35 h 281"/>
                      <a:gd name="T32" fmla="*/ 64 w 471"/>
                      <a:gd name="T33" fmla="*/ 11 h 281"/>
                      <a:gd name="T34" fmla="*/ 82 w 471"/>
                      <a:gd name="T35" fmla="*/ 0 h 281"/>
                      <a:gd name="T36" fmla="*/ 88 w 471"/>
                      <a:gd name="T37" fmla="*/ 2 h 281"/>
                      <a:gd name="T38" fmla="*/ 92 w 471"/>
                      <a:gd name="T39" fmla="*/ 9 h 281"/>
                      <a:gd name="T40" fmla="*/ 98 w 471"/>
                      <a:gd name="T41" fmla="*/ 5 h 281"/>
                      <a:gd name="T42" fmla="*/ 110 w 471"/>
                      <a:gd name="T43" fmla="*/ 8 h 281"/>
                      <a:gd name="T44" fmla="*/ 116 w 471"/>
                      <a:gd name="T45" fmla="*/ 9 h 281"/>
                      <a:gd name="T46" fmla="*/ 141 w 471"/>
                      <a:gd name="T47" fmla="*/ 14 h 281"/>
                      <a:gd name="T48" fmla="*/ 155 w 471"/>
                      <a:gd name="T49" fmla="*/ 24 h 281"/>
                      <a:gd name="T50" fmla="*/ 167 w 471"/>
                      <a:gd name="T51" fmla="*/ 17 h 281"/>
                      <a:gd name="T52" fmla="*/ 173 w 471"/>
                      <a:gd name="T53" fmla="*/ 14 h 281"/>
                      <a:gd name="T54" fmla="*/ 195 w 471"/>
                      <a:gd name="T55" fmla="*/ 14 h 281"/>
                      <a:gd name="T56" fmla="*/ 211 w 471"/>
                      <a:gd name="T57" fmla="*/ 32 h 281"/>
                      <a:gd name="T58" fmla="*/ 231 w 471"/>
                      <a:gd name="T59" fmla="*/ 59 h 281"/>
                      <a:gd name="T60" fmla="*/ 245 w 471"/>
                      <a:gd name="T61" fmla="*/ 70 h 281"/>
                      <a:gd name="T62" fmla="*/ 257 w 471"/>
                      <a:gd name="T63" fmla="*/ 68 h 281"/>
                      <a:gd name="T64" fmla="*/ 270 w 471"/>
                      <a:gd name="T65" fmla="*/ 65 h 281"/>
                      <a:gd name="T66" fmla="*/ 290 w 471"/>
                      <a:gd name="T67" fmla="*/ 71 h 281"/>
                      <a:gd name="T68" fmla="*/ 300 w 471"/>
                      <a:gd name="T69" fmla="*/ 81 h 281"/>
                      <a:gd name="T70" fmla="*/ 308 w 471"/>
                      <a:gd name="T71" fmla="*/ 90 h 281"/>
                      <a:gd name="T72" fmla="*/ 318 w 471"/>
                      <a:gd name="T73" fmla="*/ 111 h 281"/>
                      <a:gd name="T74" fmla="*/ 322 w 471"/>
                      <a:gd name="T75" fmla="*/ 120 h 281"/>
                      <a:gd name="T76" fmla="*/ 324 w 471"/>
                      <a:gd name="T77" fmla="*/ 125 h 281"/>
                      <a:gd name="T78" fmla="*/ 310 w 471"/>
                      <a:gd name="T79" fmla="*/ 142 h 281"/>
                      <a:gd name="T80" fmla="*/ 322 w 471"/>
                      <a:gd name="T81" fmla="*/ 141 h 281"/>
                      <a:gd name="T82" fmla="*/ 342 w 471"/>
                      <a:gd name="T83" fmla="*/ 155 h 281"/>
                      <a:gd name="T84" fmla="*/ 364 w 471"/>
                      <a:gd name="T85" fmla="*/ 157 h 281"/>
                      <a:gd name="T86" fmla="*/ 380 w 471"/>
                      <a:gd name="T87" fmla="*/ 168 h 281"/>
                      <a:gd name="T88" fmla="*/ 382 w 471"/>
                      <a:gd name="T89" fmla="*/ 172 h 281"/>
                      <a:gd name="T90" fmla="*/ 382 w 471"/>
                      <a:gd name="T91" fmla="*/ 176 h 281"/>
                      <a:gd name="T92" fmla="*/ 394 w 471"/>
                      <a:gd name="T93" fmla="*/ 172 h 281"/>
                      <a:gd name="T94" fmla="*/ 400 w 471"/>
                      <a:gd name="T95" fmla="*/ 171 h 281"/>
                      <a:gd name="T96" fmla="*/ 439 w 471"/>
                      <a:gd name="T97" fmla="*/ 185 h 281"/>
                      <a:gd name="T98" fmla="*/ 447 w 471"/>
                      <a:gd name="T99" fmla="*/ 199 h 281"/>
                      <a:gd name="T100" fmla="*/ 465 w 471"/>
                      <a:gd name="T101" fmla="*/ 201 h 281"/>
                      <a:gd name="T102" fmla="*/ 471 w 471"/>
                      <a:gd name="T103" fmla="*/ 215 h 281"/>
                      <a:gd name="T104" fmla="*/ 451 w 471"/>
                      <a:gd name="T105" fmla="*/ 258 h 281"/>
                      <a:gd name="T106" fmla="*/ 435 w 471"/>
                      <a:gd name="T107" fmla="*/ 281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2" name="Freeform 36"/>
                  <p:cNvSpPr>
                    <a:spLocks/>
                  </p:cNvSpPr>
                  <p:nvPr/>
                </p:nvSpPr>
                <p:spPr bwMode="ltGray">
                  <a:xfrm>
                    <a:off x="2534" y="242"/>
                    <a:ext cx="420" cy="283"/>
                  </a:xfrm>
                  <a:custGeom>
                    <a:avLst/>
                    <a:gdLst>
                      <a:gd name="T0" fmla="*/ 406 w 984"/>
                      <a:gd name="T1" fmla="*/ 6 h 844"/>
                      <a:gd name="T2" fmla="*/ 502 w 984"/>
                      <a:gd name="T3" fmla="*/ 34 h 844"/>
                      <a:gd name="T4" fmla="*/ 550 w 984"/>
                      <a:gd name="T5" fmla="*/ 38 h 844"/>
                      <a:gd name="T6" fmla="*/ 578 w 984"/>
                      <a:gd name="T7" fmla="*/ 130 h 844"/>
                      <a:gd name="T8" fmla="*/ 586 w 984"/>
                      <a:gd name="T9" fmla="*/ 90 h 844"/>
                      <a:gd name="T10" fmla="*/ 606 w 984"/>
                      <a:gd name="T11" fmla="*/ 70 h 844"/>
                      <a:gd name="T12" fmla="*/ 642 w 984"/>
                      <a:gd name="T13" fmla="*/ 126 h 844"/>
                      <a:gd name="T14" fmla="*/ 682 w 984"/>
                      <a:gd name="T15" fmla="*/ 98 h 844"/>
                      <a:gd name="T16" fmla="*/ 706 w 984"/>
                      <a:gd name="T17" fmla="*/ 86 h 844"/>
                      <a:gd name="T18" fmla="*/ 762 w 984"/>
                      <a:gd name="T19" fmla="*/ 2 h 844"/>
                      <a:gd name="T20" fmla="*/ 798 w 984"/>
                      <a:gd name="T21" fmla="*/ 70 h 844"/>
                      <a:gd name="T22" fmla="*/ 798 w 984"/>
                      <a:gd name="T23" fmla="*/ 130 h 844"/>
                      <a:gd name="T24" fmla="*/ 790 w 984"/>
                      <a:gd name="T25" fmla="*/ 158 h 844"/>
                      <a:gd name="T26" fmla="*/ 766 w 984"/>
                      <a:gd name="T27" fmla="*/ 162 h 844"/>
                      <a:gd name="T28" fmla="*/ 762 w 984"/>
                      <a:gd name="T29" fmla="*/ 186 h 844"/>
                      <a:gd name="T30" fmla="*/ 802 w 984"/>
                      <a:gd name="T31" fmla="*/ 226 h 844"/>
                      <a:gd name="T32" fmla="*/ 786 w 984"/>
                      <a:gd name="T33" fmla="*/ 322 h 844"/>
                      <a:gd name="T34" fmla="*/ 830 w 984"/>
                      <a:gd name="T35" fmla="*/ 414 h 844"/>
                      <a:gd name="T36" fmla="*/ 854 w 984"/>
                      <a:gd name="T37" fmla="*/ 450 h 844"/>
                      <a:gd name="T38" fmla="*/ 830 w 984"/>
                      <a:gd name="T39" fmla="*/ 450 h 844"/>
                      <a:gd name="T40" fmla="*/ 746 w 984"/>
                      <a:gd name="T41" fmla="*/ 378 h 844"/>
                      <a:gd name="T42" fmla="*/ 678 w 984"/>
                      <a:gd name="T43" fmla="*/ 402 h 844"/>
                      <a:gd name="T44" fmla="*/ 590 w 984"/>
                      <a:gd name="T45" fmla="*/ 442 h 844"/>
                      <a:gd name="T46" fmla="*/ 642 w 984"/>
                      <a:gd name="T47" fmla="*/ 578 h 844"/>
                      <a:gd name="T48" fmla="*/ 710 w 984"/>
                      <a:gd name="T49" fmla="*/ 610 h 844"/>
                      <a:gd name="T50" fmla="*/ 738 w 984"/>
                      <a:gd name="T51" fmla="*/ 550 h 844"/>
                      <a:gd name="T52" fmla="*/ 774 w 984"/>
                      <a:gd name="T53" fmla="*/ 570 h 844"/>
                      <a:gd name="T54" fmla="*/ 766 w 984"/>
                      <a:gd name="T55" fmla="*/ 630 h 844"/>
                      <a:gd name="T56" fmla="*/ 802 w 984"/>
                      <a:gd name="T57" fmla="*/ 670 h 844"/>
                      <a:gd name="T58" fmla="*/ 838 w 984"/>
                      <a:gd name="T59" fmla="*/ 658 h 844"/>
                      <a:gd name="T60" fmla="*/ 922 w 984"/>
                      <a:gd name="T61" fmla="*/ 806 h 844"/>
                      <a:gd name="T62" fmla="*/ 942 w 984"/>
                      <a:gd name="T63" fmla="*/ 826 h 844"/>
                      <a:gd name="T64" fmla="*/ 874 w 984"/>
                      <a:gd name="T65" fmla="*/ 810 h 844"/>
                      <a:gd name="T66" fmla="*/ 830 w 984"/>
                      <a:gd name="T67" fmla="*/ 758 h 844"/>
                      <a:gd name="T68" fmla="*/ 778 w 984"/>
                      <a:gd name="T69" fmla="*/ 710 h 844"/>
                      <a:gd name="T70" fmla="*/ 702 w 984"/>
                      <a:gd name="T71" fmla="*/ 662 h 844"/>
                      <a:gd name="T72" fmla="*/ 614 w 984"/>
                      <a:gd name="T73" fmla="*/ 646 h 844"/>
                      <a:gd name="T74" fmla="*/ 506 w 984"/>
                      <a:gd name="T75" fmla="*/ 594 h 844"/>
                      <a:gd name="T76" fmla="*/ 462 w 984"/>
                      <a:gd name="T77" fmla="*/ 506 h 844"/>
                      <a:gd name="T78" fmla="*/ 430 w 984"/>
                      <a:gd name="T79" fmla="*/ 462 h 844"/>
                      <a:gd name="T80" fmla="*/ 382 w 984"/>
                      <a:gd name="T81" fmla="*/ 430 h 844"/>
                      <a:gd name="T82" fmla="*/ 342 w 984"/>
                      <a:gd name="T83" fmla="*/ 370 h 844"/>
                      <a:gd name="T84" fmla="*/ 354 w 984"/>
                      <a:gd name="T85" fmla="*/ 414 h 844"/>
                      <a:gd name="T86" fmla="*/ 418 w 984"/>
                      <a:gd name="T87" fmla="*/ 494 h 844"/>
                      <a:gd name="T88" fmla="*/ 422 w 984"/>
                      <a:gd name="T89" fmla="*/ 526 h 844"/>
                      <a:gd name="T90" fmla="*/ 394 w 984"/>
                      <a:gd name="T91" fmla="*/ 498 h 844"/>
                      <a:gd name="T92" fmla="*/ 354 w 984"/>
                      <a:gd name="T93" fmla="*/ 466 h 844"/>
                      <a:gd name="T94" fmla="*/ 314 w 984"/>
                      <a:gd name="T95" fmla="*/ 402 h 844"/>
                      <a:gd name="T96" fmla="*/ 266 w 984"/>
                      <a:gd name="T97" fmla="*/ 346 h 844"/>
                      <a:gd name="T98" fmla="*/ 210 w 984"/>
                      <a:gd name="T99" fmla="*/ 314 h 844"/>
                      <a:gd name="T100" fmla="*/ 154 w 984"/>
                      <a:gd name="T101" fmla="*/ 238 h 844"/>
                      <a:gd name="T102" fmla="*/ 66 w 984"/>
                      <a:gd name="T103" fmla="*/ 66 h 844"/>
                      <a:gd name="T104" fmla="*/ 34 w 984"/>
                      <a:gd name="T105" fmla="*/ 38 h 844"/>
                      <a:gd name="T106" fmla="*/ 46 w 984"/>
                      <a:gd name="T107" fmla="*/ 22 h 844"/>
                      <a:gd name="T108" fmla="*/ 102 w 984"/>
                      <a:gd name="T109" fmla="*/ 70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3" name="Freeform 37"/>
                  <p:cNvSpPr>
                    <a:spLocks/>
                  </p:cNvSpPr>
                  <p:nvPr/>
                </p:nvSpPr>
                <p:spPr bwMode="ltGray">
                  <a:xfrm>
                    <a:off x="2405" y="445"/>
                    <a:ext cx="15" cy="16"/>
                  </a:xfrm>
                  <a:custGeom>
                    <a:avLst/>
                    <a:gdLst>
                      <a:gd name="T0" fmla="*/ 6 w 36"/>
                      <a:gd name="T1" fmla="*/ 28 h 48"/>
                      <a:gd name="T2" fmla="*/ 10 w 36"/>
                      <a:gd name="T3" fmla="*/ 48 h 48"/>
                      <a:gd name="T4" fmla="*/ 6 w 36"/>
                      <a:gd name="T5" fmla="*/ 28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4" name="Freeform 38"/>
                  <p:cNvSpPr>
                    <a:spLocks/>
                  </p:cNvSpPr>
                  <p:nvPr/>
                </p:nvSpPr>
                <p:spPr bwMode="ltGray">
                  <a:xfrm>
                    <a:off x="2393" y="439"/>
                    <a:ext cx="16" cy="12"/>
                  </a:xfrm>
                  <a:custGeom>
                    <a:avLst/>
                    <a:gdLst>
                      <a:gd name="T0" fmla="*/ 0 w 36"/>
                      <a:gd name="T1" fmla="*/ 5 h 37"/>
                      <a:gd name="T2" fmla="*/ 12 w 36"/>
                      <a:gd name="T3" fmla="*/ 1 h 37"/>
                      <a:gd name="T4" fmla="*/ 36 w 36"/>
                      <a:gd name="T5" fmla="*/ 17 h 37"/>
                      <a:gd name="T6" fmla="*/ 8 w 36"/>
                      <a:gd name="T7" fmla="*/ 17 h 37"/>
                      <a:gd name="T8" fmla="*/ 0 w 36"/>
                      <a:gd name="T9" fmla="*/ 5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5" name="Freeform 39"/>
                  <p:cNvSpPr>
                    <a:spLocks/>
                  </p:cNvSpPr>
                  <p:nvPr/>
                </p:nvSpPr>
                <p:spPr bwMode="ltGray">
                  <a:xfrm>
                    <a:off x="2878" y="406"/>
                    <a:ext cx="73" cy="33"/>
                  </a:xfrm>
                  <a:custGeom>
                    <a:avLst/>
                    <a:gdLst>
                      <a:gd name="T0" fmla="*/ 0 w 170"/>
                      <a:gd name="T1" fmla="*/ 49 h 96"/>
                      <a:gd name="T2" fmla="*/ 28 w 170"/>
                      <a:gd name="T3" fmla="*/ 25 h 96"/>
                      <a:gd name="T4" fmla="*/ 56 w 170"/>
                      <a:gd name="T5" fmla="*/ 21 h 96"/>
                      <a:gd name="T6" fmla="*/ 80 w 170"/>
                      <a:gd name="T7" fmla="*/ 9 h 96"/>
                      <a:gd name="T8" fmla="*/ 64 w 170"/>
                      <a:gd name="T9" fmla="*/ 25 h 96"/>
                      <a:gd name="T10" fmla="*/ 124 w 170"/>
                      <a:gd name="T11" fmla="*/ 49 h 96"/>
                      <a:gd name="T12" fmla="*/ 160 w 170"/>
                      <a:gd name="T13" fmla="*/ 65 h 96"/>
                      <a:gd name="T14" fmla="*/ 116 w 170"/>
                      <a:gd name="T15" fmla="*/ 77 h 96"/>
                      <a:gd name="T16" fmla="*/ 88 w 170"/>
                      <a:gd name="T17" fmla="*/ 57 h 96"/>
                      <a:gd name="T18" fmla="*/ 76 w 170"/>
                      <a:gd name="T19" fmla="*/ 53 h 96"/>
                      <a:gd name="T20" fmla="*/ 24 w 170"/>
                      <a:gd name="T21" fmla="*/ 41 h 96"/>
                      <a:gd name="T22" fmla="*/ 0 w 170"/>
                      <a:gd name="T23" fmla="*/ 49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6" name="Freeform 40"/>
                  <p:cNvSpPr>
                    <a:spLocks/>
                  </p:cNvSpPr>
                  <p:nvPr/>
                </p:nvSpPr>
                <p:spPr bwMode="ltGray">
                  <a:xfrm>
                    <a:off x="2955" y="433"/>
                    <a:ext cx="59" cy="15"/>
                  </a:xfrm>
                  <a:custGeom>
                    <a:avLst/>
                    <a:gdLst>
                      <a:gd name="T0" fmla="*/ 0 w 138"/>
                      <a:gd name="T1" fmla="*/ 0 h 44"/>
                      <a:gd name="T2" fmla="*/ 52 w 138"/>
                      <a:gd name="T3" fmla="*/ 4 h 44"/>
                      <a:gd name="T4" fmla="*/ 88 w 138"/>
                      <a:gd name="T5" fmla="*/ 24 h 44"/>
                      <a:gd name="T6" fmla="*/ 112 w 138"/>
                      <a:gd name="T7" fmla="*/ 20 h 44"/>
                      <a:gd name="T8" fmla="*/ 108 w 138"/>
                      <a:gd name="T9" fmla="*/ 44 h 44"/>
                      <a:gd name="T10" fmla="*/ 64 w 138"/>
                      <a:gd name="T11" fmla="*/ 40 h 44"/>
                      <a:gd name="T12" fmla="*/ 0 w 138"/>
                      <a:gd name="T13" fmla="*/ 36 h 44"/>
                      <a:gd name="T14" fmla="*/ 28 w 138"/>
                      <a:gd name="T15" fmla="*/ 20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7" name="Freeform 41"/>
                  <p:cNvSpPr>
                    <a:spLocks/>
                  </p:cNvSpPr>
                  <p:nvPr/>
                </p:nvSpPr>
                <p:spPr bwMode="ltGray">
                  <a:xfrm>
                    <a:off x="2924" y="441"/>
                    <a:ext cx="24" cy="14"/>
                  </a:xfrm>
                  <a:custGeom>
                    <a:avLst/>
                    <a:gdLst>
                      <a:gd name="T0" fmla="*/ 17 w 57"/>
                      <a:gd name="T1" fmla="*/ 25 h 42"/>
                      <a:gd name="T2" fmla="*/ 37 w 57"/>
                      <a:gd name="T3" fmla="*/ 13 h 42"/>
                      <a:gd name="T4" fmla="*/ 17 w 57"/>
                      <a:gd name="T5" fmla="*/ 25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8" name="Freeform 42"/>
                  <p:cNvSpPr>
                    <a:spLocks/>
                  </p:cNvSpPr>
                  <p:nvPr/>
                </p:nvSpPr>
                <p:spPr bwMode="ltGray">
                  <a:xfrm>
                    <a:off x="2908" y="398"/>
                    <a:ext cx="16" cy="18"/>
                  </a:xfrm>
                  <a:custGeom>
                    <a:avLst/>
                    <a:gdLst>
                      <a:gd name="T0" fmla="*/ 19 w 39"/>
                      <a:gd name="T1" fmla="*/ 32 h 52"/>
                      <a:gd name="T2" fmla="*/ 19 w 39"/>
                      <a:gd name="T3" fmla="*/ 0 h 52"/>
                      <a:gd name="T4" fmla="*/ 19 w 39"/>
                      <a:gd name="T5" fmla="*/ 32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9" name="Freeform 43"/>
                  <p:cNvSpPr>
                    <a:spLocks/>
                  </p:cNvSpPr>
                  <p:nvPr/>
                </p:nvSpPr>
                <p:spPr bwMode="ltGray">
                  <a:xfrm>
                    <a:off x="3035" y="452"/>
                    <a:ext cx="19" cy="27"/>
                  </a:xfrm>
                  <a:custGeom>
                    <a:avLst/>
                    <a:gdLst>
                      <a:gd name="T0" fmla="*/ 4 w 44"/>
                      <a:gd name="T1" fmla="*/ 9 h 80"/>
                      <a:gd name="T2" fmla="*/ 20 w 44"/>
                      <a:gd name="T3" fmla="*/ 33 h 80"/>
                      <a:gd name="T4" fmla="*/ 24 w 44"/>
                      <a:gd name="T5" fmla="*/ 49 h 80"/>
                      <a:gd name="T6" fmla="*/ 36 w 44"/>
                      <a:gd name="T7" fmla="*/ 53 h 80"/>
                      <a:gd name="T8" fmla="*/ 24 w 44"/>
                      <a:gd name="T9" fmla="*/ 73 h 80"/>
                      <a:gd name="T10" fmla="*/ 0 w 44"/>
                      <a:gd name="T11" fmla="*/ 21 h 80"/>
                      <a:gd name="T12" fmla="*/ 4 w 44"/>
                      <a:gd name="T13" fmla="*/ 9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0" name="Freeform 44"/>
                  <p:cNvSpPr>
                    <a:spLocks/>
                  </p:cNvSpPr>
                  <p:nvPr/>
                </p:nvSpPr>
                <p:spPr bwMode="ltGray">
                  <a:xfrm>
                    <a:off x="2696" y="247"/>
                    <a:ext cx="205" cy="41"/>
                  </a:xfrm>
                  <a:custGeom>
                    <a:avLst/>
                    <a:gdLst>
                      <a:gd name="T0" fmla="*/ 220 w 323"/>
                      <a:gd name="T1" fmla="*/ 1 h 64"/>
                      <a:gd name="T2" fmla="*/ 231 w 323"/>
                      <a:gd name="T3" fmla="*/ 8 h 64"/>
                      <a:gd name="T4" fmla="*/ 235 w 323"/>
                      <a:gd name="T5" fmla="*/ 0 h 64"/>
                      <a:gd name="T6" fmla="*/ 265 w 323"/>
                      <a:gd name="T7" fmla="*/ 0 h 64"/>
                      <a:gd name="T8" fmla="*/ 287 w 323"/>
                      <a:gd name="T9" fmla="*/ 17 h 64"/>
                      <a:gd name="T10" fmla="*/ 319 w 323"/>
                      <a:gd name="T11" fmla="*/ 10 h 64"/>
                      <a:gd name="T12" fmla="*/ 314 w 323"/>
                      <a:gd name="T13" fmla="*/ 29 h 64"/>
                      <a:gd name="T14" fmla="*/ 298 w 323"/>
                      <a:gd name="T15" fmla="*/ 46 h 64"/>
                      <a:gd name="T16" fmla="*/ 295 w 323"/>
                      <a:gd name="T17" fmla="*/ 29 h 64"/>
                      <a:gd name="T18" fmla="*/ 287 w 323"/>
                      <a:gd name="T19" fmla="*/ 31 h 64"/>
                      <a:gd name="T20" fmla="*/ 279 w 323"/>
                      <a:gd name="T21" fmla="*/ 29 h 64"/>
                      <a:gd name="T22" fmla="*/ 263 w 323"/>
                      <a:gd name="T23" fmla="*/ 21 h 64"/>
                      <a:gd name="T24" fmla="*/ 228 w 323"/>
                      <a:gd name="T25" fmla="*/ 38 h 64"/>
                      <a:gd name="T26" fmla="*/ 201 w 323"/>
                      <a:gd name="T27" fmla="*/ 44 h 64"/>
                      <a:gd name="T28" fmla="*/ 212 w 323"/>
                      <a:gd name="T29" fmla="*/ 57 h 64"/>
                      <a:gd name="T30" fmla="*/ 188 w 323"/>
                      <a:gd name="T31" fmla="*/ 63 h 64"/>
                      <a:gd name="T32" fmla="*/ 169 w 323"/>
                      <a:gd name="T33" fmla="*/ 61 h 64"/>
                      <a:gd name="T34" fmla="*/ 177 w 323"/>
                      <a:gd name="T35" fmla="*/ 57 h 64"/>
                      <a:gd name="T36" fmla="*/ 171 w 323"/>
                      <a:gd name="T37" fmla="*/ 40 h 64"/>
                      <a:gd name="T38" fmla="*/ 169 w 323"/>
                      <a:gd name="T39" fmla="*/ 31 h 64"/>
                      <a:gd name="T40" fmla="*/ 158 w 323"/>
                      <a:gd name="T41" fmla="*/ 23 h 64"/>
                      <a:gd name="T42" fmla="*/ 142 w 323"/>
                      <a:gd name="T43" fmla="*/ 27 h 64"/>
                      <a:gd name="T44" fmla="*/ 134 w 323"/>
                      <a:gd name="T45" fmla="*/ 27 h 64"/>
                      <a:gd name="T46" fmla="*/ 123 w 323"/>
                      <a:gd name="T47" fmla="*/ 25 h 64"/>
                      <a:gd name="T48" fmla="*/ 83 w 323"/>
                      <a:gd name="T49" fmla="*/ 2 h 64"/>
                      <a:gd name="T50" fmla="*/ 59 w 323"/>
                      <a:gd name="T51" fmla="*/ 14 h 64"/>
                      <a:gd name="T52" fmla="*/ 1 w 323"/>
                      <a:gd name="T53" fmla="*/ 0 h 64"/>
                      <a:gd name="T54" fmla="*/ 220 w 323"/>
                      <a:gd name="T55" fmla="*/ 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1" name="Freeform 45"/>
                  <p:cNvSpPr>
                    <a:spLocks/>
                  </p:cNvSpPr>
                  <p:nvPr/>
                </p:nvSpPr>
                <p:spPr bwMode="ltGray">
                  <a:xfrm>
                    <a:off x="2515" y="246"/>
                    <a:ext cx="190" cy="20"/>
                  </a:xfrm>
                  <a:custGeom>
                    <a:avLst/>
                    <a:gdLst>
                      <a:gd name="T0" fmla="*/ 105 w 300"/>
                      <a:gd name="T1" fmla="*/ 31 h 31"/>
                      <a:gd name="T2" fmla="*/ 30 w 300"/>
                      <a:gd name="T3" fmla="*/ 1 h 31"/>
                      <a:gd name="T4" fmla="*/ 285 w 300"/>
                      <a:gd name="T5" fmla="*/ 0 h 31"/>
                      <a:gd name="T6" fmla="*/ 296 w 300"/>
                      <a:gd name="T7" fmla="*/ 14 h 31"/>
                      <a:gd name="T8" fmla="*/ 264 w 300"/>
                      <a:gd name="T9" fmla="*/ 16 h 31"/>
                      <a:gd name="T10" fmla="*/ 105 w 300"/>
                      <a:gd name="T11" fmla="*/ 31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2" name="Freeform 46"/>
                  <p:cNvSpPr>
                    <a:spLocks/>
                  </p:cNvSpPr>
                  <p:nvPr/>
                </p:nvSpPr>
                <p:spPr bwMode="ltGray">
                  <a:xfrm>
                    <a:off x="2096" y="275"/>
                    <a:ext cx="18" cy="10"/>
                  </a:xfrm>
                  <a:custGeom>
                    <a:avLst/>
                    <a:gdLst>
                      <a:gd name="T0" fmla="*/ 0 w 41"/>
                      <a:gd name="T1" fmla="*/ 25 h 29"/>
                      <a:gd name="T2" fmla="*/ 12 w 41"/>
                      <a:gd name="T3" fmla="*/ 29 h 29"/>
                      <a:gd name="T4" fmla="*/ 0 w 41"/>
                      <a:gd name="T5" fmla="*/ 25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3" name="Freeform 47"/>
                  <p:cNvSpPr>
                    <a:spLocks/>
                  </p:cNvSpPr>
                  <p:nvPr/>
                </p:nvSpPr>
                <p:spPr bwMode="ltGray">
                  <a:xfrm>
                    <a:off x="1606" y="246"/>
                    <a:ext cx="436" cy="152"/>
                  </a:xfrm>
                  <a:custGeom>
                    <a:avLst/>
                    <a:gdLst>
                      <a:gd name="T0" fmla="*/ 73 w 436"/>
                      <a:gd name="T1" fmla="*/ 1 h 152"/>
                      <a:gd name="T2" fmla="*/ 436 w 436"/>
                      <a:gd name="T3" fmla="*/ 0 h 152"/>
                      <a:gd name="T4" fmla="*/ 416 w 436"/>
                      <a:gd name="T5" fmla="*/ 54 h 152"/>
                      <a:gd name="T6" fmla="*/ 397 w 436"/>
                      <a:gd name="T7" fmla="*/ 68 h 152"/>
                      <a:gd name="T8" fmla="*/ 392 w 436"/>
                      <a:gd name="T9" fmla="*/ 70 h 152"/>
                      <a:gd name="T10" fmla="*/ 375 w 436"/>
                      <a:gd name="T11" fmla="*/ 73 h 152"/>
                      <a:gd name="T12" fmla="*/ 361 w 436"/>
                      <a:gd name="T13" fmla="*/ 88 h 152"/>
                      <a:gd name="T14" fmla="*/ 362 w 436"/>
                      <a:gd name="T15" fmla="*/ 99 h 152"/>
                      <a:gd name="T16" fmla="*/ 364 w 436"/>
                      <a:gd name="T17" fmla="*/ 107 h 152"/>
                      <a:gd name="T18" fmla="*/ 366 w 436"/>
                      <a:gd name="T19" fmla="*/ 113 h 152"/>
                      <a:gd name="T20" fmla="*/ 362 w 436"/>
                      <a:gd name="T21" fmla="*/ 122 h 152"/>
                      <a:gd name="T22" fmla="*/ 351 w 436"/>
                      <a:gd name="T23" fmla="*/ 120 h 152"/>
                      <a:gd name="T24" fmla="*/ 342 w 436"/>
                      <a:gd name="T25" fmla="*/ 129 h 152"/>
                      <a:gd name="T26" fmla="*/ 347 w 436"/>
                      <a:gd name="T27" fmla="*/ 105 h 152"/>
                      <a:gd name="T28" fmla="*/ 338 w 436"/>
                      <a:gd name="T29" fmla="*/ 100 h 152"/>
                      <a:gd name="T30" fmla="*/ 344 w 436"/>
                      <a:gd name="T31" fmla="*/ 93 h 152"/>
                      <a:gd name="T32" fmla="*/ 342 w 436"/>
                      <a:gd name="T33" fmla="*/ 89 h 152"/>
                      <a:gd name="T34" fmla="*/ 320 w 436"/>
                      <a:gd name="T35" fmla="*/ 94 h 152"/>
                      <a:gd name="T36" fmla="*/ 317 w 436"/>
                      <a:gd name="T37" fmla="*/ 85 h 152"/>
                      <a:gd name="T38" fmla="*/ 297 w 436"/>
                      <a:gd name="T39" fmla="*/ 94 h 152"/>
                      <a:gd name="T40" fmla="*/ 320 w 436"/>
                      <a:gd name="T41" fmla="*/ 103 h 152"/>
                      <a:gd name="T42" fmla="*/ 305 w 436"/>
                      <a:gd name="T43" fmla="*/ 117 h 152"/>
                      <a:gd name="T44" fmla="*/ 311 w 436"/>
                      <a:gd name="T45" fmla="*/ 126 h 152"/>
                      <a:gd name="T46" fmla="*/ 315 w 436"/>
                      <a:gd name="T47" fmla="*/ 138 h 152"/>
                      <a:gd name="T48" fmla="*/ 309 w 436"/>
                      <a:gd name="T49" fmla="*/ 139 h 152"/>
                      <a:gd name="T50" fmla="*/ 314 w 436"/>
                      <a:gd name="T51" fmla="*/ 144 h 152"/>
                      <a:gd name="T52" fmla="*/ 307 w 436"/>
                      <a:gd name="T53" fmla="*/ 152 h 152"/>
                      <a:gd name="T54" fmla="*/ 0 w 436"/>
                      <a:gd name="T55" fmla="*/ 149 h 152"/>
                      <a:gd name="T56" fmla="*/ 73 w 436"/>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4" name="Freeform 48"/>
                  <p:cNvSpPr>
                    <a:spLocks/>
                  </p:cNvSpPr>
                  <p:nvPr/>
                </p:nvSpPr>
                <p:spPr bwMode="ltGray">
                  <a:xfrm>
                    <a:off x="2043" y="241"/>
                    <a:ext cx="20" cy="55"/>
                  </a:xfrm>
                  <a:custGeom>
                    <a:avLst/>
                    <a:gdLst>
                      <a:gd name="T0" fmla="*/ 5 w 47"/>
                      <a:gd name="T1" fmla="*/ 156 h 165"/>
                      <a:gd name="T2" fmla="*/ 15 w 47"/>
                      <a:gd name="T3" fmla="*/ 108 h 165"/>
                      <a:gd name="T4" fmla="*/ 17 w 47"/>
                      <a:gd name="T5" fmla="*/ 68 h 165"/>
                      <a:gd name="T6" fmla="*/ 11 w 47"/>
                      <a:gd name="T7" fmla="*/ 40 h 165"/>
                      <a:gd name="T8" fmla="*/ 17 w 47"/>
                      <a:gd name="T9" fmla="*/ 12 h 165"/>
                      <a:gd name="T10" fmla="*/ 21 w 47"/>
                      <a:gd name="T11" fmla="*/ 0 h 165"/>
                      <a:gd name="T12" fmla="*/ 31 w 47"/>
                      <a:gd name="T13" fmla="*/ 30 h 165"/>
                      <a:gd name="T14" fmla="*/ 47 w 47"/>
                      <a:gd name="T15" fmla="*/ 98 h 165"/>
                      <a:gd name="T16" fmla="*/ 31 w 47"/>
                      <a:gd name="T17" fmla="*/ 108 h 165"/>
                      <a:gd name="T18" fmla="*/ 23 w 47"/>
                      <a:gd name="T19" fmla="*/ 126 h 165"/>
                      <a:gd name="T20" fmla="*/ 21 w 47"/>
                      <a:gd name="T21" fmla="*/ 132 h 165"/>
                      <a:gd name="T22" fmla="*/ 27 w 47"/>
                      <a:gd name="T23" fmla="*/ 134 h 165"/>
                      <a:gd name="T24" fmla="*/ 31 w 47"/>
                      <a:gd name="T25" fmla="*/ 146 h 165"/>
                      <a:gd name="T26" fmla="*/ 13 w 47"/>
                      <a:gd name="T27" fmla="*/ 148 h 165"/>
                      <a:gd name="T28" fmla="*/ 7 w 47"/>
                      <a:gd name="T29" fmla="*/ 160 h 165"/>
                      <a:gd name="T30" fmla="*/ 3 w 47"/>
                      <a:gd name="T31" fmla="*/ 154 h 165"/>
                      <a:gd name="T32" fmla="*/ 5 w 47"/>
                      <a:gd name="T33" fmla="*/ 156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5" name="Freeform 49"/>
                  <p:cNvSpPr>
                    <a:spLocks/>
                  </p:cNvSpPr>
                  <p:nvPr/>
                </p:nvSpPr>
                <p:spPr bwMode="ltGray">
                  <a:xfrm>
                    <a:off x="2031" y="287"/>
                    <a:ext cx="59" cy="34"/>
                  </a:xfrm>
                  <a:custGeom>
                    <a:avLst/>
                    <a:gdLst>
                      <a:gd name="T0" fmla="*/ 26 w 138"/>
                      <a:gd name="T1" fmla="*/ 61 h 103"/>
                      <a:gd name="T2" fmla="*/ 30 w 138"/>
                      <a:gd name="T3" fmla="*/ 43 h 103"/>
                      <a:gd name="T4" fmla="*/ 50 w 138"/>
                      <a:gd name="T5" fmla="*/ 33 h 103"/>
                      <a:gd name="T6" fmla="*/ 54 w 138"/>
                      <a:gd name="T7" fmla="*/ 45 h 103"/>
                      <a:gd name="T8" fmla="*/ 66 w 138"/>
                      <a:gd name="T9" fmla="*/ 49 h 103"/>
                      <a:gd name="T10" fmla="*/ 80 w 138"/>
                      <a:gd name="T11" fmla="*/ 55 h 103"/>
                      <a:gd name="T12" fmla="*/ 116 w 138"/>
                      <a:gd name="T13" fmla="*/ 33 h 103"/>
                      <a:gd name="T14" fmla="*/ 130 w 138"/>
                      <a:gd name="T15" fmla="*/ 17 h 103"/>
                      <a:gd name="T16" fmla="*/ 138 w 138"/>
                      <a:gd name="T17" fmla="*/ 11 h 103"/>
                      <a:gd name="T18" fmla="*/ 106 w 138"/>
                      <a:gd name="T19" fmla="*/ 49 h 103"/>
                      <a:gd name="T20" fmla="*/ 84 w 138"/>
                      <a:gd name="T21" fmla="*/ 67 h 103"/>
                      <a:gd name="T22" fmla="*/ 66 w 138"/>
                      <a:gd name="T23" fmla="*/ 81 h 103"/>
                      <a:gd name="T24" fmla="*/ 48 w 138"/>
                      <a:gd name="T25" fmla="*/ 103 h 103"/>
                      <a:gd name="T26" fmla="*/ 26 w 138"/>
                      <a:gd name="T27" fmla="*/ 89 h 103"/>
                      <a:gd name="T28" fmla="*/ 20 w 138"/>
                      <a:gd name="T29" fmla="*/ 87 h 103"/>
                      <a:gd name="T30" fmla="*/ 22 w 138"/>
                      <a:gd name="T31" fmla="*/ 97 h 103"/>
                      <a:gd name="T32" fmla="*/ 0 w 138"/>
                      <a:gd name="T33" fmla="*/ 97 h 103"/>
                      <a:gd name="T34" fmla="*/ 10 w 138"/>
                      <a:gd name="T35" fmla="*/ 79 h 103"/>
                      <a:gd name="T36" fmla="*/ 26 w 138"/>
                      <a:gd name="T37" fmla="*/ 61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6" name="Freeform 50"/>
                  <p:cNvSpPr>
                    <a:spLocks/>
                  </p:cNvSpPr>
                  <p:nvPr/>
                </p:nvSpPr>
                <p:spPr bwMode="ltGray">
                  <a:xfrm>
                    <a:off x="1968" y="319"/>
                    <a:ext cx="80" cy="72"/>
                  </a:xfrm>
                  <a:custGeom>
                    <a:avLst/>
                    <a:gdLst>
                      <a:gd name="T0" fmla="*/ 158 w 188"/>
                      <a:gd name="T1" fmla="*/ 24 h 214"/>
                      <a:gd name="T2" fmla="*/ 160 w 188"/>
                      <a:gd name="T3" fmla="*/ 6 h 214"/>
                      <a:gd name="T4" fmla="*/ 170 w 188"/>
                      <a:gd name="T5" fmla="*/ 0 h 214"/>
                      <a:gd name="T6" fmla="*/ 182 w 188"/>
                      <a:gd name="T7" fmla="*/ 24 h 214"/>
                      <a:gd name="T8" fmla="*/ 188 w 188"/>
                      <a:gd name="T9" fmla="*/ 42 h 214"/>
                      <a:gd name="T10" fmla="*/ 178 w 188"/>
                      <a:gd name="T11" fmla="*/ 58 h 214"/>
                      <a:gd name="T12" fmla="*/ 170 w 188"/>
                      <a:gd name="T13" fmla="*/ 76 h 214"/>
                      <a:gd name="T14" fmla="*/ 162 w 188"/>
                      <a:gd name="T15" fmla="*/ 126 h 214"/>
                      <a:gd name="T16" fmla="*/ 144 w 188"/>
                      <a:gd name="T17" fmla="*/ 136 h 214"/>
                      <a:gd name="T18" fmla="*/ 120 w 188"/>
                      <a:gd name="T19" fmla="*/ 138 h 214"/>
                      <a:gd name="T20" fmla="*/ 112 w 188"/>
                      <a:gd name="T21" fmla="*/ 124 h 214"/>
                      <a:gd name="T22" fmla="*/ 102 w 188"/>
                      <a:gd name="T23" fmla="*/ 146 h 214"/>
                      <a:gd name="T24" fmla="*/ 90 w 188"/>
                      <a:gd name="T25" fmla="*/ 150 h 214"/>
                      <a:gd name="T26" fmla="*/ 80 w 188"/>
                      <a:gd name="T27" fmla="*/ 132 h 214"/>
                      <a:gd name="T28" fmla="*/ 58 w 188"/>
                      <a:gd name="T29" fmla="*/ 144 h 214"/>
                      <a:gd name="T30" fmla="*/ 76 w 188"/>
                      <a:gd name="T31" fmla="*/ 142 h 214"/>
                      <a:gd name="T32" fmla="*/ 78 w 188"/>
                      <a:gd name="T33" fmla="*/ 160 h 214"/>
                      <a:gd name="T34" fmla="*/ 58 w 188"/>
                      <a:gd name="T35" fmla="*/ 166 h 214"/>
                      <a:gd name="T36" fmla="*/ 34 w 188"/>
                      <a:gd name="T37" fmla="*/ 166 h 214"/>
                      <a:gd name="T38" fmla="*/ 36 w 188"/>
                      <a:gd name="T39" fmla="*/ 154 h 214"/>
                      <a:gd name="T40" fmla="*/ 46 w 188"/>
                      <a:gd name="T41" fmla="*/ 144 h 214"/>
                      <a:gd name="T42" fmla="*/ 34 w 188"/>
                      <a:gd name="T43" fmla="*/ 148 h 214"/>
                      <a:gd name="T44" fmla="*/ 26 w 188"/>
                      <a:gd name="T45" fmla="*/ 166 h 214"/>
                      <a:gd name="T46" fmla="*/ 30 w 188"/>
                      <a:gd name="T47" fmla="*/ 190 h 214"/>
                      <a:gd name="T48" fmla="*/ 14 w 188"/>
                      <a:gd name="T49" fmla="*/ 200 h 214"/>
                      <a:gd name="T50" fmla="*/ 0 w 188"/>
                      <a:gd name="T51" fmla="*/ 214 h 214"/>
                      <a:gd name="T52" fmla="*/ 8 w 188"/>
                      <a:gd name="T53" fmla="*/ 188 h 214"/>
                      <a:gd name="T54" fmla="*/ 0 w 188"/>
                      <a:gd name="T55" fmla="*/ 164 h 214"/>
                      <a:gd name="T56" fmla="*/ 14 w 188"/>
                      <a:gd name="T57" fmla="*/ 152 h 214"/>
                      <a:gd name="T58" fmla="*/ 32 w 188"/>
                      <a:gd name="T59" fmla="*/ 134 h 214"/>
                      <a:gd name="T60" fmla="*/ 44 w 188"/>
                      <a:gd name="T61" fmla="*/ 118 h 214"/>
                      <a:gd name="T62" fmla="*/ 72 w 188"/>
                      <a:gd name="T63" fmla="*/ 116 h 214"/>
                      <a:gd name="T64" fmla="*/ 84 w 188"/>
                      <a:gd name="T65" fmla="*/ 112 h 214"/>
                      <a:gd name="T66" fmla="*/ 114 w 188"/>
                      <a:gd name="T67" fmla="*/ 78 h 214"/>
                      <a:gd name="T68" fmla="*/ 120 w 188"/>
                      <a:gd name="T69" fmla="*/ 92 h 214"/>
                      <a:gd name="T70" fmla="*/ 132 w 188"/>
                      <a:gd name="T71" fmla="*/ 76 h 214"/>
                      <a:gd name="T72" fmla="*/ 150 w 188"/>
                      <a:gd name="T73" fmla="*/ 54 h 214"/>
                      <a:gd name="T74" fmla="*/ 154 w 188"/>
                      <a:gd name="T75" fmla="*/ 42 h 214"/>
                      <a:gd name="T76" fmla="*/ 148 w 188"/>
                      <a:gd name="T77" fmla="*/ 38 h 214"/>
                      <a:gd name="T78" fmla="*/ 152 w 188"/>
                      <a:gd name="T79" fmla="*/ 32 h 214"/>
                      <a:gd name="T80" fmla="*/ 158 w 188"/>
                      <a:gd name="T81" fmla="*/ 24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7" name="Freeform 51"/>
                  <p:cNvSpPr>
                    <a:spLocks/>
                  </p:cNvSpPr>
                  <p:nvPr/>
                </p:nvSpPr>
                <p:spPr bwMode="ltGray">
                  <a:xfrm>
                    <a:off x="2021" y="340"/>
                    <a:ext cx="6" cy="4"/>
                  </a:xfrm>
                  <a:custGeom>
                    <a:avLst/>
                    <a:gdLst>
                      <a:gd name="T0" fmla="*/ 0 w 13"/>
                      <a:gd name="T1" fmla="*/ 9 h 13"/>
                      <a:gd name="T2" fmla="*/ 4 w 13"/>
                      <a:gd name="T3" fmla="*/ 13 h 13"/>
                      <a:gd name="T4" fmla="*/ 0 w 13"/>
                      <a:gd name="T5" fmla="*/ 9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8" name="Freeform 52"/>
                  <p:cNvSpPr>
                    <a:spLocks/>
                  </p:cNvSpPr>
                  <p:nvPr/>
                </p:nvSpPr>
                <p:spPr bwMode="ltGray">
                  <a:xfrm>
                    <a:off x="1573" y="389"/>
                    <a:ext cx="347" cy="189"/>
                  </a:xfrm>
                  <a:custGeom>
                    <a:avLst/>
                    <a:gdLst>
                      <a:gd name="T0" fmla="*/ 812 w 812"/>
                      <a:gd name="T1" fmla="*/ 26 h 564"/>
                      <a:gd name="T2" fmla="*/ 778 w 812"/>
                      <a:gd name="T3" fmla="*/ 78 h 564"/>
                      <a:gd name="T4" fmla="*/ 748 w 812"/>
                      <a:gd name="T5" fmla="*/ 122 h 564"/>
                      <a:gd name="T6" fmla="*/ 722 w 812"/>
                      <a:gd name="T7" fmla="*/ 142 h 564"/>
                      <a:gd name="T8" fmla="*/ 634 w 812"/>
                      <a:gd name="T9" fmla="*/ 180 h 564"/>
                      <a:gd name="T10" fmla="*/ 632 w 812"/>
                      <a:gd name="T11" fmla="*/ 210 h 564"/>
                      <a:gd name="T12" fmla="*/ 604 w 812"/>
                      <a:gd name="T13" fmla="*/ 230 h 564"/>
                      <a:gd name="T14" fmla="*/ 620 w 812"/>
                      <a:gd name="T15" fmla="*/ 178 h 564"/>
                      <a:gd name="T16" fmla="*/ 576 w 812"/>
                      <a:gd name="T17" fmla="*/ 188 h 564"/>
                      <a:gd name="T18" fmla="*/ 556 w 812"/>
                      <a:gd name="T19" fmla="*/ 218 h 564"/>
                      <a:gd name="T20" fmla="*/ 596 w 812"/>
                      <a:gd name="T21" fmla="*/ 280 h 564"/>
                      <a:gd name="T22" fmla="*/ 594 w 812"/>
                      <a:gd name="T23" fmla="*/ 368 h 564"/>
                      <a:gd name="T24" fmla="*/ 542 w 812"/>
                      <a:gd name="T25" fmla="*/ 406 h 564"/>
                      <a:gd name="T26" fmla="*/ 522 w 812"/>
                      <a:gd name="T27" fmla="*/ 386 h 564"/>
                      <a:gd name="T28" fmla="*/ 482 w 812"/>
                      <a:gd name="T29" fmla="*/ 348 h 564"/>
                      <a:gd name="T30" fmla="*/ 462 w 812"/>
                      <a:gd name="T31" fmla="*/ 348 h 564"/>
                      <a:gd name="T32" fmla="*/ 450 w 812"/>
                      <a:gd name="T33" fmla="*/ 394 h 564"/>
                      <a:gd name="T34" fmla="*/ 500 w 812"/>
                      <a:gd name="T35" fmla="*/ 464 h 564"/>
                      <a:gd name="T36" fmla="*/ 510 w 812"/>
                      <a:gd name="T37" fmla="*/ 524 h 564"/>
                      <a:gd name="T38" fmla="*/ 526 w 812"/>
                      <a:gd name="T39" fmla="*/ 560 h 564"/>
                      <a:gd name="T40" fmla="*/ 492 w 812"/>
                      <a:gd name="T41" fmla="*/ 544 h 564"/>
                      <a:gd name="T42" fmla="*/ 470 w 812"/>
                      <a:gd name="T43" fmla="*/ 518 h 564"/>
                      <a:gd name="T44" fmla="*/ 422 w 812"/>
                      <a:gd name="T45" fmla="*/ 424 h 564"/>
                      <a:gd name="T46" fmla="*/ 426 w 812"/>
                      <a:gd name="T47" fmla="*/ 310 h 564"/>
                      <a:gd name="T48" fmla="*/ 422 w 812"/>
                      <a:gd name="T49" fmla="*/ 268 h 564"/>
                      <a:gd name="T50" fmla="*/ 412 w 812"/>
                      <a:gd name="T51" fmla="*/ 276 h 564"/>
                      <a:gd name="T52" fmla="*/ 386 w 812"/>
                      <a:gd name="T53" fmla="*/ 266 h 564"/>
                      <a:gd name="T54" fmla="*/ 360 w 812"/>
                      <a:gd name="T55" fmla="*/ 170 h 564"/>
                      <a:gd name="T56" fmla="*/ 330 w 812"/>
                      <a:gd name="T57" fmla="*/ 166 h 564"/>
                      <a:gd name="T58" fmla="*/ 288 w 812"/>
                      <a:gd name="T59" fmla="*/ 172 h 564"/>
                      <a:gd name="T60" fmla="*/ 242 w 812"/>
                      <a:gd name="T61" fmla="*/ 232 h 564"/>
                      <a:gd name="T62" fmla="*/ 196 w 812"/>
                      <a:gd name="T63" fmla="*/ 268 h 564"/>
                      <a:gd name="T64" fmla="*/ 184 w 812"/>
                      <a:gd name="T65" fmla="*/ 274 h 564"/>
                      <a:gd name="T66" fmla="*/ 160 w 812"/>
                      <a:gd name="T67" fmla="*/ 328 h 564"/>
                      <a:gd name="T68" fmla="*/ 152 w 812"/>
                      <a:gd name="T69" fmla="*/ 354 h 564"/>
                      <a:gd name="T70" fmla="*/ 128 w 812"/>
                      <a:gd name="T71" fmla="*/ 404 h 564"/>
                      <a:gd name="T72" fmla="*/ 94 w 812"/>
                      <a:gd name="T73" fmla="*/ 392 h 564"/>
                      <a:gd name="T74" fmla="*/ 66 w 812"/>
                      <a:gd name="T75" fmla="*/ 258 h 564"/>
                      <a:gd name="T76" fmla="*/ 72 w 812"/>
                      <a:gd name="T77" fmla="*/ 156 h 564"/>
                      <a:gd name="T78" fmla="*/ 44 w 812"/>
                      <a:gd name="T79" fmla="*/ 180 h 564"/>
                      <a:gd name="T80" fmla="*/ 20 w 812"/>
                      <a:gd name="T81" fmla="*/ 150 h 564"/>
                      <a:gd name="T82" fmla="*/ 24 w 812"/>
                      <a:gd name="T83" fmla="*/ 138 h 564"/>
                      <a:gd name="T84" fmla="*/ 0 w 812"/>
                      <a:gd name="T85" fmla="*/ 92 h 564"/>
                      <a:gd name="T86" fmla="*/ 798 w 812"/>
                      <a:gd name="T87" fmla="*/ 6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9" name="Freeform 53"/>
                  <p:cNvSpPr>
                    <a:spLocks/>
                  </p:cNvSpPr>
                  <p:nvPr/>
                </p:nvSpPr>
                <p:spPr bwMode="ltGray">
                  <a:xfrm>
                    <a:off x="1634" y="519"/>
                    <a:ext cx="19" cy="29"/>
                  </a:xfrm>
                  <a:custGeom>
                    <a:avLst/>
                    <a:gdLst>
                      <a:gd name="T0" fmla="*/ 7 w 43"/>
                      <a:gd name="T1" fmla="*/ 11 h 85"/>
                      <a:gd name="T2" fmla="*/ 17 w 43"/>
                      <a:gd name="T3" fmla="*/ 3 h 85"/>
                      <a:gd name="T4" fmla="*/ 37 w 43"/>
                      <a:gd name="T5" fmla="*/ 33 h 85"/>
                      <a:gd name="T6" fmla="*/ 19 w 43"/>
                      <a:gd name="T7" fmla="*/ 85 h 85"/>
                      <a:gd name="T8" fmla="*/ 1 w 43"/>
                      <a:gd name="T9" fmla="*/ 69 h 85"/>
                      <a:gd name="T10" fmla="*/ 7 w 43"/>
                      <a:gd name="T11" fmla="*/ 11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0" name="Freeform 54"/>
                  <p:cNvSpPr>
                    <a:spLocks/>
                  </p:cNvSpPr>
                  <p:nvPr/>
                </p:nvSpPr>
                <p:spPr bwMode="ltGray">
                  <a:xfrm>
                    <a:off x="1900" y="421"/>
                    <a:ext cx="18" cy="24"/>
                  </a:xfrm>
                  <a:custGeom>
                    <a:avLst/>
                    <a:gdLst>
                      <a:gd name="T0" fmla="*/ 13 w 44"/>
                      <a:gd name="T1" fmla="*/ 28 h 74"/>
                      <a:gd name="T2" fmla="*/ 29 w 44"/>
                      <a:gd name="T3" fmla="*/ 2 h 74"/>
                      <a:gd name="T4" fmla="*/ 43 w 44"/>
                      <a:gd name="T5" fmla="*/ 4 h 74"/>
                      <a:gd name="T6" fmla="*/ 39 w 44"/>
                      <a:gd name="T7" fmla="*/ 26 h 74"/>
                      <a:gd name="T8" fmla="*/ 13 w 44"/>
                      <a:gd name="T9" fmla="*/ 74 h 74"/>
                      <a:gd name="T10" fmla="*/ 7 w 44"/>
                      <a:gd name="T11" fmla="*/ 60 h 74"/>
                      <a:gd name="T12" fmla="*/ 3 w 44"/>
                      <a:gd name="T13" fmla="*/ 36 h 74"/>
                      <a:gd name="T14" fmla="*/ 13 w 44"/>
                      <a:gd name="T15" fmla="*/ 28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1" name="Freeform 55"/>
                  <p:cNvSpPr>
                    <a:spLocks/>
                  </p:cNvSpPr>
                  <p:nvPr/>
                </p:nvSpPr>
                <p:spPr bwMode="ltGray">
                  <a:xfrm>
                    <a:off x="1951" y="409"/>
                    <a:ext cx="9" cy="10"/>
                  </a:xfrm>
                  <a:custGeom>
                    <a:avLst/>
                    <a:gdLst>
                      <a:gd name="T0" fmla="*/ 7 w 20"/>
                      <a:gd name="T1" fmla="*/ 16 h 30"/>
                      <a:gd name="T2" fmla="*/ 5 w 20"/>
                      <a:gd name="T3" fmla="*/ 30 h 30"/>
                      <a:gd name="T4" fmla="*/ 7 w 20"/>
                      <a:gd name="T5" fmla="*/ 16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2" name="Freeform 56"/>
                  <p:cNvSpPr>
                    <a:spLocks/>
                  </p:cNvSpPr>
                  <p:nvPr/>
                </p:nvSpPr>
                <p:spPr bwMode="ltGray">
                  <a:xfrm>
                    <a:off x="1021" y="314"/>
                    <a:ext cx="433" cy="354"/>
                  </a:xfrm>
                  <a:custGeom>
                    <a:avLst/>
                    <a:gdLst>
                      <a:gd name="T0" fmla="*/ 481 w 682"/>
                      <a:gd name="T1" fmla="*/ 464 h 557"/>
                      <a:gd name="T2" fmla="*/ 486 w 682"/>
                      <a:gd name="T3" fmla="*/ 451 h 557"/>
                      <a:gd name="T4" fmla="*/ 500 w 682"/>
                      <a:gd name="T5" fmla="*/ 413 h 557"/>
                      <a:gd name="T6" fmla="*/ 309 w 682"/>
                      <a:gd name="T7" fmla="*/ 287 h 557"/>
                      <a:gd name="T8" fmla="*/ 282 w 682"/>
                      <a:gd name="T9" fmla="*/ 346 h 557"/>
                      <a:gd name="T10" fmla="*/ 303 w 682"/>
                      <a:gd name="T11" fmla="*/ 556 h 557"/>
                      <a:gd name="T12" fmla="*/ 282 w 682"/>
                      <a:gd name="T13" fmla="*/ 494 h 557"/>
                      <a:gd name="T14" fmla="*/ 242 w 682"/>
                      <a:gd name="T15" fmla="*/ 439 h 557"/>
                      <a:gd name="T16" fmla="*/ 245 w 682"/>
                      <a:gd name="T17" fmla="*/ 413 h 557"/>
                      <a:gd name="T18" fmla="*/ 247 w 682"/>
                      <a:gd name="T19" fmla="*/ 394 h 557"/>
                      <a:gd name="T20" fmla="*/ 220 w 682"/>
                      <a:gd name="T21" fmla="*/ 375 h 557"/>
                      <a:gd name="T22" fmla="*/ 194 w 682"/>
                      <a:gd name="T23" fmla="*/ 346 h 557"/>
                      <a:gd name="T24" fmla="*/ 148 w 682"/>
                      <a:gd name="T25" fmla="*/ 354 h 557"/>
                      <a:gd name="T26" fmla="*/ 126 w 682"/>
                      <a:gd name="T27" fmla="*/ 365 h 557"/>
                      <a:gd name="T28" fmla="*/ 78 w 682"/>
                      <a:gd name="T29" fmla="*/ 365 h 557"/>
                      <a:gd name="T30" fmla="*/ 22 w 682"/>
                      <a:gd name="T31" fmla="*/ 312 h 557"/>
                      <a:gd name="T32" fmla="*/ 11 w 682"/>
                      <a:gd name="T33" fmla="*/ 295 h 557"/>
                      <a:gd name="T34" fmla="*/ 0 w 682"/>
                      <a:gd name="T35" fmla="*/ 264 h 557"/>
                      <a:gd name="T36" fmla="*/ 24 w 682"/>
                      <a:gd name="T37" fmla="*/ 213 h 557"/>
                      <a:gd name="T38" fmla="*/ 32 w 682"/>
                      <a:gd name="T39" fmla="*/ 181 h 557"/>
                      <a:gd name="T40" fmla="*/ 51 w 682"/>
                      <a:gd name="T41" fmla="*/ 143 h 557"/>
                      <a:gd name="T42" fmla="*/ 81 w 682"/>
                      <a:gd name="T43" fmla="*/ 116 h 557"/>
                      <a:gd name="T44" fmla="*/ 167 w 682"/>
                      <a:gd name="T45" fmla="*/ 67 h 557"/>
                      <a:gd name="T46" fmla="*/ 220 w 682"/>
                      <a:gd name="T47" fmla="*/ 30 h 557"/>
                      <a:gd name="T48" fmla="*/ 258 w 682"/>
                      <a:gd name="T49" fmla="*/ 6 h 557"/>
                      <a:gd name="T50" fmla="*/ 363 w 682"/>
                      <a:gd name="T51" fmla="*/ 2 h 557"/>
                      <a:gd name="T52" fmla="*/ 398 w 682"/>
                      <a:gd name="T53" fmla="*/ 0 h 557"/>
                      <a:gd name="T54" fmla="*/ 384 w 682"/>
                      <a:gd name="T55" fmla="*/ 34 h 557"/>
                      <a:gd name="T56" fmla="*/ 443 w 682"/>
                      <a:gd name="T57" fmla="*/ 84 h 557"/>
                      <a:gd name="T58" fmla="*/ 497 w 682"/>
                      <a:gd name="T59" fmla="*/ 74 h 557"/>
                      <a:gd name="T60" fmla="*/ 529 w 682"/>
                      <a:gd name="T61" fmla="*/ 82 h 557"/>
                      <a:gd name="T62" fmla="*/ 559 w 682"/>
                      <a:gd name="T63" fmla="*/ 97 h 557"/>
                      <a:gd name="T64" fmla="*/ 572 w 682"/>
                      <a:gd name="T65" fmla="*/ 188 h 557"/>
                      <a:gd name="T66" fmla="*/ 572 w 682"/>
                      <a:gd name="T67" fmla="*/ 240 h 557"/>
                      <a:gd name="T68" fmla="*/ 599 w 682"/>
                      <a:gd name="T69" fmla="*/ 283 h 557"/>
                      <a:gd name="T70" fmla="*/ 645 w 682"/>
                      <a:gd name="T71" fmla="*/ 300 h 557"/>
                      <a:gd name="T72" fmla="*/ 680 w 682"/>
                      <a:gd name="T73" fmla="*/ 295 h 557"/>
                      <a:gd name="T74" fmla="*/ 664 w 682"/>
                      <a:gd name="T75" fmla="*/ 340 h 557"/>
                      <a:gd name="T76" fmla="*/ 599 w 682"/>
                      <a:gd name="T77" fmla="*/ 407 h 557"/>
                      <a:gd name="T78" fmla="*/ 548 w 682"/>
                      <a:gd name="T79" fmla="*/ 485 h 557"/>
                      <a:gd name="T80" fmla="*/ 556 w 682"/>
                      <a:gd name="T81" fmla="*/ 508 h 557"/>
                      <a:gd name="T82" fmla="*/ 435 w 682"/>
                      <a:gd name="T83" fmla="*/ 556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3" name="Freeform 57"/>
                  <p:cNvSpPr>
                    <a:spLocks/>
                  </p:cNvSpPr>
                  <p:nvPr/>
                </p:nvSpPr>
                <p:spPr bwMode="ltGray">
                  <a:xfrm>
                    <a:off x="1189" y="447"/>
                    <a:ext cx="163" cy="221"/>
                  </a:xfrm>
                  <a:custGeom>
                    <a:avLst/>
                    <a:gdLst>
                      <a:gd name="T0" fmla="*/ 243 w 257"/>
                      <a:gd name="T1" fmla="*/ 347 h 347"/>
                      <a:gd name="T2" fmla="*/ 233 w 257"/>
                      <a:gd name="T3" fmla="*/ 301 h 347"/>
                      <a:gd name="T4" fmla="*/ 217 w 257"/>
                      <a:gd name="T5" fmla="*/ 288 h 347"/>
                      <a:gd name="T6" fmla="*/ 215 w 257"/>
                      <a:gd name="T7" fmla="*/ 269 h 347"/>
                      <a:gd name="T8" fmla="*/ 209 w 257"/>
                      <a:gd name="T9" fmla="*/ 254 h 347"/>
                      <a:gd name="T10" fmla="*/ 209 w 257"/>
                      <a:gd name="T11" fmla="*/ 229 h 347"/>
                      <a:gd name="T12" fmla="*/ 207 w 257"/>
                      <a:gd name="T13" fmla="*/ 214 h 347"/>
                      <a:gd name="T14" fmla="*/ 228 w 257"/>
                      <a:gd name="T15" fmla="*/ 202 h 347"/>
                      <a:gd name="T16" fmla="*/ 257 w 257"/>
                      <a:gd name="T17" fmla="*/ 197 h 347"/>
                      <a:gd name="T18" fmla="*/ 257 w 257"/>
                      <a:gd name="T19" fmla="*/ 136 h 347"/>
                      <a:gd name="T20" fmla="*/ 54 w 257"/>
                      <a:gd name="T21" fmla="*/ 96 h 347"/>
                      <a:gd name="T22" fmla="*/ 32 w 257"/>
                      <a:gd name="T23" fmla="*/ 98 h 347"/>
                      <a:gd name="T24" fmla="*/ 16 w 257"/>
                      <a:gd name="T25" fmla="*/ 102 h 347"/>
                      <a:gd name="T26" fmla="*/ 0 w 257"/>
                      <a:gd name="T27" fmla="*/ 149 h 347"/>
                      <a:gd name="T28" fmla="*/ 93 w 257"/>
                      <a:gd name="T29" fmla="*/ 346 h 347"/>
                      <a:gd name="T30" fmla="*/ 243 w 257"/>
                      <a:gd name="T31" fmla="*/ 347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4" name="Freeform 58"/>
                  <p:cNvSpPr>
                    <a:spLocks/>
                  </p:cNvSpPr>
                  <p:nvPr/>
                </p:nvSpPr>
                <p:spPr bwMode="ltGray">
                  <a:xfrm>
                    <a:off x="1476" y="611"/>
                    <a:ext cx="7" cy="12"/>
                  </a:xfrm>
                  <a:custGeom>
                    <a:avLst/>
                    <a:gdLst>
                      <a:gd name="T0" fmla="*/ 7 w 19"/>
                      <a:gd name="T1" fmla="*/ 25 h 37"/>
                      <a:gd name="T2" fmla="*/ 19 w 19"/>
                      <a:gd name="T3" fmla="*/ 21 h 37"/>
                      <a:gd name="T4" fmla="*/ 7 w 19"/>
                      <a:gd name="T5" fmla="*/ 25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5" name="Freeform 59"/>
                  <p:cNvSpPr>
                    <a:spLocks/>
                  </p:cNvSpPr>
                  <p:nvPr/>
                </p:nvSpPr>
                <p:spPr bwMode="ltGray">
                  <a:xfrm>
                    <a:off x="1467" y="497"/>
                    <a:ext cx="9" cy="7"/>
                  </a:xfrm>
                  <a:custGeom>
                    <a:avLst/>
                    <a:gdLst>
                      <a:gd name="T0" fmla="*/ 12 w 22"/>
                      <a:gd name="T1" fmla="*/ 12 h 20"/>
                      <a:gd name="T2" fmla="*/ 16 w 22"/>
                      <a:gd name="T3" fmla="*/ 0 h 20"/>
                      <a:gd name="T4" fmla="*/ 20 w 22"/>
                      <a:gd name="T5" fmla="*/ 12 h 20"/>
                      <a:gd name="T6" fmla="*/ 8 w 22"/>
                      <a:gd name="T7" fmla="*/ 20 h 20"/>
                      <a:gd name="T8" fmla="*/ 12 w 22"/>
                      <a:gd name="T9" fmla="*/ 12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6" name="Freeform 60"/>
                  <p:cNvSpPr>
                    <a:spLocks/>
                  </p:cNvSpPr>
                  <p:nvPr/>
                </p:nvSpPr>
                <p:spPr bwMode="ltGray">
                  <a:xfrm>
                    <a:off x="1072" y="357"/>
                    <a:ext cx="25" cy="10"/>
                  </a:xfrm>
                  <a:custGeom>
                    <a:avLst/>
                    <a:gdLst>
                      <a:gd name="T0" fmla="*/ 24 w 57"/>
                      <a:gd name="T1" fmla="*/ 18 h 30"/>
                      <a:gd name="T2" fmla="*/ 32 w 57"/>
                      <a:gd name="T3" fmla="*/ 6 h 30"/>
                      <a:gd name="T4" fmla="*/ 36 w 57"/>
                      <a:gd name="T5" fmla="*/ 30 h 30"/>
                      <a:gd name="T6" fmla="*/ 24 w 57"/>
                      <a:gd name="T7" fmla="*/ 18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7" name="Freeform 61"/>
                  <p:cNvSpPr>
                    <a:spLocks/>
                  </p:cNvSpPr>
                  <p:nvPr/>
                </p:nvSpPr>
                <p:spPr bwMode="ltGray">
                  <a:xfrm>
                    <a:off x="1374" y="265"/>
                    <a:ext cx="295" cy="233"/>
                  </a:xfrm>
                  <a:custGeom>
                    <a:avLst/>
                    <a:gdLst>
                      <a:gd name="T0" fmla="*/ 473 w 693"/>
                      <a:gd name="T1" fmla="*/ 464 h 696"/>
                      <a:gd name="T2" fmla="*/ 393 w 693"/>
                      <a:gd name="T3" fmla="*/ 452 h 696"/>
                      <a:gd name="T4" fmla="*/ 325 w 693"/>
                      <a:gd name="T5" fmla="*/ 412 h 696"/>
                      <a:gd name="T6" fmla="*/ 265 w 693"/>
                      <a:gd name="T7" fmla="*/ 400 h 696"/>
                      <a:gd name="T8" fmla="*/ 237 w 693"/>
                      <a:gd name="T9" fmla="*/ 416 h 696"/>
                      <a:gd name="T10" fmla="*/ 261 w 693"/>
                      <a:gd name="T11" fmla="*/ 428 h 696"/>
                      <a:gd name="T12" fmla="*/ 293 w 693"/>
                      <a:gd name="T13" fmla="*/ 468 h 696"/>
                      <a:gd name="T14" fmla="*/ 321 w 693"/>
                      <a:gd name="T15" fmla="*/ 476 h 696"/>
                      <a:gd name="T16" fmla="*/ 333 w 693"/>
                      <a:gd name="T17" fmla="*/ 536 h 696"/>
                      <a:gd name="T18" fmla="*/ 313 w 693"/>
                      <a:gd name="T19" fmla="*/ 552 h 696"/>
                      <a:gd name="T20" fmla="*/ 261 w 693"/>
                      <a:gd name="T21" fmla="*/ 616 h 696"/>
                      <a:gd name="T22" fmla="*/ 225 w 693"/>
                      <a:gd name="T23" fmla="*/ 628 h 696"/>
                      <a:gd name="T24" fmla="*/ 97 w 693"/>
                      <a:gd name="T25" fmla="*/ 696 h 696"/>
                      <a:gd name="T26" fmla="*/ 77 w 693"/>
                      <a:gd name="T27" fmla="*/ 616 h 696"/>
                      <a:gd name="T28" fmla="*/ 45 w 693"/>
                      <a:gd name="T29" fmla="*/ 524 h 696"/>
                      <a:gd name="T30" fmla="*/ 33 w 693"/>
                      <a:gd name="T31" fmla="*/ 448 h 696"/>
                      <a:gd name="T32" fmla="*/ 53 w 693"/>
                      <a:gd name="T33" fmla="*/ 344 h 696"/>
                      <a:gd name="T34" fmla="*/ 17 w 693"/>
                      <a:gd name="T35" fmla="*/ 392 h 696"/>
                      <a:gd name="T36" fmla="*/ 81 w 693"/>
                      <a:gd name="T37" fmla="*/ 280 h 696"/>
                      <a:gd name="T38" fmla="*/ 113 w 693"/>
                      <a:gd name="T39" fmla="*/ 204 h 696"/>
                      <a:gd name="T40" fmla="*/ 37 w 693"/>
                      <a:gd name="T41" fmla="*/ 204 h 696"/>
                      <a:gd name="T42" fmla="*/ 1 w 693"/>
                      <a:gd name="T43" fmla="*/ 196 h 696"/>
                      <a:gd name="T44" fmla="*/ 25 w 693"/>
                      <a:gd name="T45" fmla="*/ 140 h 696"/>
                      <a:gd name="T46" fmla="*/ 97 w 693"/>
                      <a:gd name="T47" fmla="*/ 112 h 696"/>
                      <a:gd name="T48" fmla="*/ 221 w 693"/>
                      <a:gd name="T49" fmla="*/ 124 h 696"/>
                      <a:gd name="T50" fmla="*/ 229 w 693"/>
                      <a:gd name="T51" fmla="*/ 64 h 696"/>
                      <a:gd name="T52" fmla="*/ 261 w 693"/>
                      <a:gd name="T53" fmla="*/ 0 h 696"/>
                      <a:gd name="T54" fmla="*/ 357 w 693"/>
                      <a:gd name="T55" fmla="*/ 44 h 696"/>
                      <a:gd name="T56" fmla="*/ 329 w 693"/>
                      <a:gd name="T57" fmla="*/ 88 h 696"/>
                      <a:gd name="T58" fmla="*/ 301 w 693"/>
                      <a:gd name="T59" fmla="*/ 176 h 696"/>
                      <a:gd name="T60" fmla="*/ 361 w 693"/>
                      <a:gd name="T61" fmla="*/ 192 h 696"/>
                      <a:gd name="T62" fmla="*/ 373 w 693"/>
                      <a:gd name="T63" fmla="*/ 136 h 696"/>
                      <a:gd name="T64" fmla="*/ 417 w 693"/>
                      <a:gd name="T65" fmla="*/ 92 h 696"/>
                      <a:gd name="T66" fmla="*/ 497 w 693"/>
                      <a:gd name="T67" fmla="*/ 88 h 696"/>
                      <a:gd name="T68" fmla="*/ 529 w 693"/>
                      <a:gd name="T69" fmla="*/ 52 h 696"/>
                      <a:gd name="T70" fmla="*/ 541 w 693"/>
                      <a:gd name="T71" fmla="*/ 46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8" name="Freeform 62"/>
                  <p:cNvSpPr>
                    <a:spLocks/>
                  </p:cNvSpPr>
                  <p:nvPr/>
                </p:nvSpPr>
                <p:spPr bwMode="ltGray">
                  <a:xfrm>
                    <a:off x="1173" y="247"/>
                    <a:ext cx="591" cy="95"/>
                  </a:xfrm>
                  <a:custGeom>
                    <a:avLst/>
                    <a:gdLst>
                      <a:gd name="T0" fmla="*/ 825 w 931"/>
                      <a:gd name="T1" fmla="*/ 0 h 149"/>
                      <a:gd name="T2" fmla="*/ 143 w 931"/>
                      <a:gd name="T3" fmla="*/ 29 h 149"/>
                      <a:gd name="T4" fmla="*/ 91 w 931"/>
                      <a:gd name="T5" fmla="*/ 42 h 149"/>
                      <a:gd name="T6" fmla="*/ 62 w 931"/>
                      <a:gd name="T7" fmla="*/ 42 h 149"/>
                      <a:gd name="T8" fmla="*/ 22 w 931"/>
                      <a:gd name="T9" fmla="*/ 77 h 149"/>
                      <a:gd name="T10" fmla="*/ 0 w 931"/>
                      <a:gd name="T11" fmla="*/ 105 h 149"/>
                      <a:gd name="T12" fmla="*/ 59 w 931"/>
                      <a:gd name="T13" fmla="*/ 115 h 149"/>
                      <a:gd name="T14" fmla="*/ 97 w 931"/>
                      <a:gd name="T15" fmla="*/ 96 h 149"/>
                      <a:gd name="T16" fmla="*/ 108 w 931"/>
                      <a:gd name="T17" fmla="*/ 84 h 149"/>
                      <a:gd name="T18" fmla="*/ 167 w 931"/>
                      <a:gd name="T19" fmla="*/ 52 h 149"/>
                      <a:gd name="T20" fmla="*/ 215 w 931"/>
                      <a:gd name="T21" fmla="*/ 46 h 149"/>
                      <a:gd name="T22" fmla="*/ 237 w 931"/>
                      <a:gd name="T23" fmla="*/ 94 h 149"/>
                      <a:gd name="T24" fmla="*/ 188 w 931"/>
                      <a:gd name="T25" fmla="*/ 109 h 149"/>
                      <a:gd name="T26" fmla="*/ 231 w 931"/>
                      <a:gd name="T27" fmla="*/ 113 h 149"/>
                      <a:gd name="T28" fmla="*/ 250 w 931"/>
                      <a:gd name="T29" fmla="*/ 90 h 149"/>
                      <a:gd name="T30" fmla="*/ 266 w 931"/>
                      <a:gd name="T31" fmla="*/ 92 h 149"/>
                      <a:gd name="T32" fmla="*/ 253 w 931"/>
                      <a:gd name="T33" fmla="*/ 54 h 149"/>
                      <a:gd name="T34" fmla="*/ 266 w 931"/>
                      <a:gd name="T35" fmla="*/ 44 h 149"/>
                      <a:gd name="T36" fmla="*/ 277 w 931"/>
                      <a:gd name="T37" fmla="*/ 88 h 149"/>
                      <a:gd name="T38" fmla="*/ 266 w 931"/>
                      <a:gd name="T39" fmla="*/ 113 h 149"/>
                      <a:gd name="T40" fmla="*/ 296 w 931"/>
                      <a:gd name="T41" fmla="*/ 130 h 149"/>
                      <a:gd name="T42" fmla="*/ 299 w 931"/>
                      <a:gd name="T43" fmla="*/ 92 h 149"/>
                      <a:gd name="T44" fmla="*/ 331 w 931"/>
                      <a:gd name="T45" fmla="*/ 103 h 149"/>
                      <a:gd name="T46" fmla="*/ 382 w 931"/>
                      <a:gd name="T47" fmla="*/ 73 h 149"/>
                      <a:gd name="T48" fmla="*/ 409 w 931"/>
                      <a:gd name="T49" fmla="*/ 50 h 149"/>
                      <a:gd name="T50" fmla="*/ 439 w 931"/>
                      <a:gd name="T51" fmla="*/ 56 h 149"/>
                      <a:gd name="T52" fmla="*/ 455 w 931"/>
                      <a:gd name="T53" fmla="*/ 50 h 149"/>
                      <a:gd name="T54" fmla="*/ 431 w 931"/>
                      <a:gd name="T55" fmla="*/ 44 h 149"/>
                      <a:gd name="T56" fmla="*/ 474 w 931"/>
                      <a:gd name="T57" fmla="*/ 35 h 149"/>
                      <a:gd name="T58" fmla="*/ 544 w 931"/>
                      <a:gd name="T59" fmla="*/ 54 h 149"/>
                      <a:gd name="T60" fmla="*/ 581 w 931"/>
                      <a:gd name="T61" fmla="*/ 42 h 149"/>
                      <a:gd name="T62" fmla="*/ 584 w 931"/>
                      <a:gd name="T63" fmla="*/ 63 h 149"/>
                      <a:gd name="T64" fmla="*/ 568 w 931"/>
                      <a:gd name="T65" fmla="*/ 101 h 149"/>
                      <a:gd name="T66" fmla="*/ 611 w 931"/>
                      <a:gd name="T67" fmla="*/ 88 h 149"/>
                      <a:gd name="T68" fmla="*/ 624 w 931"/>
                      <a:gd name="T69" fmla="*/ 80 h 149"/>
                      <a:gd name="T70" fmla="*/ 648 w 931"/>
                      <a:gd name="T71" fmla="*/ 61 h 149"/>
                      <a:gd name="T72" fmla="*/ 794 w 931"/>
                      <a:gd name="T73" fmla="*/ 84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9" name="Freeform 63"/>
                  <p:cNvSpPr>
                    <a:spLocks/>
                  </p:cNvSpPr>
                  <p:nvPr/>
                </p:nvSpPr>
                <p:spPr bwMode="ltGray">
                  <a:xfrm>
                    <a:off x="1293" y="282"/>
                    <a:ext cx="13" cy="10"/>
                  </a:xfrm>
                  <a:custGeom>
                    <a:avLst/>
                    <a:gdLst>
                      <a:gd name="T0" fmla="*/ 3 w 31"/>
                      <a:gd name="T1" fmla="*/ 28 h 30"/>
                      <a:gd name="T2" fmla="*/ 31 w 31"/>
                      <a:gd name="T3" fmla="*/ 0 h 30"/>
                      <a:gd name="T4" fmla="*/ 19 w 31"/>
                      <a:gd name="T5" fmla="*/ 24 h 30"/>
                      <a:gd name="T6" fmla="*/ 3 w 31"/>
                      <a:gd name="T7" fmla="*/ 28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0" name="Freeform 64"/>
                  <p:cNvSpPr>
                    <a:spLocks/>
                  </p:cNvSpPr>
                  <p:nvPr/>
                </p:nvSpPr>
                <p:spPr bwMode="ltGray">
                  <a:xfrm>
                    <a:off x="1278" y="296"/>
                    <a:ext cx="19" cy="11"/>
                  </a:xfrm>
                  <a:custGeom>
                    <a:avLst/>
                    <a:gdLst>
                      <a:gd name="T0" fmla="*/ 6 w 44"/>
                      <a:gd name="T1" fmla="*/ 32 h 32"/>
                      <a:gd name="T2" fmla="*/ 22 w 44"/>
                      <a:gd name="T3" fmla="*/ 0 h 32"/>
                      <a:gd name="T4" fmla="*/ 38 w 44"/>
                      <a:gd name="T5" fmla="*/ 4 h 32"/>
                      <a:gd name="T6" fmla="*/ 6 w 44"/>
                      <a:gd name="T7" fmla="*/ 32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1" name="Freeform 65"/>
                  <p:cNvSpPr>
                    <a:spLocks/>
                  </p:cNvSpPr>
                  <p:nvPr/>
                </p:nvSpPr>
                <p:spPr bwMode="ltGray">
                  <a:xfrm>
                    <a:off x="1340" y="337"/>
                    <a:ext cx="32" cy="6"/>
                  </a:xfrm>
                  <a:custGeom>
                    <a:avLst/>
                    <a:gdLst>
                      <a:gd name="T0" fmla="*/ 37 w 76"/>
                      <a:gd name="T1" fmla="*/ 18 h 18"/>
                      <a:gd name="T2" fmla="*/ 25 w 76"/>
                      <a:gd name="T3" fmla="*/ 2 h 18"/>
                      <a:gd name="T4" fmla="*/ 37 w 76"/>
                      <a:gd name="T5" fmla="*/ 18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2" name="Freeform 66"/>
                  <p:cNvSpPr>
                    <a:spLocks/>
                  </p:cNvSpPr>
                  <p:nvPr/>
                </p:nvSpPr>
                <p:spPr bwMode="ltGray">
                  <a:xfrm>
                    <a:off x="1395" y="336"/>
                    <a:ext cx="18" cy="15"/>
                  </a:xfrm>
                  <a:custGeom>
                    <a:avLst/>
                    <a:gdLst>
                      <a:gd name="T0" fmla="*/ 0 w 42"/>
                      <a:gd name="T1" fmla="*/ 21 h 44"/>
                      <a:gd name="T2" fmla="*/ 12 w 42"/>
                      <a:gd name="T3" fmla="*/ 9 h 44"/>
                      <a:gd name="T4" fmla="*/ 0 w 42"/>
                      <a:gd name="T5" fmla="*/ 21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3" name="Freeform 67"/>
                  <p:cNvSpPr>
                    <a:spLocks/>
                  </p:cNvSpPr>
                  <p:nvPr/>
                </p:nvSpPr>
                <p:spPr bwMode="ltGray">
                  <a:xfrm>
                    <a:off x="1248" y="295"/>
                    <a:ext cx="14" cy="10"/>
                  </a:xfrm>
                  <a:custGeom>
                    <a:avLst/>
                    <a:gdLst>
                      <a:gd name="T0" fmla="*/ 7 w 31"/>
                      <a:gd name="T1" fmla="*/ 22 h 30"/>
                      <a:gd name="T2" fmla="*/ 31 w 31"/>
                      <a:gd name="T3" fmla="*/ 10 h 30"/>
                      <a:gd name="T4" fmla="*/ 7 w 31"/>
                      <a:gd name="T5" fmla="*/ 22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85" name="Group 68"/>
                <p:cNvGrpSpPr>
                  <a:grpSpLocks/>
                </p:cNvGrpSpPr>
                <p:nvPr/>
              </p:nvGrpSpPr>
              <p:grpSpPr bwMode="auto">
                <a:xfrm>
                  <a:off x="3709" y="240"/>
                  <a:ext cx="1139" cy="429"/>
                  <a:chOff x="3709" y="240"/>
                  <a:chExt cx="1139" cy="429"/>
                </a:xfrm>
              </p:grpSpPr>
              <p:sp>
                <p:nvSpPr>
                  <p:cNvPr id="1086" name="Freeform 69"/>
                  <p:cNvSpPr>
                    <a:spLocks/>
                  </p:cNvSpPr>
                  <p:nvPr/>
                </p:nvSpPr>
                <p:spPr bwMode="ltGray">
                  <a:xfrm>
                    <a:off x="4808" y="616"/>
                    <a:ext cx="13" cy="14"/>
                  </a:xfrm>
                  <a:custGeom>
                    <a:avLst/>
                    <a:gdLst>
                      <a:gd name="T0" fmla="*/ 16 w 30"/>
                      <a:gd name="T1" fmla="*/ 33 h 42"/>
                      <a:gd name="T2" fmla="*/ 8 w 30"/>
                      <a:gd name="T3" fmla="*/ 21 h 42"/>
                      <a:gd name="T4" fmla="*/ 0 w 30"/>
                      <a:gd name="T5" fmla="*/ 9 h 42"/>
                      <a:gd name="T6" fmla="*/ 16 w 30"/>
                      <a:gd name="T7" fmla="*/ 3 h 42"/>
                      <a:gd name="T8" fmla="*/ 30 w 30"/>
                      <a:gd name="T9" fmla="*/ 23 h 42"/>
                      <a:gd name="T10" fmla="*/ 28 w 30"/>
                      <a:gd name="T11" fmla="*/ 31 h 42"/>
                      <a:gd name="T12" fmla="*/ 16 w 30"/>
                      <a:gd name="T13" fmla="*/ 33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7" name="Freeform 70"/>
                  <p:cNvSpPr>
                    <a:spLocks/>
                  </p:cNvSpPr>
                  <p:nvPr/>
                </p:nvSpPr>
                <p:spPr bwMode="ltGray">
                  <a:xfrm>
                    <a:off x="4655" y="629"/>
                    <a:ext cx="11" cy="5"/>
                  </a:xfrm>
                  <a:custGeom>
                    <a:avLst/>
                    <a:gdLst>
                      <a:gd name="T0" fmla="*/ 15 w 25"/>
                      <a:gd name="T1" fmla="*/ 16 h 16"/>
                      <a:gd name="T2" fmla="*/ 3 w 25"/>
                      <a:gd name="T3" fmla="*/ 8 h 16"/>
                      <a:gd name="T4" fmla="*/ 15 w 25"/>
                      <a:gd name="T5" fmla="*/ 0 h 16"/>
                      <a:gd name="T6" fmla="*/ 15 w 25"/>
                      <a:gd name="T7" fmla="*/ 16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8" name="Freeform 71"/>
                  <p:cNvSpPr>
                    <a:spLocks/>
                  </p:cNvSpPr>
                  <p:nvPr/>
                </p:nvSpPr>
                <p:spPr bwMode="ltGray">
                  <a:xfrm>
                    <a:off x="4609" y="635"/>
                    <a:ext cx="28" cy="16"/>
                  </a:xfrm>
                  <a:custGeom>
                    <a:avLst/>
                    <a:gdLst>
                      <a:gd name="T0" fmla="*/ 14 w 65"/>
                      <a:gd name="T1" fmla="*/ 24 h 46"/>
                      <a:gd name="T2" fmla="*/ 30 w 65"/>
                      <a:gd name="T3" fmla="*/ 4 h 46"/>
                      <a:gd name="T4" fmla="*/ 42 w 65"/>
                      <a:gd name="T5" fmla="*/ 0 h 46"/>
                      <a:gd name="T6" fmla="*/ 58 w 65"/>
                      <a:gd name="T7" fmla="*/ 12 h 46"/>
                      <a:gd name="T8" fmla="*/ 32 w 65"/>
                      <a:gd name="T9" fmla="*/ 26 h 46"/>
                      <a:gd name="T10" fmla="*/ 12 w 65"/>
                      <a:gd name="T11" fmla="*/ 46 h 46"/>
                      <a:gd name="T12" fmla="*/ 8 w 65"/>
                      <a:gd name="T13" fmla="*/ 20 h 46"/>
                      <a:gd name="T14" fmla="*/ 12 w 65"/>
                      <a:gd name="T15" fmla="*/ 14 h 46"/>
                      <a:gd name="T16" fmla="*/ 14 w 65"/>
                      <a:gd name="T17" fmla="*/ 24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9" name="Freeform 72"/>
                  <p:cNvSpPr>
                    <a:spLocks/>
                  </p:cNvSpPr>
                  <p:nvPr/>
                </p:nvSpPr>
                <p:spPr bwMode="ltGray">
                  <a:xfrm>
                    <a:off x="4580" y="634"/>
                    <a:ext cx="29" cy="16"/>
                  </a:xfrm>
                  <a:custGeom>
                    <a:avLst/>
                    <a:gdLst>
                      <a:gd name="T0" fmla="*/ 0 w 69"/>
                      <a:gd name="T1" fmla="*/ 31 h 47"/>
                      <a:gd name="T2" fmla="*/ 18 w 69"/>
                      <a:gd name="T3" fmla="*/ 25 h 47"/>
                      <a:gd name="T4" fmla="*/ 52 w 69"/>
                      <a:gd name="T5" fmla="*/ 1 h 47"/>
                      <a:gd name="T6" fmla="*/ 64 w 69"/>
                      <a:gd name="T7" fmla="*/ 3 h 47"/>
                      <a:gd name="T8" fmla="*/ 50 w 69"/>
                      <a:gd name="T9" fmla="*/ 19 h 47"/>
                      <a:gd name="T10" fmla="*/ 28 w 69"/>
                      <a:gd name="T11" fmla="*/ 33 h 47"/>
                      <a:gd name="T12" fmla="*/ 22 w 69"/>
                      <a:gd name="T13" fmla="*/ 47 h 47"/>
                      <a:gd name="T14" fmla="*/ 16 w 69"/>
                      <a:gd name="T15" fmla="*/ 45 h 47"/>
                      <a:gd name="T16" fmla="*/ 12 w 69"/>
                      <a:gd name="T17" fmla="*/ 39 h 47"/>
                      <a:gd name="T18" fmla="*/ 0 w 69"/>
                      <a:gd name="T19" fmla="*/ 35 h 47"/>
                      <a:gd name="T20" fmla="*/ 0 w 69"/>
                      <a:gd name="T21" fmla="*/ 31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0" name="Freeform 73"/>
                  <p:cNvSpPr>
                    <a:spLocks/>
                  </p:cNvSpPr>
                  <p:nvPr/>
                </p:nvSpPr>
                <p:spPr bwMode="ltGray">
                  <a:xfrm>
                    <a:off x="4423" y="547"/>
                    <a:ext cx="151" cy="93"/>
                  </a:xfrm>
                  <a:custGeom>
                    <a:avLst/>
                    <a:gdLst>
                      <a:gd name="T0" fmla="*/ 10 w 355"/>
                      <a:gd name="T1" fmla="*/ 4 h 277"/>
                      <a:gd name="T2" fmla="*/ 36 w 355"/>
                      <a:gd name="T3" fmla="*/ 18 h 277"/>
                      <a:gd name="T4" fmla="*/ 46 w 355"/>
                      <a:gd name="T5" fmla="*/ 30 h 277"/>
                      <a:gd name="T6" fmla="*/ 76 w 355"/>
                      <a:gd name="T7" fmla="*/ 52 h 277"/>
                      <a:gd name="T8" fmla="*/ 92 w 355"/>
                      <a:gd name="T9" fmla="*/ 66 h 277"/>
                      <a:gd name="T10" fmla="*/ 122 w 355"/>
                      <a:gd name="T11" fmla="*/ 98 h 277"/>
                      <a:gd name="T12" fmla="*/ 136 w 355"/>
                      <a:gd name="T13" fmla="*/ 128 h 277"/>
                      <a:gd name="T14" fmla="*/ 148 w 355"/>
                      <a:gd name="T15" fmla="*/ 132 h 277"/>
                      <a:gd name="T16" fmla="*/ 154 w 355"/>
                      <a:gd name="T17" fmla="*/ 150 h 277"/>
                      <a:gd name="T18" fmla="*/ 176 w 355"/>
                      <a:gd name="T19" fmla="*/ 152 h 277"/>
                      <a:gd name="T20" fmla="*/ 170 w 355"/>
                      <a:gd name="T21" fmla="*/ 196 h 277"/>
                      <a:gd name="T22" fmla="*/ 180 w 355"/>
                      <a:gd name="T23" fmla="*/ 224 h 277"/>
                      <a:gd name="T24" fmla="*/ 198 w 355"/>
                      <a:gd name="T25" fmla="*/ 232 h 277"/>
                      <a:gd name="T26" fmla="*/ 216 w 355"/>
                      <a:gd name="T27" fmla="*/ 234 h 277"/>
                      <a:gd name="T28" fmla="*/ 236 w 355"/>
                      <a:gd name="T29" fmla="*/ 242 h 277"/>
                      <a:gd name="T30" fmla="*/ 254 w 355"/>
                      <a:gd name="T31" fmla="*/ 236 h 277"/>
                      <a:gd name="T32" fmla="*/ 272 w 355"/>
                      <a:gd name="T33" fmla="*/ 248 h 277"/>
                      <a:gd name="T34" fmla="*/ 296 w 355"/>
                      <a:gd name="T35" fmla="*/ 256 h 277"/>
                      <a:gd name="T36" fmla="*/ 314 w 355"/>
                      <a:gd name="T37" fmla="*/ 264 h 277"/>
                      <a:gd name="T38" fmla="*/ 352 w 355"/>
                      <a:gd name="T39" fmla="*/ 266 h 277"/>
                      <a:gd name="T40" fmla="*/ 342 w 355"/>
                      <a:gd name="T41" fmla="*/ 274 h 277"/>
                      <a:gd name="T42" fmla="*/ 322 w 355"/>
                      <a:gd name="T43" fmla="*/ 272 h 277"/>
                      <a:gd name="T44" fmla="*/ 300 w 355"/>
                      <a:gd name="T45" fmla="*/ 270 h 277"/>
                      <a:gd name="T46" fmla="*/ 288 w 355"/>
                      <a:gd name="T47" fmla="*/ 266 h 277"/>
                      <a:gd name="T48" fmla="*/ 252 w 355"/>
                      <a:gd name="T49" fmla="*/ 264 h 277"/>
                      <a:gd name="T50" fmla="*/ 234 w 355"/>
                      <a:gd name="T51" fmla="*/ 260 h 277"/>
                      <a:gd name="T52" fmla="*/ 172 w 355"/>
                      <a:gd name="T53" fmla="*/ 242 h 277"/>
                      <a:gd name="T54" fmla="*/ 160 w 355"/>
                      <a:gd name="T55" fmla="*/ 216 h 277"/>
                      <a:gd name="T56" fmla="*/ 126 w 355"/>
                      <a:gd name="T57" fmla="*/ 200 h 277"/>
                      <a:gd name="T58" fmla="*/ 108 w 355"/>
                      <a:gd name="T59" fmla="*/ 186 h 277"/>
                      <a:gd name="T60" fmla="*/ 94 w 355"/>
                      <a:gd name="T61" fmla="*/ 158 h 277"/>
                      <a:gd name="T62" fmla="*/ 68 w 355"/>
                      <a:gd name="T63" fmla="*/ 108 h 277"/>
                      <a:gd name="T64" fmla="*/ 64 w 355"/>
                      <a:gd name="T65" fmla="*/ 102 h 277"/>
                      <a:gd name="T66" fmla="*/ 58 w 355"/>
                      <a:gd name="T67" fmla="*/ 100 h 277"/>
                      <a:gd name="T68" fmla="*/ 54 w 355"/>
                      <a:gd name="T69" fmla="*/ 88 h 277"/>
                      <a:gd name="T70" fmla="*/ 38 w 355"/>
                      <a:gd name="T71" fmla="*/ 58 h 277"/>
                      <a:gd name="T72" fmla="*/ 20 w 355"/>
                      <a:gd name="T73" fmla="*/ 40 h 277"/>
                      <a:gd name="T74" fmla="*/ 4 w 355"/>
                      <a:gd name="T75" fmla="*/ 22 h 277"/>
                      <a:gd name="T76" fmla="*/ 10 w 355"/>
                      <a:gd name="T77" fmla="*/ 2 h 277"/>
                      <a:gd name="T78" fmla="*/ 10 w 355"/>
                      <a:gd name="T79" fmla="*/ 4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1" name="Freeform 74"/>
                  <p:cNvSpPr>
                    <a:spLocks/>
                  </p:cNvSpPr>
                  <p:nvPr/>
                </p:nvSpPr>
                <p:spPr bwMode="ltGray">
                  <a:xfrm>
                    <a:off x="4515" y="541"/>
                    <a:ext cx="67" cy="68"/>
                  </a:xfrm>
                  <a:custGeom>
                    <a:avLst/>
                    <a:gdLst>
                      <a:gd name="T0" fmla="*/ 54 w 156"/>
                      <a:gd name="T1" fmla="*/ 66 h 206"/>
                      <a:gd name="T2" fmla="*/ 66 w 156"/>
                      <a:gd name="T3" fmla="*/ 58 h 206"/>
                      <a:gd name="T4" fmla="*/ 68 w 156"/>
                      <a:gd name="T5" fmla="*/ 52 h 206"/>
                      <a:gd name="T6" fmla="*/ 80 w 156"/>
                      <a:gd name="T7" fmla="*/ 44 h 206"/>
                      <a:gd name="T8" fmla="*/ 106 w 156"/>
                      <a:gd name="T9" fmla="*/ 22 h 206"/>
                      <a:gd name="T10" fmla="*/ 112 w 156"/>
                      <a:gd name="T11" fmla="*/ 4 h 206"/>
                      <a:gd name="T12" fmla="*/ 124 w 156"/>
                      <a:gd name="T13" fmla="*/ 0 h 206"/>
                      <a:gd name="T14" fmla="*/ 150 w 156"/>
                      <a:gd name="T15" fmla="*/ 28 h 206"/>
                      <a:gd name="T16" fmla="*/ 146 w 156"/>
                      <a:gd name="T17" fmla="*/ 44 h 206"/>
                      <a:gd name="T18" fmla="*/ 126 w 156"/>
                      <a:gd name="T19" fmla="*/ 64 h 206"/>
                      <a:gd name="T20" fmla="*/ 132 w 156"/>
                      <a:gd name="T21" fmla="*/ 94 h 206"/>
                      <a:gd name="T22" fmla="*/ 142 w 156"/>
                      <a:gd name="T23" fmla="*/ 110 h 206"/>
                      <a:gd name="T24" fmla="*/ 146 w 156"/>
                      <a:gd name="T25" fmla="*/ 128 h 206"/>
                      <a:gd name="T26" fmla="*/ 128 w 156"/>
                      <a:gd name="T27" fmla="*/ 128 h 206"/>
                      <a:gd name="T28" fmla="*/ 116 w 156"/>
                      <a:gd name="T29" fmla="*/ 146 h 206"/>
                      <a:gd name="T30" fmla="*/ 104 w 156"/>
                      <a:gd name="T31" fmla="*/ 156 h 206"/>
                      <a:gd name="T32" fmla="*/ 100 w 156"/>
                      <a:gd name="T33" fmla="*/ 198 h 206"/>
                      <a:gd name="T34" fmla="*/ 88 w 156"/>
                      <a:gd name="T35" fmla="*/ 202 h 206"/>
                      <a:gd name="T36" fmla="*/ 82 w 156"/>
                      <a:gd name="T37" fmla="*/ 206 h 206"/>
                      <a:gd name="T38" fmla="*/ 76 w 156"/>
                      <a:gd name="T39" fmla="*/ 202 h 206"/>
                      <a:gd name="T40" fmla="*/ 72 w 156"/>
                      <a:gd name="T41" fmla="*/ 190 h 206"/>
                      <a:gd name="T42" fmla="*/ 60 w 156"/>
                      <a:gd name="T43" fmla="*/ 186 h 206"/>
                      <a:gd name="T44" fmla="*/ 42 w 156"/>
                      <a:gd name="T45" fmla="*/ 194 h 206"/>
                      <a:gd name="T46" fmla="*/ 28 w 156"/>
                      <a:gd name="T47" fmla="*/ 186 h 206"/>
                      <a:gd name="T48" fmla="*/ 10 w 156"/>
                      <a:gd name="T49" fmla="*/ 148 h 206"/>
                      <a:gd name="T50" fmla="*/ 4 w 156"/>
                      <a:gd name="T51" fmla="*/ 130 h 206"/>
                      <a:gd name="T52" fmla="*/ 0 w 156"/>
                      <a:gd name="T53" fmla="*/ 118 h 206"/>
                      <a:gd name="T54" fmla="*/ 20 w 156"/>
                      <a:gd name="T55" fmla="*/ 96 h 206"/>
                      <a:gd name="T56" fmla="*/ 32 w 156"/>
                      <a:gd name="T57" fmla="*/ 104 h 206"/>
                      <a:gd name="T58" fmla="*/ 34 w 156"/>
                      <a:gd name="T59" fmla="*/ 80 h 206"/>
                      <a:gd name="T60" fmla="*/ 52 w 156"/>
                      <a:gd name="T61" fmla="*/ 70 h 206"/>
                      <a:gd name="T62" fmla="*/ 54 w 156"/>
                      <a:gd name="T63" fmla="*/ 66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2" name="Freeform 75"/>
                  <p:cNvSpPr>
                    <a:spLocks/>
                  </p:cNvSpPr>
                  <p:nvPr/>
                </p:nvSpPr>
                <p:spPr bwMode="ltGray">
                  <a:xfrm>
                    <a:off x="4580" y="572"/>
                    <a:ext cx="47" cy="13"/>
                  </a:xfrm>
                  <a:custGeom>
                    <a:avLst/>
                    <a:gdLst>
                      <a:gd name="T0" fmla="*/ 4 w 109"/>
                      <a:gd name="T1" fmla="*/ 32 h 38"/>
                      <a:gd name="T2" fmla="*/ 18 w 109"/>
                      <a:gd name="T3" fmla="*/ 10 h 38"/>
                      <a:gd name="T4" fmla="*/ 46 w 109"/>
                      <a:gd name="T5" fmla="*/ 20 h 38"/>
                      <a:gd name="T6" fmla="*/ 72 w 109"/>
                      <a:gd name="T7" fmla="*/ 14 h 38"/>
                      <a:gd name="T8" fmla="*/ 90 w 109"/>
                      <a:gd name="T9" fmla="*/ 0 h 38"/>
                      <a:gd name="T10" fmla="*/ 76 w 109"/>
                      <a:gd name="T11" fmla="*/ 26 h 38"/>
                      <a:gd name="T12" fmla="*/ 60 w 109"/>
                      <a:gd name="T13" fmla="*/ 38 h 38"/>
                      <a:gd name="T14" fmla="*/ 42 w 109"/>
                      <a:gd name="T15" fmla="*/ 32 h 38"/>
                      <a:gd name="T16" fmla="*/ 14 w 109"/>
                      <a:gd name="T17" fmla="*/ 30 h 38"/>
                      <a:gd name="T18" fmla="*/ 4 w 109"/>
                      <a:gd name="T19" fmla="*/ 32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3" name="Freeform 76"/>
                  <p:cNvSpPr>
                    <a:spLocks/>
                  </p:cNvSpPr>
                  <p:nvPr/>
                </p:nvSpPr>
                <p:spPr bwMode="ltGray">
                  <a:xfrm>
                    <a:off x="4578" y="588"/>
                    <a:ext cx="32" cy="34"/>
                  </a:xfrm>
                  <a:custGeom>
                    <a:avLst/>
                    <a:gdLst>
                      <a:gd name="T0" fmla="*/ 8 w 76"/>
                      <a:gd name="T1" fmla="*/ 18 h 104"/>
                      <a:gd name="T2" fmla="*/ 18 w 76"/>
                      <a:gd name="T3" fmla="*/ 0 h 104"/>
                      <a:gd name="T4" fmla="*/ 34 w 76"/>
                      <a:gd name="T5" fmla="*/ 18 h 104"/>
                      <a:gd name="T6" fmla="*/ 62 w 76"/>
                      <a:gd name="T7" fmla="*/ 4 h 104"/>
                      <a:gd name="T8" fmla="*/ 46 w 76"/>
                      <a:gd name="T9" fmla="*/ 34 h 104"/>
                      <a:gd name="T10" fmla="*/ 54 w 76"/>
                      <a:gd name="T11" fmla="*/ 48 h 104"/>
                      <a:gd name="T12" fmla="*/ 58 w 76"/>
                      <a:gd name="T13" fmla="*/ 60 h 104"/>
                      <a:gd name="T14" fmla="*/ 46 w 76"/>
                      <a:gd name="T15" fmla="*/ 74 h 104"/>
                      <a:gd name="T16" fmla="*/ 34 w 76"/>
                      <a:gd name="T17" fmla="*/ 60 h 104"/>
                      <a:gd name="T18" fmla="*/ 22 w 76"/>
                      <a:gd name="T19" fmla="*/ 48 h 104"/>
                      <a:gd name="T20" fmla="*/ 28 w 76"/>
                      <a:gd name="T21" fmla="*/ 68 h 104"/>
                      <a:gd name="T22" fmla="*/ 30 w 76"/>
                      <a:gd name="T23" fmla="*/ 74 h 104"/>
                      <a:gd name="T24" fmla="*/ 20 w 76"/>
                      <a:gd name="T25" fmla="*/ 104 h 104"/>
                      <a:gd name="T26" fmla="*/ 12 w 76"/>
                      <a:gd name="T27" fmla="*/ 102 h 104"/>
                      <a:gd name="T28" fmla="*/ 8 w 76"/>
                      <a:gd name="T29" fmla="*/ 90 h 104"/>
                      <a:gd name="T30" fmla="*/ 0 w 76"/>
                      <a:gd name="T31" fmla="*/ 54 h 104"/>
                      <a:gd name="T32" fmla="*/ 2 w 76"/>
                      <a:gd name="T33" fmla="*/ 30 h 104"/>
                      <a:gd name="T34" fmla="*/ 8 w 76"/>
                      <a:gd name="T35" fmla="*/ 18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4" name="Freeform 77"/>
                  <p:cNvSpPr>
                    <a:spLocks/>
                  </p:cNvSpPr>
                  <p:nvPr/>
                </p:nvSpPr>
                <p:spPr bwMode="ltGray">
                  <a:xfrm>
                    <a:off x="4632" y="569"/>
                    <a:ext cx="16" cy="20"/>
                  </a:xfrm>
                  <a:custGeom>
                    <a:avLst/>
                    <a:gdLst>
                      <a:gd name="T0" fmla="*/ 3 w 37"/>
                      <a:gd name="T1" fmla="*/ 28 h 61"/>
                      <a:gd name="T2" fmla="*/ 13 w 37"/>
                      <a:gd name="T3" fmla="*/ 0 h 61"/>
                      <a:gd name="T4" fmla="*/ 15 w 37"/>
                      <a:gd name="T5" fmla="*/ 28 h 61"/>
                      <a:gd name="T6" fmla="*/ 37 w 37"/>
                      <a:gd name="T7" fmla="*/ 38 h 61"/>
                      <a:gd name="T8" fmla="*/ 19 w 37"/>
                      <a:gd name="T9" fmla="*/ 44 h 61"/>
                      <a:gd name="T10" fmla="*/ 5 w 37"/>
                      <a:gd name="T11" fmla="*/ 58 h 61"/>
                      <a:gd name="T12" fmla="*/ 1 w 37"/>
                      <a:gd name="T13" fmla="*/ 34 h 61"/>
                      <a:gd name="T14" fmla="*/ 3 w 37"/>
                      <a:gd name="T15" fmla="*/ 28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5" name="Freeform 78"/>
                  <p:cNvSpPr>
                    <a:spLocks/>
                  </p:cNvSpPr>
                  <p:nvPr/>
                </p:nvSpPr>
                <p:spPr bwMode="ltGray">
                  <a:xfrm>
                    <a:off x="4636" y="600"/>
                    <a:ext cx="20" cy="10"/>
                  </a:xfrm>
                  <a:custGeom>
                    <a:avLst/>
                    <a:gdLst>
                      <a:gd name="T0" fmla="*/ 7 w 49"/>
                      <a:gd name="T1" fmla="*/ 0 h 29"/>
                      <a:gd name="T2" fmla="*/ 29 w 49"/>
                      <a:gd name="T3" fmla="*/ 0 h 29"/>
                      <a:gd name="T4" fmla="*/ 49 w 49"/>
                      <a:gd name="T5" fmla="*/ 16 h 29"/>
                      <a:gd name="T6" fmla="*/ 35 w 49"/>
                      <a:gd name="T7" fmla="*/ 14 h 29"/>
                      <a:gd name="T8" fmla="*/ 3 w 49"/>
                      <a:gd name="T9" fmla="*/ 16 h 29"/>
                      <a:gd name="T10" fmla="*/ 7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6" name="Freeform 79"/>
                  <p:cNvSpPr>
                    <a:spLocks/>
                  </p:cNvSpPr>
                  <p:nvPr/>
                </p:nvSpPr>
                <p:spPr bwMode="ltGray">
                  <a:xfrm>
                    <a:off x="4657" y="585"/>
                    <a:ext cx="26" cy="17"/>
                  </a:xfrm>
                  <a:custGeom>
                    <a:avLst/>
                    <a:gdLst>
                      <a:gd name="T0" fmla="*/ 21 w 61"/>
                      <a:gd name="T1" fmla="*/ 38 h 48"/>
                      <a:gd name="T2" fmla="*/ 15 w 61"/>
                      <a:gd name="T3" fmla="*/ 26 h 48"/>
                      <a:gd name="T4" fmla="*/ 3 w 61"/>
                      <a:gd name="T5" fmla="*/ 22 h 48"/>
                      <a:gd name="T6" fmla="*/ 13 w 61"/>
                      <a:gd name="T7" fmla="*/ 8 h 48"/>
                      <a:gd name="T8" fmla="*/ 25 w 61"/>
                      <a:gd name="T9" fmla="*/ 0 h 48"/>
                      <a:gd name="T10" fmla="*/ 49 w 61"/>
                      <a:gd name="T11" fmla="*/ 10 h 48"/>
                      <a:gd name="T12" fmla="*/ 53 w 61"/>
                      <a:gd name="T13" fmla="*/ 20 h 48"/>
                      <a:gd name="T14" fmla="*/ 61 w 61"/>
                      <a:gd name="T15" fmla="*/ 32 h 48"/>
                      <a:gd name="T16" fmla="*/ 41 w 61"/>
                      <a:gd name="T17" fmla="*/ 38 h 48"/>
                      <a:gd name="T18" fmla="*/ 23 w 61"/>
                      <a:gd name="T19" fmla="*/ 44 h 48"/>
                      <a:gd name="T20" fmla="*/ 21 w 61"/>
                      <a:gd name="T21" fmla="*/ 38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7" name="Freeform 80"/>
                  <p:cNvSpPr>
                    <a:spLocks/>
                  </p:cNvSpPr>
                  <p:nvPr/>
                </p:nvSpPr>
                <p:spPr bwMode="ltGray">
                  <a:xfrm>
                    <a:off x="4664" y="593"/>
                    <a:ext cx="122" cy="61"/>
                  </a:xfrm>
                  <a:custGeom>
                    <a:avLst/>
                    <a:gdLst>
                      <a:gd name="T0" fmla="*/ 46 w 286"/>
                      <a:gd name="T1" fmla="*/ 28 h 182"/>
                      <a:gd name="T2" fmla="*/ 36 w 286"/>
                      <a:gd name="T3" fmla="*/ 14 h 182"/>
                      <a:gd name="T4" fmla="*/ 26 w 286"/>
                      <a:gd name="T5" fmla="*/ 30 h 182"/>
                      <a:gd name="T6" fmla="*/ 0 w 286"/>
                      <a:gd name="T7" fmla="*/ 24 h 182"/>
                      <a:gd name="T8" fmla="*/ 10 w 286"/>
                      <a:gd name="T9" fmla="*/ 42 h 182"/>
                      <a:gd name="T10" fmla="*/ 16 w 286"/>
                      <a:gd name="T11" fmla="*/ 62 h 182"/>
                      <a:gd name="T12" fmla="*/ 24 w 286"/>
                      <a:gd name="T13" fmla="*/ 48 h 182"/>
                      <a:gd name="T14" fmla="*/ 30 w 286"/>
                      <a:gd name="T15" fmla="*/ 44 h 182"/>
                      <a:gd name="T16" fmla="*/ 48 w 286"/>
                      <a:gd name="T17" fmla="*/ 56 h 182"/>
                      <a:gd name="T18" fmla="*/ 70 w 286"/>
                      <a:gd name="T19" fmla="*/ 62 h 182"/>
                      <a:gd name="T20" fmla="*/ 88 w 286"/>
                      <a:gd name="T21" fmla="*/ 72 h 182"/>
                      <a:gd name="T22" fmla="*/ 106 w 286"/>
                      <a:gd name="T23" fmla="*/ 102 h 182"/>
                      <a:gd name="T24" fmla="*/ 104 w 286"/>
                      <a:gd name="T25" fmla="*/ 122 h 182"/>
                      <a:gd name="T26" fmla="*/ 98 w 286"/>
                      <a:gd name="T27" fmla="*/ 134 h 182"/>
                      <a:gd name="T28" fmla="*/ 122 w 286"/>
                      <a:gd name="T29" fmla="*/ 128 h 182"/>
                      <a:gd name="T30" fmla="*/ 140 w 286"/>
                      <a:gd name="T31" fmla="*/ 140 h 182"/>
                      <a:gd name="T32" fmla="*/ 168 w 286"/>
                      <a:gd name="T33" fmla="*/ 148 h 182"/>
                      <a:gd name="T34" fmla="*/ 174 w 286"/>
                      <a:gd name="T35" fmla="*/ 146 h 182"/>
                      <a:gd name="T36" fmla="*/ 168 w 286"/>
                      <a:gd name="T37" fmla="*/ 134 h 182"/>
                      <a:gd name="T38" fmla="*/ 178 w 286"/>
                      <a:gd name="T39" fmla="*/ 136 h 182"/>
                      <a:gd name="T40" fmla="*/ 186 w 286"/>
                      <a:gd name="T41" fmla="*/ 118 h 182"/>
                      <a:gd name="T42" fmla="*/ 202 w 286"/>
                      <a:gd name="T43" fmla="*/ 122 h 182"/>
                      <a:gd name="T44" fmla="*/ 214 w 286"/>
                      <a:gd name="T45" fmla="*/ 130 h 182"/>
                      <a:gd name="T46" fmla="*/ 244 w 286"/>
                      <a:gd name="T47" fmla="*/ 168 h 182"/>
                      <a:gd name="T48" fmla="*/ 262 w 286"/>
                      <a:gd name="T49" fmla="*/ 178 h 182"/>
                      <a:gd name="T50" fmla="*/ 284 w 286"/>
                      <a:gd name="T51" fmla="*/ 170 h 182"/>
                      <a:gd name="T52" fmla="*/ 268 w 286"/>
                      <a:gd name="T53" fmla="*/ 160 h 182"/>
                      <a:gd name="T54" fmla="*/ 256 w 286"/>
                      <a:gd name="T55" fmla="*/ 138 h 182"/>
                      <a:gd name="T56" fmla="*/ 250 w 286"/>
                      <a:gd name="T57" fmla="*/ 132 h 182"/>
                      <a:gd name="T58" fmla="*/ 248 w 286"/>
                      <a:gd name="T59" fmla="*/ 122 h 182"/>
                      <a:gd name="T60" fmla="*/ 236 w 286"/>
                      <a:gd name="T61" fmla="*/ 116 h 182"/>
                      <a:gd name="T62" fmla="*/ 240 w 286"/>
                      <a:gd name="T63" fmla="*/ 96 h 182"/>
                      <a:gd name="T64" fmla="*/ 220 w 286"/>
                      <a:gd name="T65" fmla="*/ 86 h 182"/>
                      <a:gd name="T66" fmla="*/ 210 w 286"/>
                      <a:gd name="T67" fmla="*/ 70 h 182"/>
                      <a:gd name="T68" fmla="*/ 190 w 286"/>
                      <a:gd name="T69" fmla="*/ 54 h 182"/>
                      <a:gd name="T70" fmla="*/ 168 w 286"/>
                      <a:gd name="T71" fmla="*/ 38 h 182"/>
                      <a:gd name="T72" fmla="*/ 156 w 286"/>
                      <a:gd name="T73" fmla="*/ 34 h 182"/>
                      <a:gd name="T74" fmla="*/ 120 w 286"/>
                      <a:gd name="T75" fmla="*/ 16 h 182"/>
                      <a:gd name="T76" fmla="*/ 102 w 286"/>
                      <a:gd name="T77" fmla="*/ 4 h 182"/>
                      <a:gd name="T78" fmla="*/ 96 w 286"/>
                      <a:gd name="T79" fmla="*/ 0 h 182"/>
                      <a:gd name="T80" fmla="*/ 70 w 286"/>
                      <a:gd name="T81" fmla="*/ 10 h 182"/>
                      <a:gd name="T82" fmla="*/ 56 w 286"/>
                      <a:gd name="T83" fmla="*/ 32 h 182"/>
                      <a:gd name="T84" fmla="*/ 46 w 286"/>
                      <a:gd name="T85" fmla="*/ 28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8" name="Freeform 81"/>
                  <p:cNvSpPr>
                    <a:spLocks/>
                  </p:cNvSpPr>
                  <p:nvPr/>
                </p:nvSpPr>
                <p:spPr bwMode="ltGray">
                  <a:xfrm>
                    <a:off x="4770" y="599"/>
                    <a:ext cx="33" cy="26"/>
                  </a:xfrm>
                  <a:custGeom>
                    <a:avLst/>
                    <a:gdLst>
                      <a:gd name="T0" fmla="*/ 1 w 78"/>
                      <a:gd name="T1" fmla="*/ 58 h 78"/>
                      <a:gd name="T2" fmla="*/ 27 w 78"/>
                      <a:gd name="T3" fmla="*/ 60 h 78"/>
                      <a:gd name="T4" fmla="*/ 45 w 78"/>
                      <a:gd name="T5" fmla="*/ 48 h 78"/>
                      <a:gd name="T6" fmla="*/ 57 w 78"/>
                      <a:gd name="T7" fmla="*/ 30 h 78"/>
                      <a:gd name="T8" fmla="*/ 43 w 78"/>
                      <a:gd name="T9" fmla="*/ 14 h 78"/>
                      <a:gd name="T10" fmla="*/ 43 w 78"/>
                      <a:gd name="T11" fmla="*/ 4 h 78"/>
                      <a:gd name="T12" fmla="*/ 71 w 78"/>
                      <a:gd name="T13" fmla="*/ 26 h 78"/>
                      <a:gd name="T14" fmla="*/ 67 w 78"/>
                      <a:gd name="T15" fmla="*/ 54 h 78"/>
                      <a:gd name="T16" fmla="*/ 33 w 78"/>
                      <a:gd name="T17" fmla="*/ 78 h 78"/>
                      <a:gd name="T18" fmla="*/ 9 w 78"/>
                      <a:gd name="T19" fmla="*/ 66 h 78"/>
                      <a:gd name="T20" fmla="*/ 3 w 78"/>
                      <a:gd name="T21" fmla="*/ 62 h 78"/>
                      <a:gd name="T22" fmla="*/ 1 w 78"/>
                      <a:gd name="T23" fmla="*/ 58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9" name="Freeform 82"/>
                  <p:cNvSpPr>
                    <a:spLocks/>
                  </p:cNvSpPr>
                  <p:nvPr/>
                </p:nvSpPr>
                <p:spPr bwMode="ltGray">
                  <a:xfrm>
                    <a:off x="4840" y="544"/>
                    <a:ext cx="8" cy="6"/>
                  </a:xfrm>
                  <a:custGeom>
                    <a:avLst/>
                    <a:gdLst>
                      <a:gd name="T0" fmla="*/ 3 w 17"/>
                      <a:gd name="T1" fmla="*/ 4 h 18"/>
                      <a:gd name="T2" fmla="*/ 3 w 17"/>
                      <a:gd name="T3" fmla="*/ 14 h 18"/>
                      <a:gd name="T4" fmla="*/ 3 w 17"/>
                      <a:gd name="T5" fmla="*/ 4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0" name="Freeform 83"/>
                  <p:cNvSpPr>
                    <a:spLocks/>
                  </p:cNvSpPr>
                  <p:nvPr/>
                </p:nvSpPr>
                <p:spPr bwMode="ltGray">
                  <a:xfrm>
                    <a:off x="4747" y="494"/>
                    <a:ext cx="8" cy="5"/>
                  </a:xfrm>
                  <a:custGeom>
                    <a:avLst/>
                    <a:gdLst>
                      <a:gd name="T0" fmla="*/ 7 w 20"/>
                      <a:gd name="T1" fmla="*/ 12 h 15"/>
                      <a:gd name="T2" fmla="*/ 17 w 20"/>
                      <a:gd name="T3" fmla="*/ 2 h 15"/>
                      <a:gd name="T4" fmla="*/ 9 w 20"/>
                      <a:gd name="T5" fmla="*/ 12 h 15"/>
                      <a:gd name="T6" fmla="*/ 7 w 20"/>
                      <a:gd name="T7" fmla="*/ 1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1" name="Freeform 84"/>
                  <p:cNvSpPr>
                    <a:spLocks/>
                  </p:cNvSpPr>
                  <p:nvPr/>
                </p:nvSpPr>
                <p:spPr bwMode="ltGray">
                  <a:xfrm>
                    <a:off x="4676" y="536"/>
                    <a:ext cx="8" cy="5"/>
                  </a:xfrm>
                  <a:custGeom>
                    <a:avLst/>
                    <a:gdLst>
                      <a:gd name="T0" fmla="*/ 7 w 20"/>
                      <a:gd name="T1" fmla="*/ 12 h 15"/>
                      <a:gd name="T2" fmla="*/ 15 w 20"/>
                      <a:gd name="T3" fmla="*/ 2 h 15"/>
                      <a:gd name="T4" fmla="*/ 15 w 20"/>
                      <a:gd name="T5" fmla="*/ 14 h 15"/>
                      <a:gd name="T6" fmla="*/ 7 w 20"/>
                      <a:gd name="T7" fmla="*/ 1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2" name="Freeform 85"/>
                  <p:cNvSpPr>
                    <a:spLocks/>
                  </p:cNvSpPr>
                  <p:nvPr/>
                </p:nvSpPr>
                <p:spPr bwMode="ltGray">
                  <a:xfrm>
                    <a:off x="4598" y="523"/>
                    <a:ext cx="34" cy="27"/>
                  </a:xfrm>
                  <a:custGeom>
                    <a:avLst/>
                    <a:gdLst>
                      <a:gd name="T0" fmla="*/ 0 w 80"/>
                      <a:gd name="T1" fmla="*/ 50 h 80"/>
                      <a:gd name="T2" fmla="*/ 14 w 80"/>
                      <a:gd name="T3" fmla="*/ 24 h 80"/>
                      <a:gd name="T4" fmla="*/ 26 w 80"/>
                      <a:gd name="T5" fmla="*/ 20 h 80"/>
                      <a:gd name="T6" fmla="*/ 48 w 80"/>
                      <a:gd name="T7" fmla="*/ 18 h 80"/>
                      <a:gd name="T8" fmla="*/ 58 w 80"/>
                      <a:gd name="T9" fmla="*/ 0 h 80"/>
                      <a:gd name="T10" fmla="*/ 80 w 80"/>
                      <a:gd name="T11" fmla="*/ 40 h 80"/>
                      <a:gd name="T12" fmla="*/ 70 w 80"/>
                      <a:gd name="T13" fmla="*/ 56 h 80"/>
                      <a:gd name="T14" fmla="*/ 54 w 80"/>
                      <a:gd name="T15" fmla="*/ 62 h 80"/>
                      <a:gd name="T16" fmla="*/ 48 w 80"/>
                      <a:gd name="T17" fmla="*/ 80 h 80"/>
                      <a:gd name="T18" fmla="*/ 32 w 80"/>
                      <a:gd name="T19" fmla="*/ 68 h 80"/>
                      <a:gd name="T20" fmla="*/ 38 w 80"/>
                      <a:gd name="T21" fmla="*/ 52 h 80"/>
                      <a:gd name="T22" fmla="*/ 30 w 80"/>
                      <a:gd name="T23" fmla="*/ 28 h 80"/>
                      <a:gd name="T24" fmla="*/ 20 w 80"/>
                      <a:gd name="T25" fmla="*/ 48 h 80"/>
                      <a:gd name="T26" fmla="*/ 8 w 80"/>
                      <a:gd name="T27" fmla="*/ 56 h 80"/>
                      <a:gd name="T28" fmla="*/ 0 w 80"/>
                      <a:gd name="T29" fmla="*/ 5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3" name="Freeform 86"/>
                  <p:cNvSpPr>
                    <a:spLocks/>
                  </p:cNvSpPr>
                  <p:nvPr/>
                </p:nvSpPr>
                <p:spPr bwMode="ltGray">
                  <a:xfrm>
                    <a:off x="4587" y="466"/>
                    <a:ext cx="40" cy="58"/>
                  </a:xfrm>
                  <a:custGeom>
                    <a:avLst/>
                    <a:gdLst>
                      <a:gd name="T0" fmla="*/ 14 w 94"/>
                      <a:gd name="T1" fmla="*/ 96 h 174"/>
                      <a:gd name="T2" fmla="*/ 26 w 94"/>
                      <a:gd name="T3" fmla="*/ 128 h 174"/>
                      <a:gd name="T4" fmla="*/ 32 w 94"/>
                      <a:gd name="T5" fmla="*/ 108 h 174"/>
                      <a:gd name="T6" fmla="*/ 52 w 94"/>
                      <a:gd name="T7" fmla="*/ 100 h 174"/>
                      <a:gd name="T8" fmla="*/ 46 w 94"/>
                      <a:gd name="T9" fmla="*/ 124 h 174"/>
                      <a:gd name="T10" fmla="*/ 66 w 94"/>
                      <a:gd name="T11" fmla="*/ 126 h 174"/>
                      <a:gd name="T12" fmla="*/ 76 w 94"/>
                      <a:gd name="T13" fmla="*/ 142 h 174"/>
                      <a:gd name="T14" fmla="*/ 58 w 94"/>
                      <a:gd name="T15" fmla="*/ 148 h 174"/>
                      <a:gd name="T16" fmla="*/ 74 w 94"/>
                      <a:gd name="T17" fmla="*/ 174 h 174"/>
                      <a:gd name="T18" fmla="*/ 84 w 94"/>
                      <a:gd name="T19" fmla="*/ 154 h 174"/>
                      <a:gd name="T20" fmla="*/ 82 w 94"/>
                      <a:gd name="T21" fmla="*/ 112 h 174"/>
                      <a:gd name="T22" fmla="*/ 60 w 94"/>
                      <a:gd name="T23" fmla="*/ 106 h 174"/>
                      <a:gd name="T24" fmla="*/ 50 w 94"/>
                      <a:gd name="T25" fmla="*/ 82 h 174"/>
                      <a:gd name="T26" fmla="*/ 34 w 94"/>
                      <a:gd name="T27" fmla="*/ 82 h 174"/>
                      <a:gd name="T28" fmla="*/ 30 w 94"/>
                      <a:gd name="T29" fmla="*/ 70 h 174"/>
                      <a:gd name="T30" fmla="*/ 42 w 94"/>
                      <a:gd name="T31" fmla="*/ 42 h 174"/>
                      <a:gd name="T32" fmla="*/ 30 w 94"/>
                      <a:gd name="T33" fmla="*/ 0 h 174"/>
                      <a:gd name="T34" fmla="*/ 18 w 94"/>
                      <a:gd name="T35" fmla="*/ 22 h 174"/>
                      <a:gd name="T36" fmla="*/ 4 w 94"/>
                      <a:gd name="T37" fmla="*/ 46 h 174"/>
                      <a:gd name="T38" fmla="*/ 14 w 94"/>
                      <a:gd name="T39" fmla="*/ 76 h 174"/>
                      <a:gd name="T40" fmla="*/ 14 w 94"/>
                      <a:gd name="T41" fmla="*/ 96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4" name="Freeform 87"/>
                  <p:cNvSpPr>
                    <a:spLocks/>
                  </p:cNvSpPr>
                  <p:nvPr/>
                </p:nvSpPr>
                <p:spPr bwMode="ltGray">
                  <a:xfrm>
                    <a:off x="4597" y="508"/>
                    <a:ext cx="14" cy="17"/>
                  </a:xfrm>
                  <a:custGeom>
                    <a:avLst/>
                    <a:gdLst>
                      <a:gd name="T0" fmla="*/ 6 w 32"/>
                      <a:gd name="T1" fmla="*/ 24 h 50"/>
                      <a:gd name="T2" fmla="*/ 12 w 32"/>
                      <a:gd name="T3" fmla="*/ 0 h 50"/>
                      <a:gd name="T4" fmla="*/ 20 w 32"/>
                      <a:gd name="T5" fmla="*/ 16 h 50"/>
                      <a:gd name="T6" fmla="*/ 22 w 32"/>
                      <a:gd name="T7" fmla="*/ 24 h 50"/>
                      <a:gd name="T8" fmla="*/ 28 w 32"/>
                      <a:gd name="T9" fmla="*/ 26 h 50"/>
                      <a:gd name="T10" fmla="*/ 32 w 32"/>
                      <a:gd name="T11" fmla="*/ 38 h 50"/>
                      <a:gd name="T12" fmla="*/ 18 w 32"/>
                      <a:gd name="T13" fmla="*/ 50 h 50"/>
                      <a:gd name="T14" fmla="*/ 6 w 32"/>
                      <a:gd name="T15" fmla="*/ 24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5" name="Freeform 88"/>
                  <p:cNvSpPr>
                    <a:spLocks/>
                  </p:cNvSpPr>
                  <p:nvPr/>
                </p:nvSpPr>
                <p:spPr bwMode="ltGray">
                  <a:xfrm>
                    <a:off x="4569" y="512"/>
                    <a:ext cx="19" cy="17"/>
                  </a:xfrm>
                  <a:custGeom>
                    <a:avLst/>
                    <a:gdLst>
                      <a:gd name="T0" fmla="*/ 0 w 43"/>
                      <a:gd name="T1" fmla="*/ 44 h 50"/>
                      <a:gd name="T2" fmla="*/ 22 w 43"/>
                      <a:gd name="T3" fmla="*/ 20 h 50"/>
                      <a:gd name="T4" fmla="*/ 36 w 43"/>
                      <a:gd name="T5" fmla="*/ 0 h 50"/>
                      <a:gd name="T6" fmla="*/ 24 w 43"/>
                      <a:gd name="T7" fmla="*/ 28 h 50"/>
                      <a:gd name="T8" fmla="*/ 2 w 43"/>
                      <a:gd name="T9" fmla="*/ 50 h 50"/>
                      <a:gd name="T10" fmla="*/ 0 w 43"/>
                      <a:gd name="T11" fmla="*/ 44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6" name="Freeform 89"/>
                  <p:cNvSpPr>
                    <a:spLocks/>
                  </p:cNvSpPr>
                  <p:nvPr/>
                </p:nvSpPr>
                <p:spPr bwMode="ltGray">
                  <a:xfrm>
                    <a:off x="4784" y="275"/>
                    <a:ext cx="18" cy="10"/>
                  </a:xfrm>
                  <a:custGeom>
                    <a:avLst/>
                    <a:gdLst>
                      <a:gd name="T0" fmla="*/ 0 w 41"/>
                      <a:gd name="T1" fmla="*/ 25 h 29"/>
                      <a:gd name="T2" fmla="*/ 12 w 41"/>
                      <a:gd name="T3" fmla="*/ 29 h 29"/>
                      <a:gd name="T4" fmla="*/ 0 w 41"/>
                      <a:gd name="T5" fmla="*/ 25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7" name="Freeform 90"/>
                  <p:cNvSpPr>
                    <a:spLocks/>
                  </p:cNvSpPr>
                  <p:nvPr/>
                </p:nvSpPr>
                <p:spPr bwMode="ltGray">
                  <a:xfrm>
                    <a:off x="4293" y="246"/>
                    <a:ext cx="438" cy="152"/>
                  </a:xfrm>
                  <a:custGeom>
                    <a:avLst/>
                    <a:gdLst>
                      <a:gd name="T0" fmla="*/ 73 w 438"/>
                      <a:gd name="T1" fmla="*/ 1 h 152"/>
                      <a:gd name="T2" fmla="*/ 438 w 438"/>
                      <a:gd name="T3" fmla="*/ 0 h 152"/>
                      <a:gd name="T4" fmla="*/ 416 w 438"/>
                      <a:gd name="T5" fmla="*/ 54 h 152"/>
                      <a:gd name="T6" fmla="*/ 397 w 438"/>
                      <a:gd name="T7" fmla="*/ 68 h 152"/>
                      <a:gd name="T8" fmla="*/ 392 w 438"/>
                      <a:gd name="T9" fmla="*/ 70 h 152"/>
                      <a:gd name="T10" fmla="*/ 375 w 438"/>
                      <a:gd name="T11" fmla="*/ 73 h 152"/>
                      <a:gd name="T12" fmla="*/ 361 w 438"/>
                      <a:gd name="T13" fmla="*/ 88 h 152"/>
                      <a:gd name="T14" fmla="*/ 362 w 438"/>
                      <a:gd name="T15" fmla="*/ 99 h 152"/>
                      <a:gd name="T16" fmla="*/ 364 w 438"/>
                      <a:gd name="T17" fmla="*/ 107 h 152"/>
                      <a:gd name="T18" fmla="*/ 366 w 438"/>
                      <a:gd name="T19" fmla="*/ 113 h 152"/>
                      <a:gd name="T20" fmla="*/ 362 w 438"/>
                      <a:gd name="T21" fmla="*/ 122 h 152"/>
                      <a:gd name="T22" fmla="*/ 351 w 438"/>
                      <a:gd name="T23" fmla="*/ 120 h 152"/>
                      <a:gd name="T24" fmla="*/ 342 w 438"/>
                      <a:gd name="T25" fmla="*/ 129 h 152"/>
                      <a:gd name="T26" fmla="*/ 347 w 438"/>
                      <a:gd name="T27" fmla="*/ 105 h 152"/>
                      <a:gd name="T28" fmla="*/ 338 w 438"/>
                      <a:gd name="T29" fmla="*/ 100 h 152"/>
                      <a:gd name="T30" fmla="*/ 344 w 438"/>
                      <a:gd name="T31" fmla="*/ 93 h 152"/>
                      <a:gd name="T32" fmla="*/ 342 w 438"/>
                      <a:gd name="T33" fmla="*/ 89 h 152"/>
                      <a:gd name="T34" fmla="*/ 320 w 438"/>
                      <a:gd name="T35" fmla="*/ 94 h 152"/>
                      <a:gd name="T36" fmla="*/ 317 w 438"/>
                      <a:gd name="T37" fmla="*/ 85 h 152"/>
                      <a:gd name="T38" fmla="*/ 297 w 438"/>
                      <a:gd name="T39" fmla="*/ 94 h 152"/>
                      <a:gd name="T40" fmla="*/ 320 w 438"/>
                      <a:gd name="T41" fmla="*/ 103 h 152"/>
                      <a:gd name="T42" fmla="*/ 305 w 438"/>
                      <a:gd name="T43" fmla="*/ 117 h 152"/>
                      <a:gd name="T44" fmla="*/ 311 w 438"/>
                      <a:gd name="T45" fmla="*/ 126 h 152"/>
                      <a:gd name="T46" fmla="*/ 315 w 438"/>
                      <a:gd name="T47" fmla="*/ 138 h 152"/>
                      <a:gd name="T48" fmla="*/ 309 w 438"/>
                      <a:gd name="T49" fmla="*/ 139 h 152"/>
                      <a:gd name="T50" fmla="*/ 314 w 438"/>
                      <a:gd name="T51" fmla="*/ 144 h 152"/>
                      <a:gd name="T52" fmla="*/ 307 w 438"/>
                      <a:gd name="T53" fmla="*/ 152 h 152"/>
                      <a:gd name="T54" fmla="*/ 0 w 438"/>
                      <a:gd name="T55" fmla="*/ 149 h 152"/>
                      <a:gd name="T56" fmla="*/ 73 w 438"/>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8" h="152">
                        <a:moveTo>
                          <a:pt x="73" y="1"/>
                        </a:moveTo>
                        <a:lnTo>
                          <a:pt x="438" y="0"/>
                        </a:lnTo>
                        <a:cubicBezTo>
                          <a:pt x="432"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8" name="Freeform 91"/>
                  <p:cNvSpPr>
                    <a:spLocks/>
                  </p:cNvSpPr>
                  <p:nvPr/>
                </p:nvSpPr>
                <p:spPr bwMode="ltGray">
                  <a:xfrm>
                    <a:off x="4731" y="240"/>
                    <a:ext cx="20" cy="55"/>
                  </a:xfrm>
                  <a:custGeom>
                    <a:avLst/>
                    <a:gdLst>
                      <a:gd name="T0" fmla="*/ 5 w 47"/>
                      <a:gd name="T1" fmla="*/ 156 h 165"/>
                      <a:gd name="T2" fmla="*/ 15 w 47"/>
                      <a:gd name="T3" fmla="*/ 108 h 165"/>
                      <a:gd name="T4" fmla="*/ 17 w 47"/>
                      <a:gd name="T5" fmla="*/ 68 h 165"/>
                      <a:gd name="T6" fmla="*/ 11 w 47"/>
                      <a:gd name="T7" fmla="*/ 40 h 165"/>
                      <a:gd name="T8" fmla="*/ 17 w 47"/>
                      <a:gd name="T9" fmla="*/ 12 h 165"/>
                      <a:gd name="T10" fmla="*/ 21 w 47"/>
                      <a:gd name="T11" fmla="*/ 0 h 165"/>
                      <a:gd name="T12" fmla="*/ 31 w 47"/>
                      <a:gd name="T13" fmla="*/ 30 h 165"/>
                      <a:gd name="T14" fmla="*/ 47 w 47"/>
                      <a:gd name="T15" fmla="*/ 98 h 165"/>
                      <a:gd name="T16" fmla="*/ 31 w 47"/>
                      <a:gd name="T17" fmla="*/ 108 h 165"/>
                      <a:gd name="T18" fmla="*/ 23 w 47"/>
                      <a:gd name="T19" fmla="*/ 126 h 165"/>
                      <a:gd name="T20" fmla="*/ 21 w 47"/>
                      <a:gd name="T21" fmla="*/ 132 h 165"/>
                      <a:gd name="T22" fmla="*/ 27 w 47"/>
                      <a:gd name="T23" fmla="*/ 134 h 165"/>
                      <a:gd name="T24" fmla="*/ 31 w 47"/>
                      <a:gd name="T25" fmla="*/ 146 h 165"/>
                      <a:gd name="T26" fmla="*/ 13 w 47"/>
                      <a:gd name="T27" fmla="*/ 148 h 165"/>
                      <a:gd name="T28" fmla="*/ 7 w 47"/>
                      <a:gd name="T29" fmla="*/ 160 h 165"/>
                      <a:gd name="T30" fmla="*/ 3 w 47"/>
                      <a:gd name="T31" fmla="*/ 154 h 165"/>
                      <a:gd name="T32" fmla="*/ 5 w 47"/>
                      <a:gd name="T33" fmla="*/ 156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9" name="Freeform 92"/>
                  <p:cNvSpPr>
                    <a:spLocks/>
                  </p:cNvSpPr>
                  <p:nvPr/>
                </p:nvSpPr>
                <p:spPr bwMode="ltGray">
                  <a:xfrm>
                    <a:off x="4719" y="287"/>
                    <a:ext cx="59" cy="34"/>
                  </a:xfrm>
                  <a:custGeom>
                    <a:avLst/>
                    <a:gdLst>
                      <a:gd name="T0" fmla="*/ 26 w 138"/>
                      <a:gd name="T1" fmla="*/ 61 h 103"/>
                      <a:gd name="T2" fmla="*/ 30 w 138"/>
                      <a:gd name="T3" fmla="*/ 43 h 103"/>
                      <a:gd name="T4" fmla="*/ 50 w 138"/>
                      <a:gd name="T5" fmla="*/ 33 h 103"/>
                      <a:gd name="T6" fmla="*/ 54 w 138"/>
                      <a:gd name="T7" fmla="*/ 45 h 103"/>
                      <a:gd name="T8" fmla="*/ 66 w 138"/>
                      <a:gd name="T9" fmla="*/ 49 h 103"/>
                      <a:gd name="T10" fmla="*/ 80 w 138"/>
                      <a:gd name="T11" fmla="*/ 55 h 103"/>
                      <a:gd name="T12" fmla="*/ 116 w 138"/>
                      <a:gd name="T13" fmla="*/ 33 h 103"/>
                      <a:gd name="T14" fmla="*/ 130 w 138"/>
                      <a:gd name="T15" fmla="*/ 17 h 103"/>
                      <a:gd name="T16" fmla="*/ 138 w 138"/>
                      <a:gd name="T17" fmla="*/ 11 h 103"/>
                      <a:gd name="T18" fmla="*/ 106 w 138"/>
                      <a:gd name="T19" fmla="*/ 49 h 103"/>
                      <a:gd name="T20" fmla="*/ 84 w 138"/>
                      <a:gd name="T21" fmla="*/ 67 h 103"/>
                      <a:gd name="T22" fmla="*/ 66 w 138"/>
                      <a:gd name="T23" fmla="*/ 81 h 103"/>
                      <a:gd name="T24" fmla="*/ 48 w 138"/>
                      <a:gd name="T25" fmla="*/ 103 h 103"/>
                      <a:gd name="T26" fmla="*/ 26 w 138"/>
                      <a:gd name="T27" fmla="*/ 89 h 103"/>
                      <a:gd name="T28" fmla="*/ 20 w 138"/>
                      <a:gd name="T29" fmla="*/ 87 h 103"/>
                      <a:gd name="T30" fmla="*/ 22 w 138"/>
                      <a:gd name="T31" fmla="*/ 97 h 103"/>
                      <a:gd name="T32" fmla="*/ 0 w 138"/>
                      <a:gd name="T33" fmla="*/ 97 h 103"/>
                      <a:gd name="T34" fmla="*/ 10 w 138"/>
                      <a:gd name="T35" fmla="*/ 79 h 103"/>
                      <a:gd name="T36" fmla="*/ 26 w 138"/>
                      <a:gd name="T37" fmla="*/ 61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0" name="Freeform 93"/>
                  <p:cNvSpPr>
                    <a:spLocks/>
                  </p:cNvSpPr>
                  <p:nvPr/>
                </p:nvSpPr>
                <p:spPr bwMode="ltGray">
                  <a:xfrm>
                    <a:off x="4656" y="319"/>
                    <a:ext cx="80" cy="72"/>
                  </a:xfrm>
                  <a:custGeom>
                    <a:avLst/>
                    <a:gdLst>
                      <a:gd name="T0" fmla="*/ 158 w 188"/>
                      <a:gd name="T1" fmla="*/ 24 h 214"/>
                      <a:gd name="T2" fmla="*/ 160 w 188"/>
                      <a:gd name="T3" fmla="*/ 6 h 214"/>
                      <a:gd name="T4" fmla="*/ 170 w 188"/>
                      <a:gd name="T5" fmla="*/ 0 h 214"/>
                      <a:gd name="T6" fmla="*/ 182 w 188"/>
                      <a:gd name="T7" fmla="*/ 24 h 214"/>
                      <a:gd name="T8" fmla="*/ 188 w 188"/>
                      <a:gd name="T9" fmla="*/ 42 h 214"/>
                      <a:gd name="T10" fmla="*/ 178 w 188"/>
                      <a:gd name="T11" fmla="*/ 58 h 214"/>
                      <a:gd name="T12" fmla="*/ 170 w 188"/>
                      <a:gd name="T13" fmla="*/ 76 h 214"/>
                      <a:gd name="T14" fmla="*/ 162 w 188"/>
                      <a:gd name="T15" fmla="*/ 126 h 214"/>
                      <a:gd name="T16" fmla="*/ 144 w 188"/>
                      <a:gd name="T17" fmla="*/ 136 h 214"/>
                      <a:gd name="T18" fmla="*/ 120 w 188"/>
                      <a:gd name="T19" fmla="*/ 138 h 214"/>
                      <a:gd name="T20" fmla="*/ 112 w 188"/>
                      <a:gd name="T21" fmla="*/ 124 h 214"/>
                      <a:gd name="T22" fmla="*/ 102 w 188"/>
                      <a:gd name="T23" fmla="*/ 146 h 214"/>
                      <a:gd name="T24" fmla="*/ 90 w 188"/>
                      <a:gd name="T25" fmla="*/ 150 h 214"/>
                      <a:gd name="T26" fmla="*/ 80 w 188"/>
                      <a:gd name="T27" fmla="*/ 132 h 214"/>
                      <a:gd name="T28" fmla="*/ 58 w 188"/>
                      <a:gd name="T29" fmla="*/ 144 h 214"/>
                      <a:gd name="T30" fmla="*/ 76 w 188"/>
                      <a:gd name="T31" fmla="*/ 142 h 214"/>
                      <a:gd name="T32" fmla="*/ 78 w 188"/>
                      <a:gd name="T33" fmla="*/ 160 h 214"/>
                      <a:gd name="T34" fmla="*/ 58 w 188"/>
                      <a:gd name="T35" fmla="*/ 166 h 214"/>
                      <a:gd name="T36" fmla="*/ 34 w 188"/>
                      <a:gd name="T37" fmla="*/ 166 h 214"/>
                      <a:gd name="T38" fmla="*/ 36 w 188"/>
                      <a:gd name="T39" fmla="*/ 154 h 214"/>
                      <a:gd name="T40" fmla="*/ 46 w 188"/>
                      <a:gd name="T41" fmla="*/ 144 h 214"/>
                      <a:gd name="T42" fmla="*/ 34 w 188"/>
                      <a:gd name="T43" fmla="*/ 148 h 214"/>
                      <a:gd name="T44" fmla="*/ 26 w 188"/>
                      <a:gd name="T45" fmla="*/ 166 h 214"/>
                      <a:gd name="T46" fmla="*/ 30 w 188"/>
                      <a:gd name="T47" fmla="*/ 190 h 214"/>
                      <a:gd name="T48" fmla="*/ 14 w 188"/>
                      <a:gd name="T49" fmla="*/ 200 h 214"/>
                      <a:gd name="T50" fmla="*/ 0 w 188"/>
                      <a:gd name="T51" fmla="*/ 214 h 214"/>
                      <a:gd name="T52" fmla="*/ 8 w 188"/>
                      <a:gd name="T53" fmla="*/ 188 h 214"/>
                      <a:gd name="T54" fmla="*/ 0 w 188"/>
                      <a:gd name="T55" fmla="*/ 164 h 214"/>
                      <a:gd name="T56" fmla="*/ 14 w 188"/>
                      <a:gd name="T57" fmla="*/ 152 h 214"/>
                      <a:gd name="T58" fmla="*/ 32 w 188"/>
                      <a:gd name="T59" fmla="*/ 134 h 214"/>
                      <a:gd name="T60" fmla="*/ 44 w 188"/>
                      <a:gd name="T61" fmla="*/ 118 h 214"/>
                      <a:gd name="T62" fmla="*/ 72 w 188"/>
                      <a:gd name="T63" fmla="*/ 116 h 214"/>
                      <a:gd name="T64" fmla="*/ 84 w 188"/>
                      <a:gd name="T65" fmla="*/ 112 h 214"/>
                      <a:gd name="T66" fmla="*/ 114 w 188"/>
                      <a:gd name="T67" fmla="*/ 78 h 214"/>
                      <a:gd name="T68" fmla="*/ 120 w 188"/>
                      <a:gd name="T69" fmla="*/ 92 h 214"/>
                      <a:gd name="T70" fmla="*/ 132 w 188"/>
                      <a:gd name="T71" fmla="*/ 76 h 214"/>
                      <a:gd name="T72" fmla="*/ 150 w 188"/>
                      <a:gd name="T73" fmla="*/ 54 h 214"/>
                      <a:gd name="T74" fmla="*/ 154 w 188"/>
                      <a:gd name="T75" fmla="*/ 42 h 214"/>
                      <a:gd name="T76" fmla="*/ 148 w 188"/>
                      <a:gd name="T77" fmla="*/ 38 h 214"/>
                      <a:gd name="T78" fmla="*/ 152 w 188"/>
                      <a:gd name="T79" fmla="*/ 32 h 214"/>
                      <a:gd name="T80" fmla="*/ 158 w 188"/>
                      <a:gd name="T81" fmla="*/ 24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1" name="Freeform 94"/>
                  <p:cNvSpPr>
                    <a:spLocks/>
                  </p:cNvSpPr>
                  <p:nvPr/>
                </p:nvSpPr>
                <p:spPr bwMode="ltGray">
                  <a:xfrm>
                    <a:off x="4709" y="340"/>
                    <a:ext cx="6" cy="4"/>
                  </a:xfrm>
                  <a:custGeom>
                    <a:avLst/>
                    <a:gdLst>
                      <a:gd name="T0" fmla="*/ 0 w 13"/>
                      <a:gd name="T1" fmla="*/ 9 h 13"/>
                      <a:gd name="T2" fmla="*/ 4 w 13"/>
                      <a:gd name="T3" fmla="*/ 13 h 13"/>
                      <a:gd name="T4" fmla="*/ 0 w 13"/>
                      <a:gd name="T5" fmla="*/ 9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2" name="Freeform 95"/>
                  <p:cNvSpPr>
                    <a:spLocks/>
                  </p:cNvSpPr>
                  <p:nvPr/>
                </p:nvSpPr>
                <p:spPr bwMode="ltGray">
                  <a:xfrm>
                    <a:off x="4261" y="389"/>
                    <a:ext cx="347" cy="189"/>
                  </a:xfrm>
                  <a:custGeom>
                    <a:avLst/>
                    <a:gdLst>
                      <a:gd name="T0" fmla="*/ 812 w 812"/>
                      <a:gd name="T1" fmla="*/ 26 h 564"/>
                      <a:gd name="T2" fmla="*/ 778 w 812"/>
                      <a:gd name="T3" fmla="*/ 78 h 564"/>
                      <a:gd name="T4" fmla="*/ 748 w 812"/>
                      <a:gd name="T5" fmla="*/ 122 h 564"/>
                      <a:gd name="T6" fmla="*/ 722 w 812"/>
                      <a:gd name="T7" fmla="*/ 142 h 564"/>
                      <a:gd name="T8" fmla="*/ 634 w 812"/>
                      <a:gd name="T9" fmla="*/ 180 h 564"/>
                      <a:gd name="T10" fmla="*/ 632 w 812"/>
                      <a:gd name="T11" fmla="*/ 210 h 564"/>
                      <a:gd name="T12" fmla="*/ 604 w 812"/>
                      <a:gd name="T13" fmla="*/ 230 h 564"/>
                      <a:gd name="T14" fmla="*/ 620 w 812"/>
                      <a:gd name="T15" fmla="*/ 178 h 564"/>
                      <a:gd name="T16" fmla="*/ 576 w 812"/>
                      <a:gd name="T17" fmla="*/ 188 h 564"/>
                      <a:gd name="T18" fmla="*/ 556 w 812"/>
                      <a:gd name="T19" fmla="*/ 218 h 564"/>
                      <a:gd name="T20" fmla="*/ 596 w 812"/>
                      <a:gd name="T21" fmla="*/ 280 h 564"/>
                      <a:gd name="T22" fmla="*/ 594 w 812"/>
                      <a:gd name="T23" fmla="*/ 368 h 564"/>
                      <a:gd name="T24" fmla="*/ 542 w 812"/>
                      <a:gd name="T25" fmla="*/ 406 h 564"/>
                      <a:gd name="T26" fmla="*/ 522 w 812"/>
                      <a:gd name="T27" fmla="*/ 386 h 564"/>
                      <a:gd name="T28" fmla="*/ 482 w 812"/>
                      <a:gd name="T29" fmla="*/ 348 h 564"/>
                      <a:gd name="T30" fmla="*/ 462 w 812"/>
                      <a:gd name="T31" fmla="*/ 348 h 564"/>
                      <a:gd name="T32" fmla="*/ 450 w 812"/>
                      <a:gd name="T33" fmla="*/ 394 h 564"/>
                      <a:gd name="T34" fmla="*/ 500 w 812"/>
                      <a:gd name="T35" fmla="*/ 464 h 564"/>
                      <a:gd name="T36" fmla="*/ 510 w 812"/>
                      <a:gd name="T37" fmla="*/ 524 h 564"/>
                      <a:gd name="T38" fmla="*/ 526 w 812"/>
                      <a:gd name="T39" fmla="*/ 560 h 564"/>
                      <a:gd name="T40" fmla="*/ 492 w 812"/>
                      <a:gd name="T41" fmla="*/ 544 h 564"/>
                      <a:gd name="T42" fmla="*/ 470 w 812"/>
                      <a:gd name="T43" fmla="*/ 518 h 564"/>
                      <a:gd name="T44" fmla="*/ 422 w 812"/>
                      <a:gd name="T45" fmla="*/ 424 h 564"/>
                      <a:gd name="T46" fmla="*/ 426 w 812"/>
                      <a:gd name="T47" fmla="*/ 310 h 564"/>
                      <a:gd name="T48" fmla="*/ 422 w 812"/>
                      <a:gd name="T49" fmla="*/ 268 h 564"/>
                      <a:gd name="T50" fmla="*/ 412 w 812"/>
                      <a:gd name="T51" fmla="*/ 276 h 564"/>
                      <a:gd name="T52" fmla="*/ 386 w 812"/>
                      <a:gd name="T53" fmla="*/ 266 h 564"/>
                      <a:gd name="T54" fmla="*/ 360 w 812"/>
                      <a:gd name="T55" fmla="*/ 170 h 564"/>
                      <a:gd name="T56" fmla="*/ 330 w 812"/>
                      <a:gd name="T57" fmla="*/ 166 h 564"/>
                      <a:gd name="T58" fmla="*/ 288 w 812"/>
                      <a:gd name="T59" fmla="*/ 172 h 564"/>
                      <a:gd name="T60" fmla="*/ 242 w 812"/>
                      <a:gd name="T61" fmla="*/ 232 h 564"/>
                      <a:gd name="T62" fmla="*/ 196 w 812"/>
                      <a:gd name="T63" fmla="*/ 268 h 564"/>
                      <a:gd name="T64" fmla="*/ 184 w 812"/>
                      <a:gd name="T65" fmla="*/ 274 h 564"/>
                      <a:gd name="T66" fmla="*/ 160 w 812"/>
                      <a:gd name="T67" fmla="*/ 328 h 564"/>
                      <a:gd name="T68" fmla="*/ 152 w 812"/>
                      <a:gd name="T69" fmla="*/ 354 h 564"/>
                      <a:gd name="T70" fmla="*/ 128 w 812"/>
                      <a:gd name="T71" fmla="*/ 404 h 564"/>
                      <a:gd name="T72" fmla="*/ 94 w 812"/>
                      <a:gd name="T73" fmla="*/ 392 h 564"/>
                      <a:gd name="T74" fmla="*/ 66 w 812"/>
                      <a:gd name="T75" fmla="*/ 258 h 564"/>
                      <a:gd name="T76" fmla="*/ 72 w 812"/>
                      <a:gd name="T77" fmla="*/ 156 h 564"/>
                      <a:gd name="T78" fmla="*/ 44 w 812"/>
                      <a:gd name="T79" fmla="*/ 180 h 564"/>
                      <a:gd name="T80" fmla="*/ 20 w 812"/>
                      <a:gd name="T81" fmla="*/ 150 h 564"/>
                      <a:gd name="T82" fmla="*/ 24 w 812"/>
                      <a:gd name="T83" fmla="*/ 138 h 564"/>
                      <a:gd name="T84" fmla="*/ 0 w 812"/>
                      <a:gd name="T85" fmla="*/ 92 h 564"/>
                      <a:gd name="T86" fmla="*/ 798 w 812"/>
                      <a:gd name="T87" fmla="*/ 6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3" name="Freeform 96"/>
                  <p:cNvSpPr>
                    <a:spLocks/>
                  </p:cNvSpPr>
                  <p:nvPr/>
                </p:nvSpPr>
                <p:spPr bwMode="ltGray">
                  <a:xfrm>
                    <a:off x="4322" y="519"/>
                    <a:ext cx="19" cy="29"/>
                  </a:xfrm>
                  <a:custGeom>
                    <a:avLst/>
                    <a:gdLst>
                      <a:gd name="T0" fmla="*/ 7 w 43"/>
                      <a:gd name="T1" fmla="*/ 11 h 85"/>
                      <a:gd name="T2" fmla="*/ 17 w 43"/>
                      <a:gd name="T3" fmla="*/ 3 h 85"/>
                      <a:gd name="T4" fmla="*/ 37 w 43"/>
                      <a:gd name="T5" fmla="*/ 33 h 85"/>
                      <a:gd name="T6" fmla="*/ 19 w 43"/>
                      <a:gd name="T7" fmla="*/ 85 h 85"/>
                      <a:gd name="T8" fmla="*/ 1 w 43"/>
                      <a:gd name="T9" fmla="*/ 69 h 85"/>
                      <a:gd name="T10" fmla="*/ 7 w 43"/>
                      <a:gd name="T11" fmla="*/ 11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4" name="Freeform 97"/>
                  <p:cNvSpPr>
                    <a:spLocks/>
                  </p:cNvSpPr>
                  <p:nvPr/>
                </p:nvSpPr>
                <p:spPr bwMode="ltGray">
                  <a:xfrm>
                    <a:off x="4588" y="421"/>
                    <a:ext cx="18" cy="24"/>
                  </a:xfrm>
                  <a:custGeom>
                    <a:avLst/>
                    <a:gdLst>
                      <a:gd name="T0" fmla="*/ 13 w 44"/>
                      <a:gd name="T1" fmla="*/ 28 h 74"/>
                      <a:gd name="T2" fmla="*/ 29 w 44"/>
                      <a:gd name="T3" fmla="*/ 2 h 74"/>
                      <a:gd name="T4" fmla="*/ 43 w 44"/>
                      <a:gd name="T5" fmla="*/ 4 h 74"/>
                      <a:gd name="T6" fmla="*/ 39 w 44"/>
                      <a:gd name="T7" fmla="*/ 26 h 74"/>
                      <a:gd name="T8" fmla="*/ 13 w 44"/>
                      <a:gd name="T9" fmla="*/ 74 h 74"/>
                      <a:gd name="T10" fmla="*/ 7 w 44"/>
                      <a:gd name="T11" fmla="*/ 60 h 74"/>
                      <a:gd name="T12" fmla="*/ 3 w 44"/>
                      <a:gd name="T13" fmla="*/ 36 h 74"/>
                      <a:gd name="T14" fmla="*/ 13 w 44"/>
                      <a:gd name="T15" fmla="*/ 28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5" name="Freeform 98"/>
                  <p:cNvSpPr>
                    <a:spLocks/>
                  </p:cNvSpPr>
                  <p:nvPr/>
                </p:nvSpPr>
                <p:spPr bwMode="ltGray">
                  <a:xfrm>
                    <a:off x="4639" y="409"/>
                    <a:ext cx="9" cy="10"/>
                  </a:xfrm>
                  <a:custGeom>
                    <a:avLst/>
                    <a:gdLst>
                      <a:gd name="T0" fmla="*/ 7 w 20"/>
                      <a:gd name="T1" fmla="*/ 16 h 30"/>
                      <a:gd name="T2" fmla="*/ 5 w 20"/>
                      <a:gd name="T3" fmla="*/ 30 h 30"/>
                      <a:gd name="T4" fmla="*/ 7 w 20"/>
                      <a:gd name="T5" fmla="*/ 16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6" name="Freeform 99"/>
                  <p:cNvSpPr>
                    <a:spLocks/>
                  </p:cNvSpPr>
                  <p:nvPr/>
                </p:nvSpPr>
                <p:spPr bwMode="ltGray">
                  <a:xfrm>
                    <a:off x="3709" y="315"/>
                    <a:ext cx="433" cy="354"/>
                  </a:xfrm>
                  <a:custGeom>
                    <a:avLst/>
                    <a:gdLst>
                      <a:gd name="T0" fmla="*/ 481 w 682"/>
                      <a:gd name="T1" fmla="*/ 464 h 557"/>
                      <a:gd name="T2" fmla="*/ 486 w 682"/>
                      <a:gd name="T3" fmla="*/ 451 h 557"/>
                      <a:gd name="T4" fmla="*/ 500 w 682"/>
                      <a:gd name="T5" fmla="*/ 413 h 557"/>
                      <a:gd name="T6" fmla="*/ 309 w 682"/>
                      <a:gd name="T7" fmla="*/ 287 h 557"/>
                      <a:gd name="T8" fmla="*/ 282 w 682"/>
                      <a:gd name="T9" fmla="*/ 346 h 557"/>
                      <a:gd name="T10" fmla="*/ 303 w 682"/>
                      <a:gd name="T11" fmla="*/ 556 h 557"/>
                      <a:gd name="T12" fmla="*/ 282 w 682"/>
                      <a:gd name="T13" fmla="*/ 494 h 557"/>
                      <a:gd name="T14" fmla="*/ 242 w 682"/>
                      <a:gd name="T15" fmla="*/ 439 h 557"/>
                      <a:gd name="T16" fmla="*/ 245 w 682"/>
                      <a:gd name="T17" fmla="*/ 413 h 557"/>
                      <a:gd name="T18" fmla="*/ 247 w 682"/>
                      <a:gd name="T19" fmla="*/ 394 h 557"/>
                      <a:gd name="T20" fmla="*/ 220 w 682"/>
                      <a:gd name="T21" fmla="*/ 375 h 557"/>
                      <a:gd name="T22" fmla="*/ 194 w 682"/>
                      <a:gd name="T23" fmla="*/ 346 h 557"/>
                      <a:gd name="T24" fmla="*/ 148 w 682"/>
                      <a:gd name="T25" fmla="*/ 354 h 557"/>
                      <a:gd name="T26" fmla="*/ 126 w 682"/>
                      <a:gd name="T27" fmla="*/ 365 h 557"/>
                      <a:gd name="T28" fmla="*/ 78 w 682"/>
                      <a:gd name="T29" fmla="*/ 365 h 557"/>
                      <a:gd name="T30" fmla="*/ 22 w 682"/>
                      <a:gd name="T31" fmla="*/ 312 h 557"/>
                      <a:gd name="T32" fmla="*/ 11 w 682"/>
                      <a:gd name="T33" fmla="*/ 295 h 557"/>
                      <a:gd name="T34" fmla="*/ 0 w 682"/>
                      <a:gd name="T35" fmla="*/ 264 h 557"/>
                      <a:gd name="T36" fmla="*/ 24 w 682"/>
                      <a:gd name="T37" fmla="*/ 213 h 557"/>
                      <a:gd name="T38" fmla="*/ 32 w 682"/>
                      <a:gd name="T39" fmla="*/ 181 h 557"/>
                      <a:gd name="T40" fmla="*/ 51 w 682"/>
                      <a:gd name="T41" fmla="*/ 143 h 557"/>
                      <a:gd name="T42" fmla="*/ 81 w 682"/>
                      <a:gd name="T43" fmla="*/ 116 h 557"/>
                      <a:gd name="T44" fmla="*/ 167 w 682"/>
                      <a:gd name="T45" fmla="*/ 67 h 557"/>
                      <a:gd name="T46" fmla="*/ 220 w 682"/>
                      <a:gd name="T47" fmla="*/ 30 h 557"/>
                      <a:gd name="T48" fmla="*/ 258 w 682"/>
                      <a:gd name="T49" fmla="*/ 6 h 557"/>
                      <a:gd name="T50" fmla="*/ 363 w 682"/>
                      <a:gd name="T51" fmla="*/ 2 h 557"/>
                      <a:gd name="T52" fmla="*/ 398 w 682"/>
                      <a:gd name="T53" fmla="*/ 0 h 557"/>
                      <a:gd name="T54" fmla="*/ 384 w 682"/>
                      <a:gd name="T55" fmla="*/ 34 h 557"/>
                      <a:gd name="T56" fmla="*/ 443 w 682"/>
                      <a:gd name="T57" fmla="*/ 84 h 557"/>
                      <a:gd name="T58" fmla="*/ 497 w 682"/>
                      <a:gd name="T59" fmla="*/ 74 h 557"/>
                      <a:gd name="T60" fmla="*/ 529 w 682"/>
                      <a:gd name="T61" fmla="*/ 82 h 557"/>
                      <a:gd name="T62" fmla="*/ 559 w 682"/>
                      <a:gd name="T63" fmla="*/ 97 h 557"/>
                      <a:gd name="T64" fmla="*/ 572 w 682"/>
                      <a:gd name="T65" fmla="*/ 188 h 557"/>
                      <a:gd name="T66" fmla="*/ 572 w 682"/>
                      <a:gd name="T67" fmla="*/ 240 h 557"/>
                      <a:gd name="T68" fmla="*/ 599 w 682"/>
                      <a:gd name="T69" fmla="*/ 283 h 557"/>
                      <a:gd name="T70" fmla="*/ 645 w 682"/>
                      <a:gd name="T71" fmla="*/ 300 h 557"/>
                      <a:gd name="T72" fmla="*/ 680 w 682"/>
                      <a:gd name="T73" fmla="*/ 295 h 557"/>
                      <a:gd name="T74" fmla="*/ 664 w 682"/>
                      <a:gd name="T75" fmla="*/ 340 h 557"/>
                      <a:gd name="T76" fmla="*/ 599 w 682"/>
                      <a:gd name="T77" fmla="*/ 407 h 557"/>
                      <a:gd name="T78" fmla="*/ 548 w 682"/>
                      <a:gd name="T79" fmla="*/ 485 h 557"/>
                      <a:gd name="T80" fmla="*/ 556 w 682"/>
                      <a:gd name="T81" fmla="*/ 508 h 557"/>
                      <a:gd name="T82" fmla="*/ 435 w 682"/>
                      <a:gd name="T83" fmla="*/ 556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7" name="Freeform 100"/>
                  <p:cNvSpPr>
                    <a:spLocks/>
                  </p:cNvSpPr>
                  <p:nvPr/>
                </p:nvSpPr>
                <p:spPr bwMode="ltGray">
                  <a:xfrm>
                    <a:off x="3877" y="448"/>
                    <a:ext cx="163" cy="221"/>
                  </a:xfrm>
                  <a:custGeom>
                    <a:avLst/>
                    <a:gdLst>
                      <a:gd name="T0" fmla="*/ 243 w 257"/>
                      <a:gd name="T1" fmla="*/ 347 h 347"/>
                      <a:gd name="T2" fmla="*/ 233 w 257"/>
                      <a:gd name="T3" fmla="*/ 301 h 347"/>
                      <a:gd name="T4" fmla="*/ 217 w 257"/>
                      <a:gd name="T5" fmla="*/ 288 h 347"/>
                      <a:gd name="T6" fmla="*/ 215 w 257"/>
                      <a:gd name="T7" fmla="*/ 269 h 347"/>
                      <a:gd name="T8" fmla="*/ 209 w 257"/>
                      <a:gd name="T9" fmla="*/ 254 h 347"/>
                      <a:gd name="T10" fmla="*/ 209 w 257"/>
                      <a:gd name="T11" fmla="*/ 229 h 347"/>
                      <a:gd name="T12" fmla="*/ 207 w 257"/>
                      <a:gd name="T13" fmla="*/ 214 h 347"/>
                      <a:gd name="T14" fmla="*/ 228 w 257"/>
                      <a:gd name="T15" fmla="*/ 202 h 347"/>
                      <a:gd name="T16" fmla="*/ 257 w 257"/>
                      <a:gd name="T17" fmla="*/ 197 h 347"/>
                      <a:gd name="T18" fmla="*/ 257 w 257"/>
                      <a:gd name="T19" fmla="*/ 136 h 347"/>
                      <a:gd name="T20" fmla="*/ 54 w 257"/>
                      <a:gd name="T21" fmla="*/ 96 h 347"/>
                      <a:gd name="T22" fmla="*/ 32 w 257"/>
                      <a:gd name="T23" fmla="*/ 98 h 347"/>
                      <a:gd name="T24" fmla="*/ 16 w 257"/>
                      <a:gd name="T25" fmla="*/ 102 h 347"/>
                      <a:gd name="T26" fmla="*/ 0 w 257"/>
                      <a:gd name="T27" fmla="*/ 149 h 347"/>
                      <a:gd name="T28" fmla="*/ 93 w 257"/>
                      <a:gd name="T29" fmla="*/ 346 h 347"/>
                      <a:gd name="T30" fmla="*/ 243 w 257"/>
                      <a:gd name="T31" fmla="*/ 347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8" name="Freeform 101"/>
                  <p:cNvSpPr>
                    <a:spLocks/>
                  </p:cNvSpPr>
                  <p:nvPr/>
                </p:nvSpPr>
                <p:spPr bwMode="ltGray">
                  <a:xfrm>
                    <a:off x="4164" y="611"/>
                    <a:ext cx="7" cy="12"/>
                  </a:xfrm>
                  <a:custGeom>
                    <a:avLst/>
                    <a:gdLst>
                      <a:gd name="T0" fmla="*/ 7 w 19"/>
                      <a:gd name="T1" fmla="*/ 25 h 37"/>
                      <a:gd name="T2" fmla="*/ 19 w 19"/>
                      <a:gd name="T3" fmla="*/ 21 h 37"/>
                      <a:gd name="T4" fmla="*/ 7 w 19"/>
                      <a:gd name="T5" fmla="*/ 25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9" name="Freeform 102"/>
                  <p:cNvSpPr>
                    <a:spLocks/>
                  </p:cNvSpPr>
                  <p:nvPr/>
                </p:nvSpPr>
                <p:spPr bwMode="ltGray">
                  <a:xfrm>
                    <a:off x="4155" y="497"/>
                    <a:ext cx="9" cy="7"/>
                  </a:xfrm>
                  <a:custGeom>
                    <a:avLst/>
                    <a:gdLst>
                      <a:gd name="T0" fmla="*/ 12 w 22"/>
                      <a:gd name="T1" fmla="*/ 12 h 20"/>
                      <a:gd name="T2" fmla="*/ 16 w 22"/>
                      <a:gd name="T3" fmla="*/ 0 h 20"/>
                      <a:gd name="T4" fmla="*/ 20 w 22"/>
                      <a:gd name="T5" fmla="*/ 12 h 20"/>
                      <a:gd name="T6" fmla="*/ 8 w 22"/>
                      <a:gd name="T7" fmla="*/ 20 h 20"/>
                      <a:gd name="T8" fmla="*/ 12 w 22"/>
                      <a:gd name="T9" fmla="*/ 12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0" name="Freeform 103"/>
                  <p:cNvSpPr>
                    <a:spLocks/>
                  </p:cNvSpPr>
                  <p:nvPr/>
                </p:nvSpPr>
                <p:spPr bwMode="ltGray">
                  <a:xfrm>
                    <a:off x="3760" y="357"/>
                    <a:ext cx="25" cy="10"/>
                  </a:xfrm>
                  <a:custGeom>
                    <a:avLst/>
                    <a:gdLst>
                      <a:gd name="T0" fmla="*/ 24 w 57"/>
                      <a:gd name="T1" fmla="*/ 18 h 30"/>
                      <a:gd name="T2" fmla="*/ 32 w 57"/>
                      <a:gd name="T3" fmla="*/ 6 h 30"/>
                      <a:gd name="T4" fmla="*/ 36 w 57"/>
                      <a:gd name="T5" fmla="*/ 30 h 30"/>
                      <a:gd name="T6" fmla="*/ 24 w 57"/>
                      <a:gd name="T7" fmla="*/ 18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1" name="Freeform 104"/>
                  <p:cNvSpPr>
                    <a:spLocks/>
                  </p:cNvSpPr>
                  <p:nvPr/>
                </p:nvSpPr>
                <p:spPr bwMode="ltGray">
                  <a:xfrm>
                    <a:off x="4062" y="265"/>
                    <a:ext cx="295" cy="233"/>
                  </a:xfrm>
                  <a:custGeom>
                    <a:avLst/>
                    <a:gdLst>
                      <a:gd name="T0" fmla="*/ 473 w 693"/>
                      <a:gd name="T1" fmla="*/ 464 h 696"/>
                      <a:gd name="T2" fmla="*/ 393 w 693"/>
                      <a:gd name="T3" fmla="*/ 452 h 696"/>
                      <a:gd name="T4" fmla="*/ 325 w 693"/>
                      <a:gd name="T5" fmla="*/ 412 h 696"/>
                      <a:gd name="T6" fmla="*/ 265 w 693"/>
                      <a:gd name="T7" fmla="*/ 400 h 696"/>
                      <a:gd name="T8" fmla="*/ 237 w 693"/>
                      <a:gd name="T9" fmla="*/ 416 h 696"/>
                      <a:gd name="T10" fmla="*/ 261 w 693"/>
                      <a:gd name="T11" fmla="*/ 428 h 696"/>
                      <a:gd name="T12" fmla="*/ 293 w 693"/>
                      <a:gd name="T13" fmla="*/ 468 h 696"/>
                      <a:gd name="T14" fmla="*/ 321 w 693"/>
                      <a:gd name="T15" fmla="*/ 476 h 696"/>
                      <a:gd name="T16" fmla="*/ 333 w 693"/>
                      <a:gd name="T17" fmla="*/ 536 h 696"/>
                      <a:gd name="T18" fmla="*/ 313 w 693"/>
                      <a:gd name="T19" fmla="*/ 552 h 696"/>
                      <a:gd name="T20" fmla="*/ 261 w 693"/>
                      <a:gd name="T21" fmla="*/ 616 h 696"/>
                      <a:gd name="T22" fmla="*/ 225 w 693"/>
                      <a:gd name="T23" fmla="*/ 628 h 696"/>
                      <a:gd name="T24" fmla="*/ 97 w 693"/>
                      <a:gd name="T25" fmla="*/ 696 h 696"/>
                      <a:gd name="T26" fmla="*/ 77 w 693"/>
                      <a:gd name="T27" fmla="*/ 616 h 696"/>
                      <a:gd name="T28" fmla="*/ 45 w 693"/>
                      <a:gd name="T29" fmla="*/ 524 h 696"/>
                      <a:gd name="T30" fmla="*/ 33 w 693"/>
                      <a:gd name="T31" fmla="*/ 448 h 696"/>
                      <a:gd name="T32" fmla="*/ 53 w 693"/>
                      <a:gd name="T33" fmla="*/ 344 h 696"/>
                      <a:gd name="T34" fmla="*/ 17 w 693"/>
                      <a:gd name="T35" fmla="*/ 392 h 696"/>
                      <a:gd name="T36" fmla="*/ 81 w 693"/>
                      <a:gd name="T37" fmla="*/ 280 h 696"/>
                      <a:gd name="T38" fmla="*/ 113 w 693"/>
                      <a:gd name="T39" fmla="*/ 204 h 696"/>
                      <a:gd name="T40" fmla="*/ 37 w 693"/>
                      <a:gd name="T41" fmla="*/ 204 h 696"/>
                      <a:gd name="T42" fmla="*/ 1 w 693"/>
                      <a:gd name="T43" fmla="*/ 196 h 696"/>
                      <a:gd name="T44" fmla="*/ 25 w 693"/>
                      <a:gd name="T45" fmla="*/ 140 h 696"/>
                      <a:gd name="T46" fmla="*/ 97 w 693"/>
                      <a:gd name="T47" fmla="*/ 112 h 696"/>
                      <a:gd name="T48" fmla="*/ 221 w 693"/>
                      <a:gd name="T49" fmla="*/ 124 h 696"/>
                      <a:gd name="T50" fmla="*/ 229 w 693"/>
                      <a:gd name="T51" fmla="*/ 64 h 696"/>
                      <a:gd name="T52" fmla="*/ 261 w 693"/>
                      <a:gd name="T53" fmla="*/ 0 h 696"/>
                      <a:gd name="T54" fmla="*/ 357 w 693"/>
                      <a:gd name="T55" fmla="*/ 44 h 696"/>
                      <a:gd name="T56" fmla="*/ 329 w 693"/>
                      <a:gd name="T57" fmla="*/ 88 h 696"/>
                      <a:gd name="T58" fmla="*/ 301 w 693"/>
                      <a:gd name="T59" fmla="*/ 176 h 696"/>
                      <a:gd name="T60" fmla="*/ 361 w 693"/>
                      <a:gd name="T61" fmla="*/ 192 h 696"/>
                      <a:gd name="T62" fmla="*/ 373 w 693"/>
                      <a:gd name="T63" fmla="*/ 136 h 696"/>
                      <a:gd name="T64" fmla="*/ 417 w 693"/>
                      <a:gd name="T65" fmla="*/ 92 h 696"/>
                      <a:gd name="T66" fmla="*/ 497 w 693"/>
                      <a:gd name="T67" fmla="*/ 88 h 696"/>
                      <a:gd name="T68" fmla="*/ 529 w 693"/>
                      <a:gd name="T69" fmla="*/ 52 h 696"/>
                      <a:gd name="T70" fmla="*/ 541 w 693"/>
                      <a:gd name="T71" fmla="*/ 46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2" name="Freeform 105"/>
                  <p:cNvSpPr>
                    <a:spLocks/>
                  </p:cNvSpPr>
                  <p:nvPr/>
                </p:nvSpPr>
                <p:spPr bwMode="ltGray">
                  <a:xfrm>
                    <a:off x="3861" y="247"/>
                    <a:ext cx="591" cy="95"/>
                  </a:xfrm>
                  <a:custGeom>
                    <a:avLst/>
                    <a:gdLst>
                      <a:gd name="T0" fmla="*/ 825 w 931"/>
                      <a:gd name="T1" fmla="*/ 0 h 149"/>
                      <a:gd name="T2" fmla="*/ 143 w 931"/>
                      <a:gd name="T3" fmla="*/ 29 h 149"/>
                      <a:gd name="T4" fmla="*/ 91 w 931"/>
                      <a:gd name="T5" fmla="*/ 42 h 149"/>
                      <a:gd name="T6" fmla="*/ 62 w 931"/>
                      <a:gd name="T7" fmla="*/ 42 h 149"/>
                      <a:gd name="T8" fmla="*/ 22 w 931"/>
                      <a:gd name="T9" fmla="*/ 77 h 149"/>
                      <a:gd name="T10" fmla="*/ 0 w 931"/>
                      <a:gd name="T11" fmla="*/ 105 h 149"/>
                      <a:gd name="T12" fmla="*/ 59 w 931"/>
                      <a:gd name="T13" fmla="*/ 115 h 149"/>
                      <a:gd name="T14" fmla="*/ 97 w 931"/>
                      <a:gd name="T15" fmla="*/ 96 h 149"/>
                      <a:gd name="T16" fmla="*/ 108 w 931"/>
                      <a:gd name="T17" fmla="*/ 84 h 149"/>
                      <a:gd name="T18" fmla="*/ 167 w 931"/>
                      <a:gd name="T19" fmla="*/ 52 h 149"/>
                      <a:gd name="T20" fmla="*/ 215 w 931"/>
                      <a:gd name="T21" fmla="*/ 46 h 149"/>
                      <a:gd name="T22" fmla="*/ 237 w 931"/>
                      <a:gd name="T23" fmla="*/ 94 h 149"/>
                      <a:gd name="T24" fmla="*/ 188 w 931"/>
                      <a:gd name="T25" fmla="*/ 109 h 149"/>
                      <a:gd name="T26" fmla="*/ 231 w 931"/>
                      <a:gd name="T27" fmla="*/ 113 h 149"/>
                      <a:gd name="T28" fmla="*/ 250 w 931"/>
                      <a:gd name="T29" fmla="*/ 90 h 149"/>
                      <a:gd name="T30" fmla="*/ 266 w 931"/>
                      <a:gd name="T31" fmla="*/ 92 h 149"/>
                      <a:gd name="T32" fmla="*/ 253 w 931"/>
                      <a:gd name="T33" fmla="*/ 54 h 149"/>
                      <a:gd name="T34" fmla="*/ 266 w 931"/>
                      <a:gd name="T35" fmla="*/ 44 h 149"/>
                      <a:gd name="T36" fmla="*/ 277 w 931"/>
                      <a:gd name="T37" fmla="*/ 88 h 149"/>
                      <a:gd name="T38" fmla="*/ 266 w 931"/>
                      <a:gd name="T39" fmla="*/ 113 h 149"/>
                      <a:gd name="T40" fmla="*/ 296 w 931"/>
                      <a:gd name="T41" fmla="*/ 130 h 149"/>
                      <a:gd name="T42" fmla="*/ 299 w 931"/>
                      <a:gd name="T43" fmla="*/ 92 h 149"/>
                      <a:gd name="T44" fmla="*/ 331 w 931"/>
                      <a:gd name="T45" fmla="*/ 103 h 149"/>
                      <a:gd name="T46" fmla="*/ 382 w 931"/>
                      <a:gd name="T47" fmla="*/ 73 h 149"/>
                      <a:gd name="T48" fmla="*/ 409 w 931"/>
                      <a:gd name="T49" fmla="*/ 50 h 149"/>
                      <a:gd name="T50" fmla="*/ 439 w 931"/>
                      <a:gd name="T51" fmla="*/ 56 h 149"/>
                      <a:gd name="T52" fmla="*/ 455 w 931"/>
                      <a:gd name="T53" fmla="*/ 50 h 149"/>
                      <a:gd name="T54" fmla="*/ 431 w 931"/>
                      <a:gd name="T55" fmla="*/ 44 h 149"/>
                      <a:gd name="T56" fmla="*/ 474 w 931"/>
                      <a:gd name="T57" fmla="*/ 35 h 149"/>
                      <a:gd name="T58" fmla="*/ 544 w 931"/>
                      <a:gd name="T59" fmla="*/ 54 h 149"/>
                      <a:gd name="T60" fmla="*/ 581 w 931"/>
                      <a:gd name="T61" fmla="*/ 42 h 149"/>
                      <a:gd name="T62" fmla="*/ 584 w 931"/>
                      <a:gd name="T63" fmla="*/ 63 h 149"/>
                      <a:gd name="T64" fmla="*/ 568 w 931"/>
                      <a:gd name="T65" fmla="*/ 101 h 149"/>
                      <a:gd name="T66" fmla="*/ 611 w 931"/>
                      <a:gd name="T67" fmla="*/ 88 h 149"/>
                      <a:gd name="T68" fmla="*/ 624 w 931"/>
                      <a:gd name="T69" fmla="*/ 80 h 149"/>
                      <a:gd name="T70" fmla="*/ 648 w 931"/>
                      <a:gd name="T71" fmla="*/ 61 h 149"/>
                      <a:gd name="T72" fmla="*/ 794 w 931"/>
                      <a:gd name="T73" fmla="*/ 84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3" name="Freeform 106"/>
                  <p:cNvSpPr>
                    <a:spLocks/>
                  </p:cNvSpPr>
                  <p:nvPr/>
                </p:nvSpPr>
                <p:spPr bwMode="ltGray">
                  <a:xfrm>
                    <a:off x="3981" y="282"/>
                    <a:ext cx="13" cy="10"/>
                  </a:xfrm>
                  <a:custGeom>
                    <a:avLst/>
                    <a:gdLst>
                      <a:gd name="T0" fmla="*/ 3 w 31"/>
                      <a:gd name="T1" fmla="*/ 28 h 30"/>
                      <a:gd name="T2" fmla="*/ 31 w 31"/>
                      <a:gd name="T3" fmla="*/ 0 h 30"/>
                      <a:gd name="T4" fmla="*/ 19 w 31"/>
                      <a:gd name="T5" fmla="*/ 24 h 30"/>
                      <a:gd name="T6" fmla="*/ 3 w 31"/>
                      <a:gd name="T7" fmla="*/ 28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4" name="Freeform 107"/>
                  <p:cNvSpPr>
                    <a:spLocks/>
                  </p:cNvSpPr>
                  <p:nvPr/>
                </p:nvSpPr>
                <p:spPr bwMode="ltGray">
                  <a:xfrm>
                    <a:off x="3966" y="296"/>
                    <a:ext cx="19" cy="11"/>
                  </a:xfrm>
                  <a:custGeom>
                    <a:avLst/>
                    <a:gdLst>
                      <a:gd name="T0" fmla="*/ 6 w 44"/>
                      <a:gd name="T1" fmla="*/ 32 h 32"/>
                      <a:gd name="T2" fmla="*/ 22 w 44"/>
                      <a:gd name="T3" fmla="*/ 0 h 32"/>
                      <a:gd name="T4" fmla="*/ 38 w 44"/>
                      <a:gd name="T5" fmla="*/ 4 h 32"/>
                      <a:gd name="T6" fmla="*/ 6 w 44"/>
                      <a:gd name="T7" fmla="*/ 32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5" name="Freeform 108"/>
                  <p:cNvSpPr>
                    <a:spLocks/>
                  </p:cNvSpPr>
                  <p:nvPr/>
                </p:nvSpPr>
                <p:spPr bwMode="ltGray">
                  <a:xfrm>
                    <a:off x="4028" y="337"/>
                    <a:ext cx="32" cy="6"/>
                  </a:xfrm>
                  <a:custGeom>
                    <a:avLst/>
                    <a:gdLst>
                      <a:gd name="T0" fmla="*/ 37 w 76"/>
                      <a:gd name="T1" fmla="*/ 18 h 18"/>
                      <a:gd name="T2" fmla="*/ 25 w 76"/>
                      <a:gd name="T3" fmla="*/ 2 h 18"/>
                      <a:gd name="T4" fmla="*/ 37 w 76"/>
                      <a:gd name="T5" fmla="*/ 18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6" name="Freeform 109"/>
                  <p:cNvSpPr>
                    <a:spLocks/>
                  </p:cNvSpPr>
                  <p:nvPr/>
                </p:nvSpPr>
                <p:spPr bwMode="ltGray">
                  <a:xfrm>
                    <a:off x="4083" y="336"/>
                    <a:ext cx="18" cy="15"/>
                  </a:xfrm>
                  <a:custGeom>
                    <a:avLst/>
                    <a:gdLst>
                      <a:gd name="T0" fmla="*/ 0 w 42"/>
                      <a:gd name="T1" fmla="*/ 21 h 44"/>
                      <a:gd name="T2" fmla="*/ 12 w 42"/>
                      <a:gd name="T3" fmla="*/ 9 h 44"/>
                      <a:gd name="T4" fmla="*/ 0 w 42"/>
                      <a:gd name="T5" fmla="*/ 21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7" name="Freeform 110"/>
                  <p:cNvSpPr>
                    <a:spLocks/>
                  </p:cNvSpPr>
                  <p:nvPr/>
                </p:nvSpPr>
                <p:spPr bwMode="ltGray">
                  <a:xfrm>
                    <a:off x="3936" y="295"/>
                    <a:ext cx="14" cy="10"/>
                  </a:xfrm>
                  <a:custGeom>
                    <a:avLst/>
                    <a:gdLst>
                      <a:gd name="T0" fmla="*/ 7 w 31"/>
                      <a:gd name="T1" fmla="*/ 22 h 30"/>
                      <a:gd name="T2" fmla="*/ 31 w 31"/>
                      <a:gd name="T3" fmla="*/ 10 h 30"/>
                      <a:gd name="T4" fmla="*/ 7 w 31"/>
                      <a:gd name="T5" fmla="*/ 22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grpSp>
            <p:nvGrpSpPr>
              <p:cNvPr id="1036" name="Group 111"/>
              <p:cNvGrpSpPr>
                <a:grpSpLocks/>
              </p:cNvGrpSpPr>
              <p:nvPr/>
            </p:nvGrpSpPr>
            <p:grpSpPr bwMode="auto">
              <a:xfrm>
                <a:off x="798" y="111"/>
                <a:ext cx="4702" cy="418"/>
                <a:chOff x="798" y="255"/>
                <a:chExt cx="4702" cy="418"/>
              </a:xfrm>
            </p:grpSpPr>
            <p:sp>
              <p:nvSpPr>
                <p:cNvPr id="1063" name="Line 112"/>
                <p:cNvSpPr>
                  <a:spLocks noChangeShapeType="1"/>
                </p:cNvSpPr>
                <p:nvPr/>
              </p:nvSpPr>
              <p:spPr bwMode="white">
                <a:xfrm>
                  <a:off x="798" y="476"/>
                  <a:ext cx="4702"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4" name="Line 113"/>
                <p:cNvSpPr>
                  <a:spLocks noChangeShapeType="1"/>
                </p:cNvSpPr>
                <p:nvPr/>
              </p:nvSpPr>
              <p:spPr bwMode="white">
                <a:xfrm>
                  <a:off x="102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5" name="Line 114"/>
                <p:cNvSpPr>
                  <a:spLocks noChangeShapeType="1"/>
                </p:cNvSpPr>
                <p:nvPr/>
              </p:nvSpPr>
              <p:spPr bwMode="white">
                <a:xfrm>
                  <a:off x="125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6" name="Line 115"/>
                <p:cNvSpPr>
                  <a:spLocks noChangeShapeType="1"/>
                </p:cNvSpPr>
                <p:nvPr/>
              </p:nvSpPr>
              <p:spPr bwMode="white">
                <a:xfrm>
                  <a:off x="148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7" name="Line 116"/>
                <p:cNvSpPr>
                  <a:spLocks noChangeShapeType="1"/>
                </p:cNvSpPr>
                <p:nvPr/>
              </p:nvSpPr>
              <p:spPr bwMode="white">
                <a:xfrm>
                  <a:off x="171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8" name="Line 117"/>
                <p:cNvSpPr>
                  <a:spLocks noChangeShapeType="1"/>
                </p:cNvSpPr>
                <p:nvPr/>
              </p:nvSpPr>
              <p:spPr bwMode="white">
                <a:xfrm>
                  <a:off x="193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9" name="Line 118"/>
                <p:cNvSpPr>
                  <a:spLocks noChangeShapeType="1"/>
                </p:cNvSpPr>
                <p:nvPr/>
              </p:nvSpPr>
              <p:spPr bwMode="white">
                <a:xfrm>
                  <a:off x="216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0" name="Line 119"/>
                <p:cNvSpPr>
                  <a:spLocks noChangeShapeType="1"/>
                </p:cNvSpPr>
                <p:nvPr/>
              </p:nvSpPr>
              <p:spPr bwMode="white">
                <a:xfrm>
                  <a:off x="239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1" name="Line 120"/>
                <p:cNvSpPr>
                  <a:spLocks noChangeShapeType="1"/>
                </p:cNvSpPr>
                <p:nvPr/>
              </p:nvSpPr>
              <p:spPr bwMode="white">
                <a:xfrm>
                  <a:off x="262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2" name="Line 121"/>
                <p:cNvSpPr>
                  <a:spLocks noChangeShapeType="1"/>
                </p:cNvSpPr>
                <p:nvPr/>
              </p:nvSpPr>
              <p:spPr bwMode="white">
                <a:xfrm>
                  <a:off x="285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3" name="Line 122"/>
                <p:cNvSpPr>
                  <a:spLocks noChangeShapeType="1"/>
                </p:cNvSpPr>
                <p:nvPr/>
              </p:nvSpPr>
              <p:spPr bwMode="white">
                <a:xfrm>
                  <a:off x="307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4" name="Line 123"/>
                <p:cNvSpPr>
                  <a:spLocks noChangeShapeType="1"/>
                </p:cNvSpPr>
                <p:nvPr/>
              </p:nvSpPr>
              <p:spPr bwMode="white">
                <a:xfrm>
                  <a:off x="330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5" name="Line 124"/>
                <p:cNvSpPr>
                  <a:spLocks noChangeShapeType="1"/>
                </p:cNvSpPr>
                <p:nvPr/>
              </p:nvSpPr>
              <p:spPr bwMode="white">
                <a:xfrm>
                  <a:off x="353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6" name="Line 125"/>
                <p:cNvSpPr>
                  <a:spLocks noChangeShapeType="1"/>
                </p:cNvSpPr>
                <p:nvPr/>
              </p:nvSpPr>
              <p:spPr bwMode="white">
                <a:xfrm>
                  <a:off x="376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7" name="Line 126"/>
                <p:cNvSpPr>
                  <a:spLocks noChangeShapeType="1"/>
                </p:cNvSpPr>
                <p:nvPr/>
              </p:nvSpPr>
              <p:spPr bwMode="white">
                <a:xfrm>
                  <a:off x="399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8" name="Line 127"/>
                <p:cNvSpPr>
                  <a:spLocks noChangeShapeType="1"/>
                </p:cNvSpPr>
                <p:nvPr/>
              </p:nvSpPr>
              <p:spPr bwMode="white">
                <a:xfrm>
                  <a:off x="421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9" name="Line 128"/>
                <p:cNvSpPr>
                  <a:spLocks noChangeShapeType="1"/>
                </p:cNvSpPr>
                <p:nvPr/>
              </p:nvSpPr>
              <p:spPr bwMode="white">
                <a:xfrm>
                  <a:off x="444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0" name="Line 129"/>
                <p:cNvSpPr>
                  <a:spLocks noChangeShapeType="1"/>
                </p:cNvSpPr>
                <p:nvPr/>
              </p:nvSpPr>
              <p:spPr bwMode="white">
                <a:xfrm>
                  <a:off x="467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1" name="Line 130"/>
                <p:cNvSpPr>
                  <a:spLocks noChangeShapeType="1"/>
                </p:cNvSpPr>
                <p:nvPr/>
              </p:nvSpPr>
              <p:spPr bwMode="white">
                <a:xfrm>
                  <a:off x="490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2" name="Line 131"/>
                <p:cNvSpPr>
                  <a:spLocks noChangeShapeType="1"/>
                </p:cNvSpPr>
                <p:nvPr/>
              </p:nvSpPr>
              <p:spPr bwMode="white">
                <a:xfrm>
                  <a:off x="513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3" name="Line 132"/>
                <p:cNvSpPr>
                  <a:spLocks noChangeShapeType="1"/>
                </p:cNvSpPr>
                <p:nvPr/>
              </p:nvSpPr>
              <p:spPr bwMode="white">
                <a:xfrm>
                  <a:off x="535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037" name="Group 133"/>
              <p:cNvGrpSpPr>
                <a:grpSpLocks/>
              </p:cNvGrpSpPr>
              <p:nvPr/>
            </p:nvGrpSpPr>
            <p:grpSpPr bwMode="auto">
              <a:xfrm>
                <a:off x="1208" y="109"/>
                <a:ext cx="3694" cy="423"/>
                <a:chOff x="1034" y="245"/>
                <a:chExt cx="3694" cy="423"/>
              </a:xfrm>
            </p:grpSpPr>
            <p:sp>
              <p:nvSpPr>
                <p:cNvPr id="1038" name="Line 134"/>
                <p:cNvSpPr>
                  <a:spLocks noChangeShapeType="1"/>
                </p:cNvSpPr>
                <p:nvPr/>
              </p:nvSpPr>
              <p:spPr bwMode="ltGray">
                <a:xfrm>
                  <a:off x="2676" y="246"/>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9" name="Line 135"/>
                <p:cNvSpPr>
                  <a:spLocks noChangeShapeType="1"/>
                </p:cNvSpPr>
                <p:nvPr/>
              </p:nvSpPr>
              <p:spPr bwMode="ltGray">
                <a:xfrm>
                  <a:off x="2798" y="468"/>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0" name="Line 136"/>
                <p:cNvSpPr>
                  <a:spLocks noChangeShapeType="1"/>
                </p:cNvSpPr>
                <p:nvPr/>
              </p:nvSpPr>
              <p:spPr bwMode="ltGray">
                <a:xfrm>
                  <a:off x="2904" y="486"/>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1" name="Line 137"/>
                <p:cNvSpPr>
                  <a:spLocks noChangeShapeType="1"/>
                </p:cNvSpPr>
                <p:nvPr/>
              </p:nvSpPr>
              <p:spPr bwMode="ltGray">
                <a:xfrm>
                  <a:off x="3132" y="586"/>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2" name="Line 138"/>
                <p:cNvSpPr>
                  <a:spLocks noChangeShapeType="1"/>
                </p:cNvSpPr>
                <p:nvPr/>
              </p:nvSpPr>
              <p:spPr bwMode="ltGray">
                <a:xfrm>
                  <a:off x="3816" y="358"/>
                  <a:ext cx="0" cy="18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3" name="Line 139"/>
                <p:cNvSpPr>
                  <a:spLocks noChangeShapeType="1"/>
                </p:cNvSpPr>
                <p:nvPr/>
              </p:nvSpPr>
              <p:spPr bwMode="ltGray">
                <a:xfrm>
                  <a:off x="3722"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4" name="Line 140"/>
                <p:cNvSpPr>
                  <a:spLocks noChangeShapeType="1"/>
                </p:cNvSpPr>
                <p:nvPr/>
              </p:nvSpPr>
              <p:spPr bwMode="ltGray">
                <a:xfrm>
                  <a:off x="4044" y="372"/>
                  <a:ext cx="0" cy="29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5" name="Line 141"/>
                <p:cNvSpPr>
                  <a:spLocks noChangeShapeType="1"/>
                </p:cNvSpPr>
                <p:nvPr/>
              </p:nvSpPr>
              <p:spPr bwMode="ltGray">
                <a:xfrm flipV="1">
                  <a:off x="4046" y="248"/>
                  <a:ext cx="0" cy="5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6" name="Line 142"/>
                <p:cNvSpPr>
                  <a:spLocks noChangeShapeType="1"/>
                </p:cNvSpPr>
                <p:nvPr/>
              </p:nvSpPr>
              <p:spPr bwMode="ltGray">
                <a:xfrm flipV="1">
                  <a:off x="4272" y="246"/>
                  <a:ext cx="0" cy="18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7" name="Line 143"/>
                <p:cNvSpPr>
                  <a:spLocks noChangeShapeType="1"/>
                </p:cNvSpPr>
                <p:nvPr/>
              </p:nvSpPr>
              <p:spPr bwMode="ltGray">
                <a:xfrm flipH="1">
                  <a:off x="4422" y="468"/>
                  <a:ext cx="7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8" name="Line 144"/>
                <p:cNvSpPr>
                  <a:spLocks noChangeShapeType="1"/>
                </p:cNvSpPr>
                <p:nvPr/>
              </p:nvSpPr>
              <p:spPr bwMode="ltGray">
                <a:xfrm flipH="1">
                  <a:off x="4290" y="468"/>
                  <a:ext cx="6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9" name="Line 145"/>
                <p:cNvSpPr>
                  <a:spLocks noChangeShapeType="1"/>
                </p:cNvSpPr>
                <p:nvPr/>
              </p:nvSpPr>
              <p:spPr bwMode="ltGray">
                <a:xfrm flipV="1">
                  <a:off x="4500" y="246"/>
                  <a:ext cx="0" cy="27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0" name="Line 146"/>
                <p:cNvSpPr>
                  <a:spLocks noChangeShapeType="1"/>
                </p:cNvSpPr>
                <p:nvPr/>
              </p:nvSpPr>
              <p:spPr bwMode="ltGray">
                <a:xfrm>
                  <a:off x="4728" y="606"/>
                  <a:ext cx="0" cy="3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1" name="Line 147"/>
                <p:cNvSpPr>
                  <a:spLocks noChangeShapeType="1"/>
                </p:cNvSpPr>
                <p:nvPr/>
              </p:nvSpPr>
              <p:spPr bwMode="ltGray">
                <a:xfrm>
                  <a:off x="1992" y="250"/>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2" name="Line 148"/>
                <p:cNvSpPr>
                  <a:spLocks noChangeShapeType="1"/>
                </p:cNvSpPr>
                <p:nvPr/>
              </p:nvSpPr>
              <p:spPr bwMode="ltGray">
                <a:xfrm>
                  <a:off x="1764" y="247"/>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3" name="Line 149"/>
                <p:cNvSpPr>
                  <a:spLocks noChangeShapeType="1"/>
                </p:cNvSpPr>
                <p:nvPr/>
              </p:nvSpPr>
              <p:spPr bwMode="ltGray">
                <a:xfrm flipH="1">
                  <a:off x="1738" y="468"/>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4" name="Line 150"/>
                <p:cNvSpPr>
                  <a:spLocks noChangeShapeType="1"/>
                </p:cNvSpPr>
                <p:nvPr/>
              </p:nvSpPr>
              <p:spPr bwMode="ltGray">
                <a:xfrm>
                  <a:off x="1604" y="468"/>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5" name="Line 151"/>
                <p:cNvSpPr>
                  <a:spLocks noChangeShapeType="1"/>
                </p:cNvSpPr>
                <p:nvPr/>
              </p:nvSpPr>
              <p:spPr bwMode="ltGray">
                <a:xfrm flipH="1">
                  <a:off x="1404" y="468"/>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6" name="Line 152"/>
                <p:cNvSpPr>
                  <a:spLocks noChangeShapeType="1"/>
                </p:cNvSpPr>
                <p:nvPr/>
              </p:nvSpPr>
              <p:spPr bwMode="ltGray">
                <a:xfrm>
                  <a:off x="1034"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7" name="Line 153"/>
                <p:cNvSpPr>
                  <a:spLocks noChangeShapeType="1"/>
                </p:cNvSpPr>
                <p:nvPr/>
              </p:nvSpPr>
              <p:spPr bwMode="ltGray">
                <a:xfrm>
                  <a:off x="1306" y="370"/>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8" name="Line 154"/>
                <p:cNvSpPr>
                  <a:spLocks noChangeShapeType="1"/>
                </p:cNvSpPr>
                <p:nvPr/>
              </p:nvSpPr>
              <p:spPr bwMode="ltGray">
                <a:xfrm>
                  <a:off x="1080" y="388"/>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9" name="Line 155"/>
                <p:cNvSpPr>
                  <a:spLocks noChangeShapeType="1"/>
                </p:cNvSpPr>
                <p:nvPr/>
              </p:nvSpPr>
              <p:spPr bwMode="ltGray">
                <a:xfrm flipH="1" flipV="1">
                  <a:off x="1308" y="245"/>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0" name="Line 156"/>
                <p:cNvSpPr>
                  <a:spLocks noChangeShapeType="1"/>
                </p:cNvSpPr>
                <p:nvPr/>
              </p:nvSpPr>
              <p:spPr bwMode="ltGray">
                <a:xfrm>
                  <a:off x="1536" y="316"/>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1" name="Line 157"/>
                <p:cNvSpPr>
                  <a:spLocks noChangeShapeType="1"/>
                </p:cNvSpPr>
                <p:nvPr/>
              </p:nvSpPr>
              <p:spPr bwMode="ltGray">
                <a:xfrm flipV="1">
                  <a:off x="1536" y="247"/>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2" name="Line 158"/>
                <p:cNvSpPr>
                  <a:spLocks noChangeShapeType="1"/>
                </p:cNvSpPr>
                <p:nvPr/>
              </p:nvSpPr>
              <p:spPr bwMode="ltGray">
                <a:xfrm>
                  <a:off x="4095" y="467"/>
                  <a:ext cx="8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pic>
          <p:nvPicPr>
            <p:cNvPr id="1033" name="Picture 159" descr="earth"/>
            <p:cNvPicPr>
              <a:picLocks noChangeAspect="1" noChangeArrowheads="1"/>
            </p:cNvPicPr>
            <p:nvPr userDrawn="1"/>
          </p:nvPicPr>
          <p:blipFill>
            <a:blip r:embed="rId15">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65" y="55"/>
              <a:ext cx="562"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 bg1="lt1" tx1="dk1" bg2="lt2" tx2="dk2" accent1="accent1" accent2="accent2" accent3="accent3" accent4="accent4" accent5="accent5" accent6="accent6" hlink="hlink" folHlink="folHlink"/>
  <p:sldLayoutIdLst>
    <p:sldLayoutId id="2147483812" r:id="rId1"/>
    <p:sldLayoutId id="2147483813" r:id="rId2"/>
    <p:sldLayoutId id="2147483804" r:id="rId3"/>
    <p:sldLayoutId id="2147483805" r:id="rId4"/>
    <p:sldLayoutId id="2147483806" r:id="rId5"/>
    <p:sldLayoutId id="2147483814" r:id="rId6"/>
    <p:sldLayoutId id="2147483807" r:id="rId7"/>
    <p:sldLayoutId id="2147483808" r:id="rId8"/>
    <p:sldLayoutId id="2147483809" r:id="rId9"/>
    <p:sldLayoutId id="2147483810" r:id="rId10"/>
    <p:sldLayoutId id="2147483811" r:id="rId11"/>
    <p:sldLayoutId id="2147483815" r:id="rId12"/>
    <p:sldLayoutId id="2147483816" r:id="rId13"/>
  </p:sldLayoutIdLst>
  <p:hf hdr="0" dt="0"/>
  <p:txStyles>
    <p:titleStyle>
      <a:lvl1pPr algn="l" rtl="0" eaLnBrk="0" fontAlgn="base" hangingPunct="0">
        <a:spcBef>
          <a:spcPct val="0"/>
        </a:spcBef>
        <a:spcAft>
          <a:spcPct val="0"/>
        </a:spcAft>
        <a:defRPr sz="4400" b="1" i="1">
          <a:solidFill>
            <a:schemeClr val="tx2"/>
          </a:solidFill>
          <a:latin typeface="+mj-lt"/>
          <a:ea typeface="+mj-ea"/>
          <a:cs typeface="+mj-cs"/>
        </a:defRPr>
      </a:lvl1pPr>
      <a:lvl2pPr algn="l" rtl="0" eaLnBrk="0" fontAlgn="base" hangingPunct="0">
        <a:spcBef>
          <a:spcPct val="0"/>
        </a:spcBef>
        <a:spcAft>
          <a:spcPct val="0"/>
        </a:spcAft>
        <a:defRPr sz="4400" b="1" i="1">
          <a:solidFill>
            <a:schemeClr val="tx2"/>
          </a:solidFill>
          <a:latin typeface="Times New Roman" pitchFamily="18" charset="0"/>
        </a:defRPr>
      </a:lvl2pPr>
      <a:lvl3pPr algn="l" rtl="0" eaLnBrk="0" fontAlgn="base" hangingPunct="0">
        <a:spcBef>
          <a:spcPct val="0"/>
        </a:spcBef>
        <a:spcAft>
          <a:spcPct val="0"/>
        </a:spcAft>
        <a:defRPr sz="4400" b="1" i="1">
          <a:solidFill>
            <a:schemeClr val="tx2"/>
          </a:solidFill>
          <a:latin typeface="Times New Roman" pitchFamily="18" charset="0"/>
        </a:defRPr>
      </a:lvl3pPr>
      <a:lvl4pPr algn="l" rtl="0" eaLnBrk="0" fontAlgn="base" hangingPunct="0">
        <a:spcBef>
          <a:spcPct val="0"/>
        </a:spcBef>
        <a:spcAft>
          <a:spcPct val="0"/>
        </a:spcAft>
        <a:defRPr sz="4400" b="1" i="1">
          <a:solidFill>
            <a:schemeClr val="tx2"/>
          </a:solidFill>
          <a:latin typeface="Times New Roman" pitchFamily="18" charset="0"/>
        </a:defRPr>
      </a:lvl4pPr>
      <a:lvl5pPr algn="l" rtl="0" eaLnBrk="0" fontAlgn="base" hangingPunct="0">
        <a:spcBef>
          <a:spcPct val="0"/>
        </a:spcBef>
        <a:spcAft>
          <a:spcPct val="0"/>
        </a:spcAft>
        <a:defRPr sz="4400" b="1" i="1">
          <a:solidFill>
            <a:schemeClr val="tx2"/>
          </a:solidFill>
          <a:latin typeface="Times New Roman" pitchFamily="18" charset="0"/>
        </a:defRPr>
      </a:lvl5pPr>
      <a:lvl6pPr marL="457200" algn="l" rtl="0" eaLnBrk="1" fontAlgn="base" hangingPunct="1">
        <a:spcBef>
          <a:spcPct val="0"/>
        </a:spcBef>
        <a:spcAft>
          <a:spcPct val="0"/>
        </a:spcAft>
        <a:defRPr sz="4400" i="1">
          <a:solidFill>
            <a:schemeClr val="tx2"/>
          </a:solidFill>
          <a:latin typeface="Times New Roman" pitchFamily="18" charset="0"/>
        </a:defRPr>
      </a:lvl6pPr>
      <a:lvl7pPr marL="914400" algn="l" rtl="0" eaLnBrk="1" fontAlgn="base" hangingPunct="1">
        <a:spcBef>
          <a:spcPct val="0"/>
        </a:spcBef>
        <a:spcAft>
          <a:spcPct val="0"/>
        </a:spcAft>
        <a:defRPr sz="4400" i="1">
          <a:solidFill>
            <a:schemeClr val="tx2"/>
          </a:solidFill>
          <a:latin typeface="Times New Roman" pitchFamily="18" charset="0"/>
        </a:defRPr>
      </a:lvl7pPr>
      <a:lvl8pPr marL="1371600" algn="l" rtl="0" eaLnBrk="1" fontAlgn="base" hangingPunct="1">
        <a:spcBef>
          <a:spcPct val="0"/>
        </a:spcBef>
        <a:spcAft>
          <a:spcPct val="0"/>
        </a:spcAft>
        <a:defRPr sz="4400" i="1">
          <a:solidFill>
            <a:schemeClr val="tx2"/>
          </a:solidFill>
          <a:latin typeface="Times New Roman" pitchFamily="18" charset="0"/>
        </a:defRPr>
      </a:lvl8pPr>
      <a:lvl9pPr marL="1828800" algn="l" rtl="0" eaLnBrk="1" fontAlgn="base" hangingPunct="1">
        <a:spcBef>
          <a:spcPct val="0"/>
        </a:spcBef>
        <a:spcAft>
          <a:spcPct val="0"/>
        </a:spcAft>
        <a:defRPr sz="4400" i="1">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Blip>
          <a:blip r:embed="rId16"/>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17"/>
        </a:buBlip>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vl6pPr marL="2514600" indent="-228600" algn="l" rtl="0" eaLnBrk="1" fontAlgn="base" hangingPunct="1">
        <a:spcBef>
          <a:spcPct val="20000"/>
        </a:spcBef>
        <a:spcAft>
          <a:spcPct val="0"/>
        </a:spcAft>
        <a:buClr>
          <a:schemeClr val="tx2"/>
        </a:buClr>
        <a:buChar char="–"/>
        <a:defRPr sz="2000">
          <a:solidFill>
            <a:schemeClr val="tx1"/>
          </a:solidFill>
          <a:latin typeface="+mn-lt"/>
        </a:defRPr>
      </a:lvl6pPr>
      <a:lvl7pPr marL="2971800" indent="-228600" algn="l" rtl="0" eaLnBrk="1" fontAlgn="base" hangingPunct="1">
        <a:spcBef>
          <a:spcPct val="20000"/>
        </a:spcBef>
        <a:spcAft>
          <a:spcPct val="0"/>
        </a:spcAft>
        <a:buClr>
          <a:schemeClr val="tx2"/>
        </a:buClr>
        <a:buChar char="–"/>
        <a:defRPr sz="2000">
          <a:solidFill>
            <a:schemeClr val="tx1"/>
          </a:solidFill>
          <a:latin typeface="+mn-lt"/>
        </a:defRPr>
      </a:lvl7pPr>
      <a:lvl8pPr marL="3429000" indent="-228600" algn="l" rtl="0" eaLnBrk="1" fontAlgn="base" hangingPunct="1">
        <a:spcBef>
          <a:spcPct val="20000"/>
        </a:spcBef>
        <a:spcAft>
          <a:spcPct val="0"/>
        </a:spcAft>
        <a:buClr>
          <a:schemeClr val="tx2"/>
        </a:buClr>
        <a:buChar char="–"/>
        <a:defRPr sz="2000">
          <a:solidFill>
            <a:schemeClr val="tx1"/>
          </a:solidFill>
          <a:latin typeface="+mn-lt"/>
        </a:defRPr>
      </a:lvl8pPr>
      <a:lvl9pPr marL="3886200" indent="-228600" algn="l" rtl="0" eaLnBrk="1" fontAlgn="base" hangingPunct="1">
        <a:spcBef>
          <a:spcPct val="20000"/>
        </a:spcBef>
        <a:spcAft>
          <a:spcPct val="0"/>
        </a:spcAft>
        <a:buClr>
          <a:schemeClr val="tx2"/>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4.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7" Type="http://schemas.openxmlformats.org/officeDocument/2006/relationships/image" Target="../media/image5.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image" Target="../media/image3.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7" Type="http://schemas.openxmlformats.org/officeDocument/2006/relationships/image" Target="../media/image6.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image" Target="../media/image3.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notesSlide" Target="../notesSlides/notesSlide26.xml"/><Relationship Id="rId7" Type="http://schemas.openxmlformats.org/officeDocument/2006/relationships/image" Target="../media/image7.w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4.bin"/><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8.wmf"/></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7" Type="http://schemas.openxmlformats.org/officeDocument/2006/relationships/image" Target="../media/image9.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6.bin"/><Relationship Id="rId5" Type="http://schemas.openxmlformats.org/officeDocument/2006/relationships/image" Target="../media/image3.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eaLnBrk="1" fontAlgn="auto" hangingPunct="1">
              <a:spcAft>
                <a:spcPts val="0"/>
              </a:spcAft>
              <a:defRPr/>
            </a:pPr>
            <a:r>
              <a:rPr lang="en-US" dirty="0" smtClean="0">
                <a:solidFill>
                  <a:schemeClr val="tx2">
                    <a:satMod val="130000"/>
                  </a:schemeClr>
                </a:solidFill>
              </a:rPr>
              <a:t>Chapter 18</a:t>
            </a:r>
            <a:br>
              <a:rPr lang="en-US" dirty="0" smtClean="0">
                <a:solidFill>
                  <a:schemeClr val="tx2">
                    <a:satMod val="130000"/>
                  </a:schemeClr>
                </a:solidFill>
              </a:rPr>
            </a:br>
            <a:r>
              <a:rPr lang="en-US" dirty="0" smtClean="0">
                <a:solidFill>
                  <a:schemeClr val="tx2">
                    <a:satMod val="130000"/>
                  </a:schemeClr>
                </a:solidFill>
              </a:rPr>
              <a:t>Futures Options and Black’s Model</a:t>
            </a:r>
            <a:endParaRPr lang="en-US" dirty="0">
              <a:solidFill>
                <a:schemeClr val="tx2">
                  <a:satMod val="130000"/>
                </a:schemeClr>
              </a:solidFill>
            </a:endParaRPr>
          </a:p>
        </p:txBody>
      </p:sp>
      <p:sp>
        <p:nvSpPr>
          <p:cNvPr id="7171" name="Footer Placeholder 4"/>
          <p:cNvSpPr>
            <a:spLocks noGrp="1"/>
          </p:cNvSpPr>
          <p:nvPr>
            <p:ph type="ftr" sz="quarter" idx="11"/>
          </p:nvPr>
        </p:nvSpPr>
        <p:spPr>
          <a:xfrm>
            <a:off x="1905000" y="6324600"/>
            <a:ext cx="4724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717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D1336416-C4D2-484A-BB67-0C80D004961C}" type="slidenum">
              <a:rPr lang="en-US" altLang="en-US" sz="1400" smtClean="0">
                <a:latin typeface="Arial" charset="0"/>
              </a:rPr>
              <a:pPr eaLnBrk="1" hangingPunct="1">
                <a:spcBef>
                  <a:spcPct val="0"/>
                </a:spcBef>
                <a:buFontTx/>
                <a:buNone/>
              </a:pPr>
              <a:t>1</a:t>
            </a:fld>
            <a:endParaRPr lang="en-US" altLang="en-US" sz="1400" smtClean="0">
              <a:latin typeface="Arial"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r>
              <a:rPr lang="en-US" altLang="en-US" smtClean="0"/>
              <a:t>Options on Futures</a:t>
            </a:r>
          </a:p>
        </p:txBody>
      </p:sp>
      <p:sp>
        <p:nvSpPr>
          <p:cNvPr id="8195" name="Content Placeholder 2"/>
          <p:cNvSpPr>
            <a:spLocks noGrp="1"/>
          </p:cNvSpPr>
          <p:nvPr>
            <p:ph idx="1"/>
          </p:nvPr>
        </p:nvSpPr>
        <p:spPr/>
        <p:txBody>
          <a:bodyPr/>
          <a:lstStyle/>
          <a:p>
            <a:pPr eaLnBrk="1" hangingPunct="1"/>
            <a:r>
              <a:rPr lang="en-US" altLang="en-US" dirty="0" smtClean="0">
                <a:latin typeface="Arial" charset="0"/>
                <a:cs typeface="Arial" charset="0"/>
              </a:rPr>
              <a:t>Referred to by the maturity month of the underlying futures </a:t>
            </a:r>
          </a:p>
          <a:p>
            <a:pPr eaLnBrk="1" hangingPunct="1"/>
            <a:r>
              <a:rPr lang="en-US" altLang="en-US" dirty="0" smtClean="0">
                <a:latin typeface="Arial" charset="0"/>
                <a:cs typeface="Arial" charset="0"/>
              </a:rPr>
              <a:t>The option is American and usually expires on or a few days before the earliest delivery date of the underlying futures contract</a:t>
            </a:r>
          </a:p>
        </p:txBody>
      </p:sp>
      <p:sp>
        <p:nvSpPr>
          <p:cNvPr id="819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819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F179DCCE-89C2-4A95-9B12-F2F86DB5704E}" type="slidenum">
              <a:rPr lang="en-US" altLang="en-US" sz="1400" smtClean="0">
                <a:latin typeface="Arial" charset="0"/>
              </a:rPr>
              <a:pPr eaLnBrk="1" hangingPunct="1">
                <a:spcBef>
                  <a:spcPct val="0"/>
                </a:spcBef>
                <a:buFontTx/>
                <a:buNone/>
              </a:pPr>
              <a:t>2</a:t>
            </a:fld>
            <a:endParaRPr lang="en-US" altLang="en-US" sz="1400" smtClean="0">
              <a:latin typeface="Arial"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lIns="92075" tIns="46038" rIns="92075" bIns="46038">
            <a:normAutofit fontScale="90000"/>
          </a:bodyPr>
          <a:lstStyle/>
          <a:p>
            <a:pPr eaLnBrk="1" fontAlgn="auto" hangingPunct="1">
              <a:spcAft>
                <a:spcPts val="0"/>
              </a:spcAft>
              <a:defRPr/>
            </a:pPr>
            <a:r>
              <a:rPr lang="en-US" dirty="0">
                <a:solidFill>
                  <a:schemeClr val="tx2">
                    <a:satMod val="130000"/>
                  </a:schemeClr>
                </a:solidFill>
              </a:rPr>
              <a:t>Mechanics of Call Futures Options</a:t>
            </a:r>
          </a:p>
        </p:txBody>
      </p:sp>
      <p:sp>
        <p:nvSpPr>
          <p:cNvPr id="9219" name="Content Placeholder 6"/>
          <p:cNvSpPr>
            <a:spLocks noGrp="1"/>
          </p:cNvSpPr>
          <p:nvPr>
            <p:ph idx="1"/>
          </p:nvPr>
        </p:nvSpPr>
        <p:spPr>
          <a:xfrm>
            <a:off x="685800" y="1981200"/>
            <a:ext cx="7772400" cy="4114800"/>
          </a:xfrm>
        </p:spPr>
        <p:txBody>
          <a:bodyPr/>
          <a:lstStyle/>
          <a:p>
            <a:pPr eaLnBrk="1" hangingPunct="1"/>
            <a:r>
              <a:rPr lang="en-US" altLang="en-US" smtClean="0">
                <a:latin typeface="Arial" charset="0"/>
                <a:cs typeface="Arial" charset="0"/>
              </a:rPr>
              <a:t>When a call futures option is exercised the holder acquires </a:t>
            </a:r>
          </a:p>
          <a:p>
            <a:pPr lvl="1" eaLnBrk="1" hangingPunct="1"/>
            <a:r>
              <a:rPr lang="en-US" altLang="en-US" smtClean="0">
                <a:latin typeface="Arial" charset="0"/>
                <a:cs typeface="Arial" charset="0"/>
              </a:rPr>
              <a:t>A  long  position in the futures </a:t>
            </a:r>
          </a:p>
          <a:p>
            <a:pPr lvl="1" eaLnBrk="1" hangingPunct="1"/>
            <a:r>
              <a:rPr lang="en-US" altLang="en-US" smtClean="0">
                <a:latin typeface="Arial" charset="0"/>
                <a:cs typeface="Arial" charset="0"/>
              </a:rPr>
              <a:t>A cash amount equal to the excess of the futures price at the time of the most recent settlement over the strike price </a:t>
            </a:r>
          </a:p>
          <a:p>
            <a:pPr eaLnBrk="1" hangingPunct="1">
              <a:buFontTx/>
              <a:buNone/>
            </a:pPr>
            <a:endParaRPr lang="en-CA" altLang="en-US" smtClean="0">
              <a:latin typeface="Arial" charset="0"/>
              <a:cs typeface="Arial" charset="0"/>
            </a:endParaRPr>
          </a:p>
          <a:p>
            <a:pPr eaLnBrk="1" hangingPunct="1"/>
            <a:endParaRPr lang="en-US" altLang="en-US" smtClean="0">
              <a:latin typeface="Arial" charset="0"/>
              <a:cs typeface="Arial" charset="0"/>
            </a:endParaRPr>
          </a:p>
          <a:p>
            <a:pPr lvl="1" eaLnBrk="1" hangingPunct="1">
              <a:buFontTx/>
              <a:buNone/>
            </a:pPr>
            <a:endParaRPr lang="en-US" altLang="en-US" smtClean="0">
              <a:latin typeface="Arial" charset="0"/>
              <a:cs typeface="Arial" charset="0"/>
            </a:endParaRPr>
          </a:p>
        </p:txBody>
      </p:sp>
      <p:sp>
        <p:nvSpPr>
          <p:cNvPr id="922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922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553DAFB0-6731-4ECF-9100-FEC7A7098FBF}" type="slidenum">
              <a:rPr lang="en-US" altLang="en-US" sz="1400" smtClean="0">
                <a:latin typeface="Arial" charset="0"/>
              </a:rPr>
              <a:pPr eaLnBrk="1" hangingPunct="1">
                <a:spcBef>
                  <a:spcPct val="0"/>
                </a:spcBef>
                <a:buFontTx/>
                <a:buNone/>
              </a:pPr>
              <a:t>3</a:t>
            </a:fld>
            <a:endParaRPr lang="en-US" altLang="en-US" sz="1400" smtClean="0">
              <a:latin typeface="Arial" charset="0"/>
            </a:endParaRP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p:txBody>
          <a:bodyPr lIns="92075" tIns="46038" rIns="92075" bIns="46038">
            <a:normAutofit fontScale="90000"/>
          </a:bodyPr>
          <a:lstStyle/>
          <a:p>
            <a:pPr eaLnBrk="1" fontAlgn="auto" hangingPunct="1">
              <a:spcAft>
                <a:spcPts val="0"/>
              </a:spcAft>
              <a:defRPr/>
            </a:pPr>
            <a:r>
              <a:rPr lang="en-US">
                <a:solidFill>
                  <a:schemeClr val="tx2">
                    <a:satMod val="130000"/>
                  </a:schemeClr>
                </a:solidFill>
              </a:rPr>
              <a:t>Mechanics of Put Futures Option</a:t>
            </a:r>
          </a:p>
        </p:txBody>
      </p:sp>
      <p:sp>
        <p:nvSpPr>
          <p:cNvPr id="10243" name="Content Placeholder 8"/>
          <p:cNvSpPr>
            <a:spLocks noGrp="1"/>
          </p:cNvSpPr>
          <p:nvPr>
            <p:ph idx="1"/>
          </p:nvPr>
        </p:nvSpPr>
        <p:spPr/>
        <p:txBody>
          <a:bodyPr/>
          <a:lstStyle/>
          <a:p>
            <a:pPr eaLnBrk="1" hangingPunct="1"/>
            <a:r>
              <a:rPr lang="en-US" altLang="en-US" smtClean="0">
                <a:latin typeface="Arial" charset="0"/>
                <a:cs typeface="Arial" charset="0"/>
              </a:rPr>
              <a:t>When a put futures option is exercised  the holder acquires </a:t>
            </a:r>
          </a:p>
          <a:p>
            <a:pPr lvl="1" eaLnBrk="1" hangingPunct="1"/>
            <a:r>
              <a:rPr lang="en-US" altLang="en-US" smtClean="0">
                <a:latin typeface="Arial" charset="0"/>
                <a:cs typeface="Arial" charset="0"/>
              </a:rPr>
              <a:t>A short position in the futures </a:t>
            </a:r>
          </a:p>
          <a:p>
            <a:pPr lvl="1" eaLnBrk="1" hangingPunct="1"/>
            <a:r>
              <a:rPr lang="en-US" altLang="en-US" smtClean="0">
                <a:latin typeface="Arial" charset="0"/>
                <a:cs typeface="Arial" charset="0"/>
              </a:rPr>
              <a:t>A cash amount equal to the excess of  the strike price over the futures price at the time of the most recent settlement</a:t>
            </a:r>
          </a:p>
          <a:p>
            <a:pPr lvl="1" eaLnBrk="1" hangingPunct="1"/>
            <a:endParaRPr lang="en-US" altLang="en-US" smtClean="0">
              <a:latin typeface="Arial" charset="0"/>
              <a:cs typeface="Arial" charset="0"/>
            </a:endParaRPr>
          </a:p>
        </p:txBody>
      </p:sp>
      <p:sp>
        <p:nvSpPr>
          <p:cNvPr id="1024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1024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D1DD5EC8-C6A4-4CCA-BA3B-47C9C838CD00}" type="slidenum">
              <a:rPr lang="en-US" altLang="en-US" sz="1400" smtClean="0">
                <a:latin typeface="Arial" charset="0"/>
              </a:rPr>
              <a:pPr eaLnBrk="1" hangingPunct="1">
                <a:spcBef>
                  <a:spcPct val="0"/>
                </a:spcBef>
                <a:buFontTx/>
                <a:buNone/>
              </a:pPr>
              <a:t>4</a:t>
            </a:fld>
            <a:endParaRPr lang="en-US" altLang="en-US" sz="1400" smtClean="0">
              <a:latin typeface="Arial" charset="0"/>
            </a:endParaRP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52400" y="914400"/>
            <a:ext cx="7772400" cy="1143000"/>
          </a:xfrm>
        </p:spPr>
        <p:txBody>
          <a:bodyPr/>
          <a:lstStyle/>
          <a:p>
            <a:pPr eaLnBrk="1" hangingPunct="1"/>
            <a:r>
              <a:rPr lang="en-CA" altLang="en-US" dirty="0" smtClean="0"/>
              <a:t>Example 18.1</a:t>
            </a:r>
            <a:endParaRPr lang="en-US" altLang="en-US" sz="2000" dirty="0" smtClean="0"/>
          </a:p>
        </p:txBody>
      </p:sp>
      <p:sp>
        <p:nvSpPr>
          <p:cNvPr id="11267" name="Content Placeholder 2"/>
          <p:cNvSpPr>
            <a:spLocks noGrp="1"/>
          </p:cNvSpPr>
          <p:nvPr>
            <p:ph idx="1"/>
          </p:nvPr>
        </p:nvSpPr>
        <p:spPr/>
        <p:txBody>
          <a:bodyPr/>
          <a:lstStyle/>
          <a:p>
            <a:pPr eaLnBrk="1" hangingPunct="1"/>
            <a:r>
              <a:rPr lang="en-CA" altLang="en-US" dirty="0" smtClean="0">
                <a:latin typeface="Arial" charset="0"/>
                <a:cs typeface="Arial" charset="0"/>
              </a:rPr>
              <a:t>Sept. call option contract on copper futures has a strike of 320 cents per pound. It is exercised when futures price is 331 cents and most recent settlement is 330. One contract is on 25,000 pounds</a:t>
            </a:r>
          </a:p>
          <a:p>
            <a:pPr eaLnBrk="1" hangingPunct="1"/>
            <a:r>
              <a:rPr lang="en-CA" altLang="en-US" dirty="0" smtClean="0">
                <a:latin typeface="Arial" charset="0"/>
                <a:cs typeface="Arial" charset="0"/>
              </a:rPr>
              <a:t>Trader receives</a:t>
            </a:r>
          </a:p>
          <a:p>
            <a:pPr lvl="1" eaLnBrk="1" hangingPunct="1"/>
            <a:r>
              <a:rPr lang="en-CA" altLang="en-US" dirty="0" smtClean="0">
                <a:latin typeface="Arial" charset="0"/>
                <a:cs typeface="Arial" charset="0"/>
              </a:rPr>
              <a:t>Long Sept. futures contract on copper</a:t>
            </a:r>
          </a:p>
          <a:p>
            <a:pPr lvl="1" eaLnBrk="1" hangingPunct="1"/>
            <a:r>
              <a:rPr lang="en-CA" altLang="en-US" dirty="0" smtClean="0">
                <a:latin typeface="Arial" charset="0"/>
                <a:cs typeface="Arial" charset="0"/>
              </a:rPr>
              <a:t>25,000 times 10 cents or $2,500 in cash</a:t>
            </a:r>
            <a:endParaRPr lang="en-US" altLang="en-US" dirty="0" smtClean="0">
              <a:latin typeface="Arial" charset="0"/>
              <a:cs typeface="Arial" charset="0"/>
            </a:endParaRPr>
          </a:p>
        </p:txBody>
      </p:sp>
      <p:sp>
        <p:nvSpPr>
          <p:cNvPr id="1126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1126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702299E3-FECA-4E23-9D13-D98BE74877C3}" type="slidenum">
              <a:rPr lang="en-US" altLang="en-US" sz="1400" smtClean="0">
                <a:latin typeface="Arial" charset="0"/>
              </a:rPr>
              <a:pPr eaLnBrk="1" hangingPunct="1">
                <a:spcBef>
                  <a:spcPct val="0"/>
                </a:spcBef>
                <a:buFontTx/>
                <a:buNone/>
              </a:pPr>
              <a:t>5</a:t>
            </a:fld>
            <a:endParaRPr lang="en-US" altLang="en-US" sz="1400" smtClean="0">
              <a:latin typeface="Arial"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pPr eaLnBrk="1" hangingPunct="1"/>
            <a:r>
              <a:rPr lang="en-CA" altLang="en-US" dirty="0" smtClean="0"/>
              <a:t>Example 18.2</a:t>
            </a:r>
            <a:endParaRPr lang="en-US" altLang="en-US" sz="2000" dirty="0" smtClean="0"/>
          </a:p>
        </p:txBody>
      </p:sp>
      <p:sp>
        <p:nvSpPr>
          <p:cNvPr id="12291" name="Content Placeholder 2"/>
          <p:cNvSpPr>
            <a:spLocks noGrp="1"/>
          </p:cNvSpPr>
          <p:nvPr>
            <p:ph idx="1"/>
          </p:nvPr>
        </p:nvSpPr>
        <p:spPr/>
        <p:txBody>
          <a:bodyPr/>
          <a:lstStyle/>
          <a:p>
            <a:pPr eaLnBrk="1" hangingPunct="1"/>
            <a:r>
              <a:rPr lang="en-CA" altLang="en-US" dirty="0" smtClean="0">
                <a:latin typeface="Arial" charset="0"/>
                <a:cs typeface="Arial" charset="0"/>
              </a:rPr>
              <a:t>Dec put option contract on corn futures has a strike price of 600 cents per bushel.  It is exercised when the futures price is 580 cents per bushel and the most recent settlement price is 579 cents per bushel. One contract is on 5000 bushels</a:t>
            </a:r>
          </a:p>
          <a:p>
            <a:pPr eaLnBrk="1" hangingPunct="1"/>
            <a:r>
              <a:rPr lang="en-CA" altLang="en-US" dirty="0" smtClean="0">
                <a:latin typeface="Arial" charset="0"/>
                <a:cs typeface="Arial" charset="0"/>
              </a:rPr>
              <a:t>Trader receives </a:t>
            </a:r>
          </a:p>
          <a:p>
            <a:pPr lvl="1" eaLnBrk="1" hangingPunct="1"/>
            <a:r>
              <a:rPr lang="en-CA" altLang="en-US" dirty="0" smtClean="0">
                <a:latin typeface="Arial" charset="0"/>
                <a:cs typeface="Arial" charset="0"/>
              </a:rPr>
              <a:t>Short Dec futures contract on corn</a:t>
            </a:r>
          </a:p>
          <a:p>
            <a:pPr lvl="1" eaLnBrk="1" hangingPunct="1"/>
            <a:r>
              <a:rPr lang="en-CA" altLang="en-US" dirty="0" smtClean="0">
                <a:latin typeface="Arial" charset="0"/>
                <a:cs typeface="Arial" charset="0"/>
              </a:rPr>
              <a:t>$1,050 in cash</a:t>
            </a:r>
          </a:p>
          <a:p>
            <a:pPr eaLnBrk="1" hangingPunct="1">
              <a:buFontTx/>
              <a:buNone/>
            </a:pPr>
            <a:endParaRPr lang="en-CA" altLang="en-US" dirty="0" smtClean="0">
              <a:latin typeface="Arial" charset="0"/>
              <a:cs typeface="Arial" charset="0"/>
            </a:endParaRPr>
          </a:p>
          <a:p>
            <a:pPr eaLnBrk="1" hangingPunct="1"/>
            <a:endParaRPr lang="en-CA" altLang="en-US" dirty="0" smtClean="0">
              <a:latin typeface="Arial" charset="0"/>
              <a:cs typeface="Arial" charset="0"/>
            </a:endParaRPr>
          </a:p>
          <a:p>
            <a:pPr lvl="1" eaLnBrk="1" hangingPunct="1"/>
            <a:endParaRPr lang="en-US" altLang="en-US" dirty="0" smtClean="0">
              <a:latin typeface="Arial" charset="0"/>
              <a:cs typeface="Arial" charset="0"/>
            </a:endParaRPr>
          </a:p>
        </p:txBody>
      </p:sp>
      <p:sp>
        <p:nvSpPr>
          <p:cNvPr id="1229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1229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FA8FE4B5-17F6-40C2-A33B-13B591A9D2F0}" type="slidenum">
              <a:rPr lang="en-US" altLang="en-US" sz="1400" smtClean="0">
                <a:latin typeface="Arial" charset="0"/>
              </a:rPr>
              <a:pPr eaLnBrk="1" hangingPunct="1">
                <a:spcBef>
                  <a:spcPct val="0"/>
                </a:spcBef>
                <a:buFontTx/>
                <a:buNone/>
              </a:pPr>
              <a:t>6</a:t>
            </a:fld>
            <a:endParaRPr lang="en-US" altLang="en-US" sz="1400" smtClean="0">
              <a:latin typeface="Arial"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lIns="92075" tIns="46038" rIns="92075" bIns="46038"/>
          <a:lstStyle/>
          <a:p>
            <a:pPr eaLnBrk="1" fontAlgn="auto" hangingPunct="1">
              <a:spcAft>
                <a:spcPts val="0"/>
              </a:spcAft>
              <a:defRPr/>
            </a:pPr>
            <a:r>
              <a:rPr lang="en-US">
                <a:solidFill>
                  <a:schemeClr val="tx2">
                    <a:satMod val="130000"/>
                  </a:schemeClr>
                </a:solidFill>
              </a:rPr>
              <a:t>The Payoffs</a:t>
            </a:r>
          </a:p>
        </p:txBody>
      </p:sp>
      <p:sp>
        <p:nvSpPr>
          <p:cNvPr id="13315" name="Rectangle 3"/>
          <p:cNvSpPr>
            <a:spLocks noGrp="1" noChangeArrowheads="1"/>
          </p:cNvSpPr>
          <p:nvPr>
            <p:ph idx="1"/>
          </p:nvPr>
        </p:nvSpPr>
        <p:spPr/>
        <p:txBody>
          <a:bodyPr lIns="92075" tIns="46038" rIns="92075" bIns="46038"/>
          <a:lstStyle/>
          <a:p>
            <a:pPr eaLnBrk="1" hangingPunct="1">
              <a:buFont typeface="Wingdings" pitchFamily="2" charset="2"/>
              <a:buNone/>
            </a:pPr>
            <a:r>
              <a:rPr lang="en-US" altLang="en-US" dirty="0" smtClean="0">
                <a:latin typeface="Arial" charset="0"/>
                <a:cs typeface="Arial" charset="0"/>
              </a:rPr>
              <a:t>	If the futures position is closed out immediately:</a:t>
            </a:r>
          </a:p>
          <a:p>
            <a:pPr eaLnBrk="1" hangingPunct="1">
              <a:buFont typeface="Wingdings" pitchFamily="2" charset="2"/>
              <a:buNone/>
            </a:pPr>
            <a:r>
              <a:rPr lang="en-US" altLang="en-US" dirty="0" smtClean="0">
                <a:latin typeface="Arial" charset="0"/>
                <a:cs typeface="Arial" charset="0"/>
              </a:rPr>
              <a:t>	Payoff from call = </a:t>
            </a:r>
            <a:r>
              <a:rPr lang="en-US" altLang="en-US" i="1" dirty="0" smtClean="0">
                <a:latin typeface="Times New Roman" pitchFamily="18" charset="0"/>
                <a:cs typeface="Times New Roman" pitchFamily="18" charset="0"/>
              </a:rPr>
              <a:t>F– </a:t>
            </a:r>
            <a:r>
              <a:rPr lang="en-US" altLang="en-US" i="1" dirty="0" smtClean="0">
                <a:latin typeface="Times New Roman" pitchFamily="18" charset="0"/>
                <a:cs typeface="Arial" charset="0"/>
              </a:rPr>
              <a:t>K</a:t>
            </a:r>
          </a:p>
          <a:p>
            <a:pPr eaLnBrk="1" hangingPunct="1">
              <a:buFont typeface="Wingdings" pitchFamily="2" charset="2"/>
              <a:buNone/>
            </a:pPr>
            <a:r>
              <a:rPr lang="en-US" altLang="en-US" dirty="0" smtClean="0">
                <a:latin typeface="Arial" charset="0"/>
                <a:cs typeface="Arial" charset="0"/>
              </a:rPr>
              <a:t>	Payoff from put = </a:t>
            </a:r>
            <a:r>
              <a:rPr lang="en-US" altLang="en-US" i="1" dirty="0" smtClean="0">
                <a:latin typeface="Times New Roman" pitchFamily="18" charset="0"/>
                <a:cs typeface="Arial" charset="0"/>
              </a:rPr>
              <a:t>K </a:t>
            </a:r>
            <a:r>
              <a:rPr lang="en-US" altLang="en-US" i="1" dirty="0" smtClean="0">
                <a:latin typeface="Times New Roman" pitchFamily="18" charset="0"/>
                <a:cs typeface="Times New Roman" pitchFamily="18" charset="0"/>
              </a:rPr>
              <a:t>– </a:t>
            </a:r>
            <a:r>
              <a:rPr lang="en-US" altLang="en-US" i="1" dirty="0" smtClean="0">
                <a:latin typeface="Times New Roman" pitchFamily="18" charset="0"/>
                <a:cs typeface="Arial" charset="0"/>
              </a:rPr>
              <a:t>F</a:t>
            </a:r>
            <a:endParaRPr lang="en-US" altLang="en-US" i="1" dirty="0" smtClean="0">
              <a:latin typeface="Arial" charset="0"/>
              <a:cs typeface="Arial" charset="0"/>
            </a:endParaRPr>
          </a:p>
          <a:p>
            <a:pPr eaLnBrk="1" hangingPunct="1">
              <a:buFont typeface="Wingdings" pitchFamily="2" charset="2"/>
              <a:buNone/>
            </a:pPr>
            <a:r>
              <a:rPr lang="en-US" altLang="en-US" i="1" dirty="0" smtClean="0">
                <a:latin typeface="Arial" charset="0"/>
                <a:cs typeface="Arial" charset="0"/>
              </a:rPr>
              <a:t>	</a:t>
            </a:r>
            <a:r>
              <a:rPr lang="en-US" altLang="en-US" dirty="0" smtClean="0">
                <a:latin typeface="Arial" charset="0"/>
                <a:cs typeface="Arial" charset="0"/>
              </a:rPr>
              <a:t>where </a:t>
            </a:r>
            <a:r>
              <a:rPr lang="en-US" altLang="en-US" i="1" dirty="0" smtClean="0">
                <a:latin typeface="Times New Roman" pitchFamily="18" charset="0"/>
                <a:cs typeface="Arial" charset="0"/>
              </a:rPr>
              <a:t>F</a:t>
            </a:r>
            <a:r>
              <a:rPr lang="en-US" altLang="en-US" dirty="0" smtClean="0">
                <a:latin typeface="Arial" charset="0"/>
                <a:cs typeface="Arial" charset="0"/>
              </a:rPr>
              <a:t> is futures price at time of exercise</a:t>
            </a:r>
          </a:p>
        </p:txBody>
      </p:sp>
      <p:sp>
        <p:nvSpPr>
          <p:cNvPr id="1331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1331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840293E3-FE1B-48C0-A45C-C6527CAE8A42}" type="slidenum">
              <a:rPr lang="en-US" altLang="en-US" sz="1400" smtClean="0">
                <a:latin typeface="Arial" charset="0"/>
              </a:rPr>
              <a:pPr eaLnBrk="1" hangingPunct="1">
                <a:spcBef>
                  <a:spcPct val="0"/>
                </a:spcBef>
                <a:buFontTx/>
                <a:buNone/>
              </a:pPr>
              <a:t>7</a:t>
            </a:fld>
            <a:endParaRPr lang="en-US" altLang="en-US" sz="1400" smtClean="0">
              <a:latin typeface="Arial" charset="0"/>
            </a:endParaRP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altLang="en-US" smtClean="0"/>
              <a:t>Interest Rate Futures Options</a:t>
            </a:r>
            <a:endParaRPr lang="en-CA" altLang="en-US" smtClean="0"/>
          </a:p>
        </p:txBody>
      </p:sp>
      <p:sp>
        <p:nvSpPr>
          <p:cNvPr id="14339" name="Content Placeholder 2"/>
          <p:cNvSpPr>
            <a:spLocks noGrp="1"/>
          </p:cNvSpPr>
          <p:nvPr>
            <p:ph idx="1"/>
          </p:nvPr>
        </p:nvSpPr>
        <p:spPr/>
        <p:txBody>
          <a:bodyPr/>
          <a:lstStyle/>
          <a:p>
            <a:r>
              <a:rPr lang="en-US" altLang="en-US" dirty="0" smtClean="0">
                <a:latin typeface="Arial" charset="0"/>
                <a:cs typeface="Arial" charset="0"/>
              </a:rPr>
              <a:t>Options on T-Bond futures (quoted as percentage of face value to the nearest 1/64 of 1%)</a:t>
            </a:r>
          </a:p>
          <a:p>
            <a:r>
              <a:rPr lang="en-US" altLang="en-US" dirty="0" smtClean="0">
                <a:latin typeface="Arial" charset="0"/>
                <a:cs typeface="Arial" charset="0"/>
              </a:rPr>
              <a:t>Options on 3-month SOFR futures or Eurodollar futures. Each one basis point in the quote represents $25</a:t>
            </a:r>
          </a:p>
          <a:p>
            <a:r>
              <a:rPr lang="en-US" altLang="en-US" dirty="0" smtClean="0">
                <a:latin typeface="Arial" charset="0"/>
                <a:cs typeface="Arial" charset="0"/>
              </a:rPr>
              <a:t>If you think interest rates will go up should you buy call or put options?</a:t>
            </a:r>
            <a:endParaRPr lang="en-CA" altLang="en-US" dirty="0" smtClean="0">
              <a:latin typeface="Arial" charset="0"/>
              <a:cs typeface="Arial" charset="0"/>
            </a:endParaRPr>
          </a:p>
        </p:txBody>
      </p:sp>
      <p:sp>
        <p:nvSpPr>
          <p:cNvPr id="1434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smtClean="0"/>
              <a:t>Options, Futures, and Other Derivatives,  11th Edition, Copyright © John  C. Hull 2021</a:t>
            </a:r>
            <a:endParaRPr lang="en-US" altLang="en-US"/>
          </a:p>
        </p:txBody>
      </p:sp>
      <p:sp>
        <p:nvSpPr>
          <p:cNvPr id="1434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D36CD83F-9E03-4D00-BC94-E3302A166BC5}" type="slidenum">
              <a:rPr lang="en-US" altLang="en-US" smtClean="0"/>
              <a:pPr eaLnBrk="1" hangingPunct="1"/>
              <a:t>8</a:t>
            </a:fld>
            <a:endParaRPr lang="en-US" altLang="en-US"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chemeClr val="tx2">
                    <a:satMod val="130000"/>
                  </a:schemeClr>
                </a:solidFill>
              </a:rPr>
              <a:t>Potential Advantages of Futures Options over Spot Options</a:t>
            </a:r>
            <a:endParaRPr lang="en-US" dirty="0">
              <a:solidFill>
                <a:schemeClr val="tx2">
                  <a:satMod val="130000"/>
                </a:schemeClr>
              </a:solidFill>
            </a:endParaRPr>
          </a:p>
        </p:txBody>
      </p:sp>
      <p:sp>
        <p:nvSpPr>
          <p:cNvPr id="15363" name="Content Placeholder 2"/>
          <p:cNvSpPr>
            <a:spLocks noGrp="1"/>
          </p:cNvSpPr>
          <p:nvPr>
            <p:ph idx="1"/>
          </p:nvPr>
        </p:nvSpPr>
        <p:spPr>
          <a:xfrm>
            <a:off x="685800" y="1828800"/>
            <a:ext cx="7772400" cy="4433888"/>
          </a:xfrm>
        </p:spPr>
        <p:txBody>
          <a:bodyPr/>
          <a:lstStyle/>
          <a:p>
            <a:pPr eaLnBrk="1" hangingPunct="1">
              <a:buFontTx/>
              <a:buNone/>
            </a:pPr>
            <a:endParaRPr lang="en-US" altLang="en-US" dirty="0" smtClean="0">
              <a:latin typeface="Arial" charset="0"/>
              <a:cs typeface="Arial" charset="0"/>
            </a:endParaRPr>
          </a:p>
          <a:p>
            <a:pPr eaLnBrk="1" hangingPunct="1"/>
            <a:r>
              <a:rPr lang="en-US" altLang="en-US" dirty="0" smtClean="0">
                <a:latin typeface="Arial" charset="0"/>
                <a:cs typeface="Arial" charset="0"/>
              </a:rPr>
              <a:t>Futures contracts may be easier to trade and more liquid than the underlying asset</a:t>
            </a:r>
          </a:p>
          <a:p>
            <a:pPr eaLnBrk="1" hangingPunct="1"/>
            <a:r>
              <a:rPr lang="en-US" altLang="en-US" dirty="0" smtClean="0">
                <a:latin typeface="Arial" charset="0"/>
                <a:cs typeface="Arial" charset="0"/>
              </a:rPr>
              <a:t>Exercise of option does not lead to delivery of underlying asset</a:t>
            </a:r>
          </a:p>
          <a:p>
            <a:pPr eaLnBrk="1" hangingPunct="1"/>
            <a:r>
              <a:rPr lang="en-US" altLang="en-US" dirty="0" smtClean="0">
                <a:latin typeface="Arial" charset="0"/>
                <a:cs typeface="Arial" charset="0"/>
              </a:rPr>
              <a:t>Futures options and futures usually trade on same exchange</a:t>
            </a:r>
          </a:p>
          <a:p>
            <a:pPr eaLnBrk="1" hangingPunct="1"/>
            <a:r>
              <a:rPr lang="en-US" altLang="en-US" dirty="0" smtClean="0">
                <a:latin typeface="Arial" charset="0"/>
                <a:cs typeface="Arial" charset="0"/>
              </a:rPr>
              <a:t>Futures options may entail lower transactions costs</a:t>
            </a:r>
          </a:p>
        </p:txBody>
      </p:sp>
      <p:sp>
        <p:nvSpPr>
          <p:cNvPr id="1536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1536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71017AF1-43F2-46F2-9586-55494760DF0B}" type="slidenum">
              <a:rPr lang="en-US" altLang="en-US" sz="1400" smtClean="0">
                <a:latin typeface="Arial" charset="0"/>
              </a:rPr>
              <a:pPr eaLnBrk="1" hangingPunct="1">
                <a:spcBef>
                  <a:spcPct val="0"/>
                </a:spcBef>
                <a:buFontTx/>
                <a:buNone/>
              </a:pPr>
              <a:t>9</a:t>
            </a:fld>
            <a:endParaRPr lang="en-US" altLang="en-US" sz="1400" smtClean="0">
              <a:latin typeface="Arial"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altLang="en-US" smtClean="0"/>
              <a:t>European Futures Options</a:t>
            </a:r>
          </a:p>
        </p:txBody>
      </p:sp>
      <p:sp>
        <p:nvSpPr>
          <p:cNvPr id="16387" name="Content Placeholder 2"/>
          <p:cNvSpPr>
            <a:spLocks noGrp="1"/>
          </p:cNvSpPr>
          <p:nvPr>
            <p:ph idx="1"/>
          </p:nvPr>
        </p:nvSpPr>
        <p:spPr/>
        <p:txBody>
          <a:bodyPr/>
          <a:lstStyle/>
          <a:p>
            <a:pPr eaLnBrk="1" hangingPunct="1"/>
            <a:r>
              <a:rPr lang="en-US" altLang="en-US" dirty="0" smtClean="0">
                <a:latin typeface="Arial" charset="0"/>
                <a:cs typeface="Arial" charset="0"/>
              </a:rPr>
              <a:t>European futures options and European spot options are equivalent when futures contract matures at the same time as the option</a:t>
            </a:r>
          </a:p>
          <a:p>
            <a:pPr eaLnBrk="1" hangingPunct="1"/>
            <a:r>
              <a:rPr lang="en-US" altLang="en-US" dirty="0" smtClean="0">
                <a:latin typeface="Arial" charset="0"/>
                <a:cs typeface="Arial" charset="0"/>
              </a:rPr>
              <a:t> It is common to regard European spot options as European futures options when they are valued</a:t>
            </a:r>
          </a:p>
        </p:txBody>
      </p:sp>
      <p:sp>
        <p:nvSpPr>
          <p:cNvPr id="1638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1638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4724DCDD-FBBC-4CFD-9EEF-2A9143CABF87}" type="slidenum">
              <a:rPr lang="en-US" altLang="en-US" sz="1400" smtClean="0">
                <a:latin typeface="Arial" charset="0"/>
              </a:rPr>
              <a:pPr eaLnBrk="1" hangingPunct="1">
                <a:spcBef>
                  <a:spcPct val="0"/>
                </a:spcBef>
                <a:buFontTx/>
                <a:buNone/>
              </a:pPr>
              <a:t>10</a:t>
            </a:fld>
            <a:endParaRPr lang="en-US" altLang="en-US" sz="1400" smtClean="0">
              <a:latin typeface="Arial"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p:txBody>
          <a:bodyPr lIns="92075" tIns="46038" rIns="92075" bIns="46038">
            <a:normAutofit fontScale="90000"/>
          </a:bodyPr>
          <a:lstStyle/>
          <a:p>
            <a:pPr eaLnBrk="1" fontAlgn="auto" hangingPunct="1">
              <a:spcAft>
                <a:spcPts val="0"/>
              </a:spcAft>
              <a:defRPr/>
            </a:pPr>
            <a:r>
              <a:rPr lang="en-US" dirty="0">
                <a:solidFill>
                  <a:schemeClr val="tx2">
                    <a:satMod val="130000"/>
                  </a:schemeClr>
                </a:solidFill>
              </a:rPr>
              <a:t>Put-Call Parity for Futures Options </a:t>
            </a:r>
            <a:r>
              <a:rPr lang="en-US" sz="2200" dirty="0">
                <a:solidFill>
                  <a:schemeClr val="tx2">
                    <a:satMod val="130000"/>
                  </a:schemeClr>
                </a:solidFill>
              </a:rPr>
              <a:t>(Equation </a:t>
            </a:r>
            <a:r>
              <a:rPr lang="en-US" sz="2200" dirty="0" smtClean="0">
                <a:solidFill>
                  <a:schemeClr val="tx2">
                    <a:satMod val="130000"/>
                  </a:schemeClr>
                </a:solidFill>
              </a:rPr>
              <a:t>18.1)</a:t>
            </a:r>
            <a:endParaRPr lang="en-US" dirty="0">
              <a:solidFill>
                <a:schemeClr val="tx2">
                  <a:satMod val="130000"/>
                </a:schemeClr>
              </a:solidFill>
            </a:endParaRPr>
          </a:p>
        </p:txBody>
      </p:sp>
      <p:sp>
        <p:nvSpPr>
          <p:cNvPr id="17411" name="Rectangle 3"/>
          <p:cNvSpPr>
            <a:spLocks noGrp="1" noChangeArrowheads="1"/>
          </p:cNvSpPr>
          <p:nvPr>
            <p:ph idx="1"/>
          </p:nvPr>
        </p:nvSpPr>
        <p:spPr>
          <a:xfrm>
            <a:off x="685800" y="1905000"/>
            <a:ext cx="7772400" cy="4357688"/>
          </a:xfrm>
        </p:spPr>
        <p:txBody>
          <a:bodyPr lIns="92075" tIns="46038" rIns="92075" bIns="46038"/>
          <a:lstStyle/>
          <a:p>
            <a:pPr eaLnBrk="1" hangingPunct="1">
              <a:buFont typeface="Wingdings" pitchFamily="2" charset="2"/>
              <a:buNone/>
            </a:pPr>
            <a:r>
              <a:rPr lang="en-US" altLang="en-US" dirty="0" smtClean="0">
                <a:latin typeface="Arial" charset="0"/>
                <a:cs typeface="Arial" charset="0"/>
              </a:rPr>
              <a:t>	</a:t>
            </a:r>
          </a:p>
          <a:p>
            <a:pPr eaLnBrk="1" hangingPunct="1">
              <a:buFont typeface="Wingdings" pitchFamily="2" charset="2"/>
              <a:buNone/>
            </a:pPr>
            <a:r>
              <a:rPr lang="en-US" altLang="en-US" dirty="0" smtClean="0">
                <a:latin typeface="Arial" charset="0"/>
                <a:cs typeface="Arial" charset="0"/>
              </a:rPr>
              <a:t>Consider the following two portfolios:</a:t>
            </a:r>
          </a:p>
          <a:p>
            <a:pPr eaLnBrk="1" hangingPunct="1">
              <a:buFont typeface="Wingdings" pitchFamily="2" charset="2"/>
              <a:buNone/>
            </a:pPr>
            <a:r>
              <a:rPr lang="en-US" altLang="en-US" dirty="0" smtClean="0">
                <a:latin typeface="Arial" charset="0"/>
                <a:cs typeface="Arial" charset="0"/>
              </a:rPr>
              <a:t>	1. 	European call plus </a:t>
            </a:r>
            <a:r>
              <a:rPr lang="en-US" altLang="en-US" i="1" dirty="0" smtClean="0">
                <a:latin typeface="Times New Roman" pitchFamily="18" charset="0"/>
                <a:cs typeface="Arial" charset="0"/>
              </a:rPr>
              <a:t>Ke</a:t>
            </a:r>
            <a:r>
              <a:rPr lang="en-US" altLang="en-US" i="1" baseline="30000" dirty="0" smtClean="0">
                <a:latin typeface="Times New Roman" pitchFamily="18" charset="0"/>
                <a:cs typeface="Arial" charset="0"/>
              </a:rPr>
              <a:t>−</a:t>
            </a:r>
            <a:r>
              <a:rPr lang="en-US" altLang="en-US" i="1" baseline="30000" dirty="0" err="1" smtClean="0">
                <a:latin typeface="Times New Roman" pitchFamily="18" charset="0"/>
                <a:cs typeface="Arial" charset="0"/>
              </a:rPr>
              <a:t>rT</a:t>
            </a:r>
            <a:r>
              <a:rPr lang="en-US" altLang="en-US" dirty="0" smtClean="0">
                <a:latin typeface="Arial" charset="0"/>
                <a:cs typeface="Arial" charset="0"/>
              </a:rPr>
              <a:t> of cash</a:t>
            </a:r>
          </a:p>
          <a:p>
            <a:pPr eaLnBrk="1" hangingPunct="1">
              <a:buFont typeface="Wingdings" pitchFamily="2" charset="2"/>
              <a:buNone/>
            </a:pPr>
            <a:r>
              <a:rPr lang="en-US" altLang="en-US" dirty="0" smtClean="0">
                <a:latin typeface="Arial" charset="0"/>
                <a:cs typeface="Arial" charset="0"/>
              </a:rPr>
              <a:t>   2. 	European put plus long futures plus 	cash equal to </a:t>
            </a:r>
            <a:r>
              <a:rPr lang="en-US" altLang="en-US" i="1" dirty="0" smtClean="0">
                <a:latin typeface="Times New Roman" pitchFamily="18" charset="0"/>
                <a:cs typeface="Arial" charset="0"/>
              </a:rPr>
              <a:t>F</a:t>
            </a:r>
            <a:r>
              <a:rPr lang="en-US" altLang="en-US" baseline="-25000" dirty="0" smtClean="0">
                <a:latin typeface="Times New Roman" pitchFamily="18" charset="0"/>
                <a:cs typeface="Arial" charset="0"/>
              </a:rPr>
              <a:t>0</a:t>
            </a:r>
            <a:r>
              <a:rPr lang="en-US" altLang="en-US" i="1" dirty="0" smtClean="0">
                <a:latin typeface="Times New Roman" pitchFamily="18" charset="0"/>
                <a:cs typeface="Arial" charset="0"/>
              </a:rPr>
              <a:t>e</a:t>
            </a:r>
            <a:r>
              <a:rPr lang="en-US" altLang="en-US" i="1" baseline="30000" dirty="0" smtClean="0">
                <a:latin typeface="Times New Roman" pitchFamily="18" charset="0"/>
                <a:cs typeface="Arial" charset="0"/>
              </a:rPr>
              <a:t>−rT</a:t>
            </a:r>
            <a:r>
              <a:rPr lang="en-US" altLang="en-US" dirty="0" smtClean="0">
                <a:latin typeface="Arial" charset="0"/>
                <a:cs typeface="Arial" charset="0"/>
              </a:rPr>
              <a:t> </a:t>
            </a:r>
          </a:p>
          <a:p>
            <a:pPr eaLnBrk="1" hangingPunct="1">
              <a:buFont typeface="Wingdings" pitchFamily="2" charset="2"/>
              <a:buNone/>
            </a:pPr>
            <a:r>
              <a:rPr lang="en-US" altLang="en-US" dirty="0" smtClean="0">
                <a:latin typeface="Arial" charset="0"/>
                <a:cs typeface="Arial" charset="0"/>
              </a:rPr>
              <a:t>	They must be worth the same at time </a:t>
            </a:r>
            <a:r>
              <a:rPr lang="en-US" altLang="en-US" i="1" dirty="0" smtClean="0">
                <a:latin typeface="Times New Roman" pitchFamily="18" charset="0"/>
                <a:cs typeface="Arial" charset="0"/>
              </a:rPr>
              <a:t>T</a:t>
            </a:r>
            <a:r>
              <a:rPr lang="en-US" altLang="en-US" i="1" dirty="0" smtClean="0">
                <a:latin typeface="Arial" charset="0"/>
                <a:cs typeface="Arial" charset="0"/>
              </a:rPr>
              <a:t> </a:t>
            </a:r>
            <a:r>
              <a:rPr lang="en-US" altLang="en-US" dirty="0" smtClean="0">
                <a:latin typeface="Arial" charset="0"/>
                <a:cs typeface="Arial" charset="0"/>
              </a:rPr>
              <a:t>so that</a:t>
            </a:r>
          </a:p>
          <a:p>
            <a:pPr algn="ctr" eaLnBrk="1" hangingPunct="1">
              <a:buFont typeface="Wingdings" pitchFamily="2" charset="2"/>
              <a:buNone/>
            </a:pPr>
            <a:r>
              <a:rPr lang="en-US" altLang="en-US" i="1" dirty="0" smtClean="0">
                <a:latin typeface="Times New Roman" pitchFamily="18" charset="0"/>
                <a:cs typeface="Arial" charset="0"/>
              </a:rPr>
              <a:t>c + Ke</a:t>
            </a:r>
            <a:r>
              <a:rPr lang="en-US" altLang="en-US" i="1" baseline="30000" dirty="0" smtClean="0">
                <a:latin typeface="Times New Roman" pitchFamily="18" charset="0"/>
                <a:cs typeface="Arial" charset="0"/>
              </a:rPr>
              <a:t>−</a:t>
            </a:r>
            <a:r>
              <a:rPr lang="en-US" altLang="en-US" i="1" baseline="30000" dirty="0" err="1" smtClean="0">
                <a:latin typeface="Times New Roman" pitchFamily="18" charset="0"/>
                <a:cs typeface="Arial" charset="0"/>
              </a:rPr>
              <a:t>rT</a:t>
            </a:r>
            <a:r>
              <a:rPr lang="en-US" altLang="en-US" i="1" baseline="30000" dirty="0" smtClean="0">
                <a:latin typeface="Times New Roman" pitchFamily="18" charset="0"/>
                <a:cs typeface="Arial" charset="0"/>
              </a:rPr>
              <a:t>  </a:t>
            </a:r>
            <a:r>
              <a:rPr lang="en-US" altLang="en-US" i="1" dirty="0" smtClean="0">
                <a:latin typeface="Times New Roman" pitchFamily="18" charset="0"/>
                <a:cs typeface="Arial" charset="0"/>
              </a:rPr>
              <a:t>= p + F</a:t>
            </a:r>
            <a:r>
              <a:rPr lang="en-US" altLang="en-US" baseline="-25000" dirty="0" smtClean="0">
                <a:latin typeface="Times New Roman" pitchFamily="18" charset="0"/>
                <a:cs typeface="Arial" charset="0"/>
              </a:rPr>
              <a:t>0</a:t>
            </a:r>
            <a:r>
              <a:rPr lang="en-US" altLang="en-US" i="1" dirty="0" smtClean="0">
                <a:latin typeface="Times New Roman" pitchFamily="18" charset="0"/>
                <a:cs typeface="Arial" charset="0"/>
              </a:rPr>
              <a:t>e</a:t>
            </a:r>
            <a:r>
              <a:rPr lang="en-US" altLang="en-US" i="1" baseline="30000" dirty="0" smtClean="0">
                <a:latin typeface="Times New Roman" pitchFamily="18" charset="0"/>
                <a:cs typeface="Arial" charset="0"/>
              </a:rPr>
              <a:t>−rT</a:t>
            </a:r>
          </a:p>
        </p:txBody>
      </p:sp>
      <p:sp>
        <p:nvSpPr>
          <p:cNvPr id="1741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1741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9B2FE4A9-E74E-4D92-B9A1-5F5E5821B902}" type="slidenum">
              <a:rPr lang="en-US" altLang="en-US" sz="1400" smtClean="0">
                <a:latin typeface="Arial" charset="0"/>
              </a:rPr>
              <a:pPr eaLnBrk="1" hangingPunct="1">
                <a:spcBef>
                  <a:spcPct val="0"/>
                </a:spcBef>
                <a:buFontTx/>
                <a:buNone/>
              </a:pPr>
              <a:t>11</a:t>
            </a:fld>
            <a:endParaRPr lang="en-US" altLang="en-US" sz="1400" smtClean="0">
              <a:latin typeface="Arial" charset="0"/>
            </a:endParaRP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chemeClr val="tx2">
                    <a:satMod val="130000"/>
                  </a:schemeClr>
                </a:solidFill>
              </a:rPr>
              <a:t>Other Relations </a:t>
            </a:r>
            <a:r>
              <a:rPr lang="en-US" sz="2400" dirty="0" smtClean="0">
                <a:solidFill>
                  <a:schemeClr val="tx2">
                    <a:satMod val="130000"/>
                  </a:schemeClr>
                </a:solidFill>
              </a:rPr>
              <a:t>(equations 18.2 to 18.4)</a:t>
            </a:r>
            <a:endParaRPr lang="en-US" sz="2400" dirty="0">
              <a:solidFill>
                <a:schemeClr val="tx2">
                  <a:satMod val="130000"/>
                </a:schemeClr>
              </a:solidFill>
            </a:endParaRPr>
          </a:p>
        </p:txBody>
      </p:sp>
      <p:sp>
        <p:nvSpPr>
          <p:cNvPr id="18435" name="Content Placeholder 2"/>
          <p:cNvSpPr>
            <a:spLocks noGrp="1"/>
          </p:cNvSpPr>
          <p:nvPr>
            <p:ph idx="1"/>
          </p:nvPr>
        </p:nvSpPr>
        <p:spPr/>
        <p:txBody>
          <a:bodyPr/>
          <a:lstStyle/>
          <a:p>
            <a:pPr eaLnBrk="1" hangingPunct="1">
              <a:buFont typeface="Wingdings 2" pitchFamily="18" charset="2"/>
              <a:buNone/>
            </a:pPr>
            <a:endParaRPr lang="en-US" altLang="en-US" i="1" dirty="0" smtClean="0">
              <a:latin typeface="Times New Roman" pitchFamily="18" charset="0"/>
              <a:cs typeface="Arial" charset="0"/>
            </a:endParaRPr>
          </a:p>
          <a:p>
            <a:pPr eaLnBrk="1" hangingPunct="1">
              <a:buFont typeface="Wingdings 2" pitchFamily="18" charset="2"/>
              <a:buNone/>
            </a:pPr>
            <a:r>
              <a:rPr lang="en-US" altLang="en-US" i="1" dirty="0" smtClean="0">
                <a:latin typeface="Times New Roman" pitchFamily="18" charset="0"/>
                <a:cs typeface="Arial" charset="0"/>
              </a:rPr>
              <a:t>F</a:t>
            </a:r>
            <a:r>
              <a:rPr lang="en-US" altLang="en-US" baseline="-25000" dirty="0" smtClean="0">
                <a:latin typeface="Times New Roman" pitchFamily="18" charset="0"/>
                <a:cs typeface="Arial" charset="0"/>
              </a:rPr>
              <a:t>0</a:t>
            </a:r>
            <a:r>
              <a:rPr lang="en-US" altLang="en-US" i="1" dirty="0" smtClean="0">
                <a:latin typeface="Times New Roman" pitchFamily="18" charset="0"/>
                <a:cs typeface="Arial" charset="0"/>
              </a:rPr>
              <a:t> e</a:t>
            </a:r>
            <a:r>
              <a:rPr lang="en-US" altLang="en-US" i="1" baseline="30000" dirty="0" smtClean="0">
                <a:latin typeface="Times New Roman" pitchFamily="18" charset="0"/>
                <a:cs typeface="Arial" charset="0"/>
              </a:rPr>
              <a:t>−</a:t>
            </a:r>
            <a:r>
              <a:rPr lang="en-US" altLang="en-US" i="1" baseline="30000" dirty="0" err="1" smtClean="0">
                <a:latin typeface="Times New Roman" pitchFamily="18" charset="0"/>
                <a:cs typeface="Arial" charset="0"/>
              </a:rPr>
              <a:t>rT</a:t>
            </a:r>
            <a:r>
              <a:rPr lang="en-US" altLang="en-US" i="1" dirty="0" smtClean="0">
                <a:latin typeface="Times New Roman" pitchFamily="18" charset="0"/>
                <a:cs typeface="Arial" charset="0"/>
              </a:rPr>
              <a:t> </a:t>
            </a:r>
            <a:r>
              <a:rPr lang="en-US" altLang="en-US" dirty="0" smtClean="0">
                <a:latin typeface="Times New Roman" pitchFamily="18" charset="0"/>
                <a:cs typeface="Arial" charset="0"/>
              </a:rPr>
              <a:t>–</a:t>
            </a:r>
            <a:r>
              <a:rPr lang="en-US" altLang="en-US" i="1" dirty="0" smtClean="0">
                <a:latin typeface="Times New Roman" pitchFamily="18" charset="0"/>
                <a:cs typeface="Arial" charset="0"/>
              </a:rPr>
              <a:t> K</a:t>
            </a:r>
            <a:r>
              <a:rPr lang="en-US" altLang="en-US" i="1" dirty="0" smtClean="0">
                <a:latin typeface="Arial" charset="0"/>
                <a:cs typeface="Arial" charset="0"/>
              </a:rPr>
              <a:t> &lt; </a:t>
            </a:r>
            <a:r>
              <a:rPr lang="en-US" altLang="en-US" i="1" dirty="0" smtClean="0">
                <a:latin typeface="Times New Roman" pitchFamily="18" charset="0"/>
                <a:cs typeface="Arial" charset="0"/>
              </a:rPr>
              <a:t>C  </a:t>
            </a:r>
            <a:r>
              <a:rPr lang="en-US" altLang="en-US" dirty="0" smtClean="0">
                <a:latin typeface="Times New Roman" pitchFamily="18" charset="0"/>
                <a:cs typeface="Arial" charset="0"/>
              </a:rPr>
              <a:t>–</a:t>
            </a:r>
            <a:r>
              <a:rPr lang="en-US" altLang="en-US" i="1" dirty="0" smtClean="0">
                <a:latin typeface="Times New Roman" pitchFamily="18" charset="0"/>
                <a:cs typeface="Arial" charset="0"/>
              </a:rPr>
              <a:t> P</a:t>
            </a:r>
            <a:r>
              <a:rPr lang="en-US" altLang="en-US" i="1" dirty="0" smtClean="0">
                <a:latin typeface="Arial" charset="0"/>
                <a:cs typeface="Arial" charset="0"/>
              </a:rPr>
              <a:t> &lt; </a:t>
            </a:r>
            <a:r>
              <a:rPr lang="en-US" altLang="en-US" i="1" dirty="0" smtClean="0">
                <a:latin typeface="Times New Roman" pitchFamily="18" charset="0"/>
                <a:cs typeface="Arial" charset="0"/>
              </a:rPr>
              <a:t>F</a:t>
            </a:r>
            <a:r>
              <a:rPr lang="en-US" altLang="en-US" baseline="-25000" dirty="0" smtClean="0">
                <a:latin typeface="Times New Roman" pitchFamily="18" charset="0"/>
                <a:cs typeface="Arial" charset="0"/>
              </a:rPr>
              <a:t>0</a:t>
            </a:r>
            <a:r>
              <a:rPr lang="en-US" altLang="en-US" i="1" dirty="0" smtClean="0">
                <a:latin typeface="Times New Roman" pitchFamily="18" charset="0"/>
                <a:cs typeface="Arial" charset="0"/>
              </a:rPr>
              <a:t> </a:t>
            </a:r>
            <a:r>
              <a:rPr lang="en-US" altLang="en-US" dirty="0" smtClean="0">
                <a:latin typeface="Times New Roman" pitchFamily="18" charset="0"/>
                <a:cs typeface="Arial" charset="0"/>
              </a:rPr>
              <a:t>–</a:t>
            </a:r>
            <a:r>
              <a:rPr lang="en-US" altLang="en-US" i="1" dirty="0" smtClean="0">
                <a:latin typeface="Times New Roman" pitchFamily="18" charset="0"/>
                <a:cs typeface="Arial" charset="0"/>
              </a:rPr>
              <a:t> </a:t>
            </a:r>
            <a:r>
              <a:rPr lang="en-US" altLang="en-US" i="1" dirty="0" err="1" smtClean="0">
                <a:latin typeface="Times New Roman" pitchFamily="18" charset="0"/>
                <a:cs typeface="Arial" charset="0"/>
              </a:rPr>
              <a:t>Ke</a:t>
            </a:r>
            <a:r>
              <a:rPr lang="en-US" altLang="en-US" i="1" baseline="30000" dirty="0" err="1" smtClean="0">
                <a:latin typeface="Times New Roman" pitchFamily="18" charset="0"/>
                <a:cs typeface="Arial" charset="0"/>
              </a:rPr>
              <a:t>−rT</a:t>
            </a:r>
            <a:endParaRPr lang="en-US" altLang="en-US" i="1" baseline="30000" dirty="0" smtClean="0">
              <a:latin typeface="Arial" charset="0"/>
              <a:cs typeface="Arial" charset="0"/>
            </a:endParaRPr>
          </a:p>
          <a:p>
            <a:pPr eaLnBrk="1" hangingPunct="1">
              <a:buFont typeface="Wingdings 2" pitchFamily="18" charset="2"/>
              <a:buNone/>
            </a:pPr>
            <a:endParaRPr lang="en-US" altLang="en-US" i="1" baseline="30000" dirty="0" smtClean="0">
              <a:latin typeface="Arial" charset="0"/>
              <a:cs typeface="Arial" charset="0"/>
            </a:endParaRPr>
          </a:p>
          <a:p>
            <a:pPr eaLnBrk="1" hangingPunct="1">
              <a:buFont typeface="Wingdings 2" pitchFamily="18" charset="2"/>
              <a:buNone/>
            </a:pPr>
            <a:r>
              <a:rPr lang="en-US" altLang="en-US" i="1" baseline="30000" dirty="0" smtClean="0">
                <a:latin typeface="Arial" charset="0"/>
                <a:cs typeface="Arial" charset="0"/>
              </a:rPr>
              <a:t>		</a:t>
            </a:r>
            <a:r>
              <a:rPr lang="en-US" altLang="en-US" i="1" dirty="0" smtClean="0">
                <a:latin typeface="Times New Roman" pitchFamily="18" charset="0"/>
                <a:cs typeface="Arial" charset="0"/>
              </a:rPr>
              <a:t>c</a:t>
            </a:r>
            <a:r>
              <a:rPr lang="en-US" altLang="en-US" i="1" dirty="0" smtClean="0">
                <a:latin typeface="Arial" charset="0"/>
                <a:cs typeface="Arial" charset="0"/>
              </a:rPr>
              <a:t> &gt; </a:t>
            </a:r>
            <a:r>
              <a:rPr lang="en-US" altLang="en-US" dirty="0" smtClean="0">
                <a:latin typeface="Arial" charset="0"/>
                <a:cs typeface="Arial" charset="0"/>
              </a:rPr>
              <a:t>(</a:t>
            </a:r>
            <a:r>
              <a:rPr lang="en-US" altLang="en-US" i="1" dirty="0" smtClean="0">
                <a:latin typeface="Times New Roman" pitchFamily="18" charset="0"/>
                <a:cs typeface="Arial" charset="0"/>
              </a:rPr>
              <a:t>F</a:t>
            </a:r>
            <a:r>
              <a:rPr lang="en-US" altLang="en-US" baseline="-25000" dirty="0" smtClean="0">
                <a:latin typeface="Times New Roman" pitchFamily="18" charset="0"/>
                <a:cs typeface="Arial" charset="0"/>
              </a:rPr>
              <a:t>0</a:t>
            </a:r>
            <a:r>
              <a:rPr lang="en-US" altLang="en-US" i="1" dirty="0" smtClean="0">
                <a:latin typeface="Times New Roman" pitchFamily="18" charset="0"/>
                <a:cs typeface="Arial" charset="0"/>
              </a:rPr>
              <a:t> </a:t>
            </a:r>
            <a:r>
              <a:rPr lang="en-US" altLang="en-US" dirty="0" smtClean="0">
                <a:latin typeface="Times New Roman" pitchFamily="18" charset="0"/>
                <a:cs typeface="Arial" charset="0"/>
              </a:rPr>
              <a:t>–</a:t>
            </a:r>
            <a:r>
              <a:rPr lang="en-US" altLang="en-US" i="1" dirty="0" smtClean="0">
                <a:latin typeface="Times New Roman" pitchFamily="18" charset="0"/>
                <a:cs typeface="Arial" charset="0"/>
              </a:rPr>
              <a:t> K</a:t>
            </a:r>
            <a:r>
              <a:rPr lang="en-US" altLang="en-US" dirty="0" smtClean="0">
                <a:latin typeface="Times New Roman" pitchFamily="18" charset="0"/>
                <a:cs typeface="Arial" charset="0"/>
              </a:rPr>
              <a:t>)</a:t>
            </a:r>
            <a:r>
              <a:rPr lang="en-US" altLang="en-US" i="1" dirty="0" smtClean="0">
                <a:latin typeface="Times New Roman" pitchFamily="18" charset="0"/>
                <a:cs typeface="Arial" charset="0"/>
              </a:rPr>
              <a:t>e</a:t>
            </a:r>
            <a:r>
              <a:rPr lang="en-US" altLang="en-US" i="1" baseline="30000" dirty="0" smtClean="0">
                <a:latin typeface="Times New Roman" pitchFamily="18" charset="0"/>
                <a:cs typeface="Arial" charset="0"/>
              </a:rPr>
              <a:t>−</a:t>
            </a:r>
            <a:r>
              <a:rPr lang="en-US" altLang="en-US" i="1" baseline="30000" dirty="0" err="1" smtClean="0">
                <a:latin typeface="Times New Roman" pitchFamily="18" charset="0"/>
                <a:cs typeface="Arial" charset="0"/>
              </a:rPr>
              <a:t>rT</a:t>
            </a:r>
            <a:endParaRPr lang="en-US" altLang="en-US" i="1" baseline="30000" dirty="0" smtClean="0">
              <a:latin typeface="Arial" charset="0"/>
              <a:cs typeface="Arial" charset="0"/>
            </a:endParaRPr>
          </a:p>
          <a:p>
            <a:pPr eaLnBrk="1" hangingPunct="1">
              <a:buFont typeface="Wingdings 2" pitchFamily="18" charset="2"/>
              <a:buNone/>
            </a:pPr>
            <a:endParaRPr lang="en-US" altLang="en-US" i="1" baseline="30000" dirty="0" smtClean="0">
              <a:latin typeface="Arial" charset="0"/>
              <a:cs typeface="Arial" charset="0"/>
            </a:endParaRPr>
          </a:p>
          <a:p>
            <a:pPr eaLnBrk="1" hangingPunct="1">
              <a:buFont typeface="Wingdings 2" pitchFamily="18" charset="2"/>
              <a:buNone/>
            </a:pPr>
            <a:r>
              <a:rPr lang="en-US" altLang="en-US" i="1" baseline="30000" dirty="0" smtClean="0">
                <a:latin typeface="Arial" charset="0"/>
                <a:cs typeface="Arial" charset="0"/>
              </a:rPr>
              <a:t>		</a:t>
            </a:r>
            <a:r>
              <a:rPr lang="en-US" altLang="en-US" i="1" dirty="0" smtClean="0">
                <a:latin typeface="Times New Roman" pitchFamily="18" charset="0"/>
                <a:cs typeface="Arial" charset="0"/>
              </a:rPr>
              <a:t>p &gt; </a:t>
            </a:r>
            <a:r>
              <a:rPr lang="en-US" altLang="en-US" dirty="0" smtClean="0">
                <a:latin typeface="Times New Roman" pitchFamily="18" charset="0"/>
                <a:cs typeface="Arial" charset="0"/>
              </a:rPr>
              <a:t>(</a:t>
            </a:r>
            <a:r>
              <a:rPr lang="en-US" altLang="en-US" i="1" dirty="0" smtClean="0">
                <a:latin typeface="Times New Roman" pitchFamily="18" charset="0"/>
                <a:cs typeface="Arial" charset="0"/>
              </a:rPr>
              <a:t>F</a:t>
            </a:r>
            <a:r>
              <a:rPr lang="en-US" altLang="en-US" baseline="-25000" dirty="0" smtClean="0">
                <a:latin typeface="Times New Roman" pitchFamily="18" charset="0"/>
                <a:cs typeface="Arial" charset="0"/>
              </a:rPr>
              <a:t>0</a:t>
            </a:r>
            <a:r>
              <a:rPr lang="en-US" altLang="en-US" i="1" dirty="0" smtClean="0">
                <a:latin typeface="Times New Roman" pitchFamily="18" charset="0"/>
                <a:cs typeface="Arial" charset="0"/>
              </a:rPr>
              <a:t> </a:t>
            </a:r>
            <a:r>
              <a:rPr lang="en-US" altLang="en-US" dirty="0" smtClean="0">
                <a:latin typeface="Times New Roman" pitchFamily="18" charset="0"/>
                <a:cs typeface="Arial" charset="0"/>
              </a:rPr>
              <a:t>–</a:t>
            </a:r>
            <a:r>
              <a:rPr lang="en-US" altLang="en-US" i="1" dirty="0" smtClean="0">
                <a:latin typeface="Times New Roman" pitchFamily="18" charset="0"/>
                <a:cs typeface="Arial" charset="0"/>
              </a:rPr>
              <a:t> K</a:t>
            </a:r>
            <a:r>
              <a:rPr lang="en-US" altLang="en-US" dirty="0" smtClean="0">
                <a:latin typeface="Times New Roman" pitchFamily="18" charset="0"/>
                <a:cs typeface="Arial" charset="0"/>
              </a:rPr>
              <a:t>)</a:t>
            </a:r>
            <a:r>
              <a:rPr lang="en-US" altLang="en-US" i="1" dirty="0" smtClean="0">
                <a:latin typeface="Times New Roman" pitchFamily="18" charset="0"/>
                <a:cs typeface="Arial" charset="0"/>
              </a:rPr>
              <a:t>e</a:t>
            </a:r>
            <a:r>
              <a:rPr lang="en-US" altLang="en-US" i="1" baseline="30000" dirty="0" smtClean="0">
                <a:latin typeface="Times New Roman" pitchFamily="18" charset="0"/>
                <a:cs typeface="Arial" charset="0"/>
              </a:rPr>
              <a:t>−</a:t>
            </a:r>
            <a:r>
              <a:rPr lang="en-US" altLang="en-US" i="1" baseline="30000" dirty="0" err="1" smtClean="0">
                <a:latin typeface="Times New Roman" pitchFamily="18" charset="0"/>
                <a:cs typeface="Arial" charset="0"/>
              </a:rPr>
              <a:t>rT</a:t>
            </a:r>
            <a:endParaRPr lang="en-US" altLang="en-US" dirty="0" smtClean="0">
              <a:latin typeface="Arial" charset="0"/>
              <a:cs typeface="Arial" charset="0"/>
            </a:endParaRPr>
          </a:p>
        </p:txBody>
      </p:sp>
      <p:sp>
        <p:nvSpPr>
          <p:cNvPr id="1843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1843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DFB01BE7-340C-4223-93D5-C64BCDECBCBD}" type="slidenum">
              <a:rPr lang="en-US" altLang="en-US" sz="1400" smtClean="0">
                <a:latin typeface="Arial" charset="0"/>
              </a:rPr>
              <a:pPr eaLnBrk="1" hangingPunct="1">
                <a:spcBef>
                  <a:spcPct val="0"/>
                </a:spcBef>
                <a:buFontTx/>
                <a:buNone/>
              </a:pPr>
              <a:t>12</a:t>
            </a:fld>
            <a:endParaRPr lang="en-US" altLang="en-US" sz="1400" smtClean="0">
              <a:latin typeface="Arial"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a:xfrm>
            <a:off x="762000" y="914400"/>
            <a:ext cx="7242175" cy="914400"/>
          </a:xfrm>
        </p:spPr>
        <p:txBody>
          <a:bodyPr lIns="92075" tIns="46038" rIns="92075" bIns="46038">
            <a:normAutofit fontScale="90000"/>
          </a:bodyPr>
          <a:lstStyle/>
          <a:p>
            <a:pPr eaLnBrk="1" fontAlgn="auto" hangingPunct="1">
              <a:spcAft>
                <a:spcPts val="0"/>
              </a:spcAft>
              <a:defRPr/>
            </a:pPr>
            <a:r>
              <a:rPr lang="en-US" dirty="0">
                <a:solidFill>
                  <a:schemeClr val="tx2">
                    <a:satMod val="130000"/>
                  </a:schemeClr>
                </a:solidFill>
              </a:rPr>
              <a:t>Growth Rates For Futures Prices</a:t>
            </a:r>
          </a:p>
        </p:txBody>
      </p:sp>
      <p:sp>
        <p:nvSpPr>
          <p:cNvPr id="150531" name="Rectangle 3"/>
          <p:cNvSpPr>
            <a:spLocks noGrp="1" noChangeArrowheads="1"/>
          </p:cNvSpPr>
          <p:nvPr>
            <p:ph idx="1"/>
          </p:nvPr>
        </p:nvSpPr>
        <p:spPr>
          <a:xfrm>
            <a:off x="685800" y="1981200"/>
            <a:ext cx="7145338" cy="3175000"/>
          </a:xfrm>
        </p:spPr>
        <p:txBody>
          <a:bodyPr lIns="92075" tIns="46038" rIns="92075" bIns="46038">
            <a:normAutofit lnSpcReduction="10000"/>
          </a:bodyPr>
          <a:lstStyle/>
          <a:p>
            <a:pPr marL="365760" indent="-283464" eaLnBrk="1" fontAlgn="auto" hangingPunct="1">
              <a:lnSpc>
                <a:spcPct val="90000"/>
              </a:lnSpc>
              <a:spcAft>
                <a:spcPts val="0"/>
              </a:spcAft>
              <a:buFont typeface="Wingdings 2"/>
              <a:buChar char=""/>
              <a:defRPr/>
            </a:pPr>
            <a:r>
              <a:rPr lang="en-US" dirty="0"/>
              <a:t>A futures contract requires no initial investment</a:t>
            </a:r>
          </a:p>
          <a:p>
            <a:pPr marL="365760" indent="-283464" eaLnBrk="1" fontAlgn="auto" hangingPunct="1">
              <a:lnSpc>
                <a:spcPct val="90000"/>
              </a:lnSpc>
              <a:spcAft>
                <a:spcPts val="0"/>
              </a:spcAft>
              <a:buFont typeface="Wingdings 2"/>
              <a:buChar char=""/>
              <a:defRPr/>
            </a:pPr>
            <a:r>
              <a:rPr lang="en-US" dirty="0"/>
              <a:t>In a risk-neutral world the expected return  should </a:t>
            </a:r>
            <a:r>
              <a:rPr lang="en-US" dirty="0" smtClean="0"/>
              <a:t>be </a:t>
            </a:r>
            <a:r>
              <a:rPr lang="en-US" dirty="0"/>
              <a:t>zero</a:t>
            </a:r>
          </a:p>
          <a:p>
            <a:pPr marL="365760" indent="-283464" eaLnBrk="1" fontAlgn="auto" hangingPunct="1">
              <a:lnSpc>
                <a:spcPct val="90000"/>
              </a:lnSpc>
              <a:spcAft>
                <a:spcPts val="0"/>
              </a:spcAft>
              <a:buFont typeface="Wingdings 2"/>
              <a:buChar char=""/>
              <a:defRPr/>
            </a:pPr>
            <a:r>
              <a:rPr lang="en-US" dirty="0"/>
              <a:t>The expected growth rate of the futures price is therefore</a:t>
            </a:r>
            <a:r>
              <a:rPr lang="en-US" dirty="0">
                <a:latin typeface="Symbol" pitchFamily="18" charset="2"/>
              </a:rPr>
              <a:t> </a:t>
            </a:r>
            <a:r>
              <a:rPr lang="en-US" dirty="0"/>
              <a:t>zero</a:t>
            </a:r>
          </a:p>
          <a:p>
            <a:pPr marL="365760" indent="-283464" eaLnBrk="1" fontAlgn="auto" hangingPunct="1">
              <a:lnSpc>
                <a:spcPct val="90000"/>
              </a:lnSpc>
              <a:spcAft>
                <a:spcPts val="0"/>
              </a:spcAft>
              <a:buFont typeface="Wingdings 2"/>
              <a:buChar char=""/>
              <a:defRPr/>
            </a:pPr>
            <a:r>
              <a:rPr lang="en-US" dirty="0"/>
              <a:t>The futures price can therefore be treated like a stock paying a dividend yield of </a:t>
            </a:r>
            <a:r>
              <a:rPr lang="en-US" i="1" dirty="0">
                <a:latin typeface="Times New Roman" pitchFamily="18" charset="0"/>
              </a:rPr>
              <a:t>r</a:t>
            </a:r>
          </a:p>
        </p:txBody>
      </p:sp>
      <p:sp>
        <p:nvSpPr>
          <p:cNvPr id="2765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2765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D5000D2E-8BF4-417F-8550-D121BC44FE66}" type="slidenum">
              <a:rPr lang="en-US" altLang="en-US" sz="1400" smtClean="0">
                <a:latin typeface="Arial" charset="0"/>
              </a:rPr>
              <a:pPr eaLnBrk="1" hangingPunct="1">
                <a:spcBef>
                  <a:spcPct val="0"/>
                </a:spcBef>
                <a:buFontTx/>
                <a:buNone/>
              </a:pPr>
              <a:t>13</a:t>
            </a:fld>
            <a:endParaRPr lang="en-US" altLang="en-US" sz="1400" smtClean="0">
              <a:latin typeface="Arial" charset="0"/>
            </a:endParaRP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a:xfrm>
            <a:off x="457200" y="1219200"/>
            <a:ext cx="8099425" cy="533400"/>
          </a:xfrm>
        </p:spPr>
        <p:txBody>
          <a:bodyPr lIns="92075" tIns="46038" rIns="92075" bIns="46038">
            <a:normAutofit fontScale="90000"/>
          </a:bodyPr>
          <a:lstStyle/>
          <a:p>
            <a:pPr eaLnBrk="1" fontAlgn="auto" hangingPunct="1">
              <a:spcAft>
                <a:spcPts val="0"/>
              </a:spcAft>
              <a:defRPr/>
            </a:pPr>
            <a:r>
              <a:rPr lang="en-US" dirty="0">
                <a:solidFill>
                  <a:schemeClr val="tx2">
                    <a:satMod val="130000"/>
                  </a:schemeClr>
                </a:solidFill>
              </a:rPr>
              <a:t>Valuing  European Futures </a:t>
            </a:r>
            <a:r>
              <a:rPr lang="en-US" dirty="0" smtClean="0">
                <a:solidFill>
                  <a:schemeClr val="tx2">
                    <a:satMod val="130000"/>
                  </a:schemeClr>
                </a:solidFill>
              </a:rPr>
              <a:t>Options</a:t>
            </a:r>
            <a:br>
              <a:rPr lang="en-US" dirty="0" smtClean="0">
                <a:solidFill>
                  <a:schemeClr val="tx2">
                    <a:satMod val="130000"/>
                  </a:schemeClr>
                </a:solidFill>
              </a:rPr>
            </a:br>
            <a:endParaRPr lang="en-US" dirty="0">
              <a:solidFill>
                <a:schemeClr val="tx2">
                  <a:satMod val="130000"/>
                </a:schemeClr>
              </a:solidFill>
            </a:endParaRPr>
          </a:p>
        </p:txBody>
      </p:sp>
      <p:sp>
        <p:nvSpPr>
          <p:cNvPr id="28675" name="Rectangle 3"/>
          <p:cNvSpPr>
            <a:spLocks noGrp="1" noChangeArrowheads="1"/>
          </p:cNvSpPr>
          <p:nvPr>
            <p:ph idx="1"/>
          </p:nvPr>
        </p:nvSpPr>
        <p:spPr>
          <a:xfrm>
            <a:off x="1143000" y="1819275"/>
            <a:ext cx="7283450" cy="4117975"/>
          </a:xfrm>
        </p:spPr>
        <p:txBody>
          <a:bodyPr lIns="92075" tIns="46038" rIns="92075" bIns="46038"/>
          <a:lstStyle/>
          <a:p>
            <a:pPr eaLnBrk="1" hangingPunct="1"/>
            <a:r>
              <a:rPr lang="en-US" altLang="en-US" smtClean="0">
                <a:latin typeface="Arial" charset="0"/>
                <a:cs typeface="Arial" charset="0"/>
              </a:rPr>
              <a:t>We can use  the formula for an option on a stock paying  a dividend yield</a:t>
            </a:r>
          </a:p>
          <a:p>
            <a:pPr lvl="1" eaLnBrk="1" hangingPunct="1"/>
            <a:r>
              <a:rPr lang="en-US" altLang="en-US" i="1" smtClean="0">
                <a:latin typeface="Times New Roman" pitchFamily="18" charset="0"/>
                <a:cs typeface="Arial" charset="0"/>
              </a:rPr>
              <a:t>S</a:t>
            </a:r>
            <a:r>
              <a:rPr lang="en-US" altLang="en-US" baseline="-25000" smtClean="0">
                <a:latin typeface="Times New Roman" pitchFamily="18" charset="0"/>
                <a:cs typeface="Arial" charset="0"/>
              </a:rPr>
              <a:t>0</a:t>
            </a:r>
            <a:r>
              <a:rPr lang="en-US" altLang="en-US" smtClean="0">
                <a:latin typeface="Arial" charset="0"/>
                <a:cs typeface="Arial" charset="0"/>
              </a:rPr>
              <a:t>  =  current futures price, </a:t>
            </a:r>
            <a:r>
              <a:rPr lang="en-US" altLang="en-US" i="1" smtClean="0">
                <a:latin typeface="Times New Roman" pitchFamily="18" charset="0"/>
                <a:cs typeface="Arial" charset="0"/>
              </a:rPr>
              <a:t>F</a:t>
            </a:r>
            <a:r>
              <a:rPr lang="en-US" altLang="en-US" baseline="-25000" smtClean="0">
                <a:latin typeface="Times New Roman" pitchFamily="18" charset="0"/>
                <a:cs typeface="Arial" charset="0"/>
              </a:rPr>
              <a:t>0</a:t>
            </a:r>
            <a:endParaRPr lang="en-US" altLang="en-US" smtClean="0">
              <a:latin typeface="Arial" charset="0"/>
              <a:cs typeface="Arial" charset="0"/>
            </a:endParaRPr>
          </a:p>
          <a:p>
            <a:pPr lvl="1" eaLnBrk="1" hangingPunct="1"/>
            <a:r>
              <a:rPr lang="en-US" altLang="en-US" i="1" smtClean="0">
                <a:latin typeface="Times New Roman" pitchFamily="18" charset="0"/>
                <a:cs typeface="Arial" charset="0"/>
              </a:rPr>
              <a:t>q</a:t>
            </a:r>
            <a:r>
              <a:rPr lang="en-US" altLang="en-US" i="1" smtClean="0">
                <a:latin typeface="Arial" charset="0"/>
                <a:cs typeface="Arial" charset="0"/>
              </a:rPr>
              <a:t> </a:t>
            </a:r>
            <a:r>
              <a:rPr lang="en-US" altLang="en-US" smtClean="0">
                <a:latin typeface="Arial" charset="0"/>
                <a:cs typeface="Arial" charset="0"/>
              </a:rPr>
              <a:t> =  domestic risk-free rate, </a:t>
            </a:r>
            <a:r>
              <a:rPr lang="en-US" altLang="en-US" i="1" smtClean="0">
                <a:latin typeface="Times New Roman" pitchFamily="18" charset="0"/>
                <a:cs typeface="Arial" charset="0"/>
              </a:rPr>
              <a:t>r</a:t>
            </a:r>
            <a:r>
              <a:rPr lang="en-US" altLang="en-US" smtClean="0">
                <a:latin typeface="Arial" charset="0"/>
                <a:cs typeface="Arial" charset="0"/>
              </a:rPr>
              <a:t> </a:t>
            </a:r>
          </a:p>
          <a:p>
            <a:pPr eaLnBrk="1" hangingPunct="1"/>
            <a:r>
              <a:rPr lang="en-US" altLang="en-US" smtClean="0">
                <a:latin typeface="Arial" charset="0"/>
                <a:cs typeface="Arial" charset="0"/>
              </a:rPr>
              <a:t>Setting </a:t>
            </a:r>
            <a:r>
              <a:rPr lang="en-US" altLang="en-US" i="1" smtClean="0">
                <a:latin typeface="Times New Roman" pitchFamily="18" charset="0"/>
                <a:cs typeface="Arial" charset="0"/>
              </a:rPr>
              <a:t>q</a:t>
            </a:r>
            <a:r>
              <a:rPr lang="en-US" altLang="en-US" smtClean="0">
                <a:latin typeface="Times New Roman" pitchFamily="18" charset="0"/>
                <a:cs typeface="Arial" charset="0"/>
              </a:rPr>
              <a:t>  = </a:t>
            </a:r>
            <a:r>
              <a:rPr lang="en-US" altLang="en-US" i="1" smtClean="0">
                <a:latin typeface="Times New Roman" pitchFamily="18" charset="0"/>
                <a:cs typeface="Arial" charset="0"/>
              </a:rPr>
              <a:t>r</a:t>
            </a:r>
            <a:r>
              <a:rPr lang="en-US" altLang="en-US" i="1" smtClean="0">
                <a:latin typeface="Arial" charset="0"/>
                <a:cs typeface="Arial" charset="0"/>
              </a:rPr>
              <a:t>  </a:t>
            </a:r>
            <a:r>
              <a:rPr lang="en-US" altLang="en-US" smtClean="0">
                <a:latin typeface="Arial" charset="0"/>
                <a:cs typeface="Arial" charset="0"/>
              </a:rPr>
              <a:t>ensures that the expected growth of </a:t>
            </a:r>
            <a:r>
              <a:rPr lang="en-US" altLang="en-US" i="1" smtClean="0">
                <a:latin typeface="Times New Roman" pitchFamily="18" charset="0"/>
                <a:cs typeface="Arial" charset="0"/>
              </a:rPr>
              <a:t>F</a:t>
            </a:r>
            <a:r>
              <a:rPr lang="en-US" altLang="en-US" smtClean="0">
                <a:latin typeface="Arial" charset="0"/>
                <a:cs typeface="Arial" charset="0"/>
              </a:rPr>
              <a:t>  in a risk-neutral world is zero</a:t>
            </a:r>
          </a:p>
          <a:p>
            <a:pPr eaLnBrk="1" hangingPunct="1"/>
            <a:r>
              <a:rPr lang="en-US" altLang="en-US" smtClean="0">
                <a:latin typeface="Arial" charset="0"/>
                <a:cs typeface="Arial" charset="0"/>
              </a:rPr>
              <a:t>The result is referred to as Black’s model because it was first suggested in a paper by Fischer Black in 1976</a:t>
            </a:r>
          </a:p>
        </p:txBody>
      </p:sp>
      <p:sp>
        <p:nvSpPr>
          <p:cNvPr id="2867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2867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9F5BF591-F00E-4B2A-8034-DF9BEF6108C3}" type="slidenum">
              <a:rPr lang="en-US" altLang="en-US" sz="1400" smtClean="0">
                <a:latin typeface="Arial" charset="0"/>
              </a:rPr>
              <a:pPr eaLnBrk="1" hangingPunct="1">
                <a:spcBef>
                  <a:spcPct val="0"/>
                </a:spcBef>
                <a:buFontTx/>
                <a:buNone/>
              </a:pPr>
              <a:t>14</a:t>
            </a:fld>
            <a:endParaRPr lang="en-US" altLang="en-US" sz="1400" smtClean="0">
              <a:latin typeface="Arial" charset="0"/>
            </a:endParaRP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a:xfrm>
            <a:off x="304800" y="990600"/>
            <a:ext cx="8153400" cy="762000"/>
          </a:xfrm>
        </p:spPr>
        <p:txBody>
          <a:bodyPr lIns="92075" tIns="46038" rIns="92075" bIns="46038"/>
          <a:lstStyle/>
          <a:p>
            <a:pPr eaLnBrk="1" fontAlgn="auto" hangingPunct="1">
              <a:spcAft>
                <a:spcPts val="0"/>
              </a:spcAft>
              <a:defRPr/>
            </a:pPr>
            <a:r>
              <a:rPr lang="en-US" dirty="0" smtClean="0">
                <a:solidFill>
                  <a:schemeClr val="tx2">
                    <a:satMod val="130000"/>
                  </a:schemeClr>
                </a:solidFill>
              </a:rPr>
              <a:t>Black’s Model </a:t>
            </a:r>
            <a:r>
              <a:rPr lang="en-US" sz="2200" dirty="0" smtClean="0">
                <a:solidFill>
                  <a:schemeClr val="tx2">
                    <a:satMod val="130000"/>
                  </a:schemeClr>
                </a:solidFill>
              </a:rPr>
              <a:t>(</a:t>
            </a:r>
            <a:r>
              <a:rPr lang="en-US" sz="2200" dirty="0">
                <a:solidFill>
                  <a:schemeClr val="tx2">
                    <a:satMod val="130000"/>
                  </a:schemeClr>
                </a:solidFill>
              </a:rPr>
              <a:t>Equations </a:t>
            </a:r>
            <a:r>
              <a:rPr lang="en-US" sz="2200" dirty="0" smtClean="0">
                <a:solidFill>
                  <a:schemeClr val="tx2">
                    <a:satMod val="130000"/>
                  </a:schemeClr>
                </a:solidFill>
              </a:rPr>
              <a:t>18.7 </a:t>
            </a:r>
            <a:r>
              <a:rPr lang="en-US" sz="2200" dirty="0">
                <a:solidFill>
                  <a:schemeClr val="tx2">
                    <a:satMod val="130000"/>
                  </a:schemeClr>
                </a:solidFill>
              </a:rPr>
              <a:t>and </a:t>
            </a:r>
            <a:r>
              <a:rPr lang="en-US" sz="2200" dirty="0" smtClean="0">
                <a:solidFill>
                  <a:schemeClr val="tx2">
                    <a:satMod val="130000"/>
                  </a:schemeClr>
                </a:solidFill>
              </a:rPr>
              <a:t>18.8)</a:t>
            </a:r>
            <a:endParaRPr lang="en-US" dirty="0">
              <a:solidFill>
                <a:schemeClr val="tx2">
                  <a:satMod val="130000"/>
                </a:schemeClr>
              </a:solidFill>
            </a:endParaRPr>
          </a:p>
        </p:txBody>
      </p:sp>
      <p:sp>
        <p:nvSpPr>
          <p:cNvPr id="29699"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2970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815D78F5-FCAB-47B4-8401-836D243B99A6}" type="slidenum">
              <a:rPr lang="en-US" altLang="en-US" sz="1400" smtClean="0">
                <a:latin typeface="Arial" charset="0"/>
              </a:rPr>
              <a:pPr eaLnBrk="1" hangingPunct="1">
                <a:spcBef>
                  <a:spcPct val="0"/>
                </a:spcBef>
                <a:buFontTx/>
                <a:buNone/>
              </a:pPr>
              <a:t>15</a:t>
            </a:fld>
            <a:endParaRPr lang="en-US" altLang="en-US" sz="1400" smtClean="0">
              <a:latin typeface="Arial" charset="0"/>
            </a:endParaRPr>
          </a:p>
        </p:txBody>
      </p:sp>
      <p:graphicFrame>
        <p:nvGraphicFramePr>
          <p:cNvPr id="29701" name="Object 4"/>
          <p:cNvGraphicFramePr>
            <a:graphicFrameLocks/>
          </p:cNvGraphicFramePr>
          <p:nvPr/>
        </p:nvGraphicFramePr>
        <p:xfrm>
          <a:off x="1371600" y="2362200"/>
          <a:ext cx="6019800" cy="3352800"/>
        </p:xfrm>
        <a:graphic>
          <a:graphicData uri="http://schemas.openxmlformats.org/presentationml/2006/ole">
            <mc:AlternateContent xmlns:mc="http://schemas.openxmlformats.org/markup-compatibility/2006">
              <mc:Choice xmlns:v="urn:schemas-microsoft-com:vml" Requires="v">
                <p:oleObj spid="_x0000_s29707" name="Equation" r:id="rId6" imgW="2679700" imgH="1498600" progId="Equation.3">
                  <p:embed/>
                </p:oleObj>
              </mc:Choice>
              <mc:Fallback>
                <p:oleObj name="Equation" r:id="rId6" imgW="2679700" imgH="1498600"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71600" y="2362200"/>
                        <a:ext cx="6019800"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chemeClr val="tx2">
                    <a:satMod val="130000"/>
                  </a:schemeClr>
                </a:solidFill>
              </a:rPr>
              <a:t>How Black’s Model is Used in Practice</a:t>
            </a:r>
            <a:endParaRPr lang="en-US" dirty="0">
              <a:solidFill>
                <a:schemeClr val="tx2">
                  <a:satMod val="130000"/>
                </a:schemeClr>
              </a:solidFill>
            </a:endParaRPr>
          </a:p>
        </p:txBody>
      </p:sp>
      <p:sp>
        <p:nvSpPr>
          <p:cNvPr id="30723" name="Content Placeholder 2"/>
          <p:cNvSpPr>
            <a:spLocks noGrp="1"/>
          </p:cNvSpPr>
          <p:nvPr>
            <p:ph idx="1"/>
          </p:nvPr>
        </p:nvSpPr>
        <p:spPr/>
        <p:txBody>
          <a:bodyPr/>
          <a:lstStyle/>
          <a:p>
            <a:pPr eaLnBrk="1" hangingPunct="1">
              <a:buFont typeface="Wingdings 2" pitchFamily="18" charset="2"/>
              <a:buNone/>
            </a:pPr>
            <a:endParaRPr lang="en-US" altLang="en-US" dirty="0" smtClean="0">
              <a:latin typeface="Arial" charset="0"/>
              <a:cs typeface="Arial" charset="0"/>
            </a:endParaRPr>
          </a:p>
          <a:p>
            <a:pPr eaLnBrk="1" hangingPunct="1">
              <a:buFontTx/>
              <a:buChar char="•"/>
            </a:pPr>
            <a:r>
              <a:rPr lang="en-US" altLang="en-US" dirty="0" smtClean="0">
                <a:latin typeface="Arial" charset="0"/>
                <a:cs typeface="Arial" charset="0"/>
              </a:rPr>
              <a:t>Black’s model is frequently used to value  European options on the spot price of an asset</a:t>
            </a:r>
          </a:p>
          <a:p>
            <a:pPr eaLnBrk="1" hangingPunct="1">
              <a:buFontTx/>
              <a:buChar char="•"/>
            </a:pPr>
            <a:r>
              <a:rPr lang="en-US" altLang="en-US" dirty="0" smtClean="0">
                <a:latin typeface="Arial" charset="0"/>
                <a:cs typeface="Arial" charset="0"/>
              </a:rPr>
              <a:t>This avoids the need to estimate income on the asset </a:t>
            </a:r>
          </a:p>
        </p:txBody>
      </p:sp>
      <p:sp>
        <p:nvSpPr>
          <p:cNvPr id="3072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3072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393A0D9C-E74E-4E40-AA59-C9CE16F37C47}" type="slidenum">
              <a:rPr lang="en-US" altLang="en-US" sz="1400" smtClean="0">
                <a:latin typeface="Arial" charset="0"/>
              </a:rPr>
              <a:pPr eaLnBrk="1" hangingPunct="1">
                <a:spcBef>
                  <a:spcPct val="0"/>
                </a:spcBef>
                <a:buFontTx/>
                <a:buNone/>
              </a:pPr>
              <a:t>16</a:t>
            </a:fld>
            <a:endParaRPr lang="en-US" altLang="en-US" sz="1400" smtClean="0">
              <a:latin typeface="Arial"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eaLnBrk="1" fontAlgn="auto" hangingPunct="1">
              <a:spcAft>
                <a:spcPts val="0"/>
              </a:spcAft>
              <a:defRPr/>
            </a:pPr>
            <a:r>
              <a:rPr lang="en-US" sz="4000" dirty="0" smtClean="0">
                <a:solidFill>
                  <a:schemeClr val="tx2">
                    <a:satMod val="130000"/>
                  </a:schemeClr>
                </a:solidFill>
              </a:rPr>
              <a:t>Using Black’s Model Instead of Black-Scholes-Merton </a:t>
            </a:r>
            <a:r>
              <a:rPr lang="en-US" sz="2000" dirty="0" smtClean="0">
                <a:solidFill>
                  <a:schemeClr val="tx2">
                    <a:satMod val="130000"/>
                  </a:schemeClr>
                </a:solidFill>
              </a:rPr>
              <a:t>(Example 18.7)</a:t>
            </a:r>
            <a:endParaRPr lang="en-US" sz="2000" dirty="0">
              <a:solidFill>
                <a:schemeClr val="tx2">
                  <a:satMod val="130000"/>
                </a:schemeClr>
              </a:solidFill>
            </a:endParaRPr>
          </a:p>
        </p:txBody>
      </p:sp>
      <p:sp>
        <p:nvSpPr>
          <p:cNvPr id="6" name="Content Placeholder 5"/>
          <p:cNvSpPr>
            <a:spLocks noGrp="1"/>
          </p:cNvSpPr>
          <p:nvPr>
            <p:ph idx="1"/>
          </p:nvPr>
        </p:nvSpPr>
        <p:spPr>
          <a:xfrm>
            <a:off x="685800" y="2286000"/>
            <a:ext cx="7772400" cy="4114800"/>
          </a:xfrm>
        </p:spPr>
        <p:txBody>
          <a:bodyPr/>
          <a:lstStyle/>
          <a:p>
            <a:pPr eaLnBrk="1" hangingPunct="1">
              <a:defRPr/>
            </a:pPr>
            <a:r>
              <a:rPr lang="en-US" sz="2400" dirty="0" smtClean="0"/>
              <a:t>Consider a 6-month European call option on spot gold</a:t>
            </a:r>
          </a:p>
          <a:p>
            <a:pPr eaLnBrk="1" hangingPunct="1">
              <a:defRPr/>
            </a:pPr>
            <a:r>
              <a:rPr lang="en-US" sz="2400" dirty="0" smtClean="0"/>
              <a:t>6-month futures price is 1,240, 6-month risk-free rate is 5%, strike price is 1,200, and volatility of futures price is 20%</a:t>
            </a:r>
          </a:p>
          <a:p>
            <a:pPr eaLnBrk="1" hangingPunct="1">
              <a:defRPr/>
            </a:pPr>
            <a:r>
              <a:rPr lang="en-US" sz="2400" dirty="0" smtClean="0"/>
              <a:t>Value of option is given by Black’s model with </a:t>
            </a:r>
            <a:r>
              <a:rPr lang="en-US" sz="2400" i="1" dirty="0" smtClean="0">
                <a:latin typeface="+mj-lt"/>
              </a:rPr>
              <a:t>F</a:t>
            </a:r>
            <a:r>
              <a:rPr lang="en-US" sz="2400" baseline="-25000" dirty="0" smtClean="0"/>
              <a:t>0 </a:t>
            </a:r>
            <a:r>
              <a:rPr lang="en-US" sz="2400" dirty="0" smtClean="0"/>
              <a:t>= 1,240, </a:t>
            </a:r>
            <a:r>
              <a:rPr lang="en-US" sz="2400" i="1" dirty="0" smtClean="0">
                <a:latin typeface="+mj-lt"/>
              </a:rPr>
              <a:t>K</a:t>
            </a:r>
            <a:r>
              <a:rPr lang="en-US" sz="2400" dirty="0" smtClean="0"/>
              <a:t>=1,200, </a:t>
            </a:r>
            <a:r>
              <a:rPr lang="en-US" sz="2400" i="1" dirty="0" smtClean="0">
                <a:latin typeface="+mj-lt"/>
              </a:rPr>
              <a:t>r</a:t>
            </a:r>
            <a:r>
              <a:rPr lang="en-US" sz="2400" i="1" dirty="0" smtClean="0"/>
              <a:t> </a:t>
            </a:r>
            <a:r>
              <a:rPr lang="en-US" sz="2400" dirty="0" smtClean="0"/>
              <a:t>= 0.05, </a:t>
            </a:r>
            <a:r>
              <a:rPr lang="en-US" sz="2400" i="1" dirty="0" smtClean="0">
                <a:latin typeface="+mj-lt"/>
              </a:rPr>
              <a:t>T</a:t>
            </a:r>
            <a:r>
              <a:rPr lang="en-US" sz="2400" dirty="0" smtClean="0"/>
              <a:t>=0.5, and </a:t>
            </a:r>
            <a:r>
              <a:rPr lang="en-US" sz="2400" dirty="0" smtClean="0">
                <a:latin typeface="Symbol" pitchFamily="18" charset="2"/>
              </a:rPr>
              <a:t>s </a:t>
            </a:r>
            <a:r>
              <a:rPr lang="en-US" sz="2400" dirty="0" smtClean="0"/>
              <a:t>= 0.2</a:t>
            </a:r>
          </a:p>
          <a:p>
            <a:pPr eaLnBrk="1" hangingPunct="1">
              <a:defRPr/>
            </a:pPr>
            <a:r>
              <a:rPr lang="en-US" sz="2400" dirty="0" smtClean="0"/>
              <a:t>It is 88.37</a:t>
            </a:r>
          </a:p>
          <a:p>
            <a:pPr eaLnBrk="1" hangingPunct="1">
              <a:buFontTx/>
              <a:buNone/>
              <a:defRPr/>
            </a:pPr>
            <a:endParaRPr lang="en-US" dirty="0"/>
          </a:p>
        </p:txBody>
      </p:sp>
      <p:sp>
        <p:nvSpPr>
          <p:cNvPr id="3174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3174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E8A223ED-D3FB-4501-8108-AF11DCA540E3}" type="slidenum">
              <a:rPr lang="en-US" altLang="en-US" sz="1400" smtClean="0">
                <a:latin typeface="Arial" charset="0"/>
              </a:rPr>
              <a:pPr eaLnBrk="1" hangingPunct="1">
                <a:spcBef>
                  <a:spcPct val="0"/>
                </a:spcBef>
                <a:buFontTx/>
                <a:buNone/>
              </a:pPr>
              <a:t>17</a:t>
            </a:fld>
            <a:endParaRPr lang="en-US" altLang="en-US" sz="1400" smtClean="0">
              <a:latin typeface="Arial"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103" name="Rectangle 7"/>
          <p:cNvSpPr>
            <a:spLocks noGrp="1" noChangeArrowheads="1"/>
          </p:cNvSpPr>
          <p:nvPr>
            <p:ph type="title"/>
          </p:nvPr>
        </p:nvSpPr>
        <p:spPr/>
        <p:txBody>
          <a:bodyPr lIns="92075" tIns="46038" rIns="92075" bIns="46038"/>
          <a:lstStyle/>
          <a:p>
            <a:pPr eaLnBrk="1" fontAlgn="auto" hangingPunct="1">
              <a:spcAft>
                <a:spcPts val="0"/>
              </a:spcAft>
              <a:defRPr/>
            </a:pPr>
            <a:r>
              <a:rPr lang="en-US" dirty="0">
                <a:solidFill>
                  <a:schemeClr val="tx2">
                    <a:satMod val="130000"/>
                  </a:schemeClr>
                </a:solidFill>
              </a:rPr>
              <a:t>Binomial Tree </a:t>
            </a:r>
            <a:r>
              <a:rPr lang="en-US" dirty="0" smtClean="0">
                <a:solidFill>
                  <a:schemeClr val="tx2">
                    <a:satMod val="130000"/>
                  </a:schemeClr>
                </a:solidFill>
              </a:rPr>
              <a:t>Example </a:t>
            </a:r>
            <a:r>
              <a:rPr lang="en-US" sz="2400" dirty="0" smtClean="0">
                <a:solidFill>
                  <a:schemeClr val="tx2">
                    <a:satMod val="130000"/>
                  </a:schemeClr>
                </a:solidFill>
              </a:rPr>
              <a:t>(Figure 18.1)</a:t>
            </a:r>
            <a:endParaRPr lang="en-US" sz="2400" dirty="0">
              <a:solidFill>
                <a:schemeClr val="tx2">
                  <a:satMod val="130000"/>
                </a:schemeClr>
              </a:solidFill>
            </a:endParaRPr>
          </a:p>
        </p:txBody>
      </p:sp>
      <p:sp>
        <p:nvSpPr>
          <p:cNvPr id="19459" name="Rectangle 8"/>
          <p:cNvSpPr>
            <a:spLocks noGrp="1" noChangeArrowheads="1"/>
          </p:cNvSpPr>
          <p:nvPr>
            <p:ph idx="1"/>
          </p:nvPr>
        </p:nvSpPr>
        <p:spPr>
          <a:xfrm>
            <a:off x="1295400" y="1981200"/>
            <a:ext cx="7219950" cy="1219200"/>
          </a:xfrm>
        </p:spPr>
        <p:txBody>
          <a:bodyPr lIns="92075" tIns="46038" rIns="92075" bIns="46038"/>
          <a:lstStyle/>
          <a:p>
            <a:pPr eaLnBrk="1" hangingPunct="1">
              <a:buFont typeface="Wingdings" pitchFamily="2" charset="2"/>
              <a:buNone/>
            </a:pPr>
            <a:r>
              <a:rPr lang="en-US" altLang="en-US" sz="2400" smtClean="0">
                <a:latin typeface="Arial" charset="0"/>
                <a:cs typeface="Arial" charset="0"/>
              </a:rPr>
              <a:t>	A 1-month  call option on futures has a strike price of 29. </a:t>
            </a:r>
          </a:p>
        </p:txBody>
      </p:sp>
      <p:sp>
        <p:nvSpPr>
          <p:cNvPr id="1946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1946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530AAE23-8823-42AB-848C-9E043BC5CA7F}" type="slidenum">
              <a:rPr lang="en-US" altLang="en-US" sz="1400" smtClean="0">
                <a:latin typeface="Arial" charset="0"/>
              </a:rPr>
              <a:pPr eaLnBrk="1" hangingPunct="1">
                <a:spcBef>
                  <a:spcPct val="0"/>
                </a:spcBef>
                <a:buFontTx/>
                <a:buNone/>
              </a:pPr>
              <a:t>18</a:t>
            </a:fld>
            <a:endParaRPr lang="en-US" altLang="en-US" sz="1400" smtClean="0">
              <a:latin typeface="Arial" charset="0"/>
            </a:endParaRPr>
          </a:p>
        </p:txBody>
      </p:sp>
      <p:sp>
        <p:nvSpPr>
          <p:cNvPr id="19462" name="Rectangle 5"/>
          <p:cNvSpPr>
            <a:spLocks noChangeArrowheads="1"/>
          </p:cNvSpPr>
          <p:nvPr/>
        </p:nvSpPr>
        <p:spPr bwMode="auto">
          <a:xfrm>
            <a:off x="6076950" y="4784725"/>
            <a:ext cx="2809875" cy="70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spcBef>
                <a:spcPct val="0"/>
              </a:spcBef>
              <a:buFontTx/>
              <a:buNone/>
            </a:pPr>
            <a:r>
              <a:rPr lang="en-US" altLang="en-US" sz="2000">
                <a:latin typeface="Arial" charset="0"/>
              </a:rPr>
              <a:t>Futures Price = $28</a:t>
            </a:r>
          </a:p>
          <a:p>
            <a:pPr>
              <a:spcBef>
                <a:spcPct val="0"/>
              </a:spcBef>
              <a:buFontTx/>
              <a:buNone/>
            </a:pPr>
            <a:r>
              <a:rPr lang="en-US" altLang="en-US" sz="2000">
                <a:latin typeface="Arial" charset="0"/>
              </a:rPr>
              <a:t>Option Price = $0</a:t>
            </a:r>
          </a:p>
        </p:txBody>
      </p:sp>
      <p:grpSp>
        <p:nvGrpSpPr>
          <p:cNvPr id="19463" name="Group 11"/>
          <p:cNvGrpSpPr>
            <a:grpSpLocks/>
          </p:cNvGrpSpPr>
          <p:nvPr/>
        </p:nvGrpSpPr>
        <p:grpSpPr bwMode="auto">
          <a:xfrm>
            <a:off x="1676400" y="3429000"/>
            <a:ext cx="6919913" cy="1795463"/>
            <a:chOff x="381000" y="3194050"/>
            <a:chExt cx="8162925" cy="1997075"/>
          </a:xfrm>
        </p:grpSpPr>
        <p:sp>
          <p:nvSpPr>
            <p:cNvPr id="19464" name="Line 2"/>
            <p:cNvSpPr>
              <a:spLocks noChangeShapeType="1"/>
            </p:cNvSpPr>
            <p:nvPr/>
          </p:nvSpPr>
          <p:spPr bwMode="auto">
            <a:xfrm flipV="1">
              <a:off x="3338513" y="3595688"/>
              <a:ext cx="2111375" cy="815975"/>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19465" name="Line 3"/>
            <p:cNvSpPr>
              <a:spLocks noChangeShapeType="1"/>
            </p:cNvSpPr>
            <p:nvPr/>
          </p:nvSpPr>
          <p:spPr bwMode="auto">
            <a:xfrm>
              <a:off x="3338513" y="4375150"/>
              <a:ext cx="2111375" cy="815975"/>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19466" name="Rectangle 4"/>
            <p:cNvSpPr>
              <a:spLocks noChangeArrowheads="1"/>
            </p:cNvSpPr>
            <p:nvPr/>
          </p:nvSpPr>
          <p:spPr bwMode="auto">
            <a:xfrm>
              <a:off x="5657850" y="3194050"/>
              <a:ext cx="2886075" cy="787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spcBef>
                  <a:spcPct val="0"/>
                </a:spcBef>
                <a:buFontTx/>
                <a:buNone/>
              </a:pPr>
              <a:r>
                <a:rPr lang="en-US" altLang="en-US" sz="2000">
                  <a:latin typeface="Arial" charset="0"/>
                </a:rPr>
                <a:t>Futures Price = $33</a:t>
              </a:r>
            </a:p>
            <a:p>
              <a:pPr>
                <a:spcBef>
                  <a:spcPct val="0"/>
                </a:spcBef>
                <a:buFontTx/>
                <a:buNone/>
              </a:pPr>
              <a:r>
                <a:rPr lang="en-US" altLang="en-US" sz="2000">
                  <a:latin typeface="Arial" charset="0"/>
                </a:rPr>
                <a:t>Option Price = $4</a:t>
              </a:r>
            </a:p>
          </p:txBody>
        </p:sp>
        <p:sp>
          <p:nvSpPr>
            <p:cNvPr id="19467" name="Rectangle 6"/>
            <p:cNvSpPr>
              <a:spLocks noChangeArrowheads="1"/>
            </p:cNvSpPr>
            <p:nvPr/>
          </p:nvSpPr>
          <p:spPr bwMode="auto">
            <a:xfrm>
              <a:off x="381000" y="4029075"/>
              <a:ext cx="3154363" cy="787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spcBef>
                  <a:spcPct val="0"/>
                </a:spcBef>
                <a:buFontTx/>
                <a:buNone/>
              </a:pPr>
              <a:r>
                <a:rPr lang="en-US" altLang="en-US" sz="2000">
                  <a:latin typeface="Arial" charset="0"/>
                </a:rPr>
                <a:t>Futures Price = $30</a:t>
              </a:r>
            </a:p>
            <a:p>
              <a:pPr>
                <a:spcBef>
                  <a:spcPct val="0"/>
                </a:spcBef>
                <a:buFontTx/>
                <a:buNone/>
              </a:pPr>
              <a:r>
                <a:rPr lang="en-US" altLang="en-US" sz="2000">
                  <a:latin typeface="Arial" charset="0"/>
                </a:rPr>
                <a:t>Option Price = ?</a:t>
              </a:r>
            </a:p>
          </p:txBody>
        </p:sp>
      </p:gr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53" name="Rectangle 9"/>
          <p:cNvSpPr>
            <a:spLocks noGrp="1" noChangeArrowheads="1"/>
          </p:cNvSpPr>
          <p:nvPr>
            <p:ph type="title"/>
          </p:nvPr>
        </p:nvSpPr>
        <p:spPr>
          <a:xfrm>
            <a:off x="457200" y="762000"/>
            <a:ext cx="7848600" cy="971550"/>
          </a:xfrm>
        </p:spPr>
        <p:txBody>
          <a:bodyPr lIns="92075" tIns="46038" rIns="92075" bIns="46038">
            <a:normAutofit/>
          </a:bodyPr>
          <a:lstStyle/>
          <a:p>
            <a:pPr eaLnBrk="1" fontAlgn="auto" hangingPunct="1">
              <a:spcAft>
                <a:spcPts val="0"/>
              </a:spcAft>
              <a:defRPr/>
            </a:pPr>
            <a:r>
              <a:rPr lang="en-US" sz="4000" dirty="0">
                <a:solidFill>
                  <a:schemeClr val="tx2">
                    <a:satMod val="130000"/>
                  </a:schemeClr>
                </a:solidFill>
              </a:rPr>
              <a:t>Setting Up a Riskless  Portfolio</a:t>
            </a:r>
          </a:p>
        </p:txBody>
      </p:sp>
      <p:sp>
        <p:nvSpPr>
          <p:cNvPr id="20483" name="Rectangle 2"/>
          <p:cNvSpPr>
            <a:spLocks noGrp="1" noChangeArrowheads="1"/>
          </p:cNvSpPr>
          <p:nvPr>
            <p:ph idx="1"/>
          </p:nvPr>
        </p:nvSpPr>
        <p:spPr>
          <a:xfrm>
            <a:off x="1295400" y="1752600"/>
            <a:ext cx="7391400" cy="3914775"/>
          </a:xfrm>
        </p:spPr>
        <p:txBody>
          <a:bodyPr lIns="92075" tIns="46038" rIns="92075" bIns="46038"/>
          <a:lstStyle/>
          <a:p>
            <a:pPr eaLnBrk="1" hangingPunct="1">
              <a:lnSpc>
                <a:spcPct val="90000"/>
              </a:lnSpc>
            </a:pPr>
            <a:r>
              <a:rPr lang="en-US" altLang="en-US" sz="2400" smtClean="0">
                <a:latin typeface="Arial" charset="0"/>
                <a:cs typeface="Arial" charset="0"/>
              </a:rPr>
              <a:t>Consider the Portfolio:	long  </a:t>
            </a:r>
            <a:r>
              <a:rPr lang="en-US" altLang="en-US" sz="2400" smtClean="0">
                <a:latin typeface="Symbol" pitchFamily="18" charset="2"/>
                <a:cs typeface="Arial" charset="0"/>
              </a:rPr>
              <a:t>D</a:t>
            </a:r>
            <a:r>
              <a:rPr lang="en-US" altLang="en-US" sz="2400" smtClean="0">
                <a:latin typeface="Arial" charset="0"/>
                <a:cs typeface="Arial" charset="0"/>
              </a:rPr>
              <a:t> futures					short  1 call option																																								</a:t>
            </a:r>
          </a:p>
          <a:p>
            <a:pPr eaLnBrk="1" hangingPunct="1">
              <a:lnSpc>
                <a:spcPct val="90000"/>
              </a:lnSpc>
            </a:pPr>
            <a:endParaRPr lang="en-US" altLang="en-US" sz="2400" smtClean="0">
              <a:latin typeface="Arial" charset="0"/>
              <a:cs typeface="Arial" charset="0"/>
            </a:endParaRPr>
          </a:p>
          <a:p>
            <a:pPr eaLnBrk="1" hangingPunct="1">
              <a:lnSpc>
                <a:spcPct val="90000"/>
              </a:lnSpc>
            </a:pPr>
            <a:r>
              <a:rPr lang="en-US" altLang="en-US" sz="2400" smtClean="0">
                <a:latin typeface="Arial" charset="0"/>
                <a:cs typeface="Arial" charset="0"/>
              </a:rPr>
              <a:t>Portfolio is riskless when 3</a:t>
            </a:r>
            <a:r>
              <a:rPr lang="en-US" altLang="en-US" sz="2400" smtClean="0">
                <a:latin typeface="Symbol" pitchFamily="18" charset="2"/>
                <a:cs typeface="Arial" charset="0"/>
              </a:rPr>
              <a:t>D </a:t>
            </a:r>
            <a:r>
              <a:rPr lang="en-US" altLang="en-US" sz="2400" smtClean="0">
                <a:latin typeface="Arial" charset="0"/>
                <a:cs typeface="Arial" charset="0"/>
              </a:rPr>
              <a:t>− 4 = −2</a:t>
            </a:r>
            <a:r>
              <a:rPr lang="en-US" altLang="en-US" sz="2400" smtClean="0">
                <a:latin typeface="Symbol" pitchFamily="18" charset="2"/>
                <a:cs typeface="Arial" charset="0"/>
              </a:rPr>
              <a:t>D</a:t>
            </a:r>
            <a:r>
              <a:rPr lang="en-US" altLang="en-US" sz="2400" smtClean="0">
                <a:latin typeface="Arial" charset="0"/>
                <a:cs typeface="Arial" charset="0"/>
              </a:rPr>
              <a:t>  or </a:t>
            </a:r>
            <a:r>
              <a:rPr lang="en-US" altLang="en-US" sz="2400" smtClean="0">
                <a:latin typeface="Symbol" pitchFamily="18" charset="2"/>
                <a:cs typeface="Arial" charset="0"/>
              </a:rPr>
              <a:t>D</a:t>
            </a:r>
            <a:r>
              <a:rPr lang="en-US" altLang="en-US" sz="2400" smtClean="0">
                <a:latin typeface="Arial" charset="0"/>
                <a:cs typeface="Arial" charset="0"/>
              </a:rPr>
              <a:t> = 0.8</a:t>
            </a:r>
          </a:p>
        </p:txBody>
      </p:sp>
      <p:sp>
        <p:nvSpPr>
          <p:cNvPr id="2048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2048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2BE3E1CC-3AF3-4FED-895E-B1B036193FBC}" type="slidenum">
              <a:rPr lang="en-US" altLang="en-US" sz="1400" smtClean="0">
                <a:latin typeface="Arial" charset="0"/>
              </a:rPr>
              <a:pPr eaLnBrk="1" hangingPunct="1">
                <a:spcBef>
                  <a:spcPct val="0"/>
                </a:spcBef>
                <a:buFontTx/>
                <a:buNone/>
              </a:pPr>
              <a:t>19</a:t>
            </a:fld>
            <a:endParaRPr lang="en-US" altLang="en-US" sz="1400" smtClean="0">
              <a:latin typeface="Arial" charset="0"/>
            </a:endParaRPr>
          </a:p>
        </p:txBody>
      </p:sp>
      <p:grpSp>
        <p:nvGrpSpPr>
          <p:cNvPr id="20486" name="Group 3"/>
          <p:cNvGrpSpPr>
            <a:grpSpLocks/>
          </p:cNvGrpSpPr>
          <p:nvPr/>
        </p:nvGrpSpPr>
        <p:grpSpPr bwMode="auto">
          <a:xfrm>
            <a:off x="2481263" y="2803525"/>
            <a:ext cx="4029075" cy="1658938"/>
            <a:chOff x="1563" y="1766"/>
            <a:chExt cx="2538" cy="1045"/>
          </a:xfrm>
        </p:grpSpPr>
        <p:sp>
          <p:nvSpPr>
            <p:cNvPr id="20487" name="Line 4"/>
            <p:cNvSpPr>
              <a:spLocks noChangeShapeType="1"/>
            </p:cNvSpPr>
            <p:nvPr/>
          </p:nvSpPr>
          <p:spPr bwMode="auto">
            <a:xfrm>
              <a:off x="2197" y="2240"/>
              <a:ext cx="1263" cy="402"/>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0488" name="Rectangle 5"/>
            <p:cNvSpPr>
              <a:spLocks noChangeArrowheads="1"/>
            </p:cNvSpPr>
            <p:nvPr/>
          </p:nvSpPr>
          <p:spPr bwMode="auto">
            <a:xfrm>
              <a:off x="3435" y="1766"/>
              <a:ext cx="66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buFontTx/>
                <a:buNone/>
              </a:pPr>
              <a:r>
                <a:rPr lang="en-US" altLang="en-US" sz="2400">
                  <a:latin typeface="Arial" charset="0"/>
                </a:rPr>
                <a:t>3</a:t>
              </a:r>
              <a:r>
                <a:rPr lang="en-US" altLang="en-US" sz="2400">
                  <a:latin typeface="Symbol" pitchFamily="18" charset="2"/>
                </a:rPr>
                <a:t>D </a:t>
              </a:r>
              <a:r>
                <a:rPr lang="en-US" altLang="en-US" sz="2400">
                  <a:latin typeface="Arial" charset="0"/>
                </a:rPr>
                <a:t>− 4</a:t>
              </a:r>
            </a:p>
          </p:txBody>
        </p:sp>
        <p:sp>
          <p:nvSpPr>
            <p:cNvPr id="20489" name="Rectangle 6"/>
            <p:cNvSpPr>
              <a:spLocks noChangeArrowheads="1"/>
            </p:cNvSpPr>
            <p:nvPr/>
          </p:nvSpPr>
          <p:spPr bwMode="auto">
            <a:xfrm>
              <a:off x="3435" y="2520"/>
              <a:ext cx="45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buFontTx/>
                <a:buNone/>
              </a:pPr>
              <a:r>
                <a:rPr lang="en-US" altLang="en-US" sz="2400">
                  <a:latin typeface="Arial" charset="0"/>
                </a:rPr>
                <a:t>−2</a:t>
              </a:r>
              <a:r>
                <a:rPr lang="en-US" altLang="en-US" sz="2400">
                  <a:latin typeface="Symbol" pitchFamily="18" charset="2"/>
                </a:rPr>
                <a:t>D</a:t>
              </a:r>
            </a:p>
          </p:txBody>
        </p:sp>
        <p:sp>
          <p:nvSpPr>
            <p:cNvPr id="20490" name="Rectangle 7"/>
            <p:cNvSpPr>
              <a:spLocks noChangeArrowheads="1"/>
            </p:cNvSpPr>
            <p:nvPr/>
          </p:nvSpPr>
          <p:spPr bwMode="auto">
            <a:xfrm>
              <a:off x="1563" y="2136"/>
              <a:ext cx="730"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endParaRPr lang="en-US" altLang="en-US" sz="1800">
                <a:latin typeface="Arial" charset="0"/>
              </a:endParaRPr>
            </a:p>
          </p:txBody>
        </p:sp>
        <p:sp>
          <p:nvSpPr>
            <p:cNvPr id="20491" name="Line 8"/>
            <p:cNvSpPr>
              <a:spLocks noChangeShapeType="1"/>
            </p:cNvSpPr>
            <p:nvPr/>
          </p:nvSpPr>
          <p:spPr bwMode="auto">
            <a:xfrm flipV="1">
              <a:off x="2197" y="1837"/>
              <a:ext cx="1263" cy="403"/>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p:txBody>
          <a:bodyPr lIns="92075" tIns="46038" rIns="92075" bIns="46038">
            <a:normAutofit fontScale="90000"/>
          </a:bodyPr>
          <a:lstStyle/>
          <a:p>
            <a:pPr eaLnBrk="1" fontAlgn="auto" hangingPunct="1">
              <a:spcAft>
                <a:spcPts val="0"/>
              </a:spcAft>
              <a:defRPr/>
            </a:pPr>
            <a:r>
              <a:rPr lang="en-US">
                <a:solidFill>
                  <a:schemeClr val="tx2">
                    <a:satMod val="130000"/>
                  </a:schemeClr>
                </a:solidFill>
              </a:rPr>
              <a:t>Valuing  the Portfolio</a:t>
            </a:r>
            <a:br>
              <a:rPr lang="en-US">
                <a:solidFill>
                  <a:schemeClr val="tx2">
                    <a:satMod val="130000"/>
                  </a:schemeClr>
                </a:solidFill>
              </a:rPr>
            </a:br>
            <a:r>
              <a:rPr lang="en-US" sz="3000">
                <a:solidFill>
                  <a:schemeClr val="tx2">
                    <a:satMod val="130000"/>
                  </a:schemeClr>
                </a:solidFill>
              </a:rPr>
              <a:t>( Risk-Free Rate is 6% )</a:t>
            </a:r>
          </a:p>
        </p:txBody>
      </p:sp>
      <p:sp>
        <p:nvSpPr>
          <p:cNvPr id="22533" name="Rectangle 3"/>
          <p:cNvSpPr>
            <a:spLocks noGrp="1" noChangeArrowheads="1"/>
          </p:cNvSpPr>
          <p:nvPr>
            <p:ph idx="1"/>
          </p:nvPr>
        </p:nvSpPr>
        <p:spPr>
          <a:xfrm>
            <a:off x="1143000" y="2209800"/>
            <a:ext cx="7513638" cy="4365625"/>
          </a:xfrm>
        </p:spPr>
        <p:txBody>
          <a:bodyPr lIns="92075" tIns="46038" rIns="92075" bIns="46038"/>
          <a:lstStyle/>
          <a:p>
            <a:pPr eaLnBrk="1" hangingPunct="1">
              <a:defRPr/>
            </a:pPr>
            <a:r>
              <a:rPr lang="en-US" dirty="0" smtClean="0"/>
              <a:t>The riskless  portfolio is: </a:t>
            </a:r>
          </a:p>
          <a:p>
            <a:pPr eaLnBrk="1" hangingPunct="1">
              <a:buFont typeface="Wingdings" pitchFamily="2" charset="2"/>
              <a:buNone/>
              <a:defRPr/>
            </a:pPr>
            <a:r>
              <a:rPr lang="en-US" dirty="0" smtClean="0"/>
              <a:t>		long  0.8 futures					short  1 call option</a:t>
            </a:r>
          </a:p>
          <a:p>
            <a:pPr eaLnBrk="1" hangingPunct="1">
              <a:defRPr/>
            </a:pPr>
            <a:r>
              <a:rPr lang="en-US" dirty="0" smtClean="0"/>
              <a:t>The value  of the portfolio in 1 month  is 			−1.6</a:t>
            </a:r>
          </a:p>
          <a:p>
            <a:pPr eaLnBrk="1" hangingPunct="1">
              <a:defRPr/>
            </a:pPr>
            <a:r>
              <a:rPr lang="en-US" dirty="0" smtClean="0"/>
              <a:t>The value  of the portfolio today  is 				−1.6</a:t>
            </a:r>
            <a:r>
              <a:rPr lang="en-US" i="1" dirty="0" smtClean="0">
                <a:latin typeface="+mj-lt"/>
              </a:rPr>
              <a:t>e</a:t>
            </a:r>
            <a:r>
              <a:rPr lang="en-US" baseline="30000" dirty="0" smtClean="0"/>
              <a:t>−0.06</a:t>
            </a:r>
            <a:r>
              <a:rPr lang="en-US" baseline="30000" dirty="0" smtClean="0">
                <a:latin typeface="Symbol" pitchFamily="18" charset="2"/>
              </a:rPr>
              <a:t>/12 </a:t>
            </a:r>
            <a:r>
              <a:rPr lang="en-US" baseline="30000" dirty="0" smtClean="0"/>
              <a:t> </a:t>
            </a:r>
            <a:r>
              <a:rPr lang="en-US" dirty="0" smtClean="0"/>
              <a:t>= −1.592</a:t>
            </a:r>
          </a:p>
        </p:txBody>
      </p:sp>
      <p:sp>
        <p:nvSpPr>
          <p:cNvPr id="2150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2150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4C0167BC-A544-44E7-BD7E-B263C62F0C4A}" type="slidenum">
              <a:rPr lang="en-US" altLang="en-US" sz="1400" smtClean="0">
                <a:latin typeface="Arial" charset="0"/>
              </a:rPr>
              <a:pPr eaLnBrk="1" hangingPunct="1">
                <a:spcBef>
                  <a:spcPct val="0"/>
                </a:spcBef>
                <a:buFontTx/>
                <a:buNone/>
              </a:pPr>
              <a:t>20</a:t>
            </a:fld>
            <a:endParaRPr lang="en-US" altLang="en-US" sz="1400" smtClean="0">
              <a:latin typeface="Arial" charset="0"/>
            </a:endParaRP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p:txBody>
          <a:bodyPr lIns="92075" tIns="46038" rIns="92075" bIns="46038"/>
          <a:lstStyle/>
          <a:p>
            <a:pPr eaLnBrk="1" fontAlgn="auto" hangingPunct="1">
              <a:spcAft>
                <a:spcPts val="0"/>
              </a:spcAft>
              <a:defRPr/>
            </a:pPr>
            <a:r>
              <a:rPr lang="en-US">
                <a:solidFill>
                  <a:schemeClr val="tx2">
                    <a:satMod val="130000"/>
                  </a:schemeClr>
                </a:solidFill>
              </a:rPr>
              <a:t>Valuing  the Option</a:t>
            </a:r>
          </a:p>
        </p:txBody>
      </p:sp>
      <p:sp>
        <p:nvSpPr>
          <p:cNvPr id="22531" name="Rectangle 3"/>
          <p:cNvSpPr>
            <a:spLocks noGrp="1" noChangeArrowheads="1"/>
          </p:cNvSpPr>
          <p:nvPr>
            <p:ph idx="1"/>
          </p:nvPr>
        </p:nvSpPr>
        <p:spPr>
          <a:xfrm>
            <a:off x="1000125" y="1905000"/>
            <a:ext cx="7143750" cy="4191000"/>
          </a:xfrm>
        </p:spPr>
        <p:txBody>
          <a:bodyPr lIns="92075" tIns="46038" rIns="92075" bIns="46038"/>
          <a:lstStyle/>
          <a:p>
            <a:pPr eaLnBrk="1" hangingPunct="1"/>
            <a:r>
              <a:rPr lang="en-US" altLang="en-US" smtClean="0">
                <a:latin typeface="Arial" charset="0"/>
                <a:cs typeface="Arial" charset="0"/>
              </a:rPr>
              <a:t>The portfolio that is </a:t>
            </a:r>
          </a:p>
          <a:p>
            <a:pPr eaLnBrk="1" hangingPunct="1">
              <a:buFont typeface="Wingdings" pitchFamily="2" charset="2"/>
              <a:buNone/>
            </a:pPr>
            <a:r>
              <a:rPr lang="en-US" altLang="en-US" i="1" smtClean="0">
                <a:latin typeface="Arial" charset="0"/>
                <a:cs typeface="Arial" charset="0"/>
              </a:rPr>
              <a:t>		</a:t>
            </a:r>
            <a:r>
              <a:rPr lang="en-US" altLang="en-US" smtClean="0">
                <a:latin typeface="Arial" charset="0"/>
                <a:cs typeface="Arial" charset="0"/>
              </a:rPr>
              <a:t>long  0.8 futures				short  1 option			</a:t>
            </a:r>
          </a:p>
          <a:p>
            <a:pPr eaLnBrk="1" hangingPunct="1">
              <a:buFont typeface="Wingdings" pitchFamily="2" charset="2"/>
              <a:buNone/>
            </a:pPr>
            <a:r>
              <a:rPr lang="en-US" altLang="en-US" smtClean="0">
                <a:latin typeface="Arial" charset="0"/>
                <a:cs typeface="Arial" charset="0"/>
              </a:rPr>
              <a:t>   is worth −1.592</a:t>
            </a:r>
          </a:p>
          <a:p>
            <a:pPr eaLnBrk="1" hangingPunct="1"/>
            <a:r>
              <a:rPr lang="en-US" altLang="en-US" smtClean="0">
                <a:latin typeface="Arial" charset="0"/>
                <a:cs typeface="Arial" charset="0"/>
              </a:rPr>
              <a:t>The value  of the futures is zero</a:t>
            </a:r>
          </a:p>
          <a:p>
            <a:pPr eaLnBrk="1" hangingPunct="1"/>
            <a:r>
              <a:rPr lang="en-US" altLang="en-US" smtClean="0">
                <a:latin typeface="Arial" charset="0"/>
                <a:cs typeface="Arial" charset="0"/>
              </a:rPr>
              <a:t>The value  of the option must therefore be 1.592</a:t>
            </a:r>
          </a:p>
        </p:txBody>
      </p:sp>
      <p:sp>
        <p:nvSpPr>
          <p:cNvPr id="2253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2253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103D7244-3965-4727-A648-C444096E15E1}" type="slidenum">
              <a:rPr lang="en-US" altLang="en-US" sz="1400" smtClean="0">
                <a:latin typeface="Arial" charset="0"/>
              </a:rPr>
              <a:pPr eaLnBrk="1" hangingPunct="1">
                <a:spcBef>
                  <a:spcPct val="0"/>
                </a:spcBef>
                <a:buFontTx/>
                <a:buNone/>
              </a:pPr>
              <a:t>21</a:t>
            </a:fld>
            <a:endParaRPr lang="en-US" altLang="en-US" sz="1400" smtClean="0">
              <a:latin typeface="Arial" charset="0"/>
            </a:endParaRP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lIns="92075" tIns="46038" rIns="92075" bIns="46038">
            <a:normAutofit fontScale="90000"/>
          </a:bodyPr>
          <a:lstStyle/>
          <a:p>
            <a:pPr eaLnBrk="1" fontAlgn="auto" hangingPunct="1">
              <a:spcAft>
                <a:spcPts val="0"/>
              </a:spcAft>
              <a:defRPr/>
            </a:pPr>
            <a:r>
              <a:rPr lang="en-US" dirty="0">
                <a:solidFill>
                  <a:schemeClr val="tx2">
                    <a:satMod val="130000"/>
                  </a:schemeClr>
                </a:solidFill>
              </a:rPr>
              <a:t>Generalization of Binomial Tree Example </a:t>
            </a:r>
            <a:r>
              <a:rPr lang="en-US" sz="2200" dirty="0">
                <a:solidFill>
                  <a:schemeClr val="tx2">
                    <a:satMod val="130000"/>
                  </a:schemeClr>
                </a:solidFill>
              </a:rPr>
              <a:t>(Figure </a:t>
            </a:r>
            <a:r>
              <a:rPr lang="en-US" sz="2200" dirty="0" smtClean="0">
                <a:solidFill>
                  <a:schemeClr val="tx2">
                    <a:satMod val="130000"/>
                  </a:schemeClr>
                </a:solidFill>
              </a:rPr>
              <a:t>18.2)</a:t>
            </a:r>
            <a:endParaRPr lang="en-US" dirty="0">
              <a:solidFill>
                <a:schemeClr val="tx2">
                  <a:satMod val="130000"/>
                </a:schemeClr>
              </a:solidFill>
            </a:endParaRPr>
          </a:p>
        </p:txBody>
      </p:sp>
      <p:sp>
        <p:nvSpPr>
          <p:cNvPr id="23555" name="Rectangle 3"/>
          <p:cNvSpPr>
            <a:spLocks noGrp="1" noChangeArrowheads="1"/>
          </p:cNvSpPr>
          <p:nvPr>
            <p:ph idx="1"/>
          </p:nvPr>
        </p:nvSpPr>
        <p:spPr>
          <a:xfrm>
            <a:off x="762000" y="2209800"/>
            <a:ext cx="7381875" cy="4003675"/>
          </a:xfrm>
        </p:spPr>
        <p:txBody>
          <a:bodyPr lIns="92075" tIns="46038" rIns="92075" bIns="46038"/>
          <a:lstStyle/>
          <a:p>
            <a:pPr eaLnBrk="1" hangingPunct="1"/>
            <a:r>
              <a:rPr lang="en-US" altLang="en-US" smtClean="0">
                <a:latin typeface="Arial" charset="0"/>
                <a:cs typeface="Arial" charset="0"/>
              </a:rPr>
              <a:t>A derivative lasts for time </a:t>
            </a:r>
            <a:r>
              <a:rPr lang="en-US" altLang="en-US" i="1" smtClean="0">
                <a:latin typeface="Times New Roman" pitchFamily="18" charset="0"/>
                <a:cs typeface="Arial" charset="0"/>
              </a:rPr>
              <a:t>T</a:t>
            </a:r>
            <a:r>
              <a:rPr lang="en-US" altLang="en-US" smtClean="0">
                <a:latin typeface="Times New Roman" pitchFamily="18" charset="0"/>
                <a:cs typeface="Arial" charset="0"/>
              </a:rPr>
              <a:t> </a:t>
            </a:r>
            <a:r>
              <a:rPr lang="en-US" altLang="en-US" smtClean="0">
                <a:latin typeface="Arial" charset="0"/>
                <a:cs typeface="Arial" charset="0"/>
              </a:rPr>
              <a:t> and  is dependent on a futures price</a:t>
            </a:r>
          </a:p>
        </p:txBody>
      </p:sp>
      <p:sp>
        <p:nvSpPr>
          <p:cNvPr id="2355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2355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76A189E4-8116-41DA-9CE7-3AD6E65A4AD3}" type="slidenum">
              <a:rPr lang="en-US" altLang="en-US" sz="1400" smtClean="0">
                <a:latin typeface="Arial" charset="0"/>
              </a:rPr>
              <a:pPr eaLnBrk="1" hangingPunct="1">
                <a:spcBef>
                  <a:spcPct val="0"/>
                </a:spcBef>
                <a:buFontTx/>
                <a:buNone/>
              </a:pPr>
              <a:t>22</a:t>
            </a:fld>
            <a:endParaRPr lang="en-US" altLang="en-US" sz="1400" smtClean="0">
              <a:latin typeface="Arial" charset="0"/>
            </a:endParaRPr>
          </a:p>
        </p:txBody>
      </p:sp>
      <p:grpSp>
        <p:nvGrpSpPr>
          <p:cNvPr id="23558" name="Group 11"/>
          <p:cNvGrpSpPr>
            <a:grpSpLocks/>
          </p:cNvGrpSpPr>
          <p:nvPr/>
        </p:nvGrpSpPr>
        <p:grpSpPr bwMode="auto">
          <a:xfrm>
            <a:off x="2209800" y="3429000"/>
            <a:ext cx="3298825" cy="2514600"/>
            <a:chOff x="3962400" y="3627438"/>
            <a:chExt cx="3298825" cy="2514600"/>
          </a:xfrm>
        </p:grpSpPr>
        <p:sp>
          <p:nvSpPr>
            <p:cNvPr id="23559" name="Line 4"/>
            <p:cNvSpPr>
              <a:spLocks noChangeShapeType="1"/>
            </p:cNvSpPr>
            <p:nvPr/>
          </p:nvSpPr>
          <p:spPr bwMode="auto">
            <a:xfrm flipV="1">
              <a:off x="4527550" y="4146550"/>
              <a:ext cx="2005013" cy="73025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3560" name="Line 5"/>
            <p:cNvSpPr>
              <a:spLocks noChangeShapeType="1"/>
            </p:cNvSpPr>
            <p:nvPr/>
          </p:nvSpPr>
          <p:spPr bwMode="auto">
            <a:xfrm>
              <a:off x="4527550" y="4876800"/>
              <a:ext cx="2005013" cy="73025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3561" name="Rectangle 6"/>
            <p:cNvSpPr>
              <a:spLocks noChangeArrowheads="1"/>
            </p:cNvSpPr>
            <p:nvPr/>
          </p:nvSpPr>
          <p:spPr bwMode="auto">
            <a:xfrm>
              <a:off x="6492875" y="3627438"/>
              <a:ext cx="76835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spcBef>
                  <a:spcPct val="0"/>
                </a:spcBef>
                <a:buFontTx/>
                <a:buNone/>
              </a:pPr>
              <a:r>
                <a:rPr lang="en-US" altLang="en-US" i="1">
                  <a:latin typeface="Times New Roman" pitchFamily="18" charset="0"/>
                </a:rPr>
                <a:t>F</a:t>
              </a:r>
              <a:r>
                <a:rPr lang="en-US" altLang="en-US" baseline="-25000">
                  <a:latin typeface="Times New Roman" pitchFamily="18" charset="0"/>
                </a:rPr>
                <a:t>0</a:t>
              </a:r>
              <a:r>
                <a:rPr lang="en-US" altLang="en-US" i="1">
                  <a:latin typeface="Times New Roman" pitchFamily="18" charset="0"/>
                </a:rPr>
                <a:t>u</a:t>
              </a:r>
              <a:endParaRPr lang="en-US" altLang="en-US">
                <a:latin typeface="Times New Roman" pitchFamily="18" charset="0"/>
              </a:endParaRPr>
            </a:p>
            <a:p>
              <a:pPr>
                <a:spcBef>
                  <a:spcPct val="0"/>
                </a:spcBef>
                <a:buFontTx/>
                <a:buNone/>
              </a:pPr>
              <a:r>
                <a:rPr lang="en-US" altLang="en-US">
                  <a:latin typeface="Arial" charset="0"/>
                </a:rPr>
                <a:t> </a:t>
              </a:r>
              <a:r>
                <a:rPr lang="en-US" altLang="en-US">
                  <a:latin typeface="Times New Roman" pitchFamily="18" charset="0"/>
                </a:rPr>
                <a:t>ƒ</a:t>
              </a:r>
              <a:r>
                <a:rPr lang="en-US" altLang="en-US" i="1" baseline="-25000">
                  <a:latin typeface="Times New Roman" pitchFamily="18" charset="0"/>
                </a:rPr>
                <a:t>u</a:t>
              </a:r>
            </a:p>
          </p:txBody>
        </p:sp>
        <p:sp>
          <p:nvSpPr>
            <p:cNvPr id="23562" name="Rectangle 7"/>
            <p:cNvSpPr>
              <a:spLocks noChangeArrowheads="1"/>
            </p:cNvSpPr>
            <p:nvPr/>
          </p:nvSpPr>
          <p:spPr bwMode="auto">
            <a:xfrm>
              <a:off x="6492875" y="5075238"/>
              <a:ext cx="76835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spcBef>
                  <a:spcPct val="0"/>
                </a:spcBef>
                <a:buFontTx/>
                <a:buNone/>
              </a:pPr>
              <a:r>
                <a:rPr lang="en-US" altLang="en-US" i="1">
                  <a:latin typeface="Times New Roman" pitchFamily="18" charset="0"/>
                </a:rPr>
                <a:t>F</a:t>
              </a:r>
              <a:r>
                <a:rPr lang="en-US" altLang="en-US" baseline="-25000">
                  <a:latin typeface="Times New Roman" pitchFamily="18" charset="0"/>
                </a:rPr>
                <a:t>0</a:t>
              </a:r>
              <a:r>
                <a:rPr lang="en-US" altLang="en-US" i="1">
                  <a:latin typeface="Times New Roman" pitchFamily="18" charset="0"/>
                </a:rPr>
                <a:t>d</a:t>
              </a:r>
            </a:p>
            <a:p>
              <a:pPr>
                <a:spcBef>
                  <a:spcPct val="0"/>
                </a:spcBef>
                <a:buFontTx/>
                <a:buNone/>
              </a:pPr>
              <a:r>
                <a:rPr lang="en-US" altLang="en-US">
                  <a:latin typeface="Arial" charset="0"/>
                </a:rPr>
                <a:t> </a:t>
              </a:r>
              <a:r>
                <a:rPr lang="en-US" altLang="en-US">
                  <a:latin typeface="Times New Roman" pitchFamily="18" charset="0"/>
                </a:rPr>
                <a:t>ƒ</a:t>
              </a:r>
              <a:r>
                <a:rPr lang="en-US" altLang="en-US" i="1" baseline="-25000">
                  <a:latin typeface="Times New Roman" pitchFamily="18" charset="0"/>
                </a:rPr>
                <a:t>d</a:t>
              </a:r>
            </a:p>
          </p:txBody>
        </p:sp>
        <p:sp>
          <p:nvSpPr>
            <p:cNvPr id="23563" name="Rectangle 8"/>
            <p:cNvSpPr>
              <a:spLocks noChangeArrowheads="1"/>
            </p:cNvSpPr>
            <p:nvPr/>
          </p:nvSpPr>
          <p:spPr bwMode="auto">
            <a:xfrm>
              <a:off x="3962400" y="4389438"/>
              <a:ext cx="73342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spcBef>
                  <a:spcPct val="0"/>
                </a:spcBef>
                <a:buFontTx/>
                <a:buNone/>
              </a:pPr>
              <a:r>
                <a:rPr lang="en-US" altLang="en-US" i="1">
                  <a:latin typeface="Times New Roman" pitchFamily="18" charset="0"/>
                </a:rPr>
                <a:t>F</a:t>
              </a:r>
              <a:r>
                <a:rPr lang="en-US" altLang="en-US" baseline="-25000">
                  <a:latin typeface="Times New Roman" pitchFamily="18" charset="0"/>
                </a:rPr>
                <a:t>0</a:t>
              </a:r>
              <a:endParaRPr lang="en-US" altLang="en-US">
                <a:latin typeface="Arial" charset="0"/>
              </a:endParaRPr>
            </a:p>
            <a:p>
              <a:pPr>
                <a:spcBef>
                  <a:spcPct val="0"/>
                </a:spcBef>
                <a:buFontTx/>
                <a:buNone/>
              </a:pPr>
              <a:r>
                <a:rPr lang="en-US" altLang="en-US">
                  <a:latin typeface="Arial" charset="0"/>
                </a:rPr>
                <a:t> </a:t>
              </a:r>
              <a:r>
                <a:rPr lang="en-US" altLang="en-US">
                  <a:latin typeface="Times New Roman" pitchFamily="18" charset="0"/>
                </a:rPr>
                <a:t>ƒ</a:t>
              </a:r>
            </a:p>
          </p:txBody>
        </p:sp>
      </p:gr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lIns="92075" tIns="46038" rIns="92075" bIns="46038">
            <a:normAutofit fontScale="90000"/>
          </a:bodyPr>
          <a:lstStyle/>
          <a:p>
            <a:pPr eaLnBrk="1" fontAlgn="auto" hangingPunct="1">
              <a:spcAft>
                <a:spcPts val="0"/>
              </a:spcAft>
              <a:defRPr/>
            </a:pPr>
            <a:r>
              <a:rPr lang="en-US">
                <a:solidFill>
                  <a:schemeClr val="tx2">
                    <a:satMod val="130000"/>
                  </a:schemeClr>
                </a:solidFill>
              </a:rPr>
              <a:t>Generalization</a:t>
            </a:r>
            <a:br>
              <a:rPr lang="en-US">
                <a:solidFill>
                  <a:schemeClr val="tx2">
                    <a:satMod val="130000"/>
                  </a:schemeClr>
                </a:solidFill>
              </a:rPr>
            </a:br>
            <a:r>
              <a:rPr lang="en-US" sz="2600">
                <a:solidFill>
                  <a:schemeClr val="tx2">
                    <a:satMod val="130000"/>
                  </a:schemeClr>
                </a:solidFill>
              </a:rPr>
              <a:t>(continued)</a:t>
            </a:r>
          </a:p>
        </p:txBody>
      </p:sp>
      <p:sp>
        <p:nvSpPr>
          <p:cNvPr id="24579" name="Rectangle 3"/>
          <p:cNvSpPr>
            <a:spLocks noGrp="1" noChangeArrowheads="1"/>
          </p:cNvSpPr>
          <p:nvPr>
            <p:ph idx="1"/>
          </p:nvPr>
        </p:nvSpPr>
        <p:spPr/>
        <p:txBody>
          <a:bodyPr lIns="92075" tIns="46038" rIns="92075" bIns="46038"/>
          <a:lstStyle/>
          <a:p>
            <a:pPr eaLnBrk="1" hangingPunct="1"/>
            <a:r>
              <a:rPr lang="en-US" altLang="en-US" sz="2400" smtClean="0">
                <a:latin typeface="Arial" charset="0"/>
                <a:cs typeface="Arial" charset="0"/>
              </a:rPr>
              <a:t>Consider the portfolio that is long  </a:t>
            </a:r>
            <a:r>
              <a:rPr lang="en-US" altLang="en-US" sz="2400" smtClean="0">
                <a:latin typeface="Symbol" pitchFamily="18" charset="2"/>
                <a:cs typeface="Arial" charset="0"/>
              </a:rPr>
              <a:t>D</a:t>
            </a:r>
            <a:r>
              <a:rPr lang="en-US" altLang="en-US" sz="2400" smtClean="0">
                <a:latin typeface="Arial" charset="0"/>
                <a:cs typeface="Arial" charset="0"/>
              </a:rPr>
              <a:t>  futures and short 1 derivative																							</a:t>
            </a:r>
          </a:p>
          <a:p>
            <a:pPr eaLnBrk="1" hangingPunct="1">
              <a:buFontTx/>
              <a:buNone/>
            </a:pPr>
            <a:endParaRPr lang="en-US" altLang="en-US" sz="2400" smtClean="0">
              <a:latin typeface="Arial" charset="0"/>
              <a:cs typeface="Arial" charset="0"/>
            </a:endParaRPr>
          </a:p>
          <a:p>
            <a:pPr eaLnBrk="1" hangingPunct="1"/>
            <a:r>
              <a:rPr lang="en-US" altLang="en-US" sz="2400" smtClean="0">
                <a:latin typeface="Arial" charset="0"/>
                <a:cs typeface="Arial" charset="0"/>
              </a:rPr>
              <a:t>The portfolio is riskless when </a:t>
            </a:r>
          </a:p>
        </p:txBody>
      </p:sp>
      <p:sp>
        <p:nvSpPr>
          <p:cNvPr id="2458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2458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304CC170-2561-4D87-8A21-7E4D89C61A33}" type="slidenum">
              <a:rPr lang="en-US" altLang="en-US" sz="1400" smtClean="0">
                <a:latin typeface="Arial" charset="0"/>
              </a:rPr>
              <a:pPr eaLnBrk="1" hangingPunct="1">
                <a:spcBef>
                  <a:spcPct val="0"/>
                </a:spcBef>
                <a:buFontTx/>
                <a:buNone/>
              </a:pPr>
              <a:t>23</a:t>
            </a:fld>
            <a:endParaRPr lang="en-US" altLang="en-US" sz="1400" smtClean="0">
              <a:latin typeface="Arial" charset="0"/>
            </a:endParaRPr>
          </a:p>
        </p:txBody>
      </p:sp>
      <p:graphicFrame>
        <p:nvGraphicFramePr>
          <p:cNvPr id="24582" name="Object 4"/>
          <p:cNvGraphicFramePr>
            <a:graphicFrameLocks/>
          </p:cNvGraphicFramePr>
          <p:nvPr/>
        </p:nvGraphicFramePr>
        <p:xfrm>
          <a:off x="3314700" y="4953000"/>
          <a:ext cx="2743200" cy="1066800"/>
        </p:xfrm>
        <a:graphic>
          <a:graphicData uri="http://schemas.openxmlformats.org/presentationml/2006/ole">
            <mc:AlternateContent xmlns:mc="http://schemas.openxmlformats.org/markup-compatibility/2006">
              <mc:Choice xmlns:v="urn:schemas-microsoft-com:vml" Requires="v">
                <p:oleObj spid="_x0000_s24593" name="Equation" r:id="rId6" imgW="914400" imgH="431800" progId="Equation.3">
                  <p:embed/>
                </p:oleObj>
              </mc:Choice>
              <mc:Fallback>
                <p:oleObj name="Equation" r:id="rId6" imgW="914400" imgH="431800"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14700" y="4953000"/>
                        <a:ext cx="2743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583" name="Line 5"/>
          <p:cNvSpPr>
            <a:spLocks noChangeShapeType="1"/>
          </p:cNvSpPr>
          <p:nvPr/>
        </p:nvSpPr>
        <p:spPr bwMode="auto">
          <a:xfrm>
            <a:off x="2819400" y="3352800"/>
            <a:ext cx="2057400" cy="4572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4584" name="Rectangle 6"/>
          <p:cNvSpPr>
            <a:spLocks noChangeArrowheads="1"/>
          </p:cNvSpPr>
          <p:nvPr/>
        </p:nvSpPr>
        <p:spPr bwMode="auto">
          <a:xfrm>
            <a:off x="5000625" y="2657475"/>
            <a:ext cx="2789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buFontTx/>
              <a:buNone/>
            </a:pPr>
            <a:r>
              <a:rPr lang="en-US" altLang="en-US" sz="2400" i="1">
                <a:latin typeface="Times New Roman" pitchFamily="18" charset="0"/>
              </a:rPr>
              <a:t>F</a:t>
            </a:r>
            <a:r>
              <a:rPr lang="en-US" altLang="en-US" sz="2400" baseline="-25000">
                <a:latin typeface="Times New Roman" pitchFamily="18" charset="0"/>
              </a:rPr>
              <a:t>0</a:t>
            </a:r>
            <a:r>
              <a:rPr lang="en-US" altLang="en-US" sz="2400" i="1">
                <a:latin typeface="Times New Roman" pitchFamily="18" charset="0"/>
              </a:rPr>
              <a:t>u</a:t>
            </a:r>
            <a:r>
              <a:rPr lang="en-US" altLang="en-US" sz="2400">
                <a:latin typeface="Arial" charset="0"/>
              </a:rPr>
              <a:t> </a:t>
            </a:r>
            <a:r>
              <a:rPr lang="en-US" altLang="en-US" sz="2400">
                <a:latin typeface="Symbol" pitchFamily="18" charset="2"/>
              </a:rPr>
              <a:t>D - </a:t>
            </a:r>
            <a:r>
              <a:rPr lang="en-US" altLang="en-US" sz="2400" i="1">
                <a:latin typeface="Times New Roman" pitchFamily="18" charset="0"/>
              </a:rPr>
              <a:t>F</a:t>
            </a:r>
            <a:r>
              <a:rPr lang="en-US" altLang="en-US" sz="2400" baseline="-25000">
                <a:latin typeface="Times New Roman" pitchFamily="18" charset="0"/>
              </a:rPr>
              <a:t>0</a:t>
            </a:r>
            <a:r>
              <a:rPr lang="en-US" altLang="en-US" sz="2400" i="1">
                <a:latin typeface="Times New Roman" pitchFamily="18" charset="0"/>
              </a:rPr>
              <a:t> </a:t>
            </a:r>
            <a:r>
              <a:rPr lang="en-US" altLang="en-US" sz="2400">
                <a:latin typeface="Symbol" pitchFamily="18" charset="2"/>
              </a:rPr>
              <a:t>D </a:t>
            </a:r>
            <a:r>
              <a:rPr lang="en-US" altLang="en-US" sz="2400">
                <a:latin typeface="Arial" charset="0"/>
              </a:rPr>
              <a:t>– </a:t>
            </a:r>
            <a:r>
              <a:rPr lang="en-US" altLang="en-US" sz="2400">
                <a:latin typeface="Times New Roman" pitchFamily="18" charset="0"/>
              </a:rPr>
              <a:t>ƒ</a:t>
            </a:r>
            <a:r>
              <a:rPr lang="en-US" altLang="en-US" sz="2400" i="1" baseline="-25000">
                <a:latin typeface="Times New Roman" pitchFamily="18" charset="0"/>
              </a:rPr>
              <a:t>u</a:t>
            </a:r>
          </a:p>
        </p:txBody>
      </p:sp>
      <p:sp>
        <p:nvSpPr>
          <p:cNvPr id="24585" name="Rectangle 7"/>
          <p:cNvSpPr>
            <a:spLocks noChangeArrowheads="1"/>
          </p:cNvSpPr>
          <p:nvPr/>
        </p:nvSpPr>
        <p:spPr bwMode="auto">
          <a:xfrm>
            <a:off x="4943475" y="3600450"/>
            <a:ext cx="2803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buFontTx/>
              <a:buNone/>
            </a:pPr>
            <a:r>
              <a:rPr lang="en-US" altLang="en-US" sz="2400" i="1">
                <a:latin typeface="Times New Roman" pitchFamily="18" charset="0"/>
              </a:rPr>
              <a:t>F</a:t>
            </a:r>
            <a:r>
              <a:rPr lang="en-US" altLang="en-US" sz="2400" baseline="-25000">
                <a:latin typeface="Times New Roman" pitchFamily="18" charset="0"/>
              </a:rPr>
              <a:t>0</a:t>
            </a:r>
            <a:r>
              <a:rPr lang="en-US" altLang="en-US" sz="2400" i="1">
                <a:latin typeface="Times New Roman" pitchFamily="18" charset="0"/>
              </a:rPr>
              <a:t>d</a:t>
            </a:r>
            <a:r>
              <a:rPr lang="en-US" altLang="en-US" sz="2400" i="1">
                <a:latin typeface="Arial" charset="0"/>
              </a:rPr>
              <a:t> </a:t>
            </a:r>
            <a:r>
              <a:rPr lang="en-US" altLang="en-US" sz="2400">
                <a:latin typeface="Symbol" pitchFamily="18" charset="2"/>
              </a:rPr>
              <a:t>D- </a:t>
            </a:r>
            <a:r>
              <a:rPr lang="en-US" altLang="en-US" sz="2400" i="1">
                <a:latin typeface="Times New Roman" pitchFamily="18" charset="0"/>
              </a:rPr>
              <a:t>F</a:t>
            </a:r>
            <a:r>
              <a:rPr lang="en-US" altLang="en-US" sz="2400" baseline="-25000">
                <a:latin typeface="Times New Roman" pitchFamily="18" charset="0"/>
              </a:rPr>
              <a:t>0</a:t>
            </a:r>
            <a:r>
              <a:rPr lang="en-US" altLang="en-US" sz="2400">
                <a:latin typeface="Symbol" pitchFamily="18" charset="2"/>
              </a:rPr>
              <a:t>D </a:t>
            </a:r>
            <a:r>
              <a:rPr lang="en-US" altLang="en-US" sz="2400">
                <a:latin typeface="Arial" charset="0"/>
              </a:rPr>
              <a:t>– </a:t>
            </a:r>
            <a:r>
              <a:rPr lang="en-US" altLang="en-US" sz="2400">
                <a:latin typeface="Times New Roman" pitchFamily="18" charset="0"/>
              </a:rPr>
              <a:t>ƒ</a:t>
            </a:r>
            <a:r>
              <a:rPr lang="en-US" altLang="en-US" sz="2400" i="1" baseline="-25000">
                <a:latin typeface="Times New Roman" pitchFamily="18" charset="0"/>
              </a:rPr>
              <a:t>d</a:t>
            </a:r>
          </a:p>
        </p:txBody>
      </p:sp>
      <p:sp>
        <p:nvSpPr>
          <p:cNvPr id="24586" name="Rectangle 8"/>
          <p:cNvSpPr>
            <a:spLocks noChangeArrowheads="1"/>
          </p:cNvSpPr>
          <p:nvPr/>
        </p:nvSpPr>
        <p:spPr bwMode="auto">
          <a:xfrm>
            <a:off x="2292350" y="3371850"/>
            <a:ext cx="1158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endParaRPr lang="en-US" altLang="en-US" sz="1800">
              <a:latin typeface="Arial" charset="0"/>
            </a:endParaRPr>
          </a:p>
        </p:txBody>
      </p:sp>
      <p:sp>
        <p:nvSpPr>
          <p:cNvPr id="24587" name="Line 9"/>
          <p:cNvSpPr>
            <a:spLocks noChangeShapeType="1"/>
          </p:cNvSpPr>
          <p:nvPr/>
        </p:nvSpPr>
        <p:spPr bwMode="auto">
          <a:xfrm flipV="1">
            <a:off x="2841625" y="2971800"/>
            <a:ext cx="2035175" cy="40005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a:xfrm>
            <a:off x="457200" y="914400"/>
            <a:ext cx="7239000" cy="1143000"/>
          </a:xfrm>
        </p:spPr>
        <p:txBody>
          <a:bodyPr lIns="92075" tIns="46038" rIns="92075" bIns="46038">
            <a:normAutofit fontScale="90000"/>
          </a:bodyPr>
          <a:lstStyle/>
          <a:p>
            <a:pPr eaLnBrk="1" fontAlgn="auto" hangingPunct="1">
              <a:spcAft>
                <a:spcPts val="0"/>
              </a:spcAft>
              <a:defRPr/>
            </a:pPr>
            <a:r>
              <a:rPr lang="en-US" dirty="0">
                <a:solidFill>
                  <a:schemeClr val="tx2">
                    <a:satMod val="130000"/>
                  </a:schemeClr>
                </a:solidFill>
              </a:rPr>
              <a:t>Generalization</a:t>
            </a:r>
            <a:br>
              <a:rPr lang="en-US" dirty="0">
                <a:solidFill>
                  <a:schemeClr val="tx2">
                    <a:satMod val="130000"/>
                  </a:schemeClr>
                </a:solidFill>
              </a:rPr>
            </a:br>
            <a:r>
              <a:rPr lang="en-US" sz="2600" dirty="0">
                <a:solidFill>
                  <a:schemeClr val="tx2">
                    <a:satMod val="130000"/>
                  </a:schemeClr>
                </a:solidFill>
              </a:rPr>
              <a:t>(continued)</a:t>
            </a:r>
          </a:p>
        </p:txBody>
      </p:sp>
      <p:sp>
        <p:nvSpPr>
          <p:cNvPr id="25603" name="Rectangle 3"/>
          <p:cNvSpPr>
            <a:spLocks noGrp="1" noChangeArrowheads="1"/>
          </p:cNvSpPr>
          <p:nvPr>
            <p:ph idx="1"/>
          </p:nvPr>
        </p:nvSpPr>
        <p:spPr>
          <a:xfrm>
            <a:off x="1401763" y="2201863"/>
            <a:ext cx="6342062" cy="3957637"/>
          </a:xfrm>
        </p:spPr>
        <p:txBody>
          <a:bodyPr lIns="92075" tIns="46038" rIns="92075" bIns="46038"/>
          <a:lstStyle/>
          <a:p>
            <a:pPr eaLnBrk="1" hangingPunct="1"/>
            <a:r>
              <a:rPr lang="en-US" altLang="en-US" smtClean="0">
                <a:latin typeface="Arial" charset="0"/>
                <a:cs typeface="Arial" charset="0"/>
              </a:rPr>
              <a:t>Value of the portfolio at time </a:t>
            </a:r>
            <a:r>
              <a:rPr lang="en-US" altLang="en-US" i="1" smtClean="0">
                <a:latin typeface="Times New Roman" pitchFamily="18" charset="0"/>
                <a:cs typeface="Arial" charset="0"/>
              </a:rPr>
              <a:t>T</a:t>
            </a:r>
            <a:r>
              <a:rPr lang="en-US" altLang="en-US" smtClean="0">
                <a:latin typeface="Arial" charset="0"/>
                <a:cs typeface="Arial" charset="0"/>
              </a:rPr>
              <a:t>  is 	</a:t>
            </a:r>
            <a:r>
              <a:rPr lang="en-US" altLang="en-US" i="1" smtClean="0">
                <a:latin typeface="Times New Roman" pitchFamily="18" charset="0"/>
                <a:cs typeface="Arial" charset="0"/>
              </a:rPr>
              <a:t>F</a:t>
            </a:r>
            <a:r>
              <a:rPr lang="en-US" altLang="en-US" baseline="-25000" smtClean="0">
                <a:latin typeface="Times New Roman" pitchFamily="18" charset="0"/>
                <a:cs typeface="Arial" charset="0"/>
              </a:rPr>
              <a:t>0</a:t>
            </a:r>
            <a:r>
              <a:rPr lang="en-US" altLang="en-US" i="1" smtClean="0">
                <a:latin typeface="Times New Roman" pitchFamily="18" charset="0"/>
                <a:cs typeface="Arial" charset="0"/>
              </a:rPr>
              <a:t>u</a:t>
            </a:r>
            <a:r>
              <a:rPr lang="en-US" altLang="en-US" smtClean="0">
                <a:latin typeface="Times New Roman" pitchFamily="18" charset="0"/>
                <a:cs typeface="Arial" charset="0"/>
              </a:rPr>
              <a:t> </a:t>
            </a:r>
            <a:r>
              <a:rPr lang="en-US" altLang="en-US" smtClean="0">
                <a:latin typeface="Symbol" pitchFamily="18" charset="2"/>
                <a:cs typeface="Arial" charset="0"/>
              </a:rPr>
              <a:t>D</a:t>
            </a:r>
            <a:r>
              <a:rPr lang="en-US" altLang="en-US" smtClean="0">
                <a:latin typeface="Times New Roman" pitchFamily="18" charset="0"/>
                <a:cs typeface="Arial" charset="0"/>
              </a:rPr>
              <a:t> – </a:t>
            </a:r>
            <a:r>
              <a:rPr lang="en-US" altLang="en-US" i="1" smtClean="0">
                <a:latin typeface="Times New Roman" pitchFamily="18" charset="0"/>
                <a:cs typeface="Arial" charset="0"/>
              </a:rPr>
              <a:t>F</a:t>
            </a:r>
            <a:r>
              <a:rPr lang="en-US" altLang="en-US" baseline="-25000" smtClean="0">
                <a:latin typeface="Times New Roman" pitchFamily="18" charset="0"/>
                <a:cs typeface="Arial" charset="0"/>
              </a:rPr>
              <a:t>0</a:t>
            </a:r>
            <a:r>
              <a:rPr lang="en-US" altLang="en-US" smtClean="0">
                <a:latin typeface="Symbol" pitchFamily="18" charset="2"/>
                <a:cs typeface="Arial" charset="0"/>
              </a:rPr>
              <a:t>D</a:t>
            </a:r>
            <a:r>
              <a:rPr lang="en-US" altLang="en-US" smtClean="0">
                <a:latin typeface="Times New Roman" pitchFamily="18" charset="0"/>
                <a:cs typeface="Arial" charset="0"/>
              </a:rPr>
              <a:t> – ƒ</a:t>
            </a:r>
            <a:r>
              <a:rPr lang="en-US" altLang="en-US" i="1" baseline="-25000" smtClean="0">
                <a:latin typeface="Times New Roman" pitchFamily="18" charset="0"/>
                <a:cs typeface="Arial" charset="0"/>
              </a:rPr>
              <a:t>u</a:t>
            </a:r>
            <a:endParaRPr lang="en-US" altLang="en-US" smtClean="0">
              <a:latin typeface="Arial" charset="0"/>
              <a:cs typeface="Arial" charset="0"/>
            </a:endParaRPr>
          </a:p>
          <a:p>
            <a:pPr eaLnBrk="1" hangingPunct="1"/>
            <a:r>
              <a:rPr lang="en-US" altLang="en-US" smtClean="0">
                <a:latin typeface="Arial" charset="0"/>
                <a:cs typeface="Arial" charset="0"/>
              </a:rPr>
              <a:t>Value of portfolio today is </a:t>
            </a:r>
            <a:r>
              <a:rPr lang="en-US" altLang="en-US" smtClean="0">
                <a:latin typeface="Symbol" pitchFamily="18" charset="2"/>
                <a:cs typeface="Arial" charset="0"/>
              </a:rPr>
              <a:t> </a:t>
            </a:r>
            <a:r>
              <a:rPr lang="en-US" altLang="en-US" smtClean="0">
                <a:latin typeface="Arial" charset="0"/>
                <a:cs typeface="Arial" charset="0"/>
              </a:rPr>
              <a:t>–</a:t>
            </a:r>
            <a:r>
              <a:rPr lang="en-US" altLang="en-US" smtClean="0">
                <a:latin typeface="Times New Roman" pitchFamily="18" charset="0"/>
                <a:cs typeface="Arial" charset="0"/>
              </a:rPr>
              <a:t>ƒ</a:t>
            </a:r>
            <a:endParaRPr lang="en-US" altLang="en-US" smtClean="0">
              <a:latin typeface="Arial" charset="0"/>
              <a:cs typeface="Arial" charset="0"/>
            </a:endParaRPr>
          </a:p>
          <a:p>
            <a:pPr eaLnBrk="1" hangingPunct="1"/>
            <a:r>
              <a:rPr lang="en-US" altLang="en-US" smtClean="0">
                <a:latin typeface="Arial" charset="0"/>
                <a:cs typeface="Arial" charset="0"/>
              </a:rPr>
              <a:t>Hence 						</a:t>
            </a:r>
            <a:r>
              <a:rPr lang="en-US" altLang="en-US" smtClean="0">
                <a:latin typeface="Times New Roman" pitchFamily="18" charset="0"/>
                <a:cs typeface="Arial" charset="0"/>
              </a:rPr>
              <a:t>ƒ = − [</a:t>
            </a:r>
            <a:r>
              <a:rPr lang="en-US" altLang="en-US" i="1" smtClean="0">
                <a:latin typeface="Times New Roman" pitchFamily="18" charset="0"/>
                <a:cs typeface="Arial" charset="0"/>
              </a:rPr>
              <a:t>F</a:t>
            </a:r>
            <a:r>
              <a:rPr lang="en-US" altLang="en-US" baseline="-25000" smtClean="0">
                <a:latin typeface="Times New Roman" pitchFamily="18" charset="0"/>
                <a:cs typeface="Arial" charset="0"/>
              </a:rPr>
              <a:t>0</a:t>
            </a:r>
            <a:r>
              <a:rPr lang="en-US" altLang="en-US" i="1" smtClean="0">
                <a:latin typeface="Times New Roman" pitchFamily="18" charset="0"/>
                <a:cs typeface="Arial" charset="0"/>
              </a:rPr>
              <a:t>u</a:t>
            </a:r>
            <a:r>
              <a:rPr lang="en-US" altLang="en-US" smtClean="0">
                <a:latin typeface="Symbol" pitchFamily="18" charset="2"/>
                <a:cs typeface="Arial" charset="0"/>
              </a:rPr>
              <a:t>D </a:t>
            </a:r>
            <a:r>
              <a:rPr lang="en-US" altLang="en-US" smtClean="0">
                <a:latin typeface="Times New Roman" pitchFamily="18" charset="0"/>
                <a:cs typeface="Arial" charset="0"/>
              </a:rPr>
              <a:t>− </a:t>
            </a:r>
            <a:r>
              <a:rPr lang="en-US" altLang="en-US" i="1" smtClean="0">
                <a:latin typeface="Times New Roman" pitchFamily="18" charset="0"/>
                <a:cs typeface="Arial" charset="0"/>
              </a:rPr>
              <a:t>F</a:t>
            </a:r>
            <a:r>
              <a:rPr lang="en-US" altLang="en-US" baseline="-25000" smtClean="0">
                <a:latin typeface="Times New Roman" pitchFamily="18" charset="0"/>
                <a:cs typeface="Arial" charset="0"/>
              </a:rPr>
              <a:t>0</a:t>
            </a:r>
            <a:r>
              <a:rPr lang="en-US" altLang="en-US" smtClean="0">
                <a:latin typeface="Symbol" pitchFamily="18" charset="2"/>
                <a:cs typeface="Arial" charset="0"/>
              </a:rPr>
              <a:t>D </a:t>
            </a:r>
            <a:r>
              <a:rPr lang="en-US" altLang="en-US" smtClean="0">
                <a:latin typeface="Times New Roman" pitchFamily="18" charset="0"/>
                <a:cs typeface="Arial" charset="0"/>
              </a:rPr>
              <a:t>−</a:t>
            </a:r>
            <a:r>
              <a:rPr lang="en-US" altLang="en-US" smtClean="0">
                <a:latin typeface="Arial" charset="0"/>
                <a:cs typeface="Arial" charset="0"/>
              </a:rPr>
              <a:t> </a:t>
            </a:r>
            <a:r>
              <a:rPr lang="en-US" altLang="en-US" smtClean="0">
                <a:latin typeface="Times New Roman" pitchFamily="18" charset="0"/>
                <a:cs typeface="Arial" charset="0"/>
              </a:rPr>
              <a:t>ƒ</a:t>
            </a:r>
            <a:r>
              <a:rPr lang="en-US" altLang="en-US" i="1" baseline="-25000" smtClean="0">
                <a:latin typeface="Times New Roman" pitchFamily="18" charset="0"/>
                <a:cs typeface="Arial" charset="0"/>
              </a:rPr>
              <a:t>u</a:t>
            </a:r>
            <a:r>
              <a:rPr lang="en-US" altLang="en-US" smtClean="0">
                <a:latin typeface="Times New Roman" pitchFamily="18" charset="0"/>
                <a:cs typeface="Arial" charset="0"/>
              </a:rPr>
              <a:t>]</a:t>
            </a:r>
            <a:r>
              <a:rPr lang="en-US" altLang="en-US" i="1" smtClean="0">
                <a:latin typeface="Times New Roman" pitchFamily="18" charset="0"/>
                <a:cs typeface="Arial" charset="0"/>
              </a:rPr>
              <a:t>e</a:t>
            </a:r>
            <a:r>
              <a:rPr lang="en-US" altLang="en-US" baseline="30000" smtClean="0">
                <a:latin typeface="Times New Roman" pitchFamily="18" charset="0"/>
                <a:cs typeface="Arial" charset="0"/>
              </a:rPr>
              <a:t>−</a:t>
            </a:r>
            <a:r>
              <a:rPr lang="en-US" altLang="en-US" i="1" baseline="30000" smtClean="0">
                <a:latin typeface="Times New Roman" pitchFamily="18" charset="0"/>
                <a:cs typeface="Arial" charset="0"/>
              </a:rPr>
              <a:t>rT</a:t>
            </a:r>
            <a:endParaRPr lang="en-US" altLang="en-US" smtClean="0">
              <a:latin typeface="Arial" charset="0"/>
              <a:cs typeface="Arial" charset="0"/>
            </a:endParaRPr>
          </a:p>
          <a:p>
            <a:pPr eaLnBrk="1" hangingPunct="1">
              <a:buFont typeface="Wingdings" pitchFamily="2" charset="2"/>
              <a:buNone/>
            </a:pPr>
            <a:endParaRPr lang="en-US" altLang="en-US" smtClean="0">
              <a:latin typeface="Arial" charset="0"/>
              <a:cs typeface="Arial" charset="0"/>
            </a:endParaRPr>
          </a:p>
        </p:txBody>
      </p:sp>
      <p:sp>
        <p:nvSpPr>
          <p:cNvPr id="2560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2560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F547047D-F3B5-4D10-AFEE-A7A9B07F0F2B}" type="slidenum">
              <a:rPr lang="en-US" altLang="en-US" sz="1400" smtClean="0">
                <a:latin typeface="Arial" charset="0"/>
              </a:rPr>
              <a:pPr eaLnBrk="1" hangingPunct="1">
                <a:spcBef>
                  <a:spcPct val="0"/>
                </a:spcBef>
                <a:buFontTx/>
                <a:buNone/>
              </a:pPr>
              <a:t>24</a:t>
            </a:fld>
            <a:endParaRPr lang="en-US" altLang="en-US" sz="1400" smtClean="0">
              <a:latin typeface="Arial" charset="0"/>
            </a:endParaRP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p:txBody>
          <a:bodyPr lIns="92075" tIns="46038" rIns="92075" bIns="46038">
            <a:normAutofit fontScale="90000"/>
          </a:bodyPr>
          <a:lstStyle/>
          <a:p>
            <a:pPr eaLnBrk="1" fontAlgn="auto" hangingPunct="1">
              <a:spcAft>
                <a:spcPts val="0"/>
              </a:spcAft>
              <a:defRPr/>
            </a:pPr>
            <a:r>
              <a:rPr lang="en-US">
                <a:solidFill>
                  <a:schemeClr val="tx2">
                    <a:satMod val="130000"/>
                  </a:schemeClr>
                </a:solidFill>
              </a:rPr>
              <a:t>Generalization</a:t>
            </a:r>
            <a:br>
              <a:rPr lang="en-US">
                <a:solidFill>
                  <a:schemeClr val="tx2">
                    <a:satMod val="130000"/>
                  </a:schemeClr>
                </a:solidFill>
              </a:rPr>
            </a:br>
            <a:r>
              <a:rPr lang="en-US" sz="2600">
                <a:solidFill>
                  <a:schemeClr val="tx2">
                    <a:satMod val="130000"/>
                  </a:schemeClr>
                </a:solidFill>
              </a:rPr>
              <a:t>(continued)</a:t>
            </a:r>
          </a:p>
        </p:txBody>
      </p:sp>
      <p:sp>
        <p:nvSpPr>
          <p:cNvPr id="26627" name="Rectangle 3"/>
          <p:cNvSpPr>
            <a:spLocks noGrp="1" noChangeArrowheads="1"/>
          </p:cNvSpPr>
          <p:nvPr>
            <p:ph idx="1"/>
          </p:nvPr>
        </p:nvSpPr>
        <p:spPr>
          <a:xfrm>
            <a:off x="1295400" y="2133600"/>
            <a:ext cx="6858000" cy="4114800"/>
          </a:xfrm>
        </p:spPr>
        <p:txBody>
          <a:bodyPr lIns="92075" tIns="46038" rIns="92075" bIns="46038"/>
          <a:lstStyle/>
          <a:p>
            <a:pPr eaLnBrk="1" hangingPunct="1"/>
            <a:r>
              <a:rPr lang="en-US" altLang="en-US" smtClean="0">
                <a:latin typeface="Arial" charset="0"/>
                <a:cs typeface="Arial" charset="0"/>
              </a:rPr>
              <a:t>Substituting for </a:t>
            </a:r>
            <a:r>
              <a:rPr lang="en-US" altLang="en-US" smtClean="0">
                <a:latin typeface="Symbol" pitchFamily="18" charset="2"/>
                <a:cs typeface="Arial" charset="0"/>
              </a:rPr>
              <a:t>D</a:t>
            </a:r>
            <a:r>
              <a:rPr lang="en-US" altLang="en-US" smtClean="0">
                <a:latin typeface="Arial" charset="0"/>
                <a:cs typeface="Arial" charset="0"/>
              </a:rPr>
              <a:t> we obtain</a:t>
            </a:r>
          </a:p>
          <a:p>
            <a:pPr eaLnBrk="1" hangingPunct="1">
              <a:buFont typeface="Wingdings" pitchFamily="2" charset="2"/>
              <a:buNone/>
            </a:pPr>
            <a:r>
              <a:rPr lang="en-US" altLang="en-US" smtClean="0">
                <a:latin typeface="Times New Roman" pitchFamily="18" charset="0"/>
                <a:cs typeface="Arial" charset="0"/>
              </a:rPr>
              <a:t>          ƒ = [ </a:t>
            </a:r>
            <a:r>
              <a:rPr lang="en-US" altLang="en-US" i="1" smtClean="0">
                <a:latin typeface="Times New Roman" pitchFamily="18" charset="0"/>
                <a:cs typeface="Arial" charset="0"/>
              </a:rPr>
              <a:t>p</a:t>
            </a:r>
            <a:r>
              <a:rPr lang="en-US" altLang="en-US" smtClean="0">
                <a:latin typeface="Times New Roman" pitchFamily="18" charset="0"/>
                <a:cs typeface="Arial" charset="0"/>
              </a:rPr>
              <a:t> ƒ</a:t>
            </a:r>
            <a:r>
              <a:rPr lang="en-US" altLang="en-US" i="1" baseline="-25000" smtClean="0">
                <a:latin typeface="Times New Roman" pitchFamily="18" charset="0"/>
                <a:cs typeface="Arial" charset="0"/>
              </a:rPr>
              <a:t>u</a:t>
            </a:r>
            <a:r>
              <a:rPr lang="en-US" altLang="en-US" smtClean="0">
                <a:latin typeface="Times New Roman" pitchFamily="18" charset="0"/>
                <a:cs typeface="Arial" charset="0"/>
              </a:rPr>
              <a:t> + (1 – </a:t>
            </a:r>
            <a:r>
              <a:rPr lang="en-US" altLang="en-US" i="1" smtClean="0">
                <a:latin typeface="Times New Roman" pitchFamily="18" charset="0"/>
                <a:cs typeface="Arial" charset="0"/>
              </a:rPr>
              <a:t>p</a:t>
            </a:r>
            <a:r>
              <a:rPr lang="en-US" altLang="en-US" smtClean="0">
                <a:latin typeface="Times New Roman" pitchFamily="18" charset="0"/>
                <a:cs typeface="Arial" charset="0"/>
              </a:rPr>
              <a:t> )ƒ</a:t>
            </a:r>
            <a:r>
              <a:rPr lang="en-US" altLang="en-US" i="1" baseline="-25000" smtClean="0">
                <a:latin typeface="Times New Roman" pitchFamily="18" charset="0"/>
                <a:cs typeface="Arial" charset="0"/>
              </a:rPr>
              <a:t>d</a:t>
            </a:r>
            <a:r>
              <a:rPr lang="en-US" altLang="en-US" smtClean="0">
                <a:latin typeface="Times New Roman" pitchFamily="18" charset="0"/>
                <a:cs typeface="Arial" charset="0"/>
              </a:rPr>
              <a:t>  ]</a:t>
            </a:r>
            <a:r>
              <a:rPr lang="en-US" altLang="en-US" i="1" smtClean="0">
                <a:latin typeface="Times New Roman" pitchFamily="18" charset="0"/>
                <a:cs typeface="Arial" charset="0"/>
              </a:rPr>
              <a:t>e</a:t>
            </a:r>
            <a:r>
              <a:rPr lang="en-US" altLang="en-US" baseline="30000" smtClean="0">
                <a:latin typeface="Times New Roman" pitchFamily="18" charset="0"/>
                <a:cs typeface="Arial" charset="0"/>
              </a:rPr>
              <a:t>–</a:t>
            </a:r>
            <a:r>
              <a:rPr lang="en-US" altLang="en-US" i="1" baseline="30000" smtClean="0">
                <a:latin typeface="Times New Roman" pitchFamily="18" charset="0"/>
                <a:cs typeface="Arial" charset="0"/>
              </a:rPr>
              <a:t>rT</a:t>
            </a:r>
            <a:r>
              <a:rPr lang="en-US" altLang="en-US" smtClean="0">
                <a:latin typeface="Times New Roman" pitchFamily="18" charset="0"/>
                <a:cs typeface="Arial" charset="0"/>
              </a:rPr>
              <a:t>	 	</a:t>
            </a:r>
          </a:p>
          <a:p>
            <a:pPr eaLnBrk="1" hangingPunct="1">
              <a:buFont typeface="Wingdings" pitchFamily="2" charset="2"/>
              <a:buNone/>
            </a:pPr>
            <a:endParaRPr lang="en-US" altLang="en-US" smtClean="0">
              <a:latin typeface="Arial" charset="0"/>
              <a:cs typeface="Arial" charset="0"/>
            </a:endParaRPr>
          </a:p>
          <a:p>
            <a:pPr eaLnBrk="1" hangingPunct="1">
              <a:buFont typeface="Wingdings" pitchFamily="2" charset="2"/>
              <a:buNone/>
            </a:pPr>
            <a:r>
              <a:rPr lang="en-US" altLang="en-US" smtClean="0">
                <a:latin typeface="Arial" charset="0"/>
                <a:cs typeface="Arial" charset="0"/>
              </a:rPr>
              <a:t>where   </a:t>
            </a:r>
          </a:p>
        </p:txBody>
      </p:sp>
      <p:sp>
        <p:nvSpPr>
          <p:cNvPr id="2662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2662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AC393D66-9D39-4B49-BC3B-5A1AD64A16B5}" type="slidenum">
              <a:rPr lang="en-US" altLang="en-US" sz="1400" smtClean="0">
                <a:latin typeface="Arial" charset="0"/>
              </a:rPr>
              <a:pPr eaLnBrk="1" hangingPunct="1">
                <a:spcBef>
                  <a:spcPct val="0"/>
                </a:spcBef>
                <a:buFontTx/>
                <a:buNone/>
              </a:pPr>
              <a:t>25</a:t>
            </a:fld>
            <a:endParaRPr lang="en-US" altLang="en-US" sz="1400" smtClean="0">
              <a:latin typeface="Arial" charset="0"/>
            </a:endParaRPr>
          </a:p>
        </p:txBody>
      </p:sp>
      <p:graphicFrame>
        <p:nvGraphicFramePr>
          <p:cNvPr id="26630" name="Object 4"/>
          <p:cNvGraphicFramePr>
            <a:graphicFrameLocks/>
          </p:cNvGraphicFramePr>
          <p:nvPr/>
        </p:nvGraphicFramePr>
        <p:xfrm>
          <a:off x="2819400" y="3962400"/>
          <a:ext cx="1295400" cy="812800"/>
        </p:xfrm>
        <a:graphic>
          <a:graphicData uri="http://schemas.openxmlformats.org/presentationml/2006/ole">
            <mc:AlternateContent xmlns:mc="http://schemas.openxmlformats.org/markup-compatibility/2006">
              <mc:Choice xmlns:v="urn:schemas-microsoft-com:vml" Requires="v">
                <p:oleObj spid="_x0000_s26636" name="Equation" r:id="rId6" imgW="634725" imgH="393529" progId="Equation.3">
                  <p:embed/>
                </p:oleObj>
              </mc:Choice>
              <mc:Fallback>
                <p:oleObj name="Equation" r:id="rId6" imgW="634725" imgH="393529"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19400" y="3962400"/>
                        <a:ext cx="1295400" cy="81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p:txBody>
          <a:bodyPr lIns="92075" tIns="46038" rIns="92075" bIns="46038">
            <a:normAutofit fontScale="90000"/>
          </a:bodyPr>
          <a:lstStyle/>
          <a:p>
            <a:pPr eaLnBrk="1" fontAlgn="auto" hangingPunct="1">
              <a:spcAft>
                <a:spcPts val="0"/>
              </a:spcAft>
              <a:defRPr/>
            </a:pPr>
            <a:r>
              <a:rPr lang="en-US" dirty="0">
                <a:solidFill>
                  <a:schemeClr val="tx2">
                    <a:satMod val="130000"/>
                  </a:schemeClr>
                </a:solidFill>
              </a:rPr>
              <a:t>Futures Option </a:t>
            </a:r>
            <a:r>
              <a:rPr lang="en-US" dirty="0" smtClean="0">
                <a:solidFill>
                  <a:schemeClr val="tx2">
                    <a:satMod val="130000"/>
                  </a:schemeClr>
                </a:solidFill>
              </a:rPr>
              <a:t>Price </a:t>
            </a:r>
            <a:r>
              <a:rPr lang="en-US" dirty="0" err="1">
                <a:solidFill>
                  <a:schemeClr val="tx2">
                    <a:satMod val="130000"/>
                  </a:schemeClr>
                </a:solidFill>
              </a:rPr>
              <a:t>vs</a:t>
            </a:r>
            <a:r>
              <a:rPr lang="en-US" dirty="0">
                <a:solidFill>
                  <a:schemeClr val="tx2">
                    <a:satMod val="130000"/>
                  </a:schemeClr>
                </a:solidFill>
              </a:rPr>
              <a:t> Spot Option </a:t>
            </a:r>
            <a:r>
              <a:rPr lang="en-US" dirty="0" smtClean="0">
                <a:solidFill>
                  <a:schemeClr val="tx2">
                    <a:satMod val="130000"/>
                  </a:schemeClr>
                </a:solidFill>
              </a:rPr>
              <a:t>Price</a:t>
            </a:r>
            <a:endParaRPr lang="en-US" dirty="0">
              <a:solidFill>
                <a:schemeClr val="tx2">
                  <a:satMod val="130000"/>
                </a:schemeClr>
              </a:solidFill>
            </a:endParaRPr>
          </a:p>
        </p:txBody>
      </p:sp>
      <p:sp>
        <p:nvSpPr>
          <p:cNvPr id="32771" name="Rectangle 3"/>
          <p:cNvSpPr>
            <a:spLocks noGrp="1" noChangeArrowheads="1"/>
          </p:cNvSpPr>
          <p:nvPr>
            <p:ph idx="1"/>
          </p:nvPr>
        </p:nvSpPr>
        <p:spPr>
          <a:xfrm>
            <a:off x="685800" y="2286000"/>
            <a:ext cx="7273925" cy="4321175"/>
          </a:xfrm>
        </p:spPr>
        <p:txBody>
          <a:bodyPr lIns="92075" tIns="46038" rIns="92075" bIns="46038"/>
          <a:lstStyle/>
          <a:p>
            <a:pPr eaLnBrk="1" hangingPunct="1">
              <a:lnSpc>
                <a:spcPct val="90000"/>
              </a:lnSpc>
            </a:pPr>
            <a:r>
              <a:rPr lang="en-US" altLang="en-US" sz="2400" smtClean="0">
                <a:latin typeface="Arial" charset="0"/>
                <a:cs typeface="Arial" charset="0"/>
              </a:rPr>
              <a:t>If futures prices are higher than spot prices (normal market), an American call on futures is worth more than a similar American call on spot. An American put on futures is worth less than a similar American put on spot.</a:t>
            </a:r>
          </a:p>
          <a:p>
            <a:pPr eaLnBrk="1" hangingPunct="1">
              <a:lnSpc>
                <a:spcPct val="90000"/>
              </a:lnSpc>
            </a:pPr>
            <a:r>
              <a:rPr lang="en-US" altLang="en-US" sz="2400" smtClean="0">
                <a:latin typeface="Arial" charset="0"/>
                <a:cs typeface="Arial" charset="0"/>
              </a:rPr>
              <a:t>When futures prices are lower than spot prices (inverted market) the reverse is true.</a:t>
            </a:r>
          </a:p>
        </p:txBody>
      </p:sp>
      <p:sp>
        <p:nvSpPr>
          <p:cNvPr id="3277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3277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F9FD9459-6D62-4383-A739-BE13F4B8634E}" type="slidenum">
              <a:rPr lang="en-US" altLang="en-US" sz="1400" smtClean="0">
                <a:latin typeface="Arial" charset="0"/>
              </a:rPr>
              <a:pPr eaLnBrk="1" hangingPunct="1">
                <a:spcBef>
                  <a:spcPct val="0"/>
                </a:spcBef>
                <a:buFontTx/>
                <a:buNone/>
              </a:pPr>
              <a:t>26</a:t>
            </a:fld>
            <a:endParaRPr lang="en-US" altLang="en-US" sz="1400" smtClean="0">
              <a:latin typeface="Arial" charset="0"/>
            </a:endParaRP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smtClean="0">
                <a:solidFill>
                  <a:schemeClr val="tx2">
                    <a:satMod val="130000"/>
                  </a:schemeClr>
                </a:solidFill>
              </a:rPr>
              <a:t>Futures Style Options</a:t>
            </a:r>
            <a:endParaRPr lang="en-US" sz="2000" dirty="0">
              <a:solidFill>
                <a:schemeClr val="tx2">
                  <a:satMod val="130000"/>
                </a:schemeClr>
              </a:solidFill>
            </a:endParaRPr>
          </a:p>
        </p:txBody>
      </p:sp>
      <p:sp>
        <p:nvSpPr>
          <p:cNvPr id="33795" name="Content Placeholder 2"/>
          <p:cNvSpPr>
            <a:spLocks noGrp="1"/>
          </p:cNvSpPr>
          <p:nvPr>
            <p:ph idx="1"/>
          </p:nvPr>
        </p:nvSpPr>
        <p:spPr/>
        <p:txBody>
          <a:bodyPr/>
          <a:lstStyle/>
          <a:p>
            <a:pPr eaLnBrk="1" hangingPunct="1"/>
            <a:r>
              <a:rPr lang="en-US" altLang="en-US" sz="2400" dirty="0" smtClean="0">
                <a:latin typeface="Arial" charset="0"/>
                <a:cs typeface="Arial" charset="0"/>
              </a:rPr>
              <a:t>A futures-style option is a futures contract on the option payoff</a:t>
            </a:r>
          </a:p>
          <a:p>
            <a:pPr eaLnBrk="1" hangingPunct="1"/>
            <a:r>
              <a:rPr lang="en-US" altLang="en-US" sz="2400" dirty="0" smtClean="0">
                <a:latin typeface="Arial" charset="0"/>
                <a:cs typeface="Arial" charset="0"/>
              </a:rPr>
              <a:t>Some exchanges trade these in preference to regular futures options</a:t>
            </a:r>
          </a:p>
          <a:p>
            <a:pPr eaLnBrk="1" hangingPunct="1"/>
            <a:r>
              <a:rPr lang="en-US" altLang="en-US" sz="2400" dirty="0" smtClean="0">
                <a:latin typeface="Arial" charset="0"/>
                <a:cs typeface="Arial" charset="0"/>
              </a:rPr>
              <a:t>The futures price for a call futures-style option is</a:t>
            </a:r>
          </a:p>
          <a:p>
            <a:pPr eaLnBrk="1" hangingPunct="1"/>
            <a:endParaRPr lang="en-US" altLang="en-US" sz="2400" dirty="0" smtClean="0">
              <a:latin typeface="Arial" charset="0"/>
              <a:cs typeface="Arial" charset="0"/>
            </a:endParaRPr>
          </a:p>
          <a:p>
            <a:pPr eaLnBrk="1" hangingPunct="1"/>
            <a:r>
              <a:rPr lang="en-US" altLang="en-US" sz="2400" dirty="0" smtClean="0">
                <a:latin typeface="Arial" charset="0"/>
                <a:cs typeface="Arial" charset="0"/>
              </a:rPr>
              <a:t>The futures price for a put futures-style option is</a:t>
            </a:r>
          </a:p>
          <a:p>
            <a:pPr eaLnBrk="1" hangingPunct="1"/>
            <a:endParaRPr lang="en-US" altLang="en-US" dirty="0" smtClean="0">
              <a:latin typeface="Arial" charset="0"/>
              <a:cs typeface="Arial" charset="0"/>
            </a:endParaRPr>
          </a:p>
          <a:p>
            <a:pPr eaLnBrk="1" hangingPunct="1">
              <a:buFont typeface="Wingdings 2" pitchFamily="18" charset="2"/>
              <a:buNone/>
            </a:pPr>
            <a:endParaRPr lang="en-US" altLang="en-US" dirty="0" smtClean="0">
              <a:latin typeface="Arial" charset="0"/>
              <a:cs typeface="Arial" charset="0"/>
            </a:endParaRPr>
          </a:p>
        </p:txBody>
      </p:sp>
      <p:sp>
        <p:nvSpPr>
          <p:cNvPr id="3379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3379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FAB7F948-DE34-4917-9A88-14E966EAE5EF}" type="slidenum">
              <a:rPr lang="en-US" altLang="en-US" sz="1400" smtClean="0">
                <a:latin typeface="Arial" charset="0"/>
              </a:rPr>
              <a:pPr eaLnBrk="1" hangingPunct="1">
                <a:spcBef>
                  <a:spcPct val="0"/>
                </a:spcBef>
                <a:buFontTx/>
                <a:buNone/>
              </a:pPr>
              <a:t>27</a:t>
            </a:fld>
            <a:endParaRPr lang="en-US" altLang="en-US" sz="1400" smtClean="0">
              <a:latin typeface="Arial" charset="0"/>
            </a:endParaRPr>
          </a:p>
        </p:txBody>
      </p:sp>
      <p:graphicFrame>
        <p:nvGraphicFramePr>
          <p:cNvPr id="33798" name="Object 2"/>
          <p:cNvGraphicFramePr>
            <a:graphicFrameLocks noChangeAspect="1"/>
          </p:cNvGraphicFramePr>
          <p:nvPr/>
        </p:nvGraphicFramePr>
        <p:xfrm>
          <a:off x="3505200" y="4191000"/>
          <a:ext cx="2133600" cy="417513"/>
        </p:xfrm>
        <a:graphic>
          <a:graphicData uri="http://schemas.openxmlformats.org/presentationml/2006/ole">
            <mc:AlternateContent xmlns:mc="http://schemas.openxmlformats.org/markup-compatibility/2006">
              <mc:Choice xmlns:v="urn:schemas-microsoft-com:vml" Requires="v">
                <p:oleObj spid="_x0000_s33810" name="Equation" r:id="rId6" imgW="1168400" imgH="228600" progId="Equation.3">
                  <p:embed/>
                </p:oleObj>
              </mc:Choice>
              <mc:Fallback>
                <p:oleObj name="Equation" r:id="rId6" imgW="1168400" imgH="228600" progId="Equation.3">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05200" y="4191000"/>
                        <a:ext cx="2133600"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799" name="Object 3"/>
          <p:cNvGraphicFramePr>
            <a:graphicFrameLocks noChangeAspect="1"/>
          </p:cNvGraphicFramePr>
          <p:nvPr/>
        </p:nvGraphicFramePr>
        <p:xfrm>
          <a:off x="3505200" y="5181600"/>
          <a:ext cx="2209800" cy="430213"/>
        </p:xfrm>
        <a:graphic>
          <a:graphicData uri="http://schemas.openxmlformats.org/presentationml/2006/ole">
            <mc:AlternateContent xmlns:mc="http://schemas.openxmlformats.org/markup-compatibility/2006">
              <mc:Choice xmlns:v="urn:schemas-microsoft-com:vml" Requires="v">
                <p:oleObj spid="_x0000_s33811" name="Equation" r:id="rId8" imgW="1333500" imgH="228600" progId="Equation.3">
                  <p:embed/>
                </p:oleObj>
              </mc:Choice>
              <mc:Fallback>
                <p:oleObj name="Equation" r:id="rId8" imgW="1333500" imgH="228600" progId="Equation.3">
                  <p:embed/>
                  <p:pic>
                    <p:nvPicPr>
                      <p:cNvPr id="0"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05200" y="5181600"/>
                        <a:ext cx="2209800"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609600"/>
            <a:ext cx="8686800" cy="1143000"/>
          </a:xfrm>
        </p:spPr>
        <p:txBody>
          <a:bodyPr/>
          <a:lstStyle/>
          <a:p>
            <a:pPr eaLnBrk="1" fontAlgn="auto" hangingPunct="1">
              <a:spcAft>
                <a:spcPts val="0"/>
              </a:spcAft>
              <a:defRPr/>
            </a:pPr>
            <a:r>
              <a:rPr lang="en-US" dirty="0" smtClean="0">
                <a:solidFill>
                  <a:schemeClr val="tx2">
                    <a:satMod val="130000"/>
                  </a:schemeClr>
                </a:solidFill>
              </a:rPr>
              <a:t>Summary: Put-Call Parity Results</a:t>
            </a:r>
            <a:endParaRPr lang="en-US" dirty="0">
              <a:solidFill>
                <a:schemeClr val="tx2">
                  <a:satMod val="130000"/>
                </a:schemeClr>
              </a:solidFill>
            </a:endParaRPr>
          </a:p>
        </p:txBody>
      </p:sp>
      <p:sp>
        <p:nvSpPr>
          <p:cNvPr id="34819" name="Content Placeholder 2"/>
          <p:cNvSpPr>
            <a:spLocks noGrp="1"/>
          </p:cNvSpPr>
          <p:nvPr>
            <p:ph idx="1"/>
          </p:nvPr>
        </p:nvSpPr>
        <p:spPr>
          <a:xfrm>
            <a:off x="-228600" y="1905000"/>
            <a:ext cx="7620000" cy="4114800"/>
          </a:xfrm>
        </p:spPr>
        <p:txBody>
          <a:bodyPr/>
          <a:lstStyle/>
          <a:p>
            <a:pPr eaLnBrk="1" hangingPunct="1">
              <a:buFont typeface="Wingdings 2" pitchFamily="18" charset="2"/>
              <a:buNone/>
            </a:pPr>
            <a:r>
              <a:rPr lang="en-US" altLang="en-US" smtClean="0">
                <a:latin typeface="Arial" charset="0"/>
                <a:cs typeface="Arial" charset="0"/>
              </a:rPr>
              <a:t> </a:t>
            </a:r>
          </a:p>
        </p:txBody>
      </p:sp>
      <p:sp>
        <p:nvSpPr>
          <p:cNvPr id="3482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3482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19AD5178-D1FA-42A7-800F-5BA1A0915F71}" type="slidenum">
              <a:rPr lang="en-US" altLang="en-US" sz="1400" smtClean="0">
                <a:latin typeface="Arial" charset="0"/>
              </a:rPr>
              <a:pPr eaLnBrk="1" hangingPunct="1">
                <a:spcBef>
                  <a:spcPct val="0"/>
                </a:spcBef>
                <a:buFontTx/>
                <a:buNone/>
              </a:pPr>
              <a:t>28</a:t>
            </a:fld>
            <a:endParaRPr lang="en-US" altLang="en-US" sz="1400" smtClean="0">
              <a:latin typeface="Arial" charset="0"/>
            </a:endParaRPr>
          </a:p>
        </p:txBody>
      </p:sp>
      <p:graphicFrame>
        <p:nvGraphicFramePr>
          <p:cNvPr id="34822" name="Object 0">
            <a:hlinkClick r:id="" action="ppaction://ole?verb=0"/>
          </p:cNvPr>
          <p:cNvGraphicFramePr>
            <a:graphicFrameLocks/>
          </p:cNvGraphicFramePr>
          <p:nvPr>
            <p:extLst>
              <p:ext uri="{D42A27DB-BD31-4B8C-83A1-F6EECF244321}">
                <p14:modId xmlns:p14="http://schemas.microsoft.com/office/powerpoint/2010/main" val="1068532796"/>
              </p:ext>
            </p:extLst>
          </p:nvPr>
        </p:nvGraphicFramePr>
        <p:xfrm>
          <a:off x="1371600" y="1676401"/>
          <a:ext cx="3375025" cy="4343400"/>
        </p:xfrm>
        <a:graphic>
          <a:graphicData uri="http://schemas.openxmlformats.org/presentationml/2006/ole">
            <mc:AlternateContent xmlns:mc="http://schemas.openxmlformats.org/markup-compatibility/2006">
              <mc:Choice xmlns:v="urn:schemas-microsoft-com:vml" Requires="v">
                <p:oleObj spid="_x0000_s34828" name="Equation" r:id="rId6" imgW="1815840" imgH="2361960" progId="Equation.3">
                  <p:embed/>
                </p:oleObj>
              </mc:Choice>
              <mc:Fallback>
                <p:oleObj name="Equation" r:id="rId6" imgW="1815840" imgH="2361960" progId="Equation.3">
                  <p:embed/>
                  <p:pic>
                    <p:nvPicPr>
                      <p:cNvPr id="0" name="Object 0"/>
                      <p:cNvPicPr>
                        <a:picLocks noChangeArrowheads="1"/>
                      </p:cNvPicPr>
                      <p:nvPr/>
                    </p:nvPicPr>
                    <p:blipFill>
                      <a:blip r:embed="rId7"/>
                      <a:srcRect/>
                      <a:stretch>
                        <a:fillRect/>
                      </a:stretch>
                    </p:blipFill>
                    <p:spPr bwMode="auto">
                      <a:xfrm>
                        <a:off x="1371600" y="1676401"/>
                        <a:ext cx="3375025" cy="4343400"/>
                      </a:xfrm>
                      <a:prstGeom prst="rect">
                        <a:avLst/>
                      </a:prstGeom>
                      <a:noFill/>
                      <a:ln>
                        <a:noFill/>
                      </a:ln>
                      <a:effectLst/>
                      <a:extLst/>
                    </p:spPr>
                  </p:pic>
                </p:oleObj>
              </mc:Fallback>
            </mc:AlternateContent>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a:xfrm>
            <a:off x="228600" y="914400"/>
            <a:ext cx="7772400" cy="1143000"/>
          </a:xfrm>
        </p:spPr>
        <p:txBody>
          <a:bodyPr lIns="92075" tIns="46038" rIns="92075" bIns="46038">
            <a:normAutofit fontScale="90000"/>
          </a:bodyPr>
          <a:lstStyle/>
          <a:p>
            <a:pPr eaLnBrk="1" fontAlgn="auto" hangingPunct="1">
              <a:spcAft>
                <a:spcPts val="0"/>
              </a:spcAft>
              <a:defRPr/>
            </a:pPr>
            <a:r>
              <a:rPr lang="en-US" dirty="0">
                <a:solidFill>
                  <a:schemeClr val="tx2">
                    <a:satMod val="130000"/>
                  </a:schemeClr>
                </a:solidFill>
              </a:rPr>
              <a:t>Summary of Key </a:t>
            </a:r>
            <a:r>
              <a:rPr lang="en-US" dirty="0" smtClean="0">
                <a:solidFill>
                  <a:schemeClr val="tx2">
                    <a:satMod val="130000"/>
                  </a:schemeClr>
                </a:solidFill>
              </a:rPr>
              <a:t>Results from Chapters 17 and 18  </a:t>
            </a:r>
            <a:endParaRPr lang="en-US" dirty="0">
              <a:solidFill>
                <a:schemeClr val="tx2">
                  <a:satMod val="130000"/>
                </a:schemeClr>
              </a:solidFill>
            </a:endParaRPr>
          </a:p>
        </p:txBody>
      </p:sp>
      <p:sp>
        <p:nvSpPr>
          <p:cNvPr id="35843" name="Rectangle 3"/>
          <p:cNvSpPr>
            <a:spLocks noGrp="1" noChangeArrowheads="1"/>
          </p:cNvSpPr>
          <p:nvPr>
            <p:ph idx="1"/>
          </p:nvPr>
        </p:nvSpPr>
        <p:spPr>
          <a:xfrm>
            <a:off x="457200" y="2209800"/>
            <a:ext cx="7315200" cy="4386263"/>
          </a:xfrm>
        </p:spPr>
        <p:txBody>
          <a:bodyPr lIns="92075" tIns="46038" rIns="92075" bIns="46038"/>
          <a:lstStyle/>
          <a:p>
            <a:pPr eaLnBrk="1" hangingPunct="1"/>
            <a:r>
              <a:rPr lang="en-US" altLang="en-US" smtClean="0">
                <a:latin typeface="Arial" charset="0"/>
                <a:cs typeface="Arial" charset="0"/>
              </a:rPr>
              <a:t>We can treat stock indices, currencies, and futures like a stock paying a dividend yield  of </a:t>
            </a:r>
            <a:r>
              <a:rPr lang="en-US" altLang="en-US" i="1" smtClean="0">
                <a:latin typeface="Times New Roman" pitchFamily="18" charset="0"/>
                <a:cs typeface="Arial" charset="0"/>
              </a:rPr>
              <a:t>q</a:t>
            </a:r>
            <a:endParaRPr lang="en-US" altLang="en-US" smtClean="0">
              <a:latin typeface="Arial" charset="0"/>
              <a:cs typeface="Arial" charset="0"/>
            </a:endParaRPr>
          </a:p>
          <a:p>
            <a:pPr lvl="1" eaLnBrk="1" hangingPunct="1"/>
            <a:r>
              <a:rPr lang="en-US" altLang="en-US" smtClean="0">
                <a:latin typeface="Arial" charset="0"/>
                <a:cs typeface="Arial" charset="0"/>
              </a:rPr>
              <a:t>For stock indices, </a:t>
            </a:r>
            <a:r>
              <a:rPr lang="en-US" altLang="en-US" i="1" smtClean="0">
                <a:latin typeface="Times New Roman" pitchFamily="18" charset="0"/>
                <a:cs typeface="Arial" charset="0"/>
              </a:rPr>
              <a:t>q</a:t>
            </a:r>
            <a:r>
              <a:rPr lang="en-US" altLang="en-US" i="1" smtClean="0">
                <a:latin typeface="Arial" charset="0"/>
                <a:cs typeface="Arial" charset="0"/>
              </a:rPr>
              <a:t> </a:t>
            </a:r>
            <a:r>
              <a:rPr lang="en-US" altLang="en-US" smtClean="0">
                <a:latin typeface="Arial" charset="0"/>
                <a:cs typeface="Arial" charset="0"/>
              </a:rPr>
              <a:t> is average dividend yield on the index over the option life</a:t>
            </a:r>
          </a:p>
          <a:p>
            <a:pPr lvl="1" eaLnBrk="1" hangingPunct="1"/>
            <a:r>
              <a:rPr lang="en-US" altLang="en-US" smtClean="0">
                <a:latin typeface="Arial" charset="0"/>
                <a:cs typeface="Arial" charset="0"/>
              </a:rPr>
              <a:t>For currencies, </a:t>
            </a:r>
            <a:r>
              <a:rPr lang="en-US" altLang="en-US" i="1" smtClean="0">
                <a:latin typeface="Times New Roman" pitchFamily="18" charset="0"/>
                <a:cs typeface="Arial" charset="0"/>
              </a:rPr>
              <a:t>q</a:t>
            </a:r>
            <a:r>
              <a:rPr lang="en-US" altLang="en-US" smtClean="0">
                <a:latin typeface="Times New Roman" pitchFamily="18" charset="0"/>
                <a:cs typeface="Arial" charset="0"/>
              </a:rPr>
              <a:t>  = </a:t>
            </a:r>
            <a:r>
              <a:rPr lang="en-US" altLang="en-US" i="1" smtClean="0">
                <a:latin typeface="Times New Roman" pitchFamily="18" charset="0"/>
                <a:cs typeface="Arial" charset="0"/>
              </a:rPr>
              <a:t>r</a:t>
            </a:r>
            <a:r>
              <a:rPr lang="en-US" altLang="en-US" i="1" baseline="-25000" smtClean="0">
                <a:latin typeface="Times New Roman" pitchFamily="18" charset="0"/>
                <a:cs typeface="Arial" charset="0"/>
              </a:rPr>
              <a:t>ƒ</a:t>
            </a:r>
            <a:endParaRPr lang="en-US" altLang="en-US" baseline="-25000" smtClean="0">
              <a:latin typeface="Times New Roman" pitchFamily="18" charset="0"/>
              <a:cs typeface="Arial" charset="0"/>
            </a:endParaRPr>
          </a:p>
          <a:p>
            <a:pPr lvl="1" eaLnBrk="1" hangingPunct="1"/>
            <a:r>
              <a:rPr lang="en-US" altLang="en-US" smtClean="0">
                <a:latin typeface="Arial" charset="0"/>
                <a:cs typeface="Arial" charset="0"/>
              </a:rPr>
              <a:t>For futures, </a:t>
            </a:r>
            <a:r>
              <a:rPr lang="en-US" altLang="en-US" i="1" smtClean="0">
                <a:latin typeface="Times New Roman" pitchFamily="18" charset="0"/>
                <a:cs typeface="Arial" charset="0"/>
              </a:rPr>
              <a:t>q</a:t>
            </a:r>
            <a:r>
              <a:rPr lang="en-US" altLang="en-US" smtClean="0">
                <a:latin typeface="Times New Roman" pitchFamily="18" charset="0"/>
                <a:cs typeface="Arial" charset="0"/>
              </a:rPr>
              <a:t>  = </a:t>
            </a:r>
            <a:r>
              <a:rPr lang="en-US" altLang="en-US" i="1" smtClean="0">
                <a:latin typeface="Times New Roman" pitchFamily="18" charset="0"/>
                <a:cs typeface="Arial" charset="0"/>
              </a:rPr>
              <a:t>r</a:t>
            </a:r>
          </a:p>
        </p:txBody>
      </p:sp>
      <p:sp>
        <p:nvSpPr>
          <p:cNvPr id="3584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3584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46DC2303-3778-44F4-8DAE-08FA7DF3A594}" type="slidenum">
              <a:rPr lang="en-US" altLang="en-US" sz="1400" smtClean="0">
                <a:latin typeface="Arial" charset="0"/>
              </a:rPr>
              <a:pPr eaLnBrk="1" hangingPunct="1">
                <a:spcBef>
                  <a:spcPct val="0"/>
                </a:spcBef>
                <a:buFontTx/>
                <a:buNone/>
              </a:pPr>
              <a:t>29</a:t>
            </a:fld>
            <a:endParaRPr lang="en-US" altLang="en-US" sz="1400" smtClean="0">
              <a:latin typeface="Arial" charset="0"/>
            </a:endParaRPr>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Global">
  <a:themeElements>
    <a:clrScheme name="Custom 5">
      <a:dk1>
        <a:srgbClr val="000000"/>
      </a:dk1>
      <a:lt1>
        <a:srgbClr val="FFFFFF"/>
      </a:lt1>
      <a:dk2>
        <a:srgbClr val="3A3015"/>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fontScheme name="Global">
      <a:majorFont>
        <a:latin typeface="Times New Roman"/>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4DB470C54600C46B1B0C1FE5EDD1D1B" ma:contentTypeVersion="0" ma:contentTypeDescription="Create a new document." ma:contentTypeScope="" ma:versionID="9ec98e71a396c75c5e8fb3166c3ab2c4">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8EEDF23-4A82-4585-9A78-D07263E7DC65}"/>
</file>

<file path=customXml/itemProps2.xml><?xml version="1.0" encoding="utf-8"?>
<ds:datastoreItem xmlns:ds="http://schemas.openxmlformats.org/officeDocument/2006/customXml" ds:itemID="{D273C4A7-D350-4D7E-B9B6-A865A5CFA23F}"/>
</file>

<file path=customXml/itemProps3.xml><?xml version="1.0" encoding="utf-8"?>
<ds:datastoreItem xmlns:ds="http://schemas.openxmlformats.org/officeDocument/2006/customXml" ds:itemID="{03EBFAE4-D7D6-46D8-BC7F-C9B1A21FCF43}"/>
</file>

<file path=docProps/app.xml><?xml version="1.0" encoding="utf-8"?>
<Properties xmlns="http://schemas.openxmlformats.org/officeDocument/2006/extended-properties" xmlns:vt="http://schemas.openxmlformats.org/officeDocument/2006/docPropsVTypes">
  <Template>Ch16HullOFOD8thEdition</Template>
  <TotalTime>600</TotalTime>
  <Words>1561</Words>
  <Application>Microsoft Office PowerPoint</Application>
  <PresentationFormat>On-screen Show (4:3)</PresentationFormat>
  <Paragraphs>227</Paragraphs>
  <Slides>29</Slides>
  <Notes>28</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29</vt:i4>
      </vt:variant>
    </vt:vector>
  </HeadingPairs>
  <TitlesOfParts>
    <vt:vector size="38" baseType="lpstr">
      <vt:lpstr>Arial</vt:lpstr>
      <vt:lpstr>Calibri</vt:lpstr>
      <vt:lpstr>Symbol</vt:lpstr>
      <vt:lpstr>Tahoma</vt:lpstr>
      <vt:lpstr>Times New Roman</vt:lpstr>
      <vt:lpstr>Wingdings</vt:lpstr>
      <vt:lpstr>Wingdings 2</vt:lpstr>
      <vt:lpstr>Global</vt:lpstr>
      <vt:lpstr>Equation</vt:lpstr>
      <vt:lpstr>Chapter 18 Futures Options and Black’s Model</vt:lpstr>
      <vt:lpstr>Options on Futures</vt:lpstr>
      <vt:lpstr>Mechanics of Call Futures Options</vt:lpstr>
      <vt:lpstr>Mechanics of Put Futures Option</vt:lpstr>
      <vt:lpstr>Example 18.1</vt:lpstr>
      <vt:lpstr>Example 18.2</vt:lpstr>
      <vt:lpstr>The Payoffs</vt:lpstr>
      <vt:lpstr>Interest Rate Futures Options</vt:lpstr>
      <vt:lpstr>Potential Advantages of Futures Options over Spot Options</vt:lpstr>
      <vt:lpstr>European Futures Options</vt:lpstr>
      <vt:lpstr>Put-Call Parity for Futures Options (Equation 18.1)</vt:lpstr>
      <vt:lpstr>Other Relations (equations 18.2 to 18.4)</vt:lpstr>
      <vt:lpstr>Growth Rates For Futures Prices</vt:lpstr>
      <vt:lpstr>Valuing  European Futures Options </vt:lpstr>
      <vt:lpstr>Black’s Model (Equations 18.7 and 18.8)</vt:lpstr>
      <vt:lpstr>How Black’s Model is Used in Practice</vt:lpstr>
      <vt:lpstr>Using Black’s Model Instead of Black-Scholes-Merton (Example 18.7)</vt:lpstr>
      <vt:lpstr>Binomial Tree Example (Figure 18.1)</vt:lpstr>
      <vt:lpstr>Setting Up a Riskless  Portfolio</vt:lpstr>
      <vt:lpstr>Valuing  the Portfolio ( Risk-Free Rate is 6% )</vt:lpstr>
      <vt:lpstr>Valuing  the Option</vt:lpstr>
      <vt:lpstr>Generalization of Binomial Tree Example (Figure 18.2)</vt:lpstr>
      <vt:lpstr>Generalization (continued)</vt:lpstr>
      <vt:lpstr>Generalization (continued)</vt:lpstr>
      <vt:lpstr>Generalization (continued)</vt:lpstr>
      <vt:lpstr>Futures Option Price vs Spot Option Price</vt:lpstr>
      <vt:lpstr>Futures Style Options</vt:lpstr>
      <vt:lpstr>Summary: Put-Call Parity Results</vt:lpstr>
      <vt:lpstr>Summary of Key Results from Chapters 17 and 18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Futures Options and Black's Model</dc:title>
  <dc:subject>Options, Futures, and Other Derivatives, 11e</dc:subject>
  <dc:creator>John C. Hull</dc:creator>
  <cp:keywords>Chapter 18</cp:keywords>
  <dc:description>Copyright 2021 by John C. Hull. All Rights Reserved. Published 2021</dc:description>
  <cp:lastModifiedBy>John Hull</cp:lastModifiedBy>
  <cp:revision>32</cp:revision>
  <dcterms:created xsi:type="dcterms:W3CDTF">2008-05-30T23:52:09Z</dcterms:created>
  <dcterms:modified xsi:type="dcterms:W3CDTF">2020-09-30T15:26:23Z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0x01010034DB470C54600C46B1B0C1FE5EDD1D1B</vt:lpwstr>
  </property>
</Properties>
</file>